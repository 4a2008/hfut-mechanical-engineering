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891" y="-6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C53791-6F52-4C96-8F03-F9C3B49ACFD9}" type="datetimeFigureOut">
              <a:rPr lang="zh-CN" altLang="en-US"/>
              <a:pPr>
                <a:defRPr/>
              </a:pPr>
              <a:t>2016/10/16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85E3D3-3598-4175-A9D8-80EA81CA589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19ABFF-5CF5-4559-9FA1-6D93EB1B5DEC}" type="datetimeFigureOut">
              <a:rPr lang="zh-CN" altLang="en-US"/>
              <a:pPr>
                <a:defRPr/>
              </a:pPr>
              <a:t>2016/10/16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844FF-F171-4BD7-9D44-1AC07E8559F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D44129-2EF3-4246-BF1F-A0FA147C665D}" type="datetimeFigureOut">
              <a:rPr lang="zh-CN" altLang="en-US"/>
              <a:pPr>
                <a:defRPr/>
              </a:pPr>
              <a:t>2016/10/16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9C4803-70C8-486F-88D9-84DEF659E75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91EE08-5304-42BF-9BA0-50FA52BB5FCA}" type="datetimeFigureOut">
              <a:rPr lang="zh-CN" altLang="en-US"/>
              <a:pPr>
                <a:defRPr/>
              </a:pPr>
              <a:t>2016/10/16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57B03C-582F-4A9A-B522-DBDE18D6809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DE6D7E-290A-435C-BBE8-6402777CC4B7}" type="datetimeFigureOut">
              <a:rPr lang="zh-CN" altLang="en-US"/>
              <a:pPr>
                <a:defRPr/>
              </a:pPr>
              <a:t>2016/10/16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2AE388-D99B-49DE-AA72-3444E05A4FD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E8001-60A6-4F2A-A6B7-52E3D7A8124B}" type="datetimeFigureOut">
              <a:rPr lang="zh-CN" altLang="en-US"/>
              <a:pPr>
                <a:defRPr/>
              </a:pPr>
              <a:t>2016/10/16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11ADAA-A65B-417D-AACA-5D4318DC02A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DE81B-BE38-486B-8FC7-475821607E6F}" type="datetimeFigureOut">
              <a:rPr lang="zh-CN" altLang="en-US"/>
              <a:pPr>
                <a:defRPr/>
              </a:pPr>
              <a:t>2016/10/16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26D061-39F6-4DDC-8573-3063E28C927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64CA2-F2F3-4680-BE3F-E9A505238302}" type="datetimeFigureOut">
              <a:rPr lang="zh-CN" altLang="en-US"/>
              <a:pPr>
                <a:defRPr/>
              </a:pPr>
              <a:t>2016/10/16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730673-2688-468D-B41A-93440E61B74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93EE9D-BD00-42AC-B3F9-6FC563FC00F7}" type="datetimeFigureOut">
              <a:rPr lang="zh-CN" altLang="en-US"/>
              <a:pPr>
                <a:defRPr/>
              </a:pPr>
              <a:t>2016/10/16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AF5673-ACD0-40BB-B294-7FBE8DDE34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E6B8BE-BEF5-4F27-AE9D-03958056D10B}" type="datetimeFigureOut">
              <a:rPr lang="zh-CN" altLang="en-US"/>
              <a:pPr>
                <a:defRPr/>
              </a:pPr>
              <a:t>2016/10/16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E60201-6863-455E-B6E9-4A0403DCA90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2CC0C-BBAF-4022-9106-A34ADB21E1C2}" type="datetimeFigureOut">
              <a:rPr lang="zh-CN" altLang="en-US"/>
              <a:pPr>
                <a:defRPr/>
              </a:pPr>
              <a:t>2016/10/16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B00C99-3EBC-4AE0-B1F8-9BA2FAC3F8F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943D3DF-E209-421F-A4F9-6B66235EAA01}" type="datetimeFigureOut">
              <a:rPr lang="zh-CN" altLang="en-US"/>
              <a:pPr>
                <a:defRPr/>
              </a:pPr>
              <a:t>2016/10/16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4D4E711-7E98-46D3-952D-9363B7C14ED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矩形 3"/>
          <p:cNvSpPr>
            <a:spLocks noChangeArrowheads="1"/>
          </p:cNvSpPr>
          <p:nvPr/>
        </p:nvSpPr>
        <p:spPr bwMode="auto">
          <a:xfrm>
            <a:off x="684213" y="6165850"/>
            <a:ext cx="8135937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中宋" pitchFamily="2" charset="-122"/>
              </a:rPr>
              <a:t> 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中宋" pitchFamily="2" charset="-122"/>
              </a:rPr>
              <a:t>教材图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中宋" pitchFamily="2" charset="-122"/>
              </a:rPr>
              <a:t>8-2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中宋" pitchFamily="2" charset="-122"/>
              </a:rPr>
              <a:t>：</a:t>
            </a:r>
            <a:r>
              <a:rPr lang="en-US" altLang="zh-CN" sz="2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中宋" pitchFamily="2" charset="-122"/>
              </a:rPr>
              <a:t>8051</a:t>
            </a:r>
            <a:r>
              <a:rPr lang="zh-CN" altLang="en-US" sz="2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中宋" pitchFamily="2" charset="-122"/>
              </a:rPr>
              <a:t>单片机的片外三总线（扩展用）</a:t>
            </a:r>
          </a:p>
        </p:txBody>
      </p:sp>
      <p:grpSp>
        <p:nvGrpSpPr>
          <p:cNvPr id="13314" name="组合 9"/>
          <p:cNvGrpSpPr>
            <a:grpSpLocks/>
          </p:cNvGrpSpPr>
          <p:nvPr/>
        </p:nvGrpSpPr>
        <p:grpSpPr bwMode="auto">
          <a:xfrm>
            <a:off x="468313" y="115888"/>
            <a:ext cx="8207375" cy="6049962"/>
            <a:chOff x="467544" y="116632"/>
            <a:chExt cx="8208912" cy="6048672"/>
          </a:xfrm>
        </p:grpSpPr>
        <p:grpSp>
          <p:nvGrpSpPr>
            <p:cNvPr id="13315" name="组合 8"/>
            <p:cNvGrpSpPr>
              <a:grpSpLocks/>
            </p:cNvGrpSpPr>
            <p:nvPr/>
          </p:nvGrpSpPr>
          <p:grpSpPr bwMode="auto">
            <a:xfrm>
              <a:off x="467544" y="116632"/>
              <a:ext cx="8208912" cy="6048672"/>
              <a:chOff x="467544" y="116632"/>
              <a:chExt cx="8208912" cy="6048672"/>
            </a:xfrm>
          </p:grpSpPr>
          <p:pic>
            <p:nvPicPr>
              <p:cNvPr id="13317" name="Picture 12" descr="8-2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467544" y="116632"/>
                <a:ext cx="8208912" cy="604867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" name="矩形 6"/>
              <p:cNvSpPr/>
              <p:nvPr/>
            </p:nvSpPr>
            <p:spPr>
              <a:xfrm>
                <a:off x="4499992" y="3096000"/>
                <a:ext cx="1368152" cy="216000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ln>
                      <a:solidFill>
                        <a:schemeClr val="bg1"/>
                      </a:solidFill>
                    </a:ln>
                    <a:latin typeface="Times New Roman" pitchFamily="18" charset="0"/>
                    <a:ea typeface="华文琥珀" pitchFamily="2" charset="-122"/>
                    <a:cs typeface="Times New Roman" pitchFamily="18" charset="0"/>
                  </a:rPr>
                  <a:t>D0~D7</a:t>
                </a:r>
                <a:endParaRPr lang="zh-CN" altLang="en-US" sz="2400" b="1" dirty="0">
                  <a:ln>
                    <a:solidFill>
                      <a:schemeClr val="bg1"/>
                    </a:solidFill>
                  </a:ln>
                  <a:latin typeface="Times New Roman" pitchFamily="18" charset="0"/>
                  <a:ea typeface="华文琥珀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3316" name="Rectangle 7"/>
            <p:cNvSpPr>
              <a:spLocks noChangeArrowheads="1"/>
            </p:cNvSpPr>
            <p:nvPr/>
          </p:nvSpPr>
          <p:spPr bwMode="auto">
            <a:xfrm>
              <a:off x="683568" y="2780928"/>
              <a:ext cx="1440160" cy="7920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8051</a:t>
              </a:r>
              <a:endParaRPr lang="zh-CN" altLang="zh-CN" sz="280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18</Words>
  <Application>Microsoft Office PowerPoint</Application>
  <PresentationFormat>全屏显示(4:3)</PresentationFormat>
  <Paragraphs>3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幻灯片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wyl</dc:creator>
  <cp:lastModifiedBy>Apple</cp:lastModifiedBy>
  <cp:revision>32</cp:revision>
  <dcterms:created xsi:type="dcterms:W3CDTF">2013-09-27T12:15:40Z</dcterms:created>
  <dcterms:modified xsi:type="dcterms:W3CDTF">2016-10-16T12:13:00Z</dcterms:modified>
</cp:coreProperties>
</file>