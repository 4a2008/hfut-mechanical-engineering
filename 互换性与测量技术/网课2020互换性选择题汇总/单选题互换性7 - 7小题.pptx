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93" r:id="rId3"/>
    <p:sldId id="296" r:id="rId4"/>
    <p:sldId id="294" r:id="rId5"/>
    <p:sldId id="297" r:id="rId6"/>
    <p:sldId id="298" r:id="rId7"/>
    <p:sldId id="299" r:id="rId8"/>
    <p:sldId id="300" r:id="rId9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64594" y="1143000"/>
            <a:ext cx="192881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6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005840" algn="l"/>
        </a:tabLst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1" Type="http://schemas.openxmlformats.org/officeDocument/2006/relationships/vmlDrawing" Target="../drawings/vmlDrawing1.v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9" Type="http://schemas.openxmlformats.org/officeDocument/2006/relationships/tags" Target="../tags/tag17.xml"/><Relationship Id="rId18" Type="http://schemas.openxmlformats.org/officeDocument/2006/relationships/image" Target="../media/image2.png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image" Target="../media/image1.wmf"/><Relationship Id="rId10" Type="http://schemas.openxmlformats.org/officeDocument/2006/relationships/oleObject" Target="../embeddings/oleObject1.bin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2" Type="http://schemas.openxmlformats.org/officeDocument/2006/relationships/vmlDrawing" Target="../drawings/vmlDrawing2.v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34.xml"/><Relationship Id="rId2" Type="http://schemas.openxmlformats.org/officeDocument/2006/relationships/tags" Target="../tags/tag19.xml"/><Relationship Id="rId19" Type="http://schemas.openxmlformats.org/officeDocument/2006/relationships/image" Target="../media/image2.png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image" Target="../media/image3.wmf"/><Relationship Id="rId11" Type="http://schemas.openxmlformats.org/officeDocument/2006/relationships/oleObject" Target="../embeddings/oleObject2.bin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2" Type="http://schemas.openxmlformats.org/officeDocument/2006/relationships/vmlDrawing" Target="../drawings/vmlDrawing3.v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51.xml"/><Relationship Id="rId2" Type="http://schemas.openxmlformats.org/officeDocument/2006/relationships/tags" Target="../tags/tag36.xml"/><Relationship Id="rId19" Type="http://schemas.openxmlformats.org/officeDocument/2006/relationships/image" Target="../media/image2.png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image" Target="../media/image4.wmf"/><Relationship Id="rId11" Type="http://schemas.openxmlformats.org/officeDocument/2006/relationships/oleObject" Target="../embeddings/oleObject3.bin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2" Type="http://schemas.openxmlformats.org/officeDocument/2006/relationships/vmlDrawing" Target="../drawings/vmlDrawing4.v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68.xml"/><Relationship Id="rId2" Type="http://schemas.openxmlformats.org/officeDocument/2006/relationships/tags" Target="../tags/tag53.xml"/><Relationship Id="rId19" Type="http://schemas.openxmlformats.org/officeDocument/2006/relationships/image" Target="../media/image2.png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image" Target="../media/image5.wmf"/><Relationship Id="rId11" Type="http://schemas.openxmlformats.org/officeDocument/2006/relationships/oleObject" Target="../embeddings/oleObject4.bin"/><Relationship Id="rId10" Type="http://schemas.openxmlformats.org/officeDocument/2006/relationships/tags" Target="../tags/tag61.xml"/><Relationship Id="rId1" Type="http://schemas.openxmlformats.org/officeDocument/2006/relationships/tags" Target="../tags/tag5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2" Type="http://schemas.openxmlformats.org/officeDocument/2006/relationships/vmlDrawing" Target="../drawings/vmlDrawing5.v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85.xml"/><Relationship Id="rId2" Type="http://schemas.openxmlformats.org/officeDocument/2006/relationships/tags" Target="../tags/tag70.xml"/><Relationship Id="rId19" Type="http://schemas.openxmlformats.org/officeDocument/2006/relationships/image" Target="../media/image2.png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image" Target="../media/image6.png"/><Relationship Id="rId11" Type="http://schemas.openxmlformats.org/officeDocument/2006/relationships/oleObject" Target="../embeddings/oleObject5.bin"/><Relationship Id="rId10" Type="http://schemas.openxmlformats.org/officeDocument/2006/relationships/tags" Target="../tags/tag78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9" Type="http://schemas.openxmlformats.org/officeDocument/2006/relationships/tags" Target="../tags/tag102.xml"/><Relationship Id="rId18" Type="http://schemas.openxmlformats.org/officeDocument/2006/relationships/image" Target="../media/image2.png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image" Target="../media/image7.png"/><Relationship Id="rId10" Type="http://schemas.openxmlformats.org/officeDocument/2006/relationships/tags" Target="../tags/tag95.xml"/><Relationship Id="rId1" Type="http://schemas.openxmlformats.org/officeDocument/2006/relationships/tags" Target="../tags/tag8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120.xml"/><Relationship Id="rId2" Type="http://schemas.openxmlformats.org/officeDocument/2006/relationships/tags" Target="../tags/tag104.xml"/><Relationship Id="rId19" Type="http://schemas.openxmlformats.org/officeDocument/2006/relationships/image" Target="../media/image2.png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image" Target="../media/image8.png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标题 22"/>
          <p:cNvSpPr>
            <a:spLocks noGrp="1"/>
          </p:cNvSpPr>
          <p:nvPr>
            <p:ph type="title"/>
          </p:nvPr>
        </p:nvSpPr>
        <p:spPr>
          <a:xfrm>
            <a:off x="444500" y="3333750"/>
            <a:ext cx="5143500" cy="1524000"/>
          </a:xfrm>
        </p:spPr>
        <p:txBody>
          <a:bodyPr/>
          <a:p>
            <a:r>
              <a:rPr lang="zh-CN" altLang="en-US" b="0"/>
              <a:t>直线度及圆柱的上母线</a:t>
            </a:r>
            <a:endParaRPr lang="zh-CN" altLang="en-US" b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169100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图中标注几何公差特征项目及被测要素分别是（   ）？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ym typeface="+mn-ea"/>
              </a:rPr>
              <a:t>直线度及圆柱的中心轴线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ym typeface="+mn-ea"/>
              </a:rPr>
              <a:t>直线度及圆柱的上平面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平行度及圆柱的中心轴线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1" name="Object 6"/>
          <p:cNvGraphicFramePr/>
          <p:nvPr/>
        </p:nvGraphicFramePr>
        <p:xfrm>
          <a:off x="1602105" y="1471930"/>
          <a:ext cx="3081655" cy="2099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0" imgW="11420475" imgH="5448300" progId="AutoCAD.Drawing.17">
                  <p:embed/>
                </p:oleObj>
              </mc:Choice>
              <mc:Fallback>
                <p:oleObj name="" r:id="rId10" imgW="11420475" imgH="5448300" progId="AutoCAD.Drawing.17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1"/>
                      <a:srcRect l="45001" t="28108" r="28338" b="27493"/>
                      <a:stretch>
                        <a:fillRect/>
                      </a:stretch>
                    </p:blipFill>
                    <p:spPr>
                      <a:xfrm>
                        <a:off x="1602105" y="1471930"/>
                        <a:ext cx="3081655" cy="20999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01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71500" y="61722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图中标注几何公差特征项目、被测要素及公差数值分别是（   ）？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143000" y="3714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直线度、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Ø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d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圆柱上母线及Ø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0.02mm</a:t>
            </a:r>
            <a:endParaRPr lang="en-US" altLang="zh-CN" sz="20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直线度、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圆柱中心轴线及Ø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0.02mm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143000" y="6000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直线度、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圆柱外表面及Ø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0.02mm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143000" y="729805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平行度、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圆柱中心轴线及Ø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0.02mm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651" name="Object 6"/>
          <p:cNvGraphicFramePr/>
          <p:nvPr/>
        </p:nvGraphicFramePr>
        <p:xfrm>
          <a:off x="1860550" y="1111250"/>
          <a:ext cx="2305050" cy="1290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1" imgW="11420475" imgH="5448300" progId="AutoCAD.Drawing.17">
                  <p:embed/>
                </p:oleObj>
              </mc:Choice>
              <mc:Fallback>
                <p:oleObj name="" r:id="rId11" imgW="11420475" imgH="5448300" progId="AutoCAD.Drawing.17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2"/>
                      <a:srcRect l="42667" t="31302" r="39537" b="36469"/>
                      <a:stretch>
                        <a:fillRect/>
                      </a:stretch>
                    </p:blipFill>
                    <p:spPr>
                      <a:xfrm>
                        <a:off x="1860550" y="1111250"/>
                        <a:ext cx="2305050" cy="1290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3" name="图片 2" descr="tmp4013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71500" y="61722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图中标注基准符号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，其两处提取基准要素分别是（    ）要素？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均为轮廓线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均为上（轮廓）表面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轮廓线、上表面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均为老基准符号，提取轮廓线为基准要素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2772" name="Object 6"/>
          <p:cNvGraphicFramePr/>
          <p:nvPr/>
        </p:nvGraphicFramePr>
        <p:xfrm>
          <a:off x="1649095" y="1224915"/>
          <a:ext cx="2988000" cy="12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1" imgW="11420475" imgH="5448300" progId="AutoCAD.Drawing.18">
                  <p:embed/>
                </p:oleObj>
              </mc:Choice>
              <mc:Fallback>
                <p:oleObj name="" r:id="rId11" imgW="11420475" imgH="5448300" progId="AutoCAD.Drawing.18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2"/>
                      <a:srcRect l="13448" t="36419" r="49496" b="30122"/>
                      <a:stretch>
                        <a:fillRect/>
                      </a:stretch>
                    </p:blipFill>
                    <p:spPr>
                      <a:xfrm>
                        <a:off x="1649095" y="1224915"/>
                        <a:ext cx="2988000" cy="122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3" name="图片 2" descr="tmp4013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1722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图中对齐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尺寸线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标注基准符号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其提取基准要素是（    ）要素？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外圆柱面</a:t>
            </a:r>
            <a:endParaRPr lang="zh-CN" altLang="en-US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圆柱的端平面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圆柱的中心轴线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圆柱面的下母线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4819" name="Object 9"/>
          <p:cNvGraphicFramePr/>
          <p:nvPr/>
        </p:nvGraphicFramePr>
        <p:xfrm>
          <a:off x="1825625" y="1235710"/>
          <a:ext cx="2340000" cy="16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1" imgW="11420475" imgH="5448300" progId="AutoCAD.Drawing.18">
                  <p:embed/>
                </p:oleObj>
              </mc:Choice>
              <mc:Fallback>
                <p:oleObj name="" r:id="rId11" imgW="11420475" imgH="5448300" progId="AutoCAD.Drawing.18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2"/>
                      <a:srcRect l="13570" t="34204" r="64839" b="34359"/>
                      <a:stretch>
                        <a:fillRect/>
                      </a:stretch>
                    </p:blipFill>
                    <p:spPr>
                      <a:xfrm>
                        <a:off x="1825625" y="1235710"/>
                        <a:ext cx="2340000" cy="165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013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图中对齐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尺寸线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标注基准符号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，则几何公差框格中的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A-B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提取的基准要素是（    ）要素？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提取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Ød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中心轴线（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提取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Ød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中心轴线（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提取左右两段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Ød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中心轴线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的连线作为公共中心轴线（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A-B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20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提取左右两段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Ød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外圆柱面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，作为公共圆柱面（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A-B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20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5845" name="对象 2"/>
          <p:cNvGraphicFramePr/>
          <p:nvPr/>
        </p:nvGraphicFramePr>
        <p:xfrm>
          <a:off x="1649095" y="1199515"/>
          <a:ext cx="3132000" cy="15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1" imgW="4876800" imgH="1744980" progId="Paint.Picture">
                  <p:embed/>
                </p:oleObj>
              </mc:Choice>
              <mc:Fallback>
                <p:oleObj name="" r:id="rId11" imgW="4876800" imgH="1744980" progId="Paint.Picture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2"/>
                      <a:srcRect r="45296" b="12624"/>
                      <a:stretch>
                        <a:fillRect/>
                      </a:stretch>
                    </p:blipFill>
                    <p:spPr>
                      <a:xfrm>
                        <a:off x="1649095" y="1199515"/>
                        <a:ext cx="3132000" cy="158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013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图中标注几何公差特征项目、被测要素和基准要素分别叙述正确的是（   ）？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86842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倾斜度、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75</a:t>
            </a:r>
            <a:r>
              <a:rPr lang="en-US" altLang="zh-CN" sz="2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°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斜线和圆柱面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倾斜度、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75</a:t>
            </a:r>
            <a:r>
              <a:rPr lang="en-US" altLang="zh-CN" sz="2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°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斜面和圆柱中心轴线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342380"/>
            <a:ext cx="4000500" cy="515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平行度、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75</a:t>
            </a:r>
            <a:r>
              <a:rPr lang="en-US" altLang="zh-CN" sz="2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°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斜面和圆柱中心轴线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垂直度、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75</a:t>
            </a:r>
            <a:r>
              <a:rPr lang="en-US" altLang="zh-CN" sz="2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°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斜线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和圆柱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中心轴线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8609" name="Picture 2"/>
          <p:cNvPicPr>
            <a:picLocks noChangeAspect="1"/>
          </p:cNvPicPr>
          <p:nvPr/>
        </p:nvPicPr>
        <p:blipFill>
          <a:blip r:embed="rId11"/>
          <a:srcRect l="57458" t="16077" r="8806" b="51292"/>
          <a:stretch>
            <a:fillRect/>
          </a:stretch>
        </p:blipFill>
        <p:spPr>
          <a:xfrm>
            <a:off x="1769745" y="1127760"/>
            <a:ext cx="2412000" cy="159823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01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图中标注：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几何公差特征项目是什么？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其公差标注解释含义是什么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？下列选择正确的是（    ）？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圆柱度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在圆柱面和圆锥面的任意横截面内，提取（实际）圆周应限定在半径差等于公差值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0.03mm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的两共面同心圆之间</a:t>
            </a:r>
            <a:endParaRPr lang="zh-CN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圆度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在圆柱面和圆锥面的任意横截面内，提取（实际）圆周应限定在半径差等于公差值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0.03mm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的两共面同心圆之间</a:t>
            </a:r>
            <a:endParaRPr lang="zh-CN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圆度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两共面同心圆之间</a:t>
            </a:r>
            <a:endParaRPr lang="zh-CN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圆柱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度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两同轴圆柱面之间</a:t>
            </a:r>
            <a:endParaRPr lang="zh-CN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Picture 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64410" t="43293" r="12542" b="34442"/>
          <a:stretch>
            <a:fillRect/>
          </a:stretch>
        </p:blipFill>
        <p:spPr>
          <a:xfrm>
            <a:off x="2287270" y="1223010"/>
            <a:ext cx="1988559" cy="1260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7" name="组合 16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013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p="http://schemas.openxmlformats.org/presentationml/2006/main">
  <p:tag name="RAINPROBLEM" val="ProblemSubmit"/>
  <p:tag name="RAINPROBLEMTYPE" val="MultipleChoice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" val="ProblemSetting"/>
  <p:tag name="RAINPROBLEMTYPE" val="MultipleChoice"/>
</p:tagLst>
</file>

<file path=ppt/tags/tag17.xml><?xml version="1.0" encoding="utf-8"?>
<p:tagLst xmlns:p="http://schemas.openxmlformats.org/presentationml/2006/main">
  <p:tag name="RAINPROBLEM" val="MultipleChoice"/>
  <p:tag name="PROBLEMSCORE" val="1.0"/>
</p:tagLst>
</file>

<file path=ppt/tags/tag18.xml><?xml version="1.0" encoding="utf-8"?>
<p:tagLst xmlns:p="http://schemas.openxmlformats.org/presentationml/2006/main">
  <p:tag name="RAINPROBLEM" val="ProblemBody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p="http://schemas.openxmlformats.org/presentationml/2006/main">
  <p:tag name="RAINPROBLEM" val="ProblemSubmit"/>
  <p:tag name="RAINPROBLEMTYPE" val="MultipleChoice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" val="ProblemSetting"/>
  <p:tag name="RAINPROBLEMTYPE" val="MultipleChoice"/>
</p:tagLst>
</file>

<file path=ppt/tags/tag34.xml><?xml version="1.0" encoding="utf-8"?>
<p:tagLst xmlns:p="http://schemas.openxmlformats.org/presentationml/2006/main">
  <p:tag name="RAINPROBLEM" val="MultipleChoice"/>
  <p:tag name="PROBLEMSCORE" val="1.0"/>
</p:tagLst>
</file>

<file path=ppt/tags/tag35.xml><?xml version="1.0" encoding="utf-8"?>
<p:tagLst xmlns:p="http://schemas.openxmlformats.org/presentationml/2006/main">
  <p:tag name="RAINPROBLEM" val="ProblemBody"/>
</p:tagLst>
</file>

<file path=ppt/tags/tag36.xml><?xml version="1.0" encoding="utf-8"?>
<p:tagLst xmlns:p="http://schemas.openxmlformats.org/presentationml/2006/main">
  <p:tag name="RAINPROBLEM" val="ProblemItem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p="http://schemas.openxmlformats.org/presentationml/2006/main">
  <p:tag name="RAINPROBLEM" val="ProblemSubmit"/>
  <p:tag name="RAINPROBLEMTYPE" val="MultipleChoice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" val="ProblemSetting"/>
  <p:tag name="RAINPROBLEMTYPE" val="MultipleChoice"/>
</p:tagLst>
</file>

<file path=ppt/tags/tag51.xml><?xml version="1.0" encoding="utf-8"?>
<p:tagLst xmlns:p="http://schemas.openxmlformats.org/presentationml/2006/main">
  <p:tag name="RAINPROBLEM" val="MultipleChoice"/>
  <p:tag name="PROBLEMSCORE" val="1.0"/>
</p:tagLst>
</file>

<file path=ppt/tags/tag52.xml><?xml version="1.0" encoding="utf-8"?>
<p:tagLst xmlns:p="http://schemas.openxmlformats.org/presentationml/2006/main">
  <p:tag name="RAINPROBLEM" val="ProblemBody"/>
</p:tagLst>
</file>

<file path=ppt/tags/tag53.xml><?xml version="1.0" encoding="utf-8"?>
<p:tagLst xmlns:p="http://schemas.openxmlformats.org/presentationml/2006/main">
  <p:tag name="RAINPROBLEM" val="ProblemItem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p="http://schemas.openxmlformats.org/presentationml/2006/main">
  <p:tag name="RAINPROBLEM" val="ProblemSubmit"/>
  <p:tag name="RAINPROBLEMTYPE" val="MultipleChoice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" val="ProblemSetting"/>
  <p:tag name="RAINPROBLEMTYPE" val="MultipleChoice"/>
</p:tagLst>
</file>

<file path=ppt/tags/tag68.xml><?xml version="1.0" encoding="utf-8"?>
<p:tagLst xmlns:p="http://schemas.openxmlformats.org/presentationml/2006/main">
  <p:tag name="RAINPROBLEM" val="MultipleChoice"/>
  <p:tag name="PROBLEMSCORE" val="1.0"/>
</p:tagLst>
</file>

<file path=ppt/tags/tag69.xml><?xml version="1.0" encoding="utf-8"?>
<p:tagLst xmlns:p="http://schemas.openxmlformats.org/presentationml/2006/main">
  <p:tag name="RAINPROBLEM" val="ProblemBody"/>
</p:tagLst>
</file>

<file path=ppt/tags/tag70.xml><?xml version="1.0" encoding="utf-8"?>
<p:tagLst xmlns:p="http://schemas.openxmlformats.org/presentationml/2006/main">
  <p:tag name="RAINPROBLEM" val="ProblemItem"/>
</p:tagLst>
</file>

<file path=ppt/tags/tag71.xml><?xml version="1.0" encoding="utf-8"?>
<p:tagLst xmlns:p="http://schemas.openxmlformats.org/presentationml/2006/main">
  <p:tag name="RAINPROBLEM" val="ProblemItem"/>
</p:tagLst>
</file>

<file path=ppt/tags/tag72.xml><?xml version="1.0" encoding="utf-8"?>
<p:tagLst xmlns:p="http://schemas.openxmlformats.org/presentationml/2006/main">
  <p:tag name="RAINPROBLEM" val="ProblemItem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p="http://schemas.openxmlformats.org/presentationml/2006/main">
  <p:tag name="RAINPROBLEM" val="ProblemSubmit"/>
  <p:tag name="RAINPROBLEMTYPE" val="MultipleChoice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" val="ProblemSetting"/>
  <p:tag name="RAINPROBLEMTYPE" val="MultipleChoice"/>
</p:tagLst>
</file>

<file path=ppt/tags/tag85.xml><?xml version="1.0" encoding="utf-8"?>
<p:tagLst xmlns:p="http://schemas.openxmlformats.org/presentationml/2006/main">
  <p:tag name="RAINPROBLEM" val="MultipleChoice"/>
  <p:tag name="PROBLEMSCORE" val="1.0"/>
</p:tagLst>
</file>

<file path=ppt/tags/tag86.xml><?xml version="1.0" encoding="utf-8"?>
<p:tagLst xmlns:p="http://schemas.openxmlformats.org/presentationml/2006/main">
  <p:tag name="RAINPROBLEM" val="ProblemBody"/>
</p:tagLst>
</file>

<file path=ppt/tags/tag87.xml><?xml version="1.0" encoding="utf-8"?>
<p:tagLst xmlns:p="http://schemas.openxmlformats.org/presentationml/2006/main">
  <p:tag name="RAINPROBLEM" val="ProblemItem"/>
</p:tagLst>
</file>

<file path=ppt/tags/tag88.xml><?xml version="1.0" encoding="utf-8"?>
<p:tagLst xmlns:p="http://schemas.openxmlformats.org/presentationml/2006/main">
  <p:tag name="RAINPROBLEM" val="ProblemItem"/>
</p:tagLst>
</file>

<file path=ppt/tags/tag89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Item"/>
</p:tagLst>
</file>

<file path=ppt/tags/tag9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p="http://schemas.openxmlformats.org/presentationml/2006/main">
  <p:tag name="RAINPROBLEM" val="ProblemSubmit"/>
  <p:tag name="RAINPROBLEMTYPE" val="MultipleChoice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" val="ProblemSetting"/>
  <p:tag name="RAINPROBLEMTYPE" val="MultipleChoice"/>
</p:tagLst>
</file>

<file path=ppt/tags/tag102.xml><?xml version="1.0" encoding="utf-8"?>
<p:tagLst xmlns:p="http://schemas.openxmlformats.org/presentationml/2006/main">
  <p:tag name="RAINPROBLEM" val="MultipleChoice"/>
  <p:tag name="PROBLEMSCORE" val="1.0"/>
</p:tagLst>
</file>

<file path=ppt/tags/tag103.xml><?xml version="1.0" encoding="utf-8"?>
<p:tagLst xmlns:p="http://schemas.openxmlformats.org/presentationml/2006/main">
  <p:tag name="RAINPROBLEM" val="ProblemBody"/>
</p:tagLst>
</file>

<file path=ppt/tags/tag104.xml><?xml version="1.0" encoding="utf-8"?>
<p:tagLst xmlns:p="http://schemas.openxmlformats.org/presentationml/2006/main">
  <p:tag name="RAINPROBLEM" val="ProblemItem"/>
</p:tagLst>
</file>

<file path=ppt/tags/tag105.xml><?xml version="1.0" encoding="utf-8"?>
<p:tagLst xmlns:p="http://schemas.openxmlformats.org/presentationml/2006/main">
  <p:tag name="RAINPROBLEM" val="ProblemItem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Item"/>
</p:tagLst>
</file>

<file path=ppt/tags/tag10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p="http://schemas.openxmlformats.org/presentationml/2006/main">
  <p:tag name="RAINPROBLEM" val="ProblemSubmit"/>
  <p:tag name="RAINPROBLEMTYPE" val="MultipleChoice"/>
</p:tagLst>
</file>

<file path=ppt/tags/tag113.xml><?xml version="1.0" encoding="utf-8"?>
<p:tagLst xmlns:p="http://schemas.openxmlformats.org/presentationml/2006/main">
  <p:tag name="KSO_WM_UNIT_PLACING_PICTURE_USER_VIEWPORT" val="{&quot;height&quot;:9445,&quot;width&quot;:14400}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TYPE" val="ProblemTypeMarker"/>
</p:tagLst>
</file>

<file path=ppt/tags/tag117.xml><?xml version="1.0" encoding="utf-8"?>
<p:tagLst xmlns:p="http://schemas.openxmlformats.org/presentationml/2006/main">
  <p:tag name="RAINPROBLEMTYPE" val="ProblemTypeMarker"/>
</p:tagLst>
</file>

<file path=ppt/tags/tag118.xml><?xml version="1.0" encoding="utf-8"?>
<p:tagLst xmlns:p="http://schemas.openxmlformats.org/presentationml/2006/main">
  <p:tag name="RAINPROBLEMTYPE" val="ProblemTypeMarker"/>
</p:tagLst>
</file>

<file path=ppt/tags/tag119.xml><?xml version="1.0" encoding="utf-8"?>
<p:tagLst xmlns:p="http://schemas.openxmlformats.org/presentationml/2006/main">
  <p:tag name="RAINPROBLEM" val="ProblemSetting"/>
  <p:tag name="RAINPROBLEMTYPE" val="MultipleChoice"/>
</p:tagLst>
</file>

<file path=ppt/tags/tag120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</Words>
  <Application>WPS 演示</Application>
  <PresentationFormat>宽屏</PresentationFormat>
  <Paragraphs>200</Paragraphs>
  <Slides>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Calibri</vt:lpstr>
      <vt:lpstr>Times New Roman</vt:lpstr>
      <vt:lpstr>Office 主题​​</vt:lpstr>
      <vt:lpstr>AutoCAD.Drawing.17</vt:lpstr>
      <vt:lpstr>AutoCAD.Drawing.17</vt:lpstr>
      <vt:lpstr>AutoCAD.Drawing.18</vt:lpstr>
      <vt:lpstr>AutoCAD.Drawing.18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ZHENG</dc:creator>
  <cp:lastModifiedBy>巢湖岸边</cp:lastModifiedBy>
  <cp:revision>154</cp:revision>
  <dcterms:created xsi:type="dcterms:W3CDTF">2019-06-19T02:08:00Z</dcterms:created>
  <dcterms:modified xsi:type="dcterms:W3CDTF">2020-03-14T07:12:19Z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