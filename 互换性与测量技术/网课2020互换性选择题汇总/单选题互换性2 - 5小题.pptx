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65" r:id="rId3"/>
    <p:sldId id="267" r:id="rId4"/>
    <p:sldId id="268" r:id="rId5"/>
    <p:sldId id="270" r:id="rId6"/>
    <p:sldId id="269" r:id="rId7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9.xml"/><Relationship Id="rId17" Type="http://schemas.openxmlformats.org/officeDocument/2006/relationships/image" Target="../media/image1.png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6.xml"/><Relationship Id="rId17" Type="http://schemas.openxmlformats.org/officeDocument/2006/relationships/image" Target="../media/image1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关于孔、轴尺寸公差，下列正确的是（）？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孔的最大尺寸减公称尺寸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孔的最大尺寸减最小尺寸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孔的最小尺寸减公称尺寸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孔的公称尺寸减最小尺寸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zh-CN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孔、轴公差、公称尺寸、偏差、上、下偏差等之间关系，用规定运算符号表示，则下列正确的是（）？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=ES-D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Ts=es-d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Ts=d-ei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孔、轴公差、配合公差、公称尺寸、偏差、上、下偏差等之间关系，用规定运算符号表示，则下列正确的是（）？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=ES-EI+es+ei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=D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有关孔、轴配合的基准制度选择，国标规定优先选用哪一种（）？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非基准制度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一般制度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有关孔、轴配合的基准制度选择，国标规定优先选用基孔制的孔轴配合，则作为基准孔的下列表述正确的是（）？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基准孔的基本偏差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EI=0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，其孔称为基准孔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基准轴的基本偏差代号为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es=0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轴的基本偏差代号为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ei=0,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其轴称为基准轴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MultipleChoice"/>
  <p:tag name="PROBLEMSCORE" val="1.0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WPS 演示</Application>
  <PresentationFormat>宽屏</PresentationFormat>
  <Paragraphs>121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118</cp:revision>
  <dcterms:created xsi:type="dcterms:W3CDTF">2019-06-19T02:08:00Z</dcterms:created>
  <dcterms:modified xsi:type="dcterms:W3CDTF">2020-02-25T06:25:45Z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