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3"/>
    <p:sldId id="258" r:id="rId4"/>
    <p:sldId id="260" r:id="rId5"/>
    <p:sldId id="261" r:id="rId6"/>
    <p:sldId id="262" r:id="rId7"/>
    <p:sldId id="265" r:id="rId8"/>
    <p:sldId id="266" r:id="rId9"/>
    <p:sldId id="267" r:id="rId10"/>
    <p:sldId id="268" r:id="rId11"/>
    <p:sldId id="269" r:id="rId12"/>
  </p:sldIdLst>
  <p:sldSz cx="57150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880"/>
        <p:guide pos="180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464594" y="1143000"/>
            <a:ext cx="1928813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</p:spPr>
        <p:txBody>
          <a:bodyPr anchor="ctr" anchorCtr="1"/>
          <a:lstStyle>
            <a:lvl1pPr>
              <a:defRPr sz="2600"/>
            </a:lvl1pPr>
          </a:lstStyle>
          <a:p>
            <a:r>
              <a:rPr lang="zh-CN" altLang="en-US" smtClean="0"/>
              <a:t>请填写试卷标题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6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571500" rtl="0" eaLnBrk="1" fontAlgn="auto" latinLnBrk="0" hangingPunct="1">
        <a:lnSpc>
          <a:spcPct val="100000"/>
        </a:lnSpc>
        <a:spcBef>
          <a:spcPct val="0"/>
        </a:spcBef>
        <a:buNone/>
        <a:defRPr sz="225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4287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42862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005840" algn="l"/>
        </a:tabLst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71437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00012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28587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157162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85737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14312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42887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428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714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000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8.xml"/><Relationship Id="rId17" Type="http://schemas.openxmlformats.org/officeDocument/2006/relationships/image" Target="../media/image1.png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35.xml"/><Relationship Id="rId17" Type="http://schemas.openxmlformats.org/officeDocument/2006/relationships/image" Target="../media/image1.png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9" Type="http://schemas.openxmlformats.org/officeDocument/2006/relationships/tags" Target="../tags/tag53.xml"/><Relationship Id="rId18" Type="http://schemas.openxmlformats.org/officeDocument/2006/relationships/tags" Target="../tags/tag52.xml"/><Relationship Id="rId17" Type="http://schemas.openxmlformats.org/officeDocument/2006/relationships/image" Target="../media/image1.png"/><Relationship Id="rId16" Type="http://schemas.openxmlformats.org/officeDocument/2006/relationships/tags" Target="../tags/tag51.xml"/><Relationship Id="rId15" Type="http://schemas.openxmlformats.org/officeDocument/2006/relationships/tags" Target="../tags/tag50.xml"/><Relationship Id="rId14" Type="http://schemas.openxmlformats.org/officeDocument/2006/relationships/tags" Target="../tags/tag49.xml"/><Relationship Id="rId13" Type="http://schemas.openxmlformats.org/officeDocument/2006/relationships/tags" Target="../tags/tag48.xml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tags" Target="../tags/tag3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55.xml"/><Relationship Id="rId19" Type="http://schemas.openxmlformats.org/officeDocument/2006/relationships/tags" Target="../tags/tag71.xml"/><Relationship Id="rId18" Type="http://schemas.openxmlformats.org/officeDocument/2006/relationships/tags" Target="../tags/tag70.xml"/><Relationship Id="rId17" Type="http://schemas.openxmlformats.org/officeDocument/2006/relationships/image" Target="../media/image1.png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tags" Target="../tags/tag5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9" Type="http://schemas.openxmlformats.org/officeDocument/2006/relationships/tags" Target="../tags/tag89.xml"/><Relationship Id="rId18" Type="http://schemas.openxmlformats.org/officeDocument/2006/relationships/tags" Target="../tags/tag88.xml"/><Relationship Id="rId17" Type="http://schemas.openxmlformats.org/officeDocument/2006/relationships/image" Target="../media/image1.png"/><Relationship Id="rId16" Type="http://schemas.openxmlformats.org/officeDocument/2006/relationships/tags" Target="../tags/tag87.xml"/><Relationship Id="rId15" Type="http://schemas.openxmlformats.org/officeDocument/2006/relationships/tags" Target="../tags/tag86.xml"/><Relationship Id="rId14" Type="http://schemas.openxmlformats.org/officeDocument/2006/relationships/tags" Target="../tags/tag85.xml"/><Relationship Id="rId13" Type="http://schemas.openxmlformats.org/officeDocument/2006/relationships/tags" Target="../tags/tag84.xml"/><Relationship Id="rId12" Type="http://schemas.openxmlformats.org/officeDocument/2006/relationships/tags" Target="../tags/tag83.xml"/><Relationship Id="rId11" Type="http://schemas.openxmlformats.org/officeDocument/2006/relationships/tags" Target="../tags/tag82.xml"/><Relationship Id="rId10" Type="http://schemas.openxmlformats.org/officeDocument/2006/relationships/tags" Target="../tags/tag81.xml"/><Relationship Id="rId1" Type="http://schemas.openxmlformats.org/officeDocument/2006/relationships/tags" Target="../tags/tag7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06.xml"/><Relationship Id="rId17" Type="http://schemas.openxmlformats.org/officeDocument/2006/relationships/image" Target="../media/image1.png"/><Relationship Id="rId16" Type="http://schemas.openxmlformats.org/officeDocument/2006/relationships/tags" Target="../tags/tag105.xml"/><Relationship Id="rId15" Type="http://schemas.openxmlformats.org/officeDocument/2006/relationships/tags" Target="../tags/tag104.xml"/><Relationship Id="rId14" Type="http://schemas.openxmlformats.org/officeDocument/2006/relationships/tags" Target="../tags/tag103.xml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tags" Target="../tags/tag9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23.xml"/><Relationship Id="rId17" Type="http://schemas.openxmlformats.org/officeDocument/2006/relationships/image" Target="../media/image1.png"/><Relationship Id="rId16" Type="http://schemas.openxmlformats.org/officeDocument/2006/relationships/tags" Target="../tags/tag122.xml"/><Relationship Id="rId15" Type="http://schemas.openxmlformats.org/officeDocument/2006/relationships/tags" Target="../tags/tag121.xml"/><Relationship Id="rId14" Type="http://schemas.openxmlformats.org/officeDocument/2006/relationships/tags" Target="../tags/tag120.xml"/><Relationship Id="rId13" Type="http://schemas.openxmlformats.org/officeDocument/2006/relationships/tags" Target="../tags/tag119.xml"/><Relationship Id="rId12" Type="http://schemas.openxmlformats.org/officeDocument/2006/relationships/tags" Target="../tags/tag118.xml"/><Relationship Id="rId11" Type="http://schemas.openxmlformats.org/officeDocument/2006/relationships/tags" Target="../tags/tag117.xml"/><Relationship Id="rId10" Type="http://schemas.openxmlformats.org/officeDocument/2006/relationships/tags" Target="../tags/tag116.xml"/><Relationship Id="rId1" Type="http://schemas.openxmlformats.org/officeDocument/2006/relationships/tags" Target="../tags/tag10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32.xml"/><Relationship Id="rId8" Type="http://schemas.openxmlformats.org/officeDocument/2006/relationships/tags" Target="../tags/tag131.xml"/><Relationship Id="rId7" Type="http://schemas.openxmlformats.org/officeDocument/2006/relationships/tags" Target="../tags/tag130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40.xml"/><Relationship Id="rId17" Type="http://schemas.openxmlformats.org/officeDocument/2006/relationships/image" Target="../media/image1.png"/><Relationship Id="rId16" Type="http://schemas.openxmlformats.org/officeDocument/2006/relationships/tags" Target="../tags/tag139.xml"/><Relationship Id="rId15" Type="http://schemas.openxmlformats.org/officeDocument/2006/relationships/tags" Target="../tags/tag138.xml"/><Relationship Id="rId14" Type="http://schemas.openxmlformats.org/officeDocument/2006/relationships/tags" Target="../tags/tag137.xml"/><Relationship Id="rId13" Type="http://schemas.openxmlformats.org/officeDocument/2006/relationships/tags" Target="../tags/tag136.xml"/><Relationship Id="rId12" Type="http://schemas.openxmlformats.org/officeDocument/2006/relationships/tags" Target="../tags/tag135.xml"/><Relationship Id="rId11" Type="http://schemas.openxmlformats.org/officeDocument/2006/relationships/tags" Target="../tags/tag134.xml"/><Relationship Id="rId10" Type="http://schemas.openxmlformats.org/officeDocument/2006/relationships/tags" Target="../tags/tag133.xml"/><Relationship Id="rId1" Type="http://schemas.openxmlformats.org/officeDocument/2006/relationships/tags" Target="../tags/tag124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49.xml"/><Relationship Id="rId8" Type="http://schemas.openxmlformats.org/officeDocument/2006/relationships/tags" Target="../tags/tag148.xml"/><Relationship Id="rId7" Type="http://schemas.openxmlformats.org/officeDocument/2006/relationships/tags" Target="../tags/tag147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57.xml"/><Relationship Id="rId17" Type="http://schemas.openxmlformats.org/officeDocument/2006/relationships/image" Target="../media/image1.png"/><Relationship Id="rId16" Type="http://schemas.openxmlformats.org/officeDocument/2006/relationships/tags" Target="../tags/tag156.xml"/><Relationship Id="rId15" Type="http://schemas.openxmlformats.org/officeDocument/2006/relationships/tags" Target="../tags/tag155.xml"/><Relationship Id="rId14" Type="http://schemas.openxmlformats.org/officeDocument/2006/relationships/tags" Target="../tags/tag154.xml"/><Relationship Id="rId13" Type="http://schemas.openxmlformats.org/officeDocument/2006/relationships/tags" Target="../tags/tag153.xml"/><Relationship Id="rId12" Type="http://schemas.openxmlformats.org/officeDocument/2006/relationships/tags" Target="../tags/tag152.xml"/><Relationship Id="rId11" Type="http://schemas.openxmlformats.org/officeDocument/2006/relationships/tags" Target="../tags/tag151.xml"/><Relationship Id="rId10" Type="http://schemas.openxmlformats.org/officeDocument/2006/relationships/tags" Target="../tags/tag150.xml"/><Relationship Id="rId1" Type="http://schemas.openxmlformats.org/officeDocument/2006/relationships/tags" Target="../tags/tag14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66.xml"/><Relationship Id="rId8" Type="http://schemas.openxmlformats.org/officeDocument/2006/relationships/tags" Target="../tags/tag165.xml"/><Relationship Id="rId7" Type="http://schemas.openxmlformats.org/officeDocument/2006/relationships/tags" Target="../tags/tag164.xml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74.xml"/><Relationship Id="rId17" Type="http://schemas.openxmlformats.org/officeDocument/2006/relationships/image" Target="../media/image1.png"/><Relationship Id="rId16" Type="http://schemas.openxmlformats.org/officeDocument/2006/relationships/tags" Target="../tags/tag173.xml"/><Relationship Id="rId15" Type="http://schemas.openxmlformats.org/officeDocument/2006/relationships/tags" Target="../tags/tag172.xml"/><Relationship Id="rId14" Type="http://schemas.openxmlformats.org/officeDocument/2006/relationships/tags" Target="../tags/tag171.xml"/><Relationship Id="rId13" Type="http://schemas.openxmlformats.org/officeDocument/2006/relationships/tags" Target="../tags/tag170.xml"/><Relationship Id="rId12" Type="http://schemas.openxmlformats.org/officeDocument/2006/relationships/tags" Target="../tags/tag169.xml"/><Relationship Id="rId11" Type="http://schemas.openxmlformats.org/officeDocument/2006/relationships/tags" Target="../tags/tag168.xml"/><Relationship Id="rId10" Type="http://schemas.openxmlformats.org/officeDocument/2006/relationships/tags" Target="../tags/tag167.xml"/><Relationship Id="rId1" Type="http://schemas.openxmlformats.org/officeDocument/2006/relationships/tags" Target="../tags/tag1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标准公差等级分多少级？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3" name="图片 2" descr="tmpA2E1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互换性分几种？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圆角矩形 17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2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A2E1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关于尺寸公差，下列说法正确的是（）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可以为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115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可以小于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永远大于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的有理数值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正数，且可为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A2E1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18"/>
            </p:custDataLst>
          </p:nvPr>
        </p:nvSpPr>
        <p:spPr>
          <a:xfrm>
            <a:off x="571500" y="635000"/>
            <a:ext cx="4572000" cy="47625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wrap="none" rtlCol="0" anchor="ctr" anchorCtr="1">
            <a:noAutofit/>
          </a:bodyPr>
          <a:p>
            <a:pPr lvl="0" algn="l">
              <a:buNone/>
            </a:pPr>
            <a:r>
              <a:rPr lang="zh-CN" altLang="en-US" sz="15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此题未设置答案，请点击右侧设置按钮</a:t>
            </a:r>
            <a:endParaRPr lang="zh-CN" altLang="en-US" sz="15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优先数及优先数系的国标规定是（）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等比数列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等差数列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十进制等比数列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R10,R20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A2E1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18"/>
            </p:custDataLst>
          </p:nvPr>
        </p:nvSpPr>
        <p:spPr>
          <a:xfrm>
            <a:off x="571500" y="635000"/>
            <a:ext cx="4572000" cy="47625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wrap="none" rtlCol="0" anchor="ctr" anchorCtr="1">
            <a:noAutofit/>
          </a:bodyPr>
          <a:p>
            <a:pPr lvl="0" algn="l">
              <a:buNone/>
            </a:pPr>
            <a:r>
              <a:rPr lang="zh-CN" altLang="en-US" sz="15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此题未设置答案，请点击右侧设置按钮</a:t>
            </a:r>
            <a:endParaRPr lang="zh-CN" altLang="en-US" sz="15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下列哪个是国标的代号（）？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GB/T....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JB/T....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DB34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Q/XINHUA18--2015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A2E1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18"/>
            </p:custDataLst>
          </p:nvPr>
        </p:nvSpPr>
        <p:spPr>
          <a:xfrm>
            <a:off x="571500" y="635000"/>
            <a:ext cx="4572000" cy="47625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wrap="none" rtlCol="0" anchor="ctr" anchorCtr="1">
            <a:noAutofit/>
          </a:bodyPr>
          <a:p>
            <a:pPr lvl="0" algn="l">
              <a:buNone/>
            </a:pPr>
            <a:r>
              <a:rPr lang="zh-CN" altLang="en-US" sz="15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此题未设置答案，请点击右侧设置按钮</a:t>
            </a:r>
            <a:endParaRPr lang="zh-CN" altLang="en-US" sz="15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关于孔、轴尺寸公差，下列正确的是（）？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孔的最大尺寸减公称尺寸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孔的最大尺寸减最小尺寸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孔的最小尺寸减公称尺寸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孔的公称尺寸减最小尺寸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zh-CN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F7B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公差、公称尺寸、偏差、上、下偏差等之间关系，下列正确的是（）？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公差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上、下偏差之和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公差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公称尺寸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上偏差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公差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上偏差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下偏差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公差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公称尺寸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下偏差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F7B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孔、轴公差、公称尺寸、偏差、上、下偏差等之间关系，用规定运算符号表示，则下列正确的是（）？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=ES-D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=ES-EI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Ts=es-d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Ts=d-ei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F7B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孔、轴公差、配合公差、公称尺寸、偏差、上、下偏差等之间关系，用规定运算符号表示，则下列正确的是（）？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=ES+T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=ES-EI+es+ei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=D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-D+T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F7B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有关孔、轴配合的基准制度选择，国标规定优先选用基孔制的孔轴配合，则作为基准孔的下列表述正确的是（）？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基准孔的基本偏差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=0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孔的基本偏差代号为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H,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EI=0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，其孔称为基准孔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基准轴的基本偏差代号为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es=0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轴的基本偏差代号为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h,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ei=0,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其轴称为基准轴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F7B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p="http://schemas.openxmlformats.org/presentationml/2006/main">
  <p:tag name="RAINPROBLEM" val="ProblemBody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Item"/>
</p:tagLst>
</file>

<file path=ppt/tags/tag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TYPE" val="ProblemTypeMarker"/>
</p:tagLst>
</file>

<file path=ppt/tags/tag17.xml><?xml version="1.0" encoding="utf-8"?>
<p:tagLst xmlns:p="http://schemas.openxmlformats.org/presentationml/2006/main">
  <p:tag name="RAINPROBLEM" val="ProblemSetting"/>
  <p:tag name="RAINPROBLEMTYPE" val="MultipleChoice"/>
</p:tagLst>
</file>

<file path=ppt/tags/tag18.xml><?xml version="1.0" encoding="utf-8"?>
<p:tagLst xmlns:p="http://schemas.openxmlformats.org/presentationml/2006/main">
  <p:tag name="RAINPROBLEM" val="MultipleChoice"/>
  <p:tag name="PROBLEMSCORE" val="1.0"/>
</p:tagLst>
</file>

<file path=ppt/tags/tag19.xml><?xml version="1.0" encoding="utf-8"?>
<p:tagLst xmlns:p="http://schemas.openxmlformats.org/presentationml/2006/main">
  <p:tag name="RAINPROBLEM" val="ProblemBody"/>
</p:tagLst>
</file>

<file path=ppt/tags/tag20.xml><?xml version="1.0" encoding="utf-8"?>
<p:tagLst xmlns:p="http://schemas.openxmlformats.org/presentationml/2006/main">
  <p:tag name="RAINPROBLEM" val="ProblemItem"/>
</p:tagLst>
</file>

<file path=ppt/tags/tag21.xml><?xml version="1.0" encoding="utf-8"?>
<p:tagLst xmlns:p="http://schemas.openxmlformats.org/presentationml/2006/main">
  <p:tag name="RAINPROBLEM" val="ProblemItem"/>
</p:tagLst>
</file>

<file path=ppt/tags/tag22.xml><?xml version="1.0" encoding="utf-8"?>
<p:tagLst xmlns:p="http://schemas.openxmlformats.org/presentationml/2006/main">
  <p:tag name="RAINPROBLEM" val="ProblemItem"/>
</p:tagLst>
</file>

<file path=ppt/tags/tag23.xml><?xml version="1.0" encoding="utf-8"?>
<p:tagLst xmlns:p="http://schemas.openxmlformats.org/presentationml/2006/main">
  <p:tag name="RAINPROBLEM" val="ProblemItem"/>
</p:tagLst>
</file>

<file path=ppt/tags/tag2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p="http://schemas.openxmlformats.org/presentationml/2006/main">
  <p:tag name="RAINPROBLEMTYPE" val="ProblemTypeMarker"/>
</p:tagLst>
</file>

<file path=ppt/tags/tag30.xml><?xml version="1.0" encoding="utf-8"?>
<p:tagLst xmlns:p="http://schemas.openxmlformats.org/presentationml/2006/main">
  <p:tag name="RAINPROBLEMTYPE" val="ProblemTypeMarker"/>
</p:tagLst>
</file>

<file path=ppt/tags/tag31.xml><?xml version="1.0" encoding="utf-8"?>
<p:tagLst xmlns:p="http://schemas.openxmlformats.org/presentationml/2006/main">
  <p:tag name="RAINPROBLEMTYPE" val="ProblemTypeMarker"/>
</p:tagLst>
</file>

<file path=ppt/tags/tag32.xml><?xml version="1.0" encoding="utf-8"?>
<p:tagLst xmlns:p="http://schemas.openxmlformats.org/presentationml/2006/main">
  <p:tag name="RAINPROBLEMTYPE" val="ProblemTypeMarker"/>
</p:tagLst>
</file>

<file path=ppt/tags/tag33.xml><?xml version="1.0" encoding="utf-8"?>
<p:tagLst xmlns:p="http://schemas.openxmlformats.org/presentationml/2006/main">
  <p:tag name="RAINPROBLEMTYPE" val="ProblemTypeMarker"/>
</p:tagLst>
</file>

<file path=ppt/tags/tag34.xml><?xml version="1.0" encoding="utf-8"?>
<p:tagLst xmlns:p="http://schemas.openxmlformats.org/presentationml/2006/main">
  <p:tag name="RAINPROBLEM" val="ProblemSetting"/>
  <p:tag name="RAINPROBLEMTYPE" val="MultipleChoice"/>
</p:tagLst>
</file>

<file path=ppt/tags/tag35.xml><?xml version="1.0" encoding="utf-8"?>
<p:tagLst xmlns:p="http://schemas.openxmlformats.org/presentationml/2006/main">
  <p:tag name="RAINPROBLEM" val="MultipleChoice"/>
  <p:tag name="PROBLEMSCORE" val="1.0"/>
</p:tagLst>
</file>

<file path=ppt/tags/tag36.xml><?xml version="1.0" encoding="utf-8"?>
<p:tagLst xmlns:p="http://schemas.openxmlformats.org/presentationml/2006/main">
  <p:tag name="RAINPROBLEM" val="ProblemBody"/>
</p:tagLst>
</file>

<file path=ppt/tags/tag37.xml><?xml version="1.0" encoding="utf-8"?>
<p:tagLst xmlns:p="http://schemas.openxmlformats.org/presentationml/2006/main">
  <p:tag name="RAINPROBLEM" val="ProblemItem"/>
</p:tagLst>
</file>

<file path=ppt/tags/tag38.xml><?xml version="1.0" encoding="utf-8"?>
<p:tagLst xmlns:p="http://schemas.openxmlformats.org/presentationml/2006/main">
  <p:tag name="RAINPROBLEM" val="ProblemItem"/>
</p:tagLst>
</file>

<file path=ppt/tags/tag39.xml><?xml version="1.0" encoding="utf-8"?>
<p:tagLst xmlns:p="http://schemas.openxmlformats.org/presentationml/2006/main">
  <p:tag name="RAINPROBLEM" val="ProblemItem"/>
</p:tagLst>
</file>

<file path=ppt/tags/tag40.xml><?xml version="1.0" encoding="utf-8"?>
<p:tagLst xmlns:p="http://schemas.openxmlformats.org/presentationml/2006/main">
  <p:tag name="RAINPROBLEM" val="ProblemItem"/>
</p:tagLst>
</file>

<file path=ppt/tags/tag4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p="http://schemas.openxmlformats.org/presentationml/2006/main">
  <p:tag name="RAINPROBLEMTYPE" val="ProblemTypeMarker"/>
</p:tagLst>
</file>

<file path=ppt/tags/tag47.xml><?xml version="1.0" encoding="utf-8"?>
<p:tagLst xmlns:p="http://schemas.openxmlformats.org/presentationml/2006/main">
  <p:tag name="RAINPROBLEMTYPE" val="ProblemTypeMarker"/>
</p:tagLst>
</file>

<file path=ppt/tags/tag48.xml><?xml version="1.0" encoding="utf-8"?>
<p:tagLst xmlns:p="http://schemas.openxmlformats.org/presentationml/2006/main">
  <p:tag name="RAINPROBLEMTYPE" val="ProblemTypeMarker"/>
</p:tagLst>
</file>

<file path=ppt/tags/tag49.xml><?xml version="1.0" encoding="utf-8"?>
<p:tagLst xmlns:p="http://schemas.openxmlformats.org/presentationml/2006/main">
  <p:tag name="RAINPROBLEMTYPE" val="ProblemTypeMarker"/>
</p:tagLst>
</file>

<file path=ppt/tags/tag50.xml><?xml version="1.0" encoding="utf-8"?>
<p:tagLst xmlns:p="http://schemas.openxmlformats.org/presentationml/2006/main">
  <p:tag name="RAINPROBLEMTYPE" val="ProblemTypeMarker"/>
</p:tagLst>
</file>

<file path=ppt/tags/tag51.xml><?xml version="1.0" encoding="utf-8"?>
<p:tagLst xmlns:p="http://schemas.openxmlformats.org/presentationml/2006/main">
  <p:tag name="RAINPROBLEM" val="ProblemSetting"/>
  <p:tag name="RAINPROBLEMTYPE" val="MultipleChoice"/>
</p:tagLst>
</file>

<file path=ppt/tags/tag52.xml><?xml version="1.0" encoding="utf-8"?>
<p:tagLst xmlns:p="http://schemas.openxmlformats.org/presentationml/2006/main">
  <p:tag name="RAINPROBLEM" val="ProblemWarning"/>
</p:tagLst>
</file>

<file path=ppt/tags/tag53.xml><?xml version="1.0" encoding="utf-8"?>
<p:tagLst xmlns:p="http://schemas.openxmlformats.org/presentationml/2006/main">
  <p:tag name="RAINPROBLEM" val="MultipleChoice"/>
  <p:tag name="PROBLEMSCORE" val="1.0"/>
</p:tagLst>
</file>

<file path=ppt/tags/tag54.xml><?xml version="1.0" encoding="utf-8"?>
<p:tagLst xmlns:p="http://schemas.openxmlformats.org/presentationml/2006/main">
  <p:tag name="RAINPROBLEM" val="ProblemBody"/>
</p:tagLst>
</file>

<file path=ppt/tags/tag55.xml><?xml version="1.0" encoding="utf-8"?>
<p:tagLst xmlns:p="http://schemas.openxmlformats.org/presentationml/2006/main">
  <p:tag name="RAINPROBLEM" val="ProblemItem"/>
</p:tagLst>
</file>

<file path=ppt/tags/tag56.xml><?xml version="1.0" encoding="utf-8"?>
<p:tagLst xmlns:p="http://schemas.openxmlformats.org/presentationml/2006/main">
  <p:tag name="RAINPROBLEM" val="ProblemItem"/>
</p:tagLst>
</file>

<file path=ppt/tags/tag57.xml><?xml version="1.0" encoding="utf-8"?>
<p:tagLst xmlns:p="http://schemas.openxmlformats.org/presentationml/2006/main">
  <p:tag name="RAINPROBLEM" val="ProblemItem"/>
</p:tagLst>
</file>

<file path=ppt/tags/tag58.xml><?xml version="1.0" encoding="utf-8"?>
<p:tagLst xmlns:p="http://schemas.openxmlformats.org/presentationml/2006/main">
  <p:tag name="RAINPROBLEM" val="ProblemItem"/>
</p:tagLst>
</file>

<file path=ppt/tags/tag5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3.xml><?xml version="1.0" encoding="utf-8"?>
<p:tagLst xmlns:p="http://schemas.openxmlformats.org/presentationml/2006/main">
  <p:tag name="RAINPROBLEM" val="ProblemSubmit"/>
  <p:tag name="RAINPROBLEMTYPE" val="MultipleChoice"/>
</p:tagLst>
</file>

<file path=ppt/tags/tag64.xml><?xml version="1.0" encoding="utf-8"?>
<p:tagLst xmlns:p="http://schemas.openxmlformats.org/presentationml/2006/main">
  <p:tag name="RAINPROBLEMTYPE" val="ProblemTypeMarker"/>
</p:tagLst>
</file>

<file path=ppt/tags/tag65.xml><?xml version="1.0" encoding="utf-8"?>
<p:tagLst xmlns:p="http://schemas.openxmlformats.org/presentationml/2006/main">
  <p:tag name="RAINPROBLEMTYPE" val="ProblemTypeMarker"/>
</p:tagLst>
</file>

<file path=ppt/tags/tag66.xml><?xml version="1.0" encoding="utf-8"?>
<p:tagLst xmlns:p="http://schemas.openxmlformats.org/presentationml/2006/main">
  <p:tag name="RAINPROBLEMTYPE" val="ProblemTypeMarker"/>
</p:tagLst>
</file>

<file path=ppt/tags/tag67.xml><?xml version="1.0" encoding="utf-8"?>
<p:tagLst xmlns:p="http://schemas.openxmlformats.org/presentationml/2006/main">
  <p:tag name="RAINPROBLEMTYPE" val="ProblemTypeMarker"/>
</p:tagLst>
</file>

<file path=ppt/tags/tag68.xml><?xml version="1.0" encoding="utf-8"?>
<p:tagLst xmlns:p="http://schemas.openxmlformats.org/presentationml/2006/main">
  <p:tag name="RAINPROBLEMTYPE" val="ProblemTypeMarker"/>
</p:tagLst>
</file>

<file path=ppt/tags/tag69.xml><?xml version="1.0" encoding="utf-8"?>
<p:tagLst xmlns:p="http://schemas.openxmlformats.org/presentationml/2006/main">
  <p:tag name="RAINPROBLEM" val="ProblemSetting"/>
  <p:tag name="RAINPROBLEMTYPE" val="MultipleChoice"/>
</p:tagLst>
</file>

<file path=ppt/tags/tag70.xml><?xml version="1.0" encoding="utf-8"?>
<p:tagLst xmlns:p="http://schemas.openxmlformats.org/presentationml/2006/main">
  <p:tag name="RAINPROBLEM" val="ProblemWarning"/>
</p:tagLst>
</file>

<file path=ppt/tags/tag71.xml><?xml version="1.0" encoding="utf-8"?>
<p:tagLst xmlns:p="http://schemas.openxmlformats.org/presentationml/2006/main">
  <p:tag name="RAINPROBLEM" val="MultipleChoice"/>
  <p:tag name="PROBLEMSCORE" val="1.0"/>
</p:tagLst>
</file>

<file path=ppt/tags/tag72.xml><?xml version="1.0" encoding="utf-8"?>
<p:tagLst xmlns:p="http://schemas.openxmlformats.org/presentationml/2006/main">
  <p:tag name="RAINPROBLEM" val="ProblemBody"/>
</p:tagLst>
</file>

<file path=ppt/tags/tag73.xml><?xml version="1.0" encoding="utf-8"?>
<p:tagLst xmlns:p="http://schemas.openxmlformats.org/presentationml/2006/main">
  <p:tag name="RAINPROBLEM" val="ProblemItem"/>
</p:tagLst>
</file>

<file path=ppt/tags/tag74.xml><?xml version="1.0" encoding="utf-8"?>
<p:tagLst xmlns:p="http://schemas.openxmlformats.org/presentationml/2006/main">
  <p:tag name="RAINPROBLEM" val="ProblemItem"/>
</p:tagLst>
</file>

<file path=ppt/tags/tag75.xml><?xml version="1.0" encoding="utf-8"?>
<p:tagLst xmlns:p="http://schemas.openxmlformats.org/presentationml/2006/main">
  <p:tag name="RAINPROBLEM" val="ProblemItem"/>
</p:tagLst>
</file>

<file path=ppt/tags/tag76.xml><?xml version="1.0" encoding="utf-8"?>
<p:tagLst xmlns:p="http://schemas.openxmlformats.org/presentationml/2006/main">
  <p:tag name="RAINPROBLEM" val="ProblemItem"/>
</p:tagLst>
</file>

<file path=ppt/tags/tag7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1.xml><?xml version="1.0" encoding="utf-8"?>
<p:tagLst xmlns:p="http://schemas.openxmlformats.org/presentationml/2006/main">
  <p:tag name="RAINPROBLEM" val="ProblemSubmit"/>
  <p:tag name="RAINPROBLEMTYPE" val="MultipleChoice"/>
</p:tagLst>
</file>

<file path=ppt/tags/tag82.xml><?xml version="1.0" encoding="utf-8"?>
<p:tagLst xmlns:p="http://schemas.openxmlformats.org/presentationml/2006/main">
  <p:tag name="RAINPROBLEMTYPE" val="ProblemTypeMarker"/>
</p:tagLst>
</file>

<file path=ppt/tags/tag83.xml><?xml version="1.0" encoding="utf-8"?>
<p:tagLst xmlns:p="http://schemas.openxmlformats.org/presentationml/2006/main">
  <p:tag name="RAINPROBLEMTYPE" val="ProblemTypeMarker"/>
</p:tagLst>
</file>

<file path=ppt/tags/tag84.xml><?xml version="1.0" encoding="utf-8"?>
<p:tagLst xmlns:p="http://schemas.openxmlformats.org/presentationml/2006/main">
  <p:tag name="RAINPROBLEMTYPE" val="ProblemTypeMarker"/>
</p:tagLst>
</file>

<file path=ppt/tags/tag85.xml><?xml version="1.0" encoding="utf-8"?>
<p:tagLst xmlns:p="http://schemas.openxmlformats.org/presentationml/2006/main">
  <p:tag name="RAINPROBLEMTYPE" val="ProblemTypeMarker"/>
</p:tagLst>
</file>

<file path=ppt/tags/tag86.xml><?xml version="1.0" encoding="utf-8"?>
<p:tagLst xmlns:p="http://schemas.openxmlformats.org/presentationml/2006/main">
  <p:tag name="RAINPROBLEMTYPE" val="ProblemTypeMarker"/>
</p:tagLst>
</file>

<file path=ppt/tags/tag87.xml><?xml version="1.0" encoding="utf-8"?>
<p:tagLst xmlns:p="http://schemas.openxmlformats.org/presentationml/2006/main">
  <p:tag name="RAINPROBLEM" val="ProblemSetting"/>
  <p:tag name="RAINPROBLEMTYPE" val="MultipleChoice"/>
</p:tagLst>
</file>

<file path=ppt/tags/tag88.xml><?xml version="1.0" encoding="utf-8"?>
<p:tagLst xmlns:p="http://schemas.openxmlformats.org/presentationml/2006/main">
  <p:tag name="RAINPROBLEM" val="ProblemWarning"/>
</p:tagLst>
</file>

<file path=ppt/tags/tag89.xml><?xml version="1.0" encoding="utf-8"?>
<p:tagLst xmlns:p="http://schemas.openxmlformats.org/presentationml/2006/main">
  <p:tag name="RAINPROBLEM" val="MultipleChoice"/>
  <p:tag name="PROBLEMSCORE" val="1.0"/>
</p:tagLst>
</file>

<file path=ppt/tags/tag90.xml><?xml version="1.0" encoding="utf-8"?>
<p:tagLst xmlns:p="http://schemas.openxmlformats.org/presentationml/2006/main">
  <p:tag name="RAINPROBLEM" val="ProblemBody"/>
</p:tagLst>
</file>

<file path=ppt/tags/tag91.xml><?xml version="1.0" encoding="utf-8"?>
<p:tagLst xmlns:p="http://schemas.openxmlformats.org/presentationml/2006/main">
  <p:tag name="RAINPROBLEM" val="ProblemItem"/>
</p:tagLst>
</file>

<file path=ppt/tags/tag92.xml><?xml version="1.0" encoding="utf-8"?>
<p:tagLst xmlns:p="http://schemas.openxmlformats.org/presentationml/2006/main">
  <p:tag name="RAINPROBLEM" val="ProblemItem"/>
</p:tagLst>
</file>

<file path=ppt/tags/tag93.xml><?xml version="1.0" encoding="utf-8"?>
<p:tagLst xmlns:p="http://schemas.openxmlformats.org/presentationml/2006/main">
  <p:tag name="RAINPROBLEM" val="ProblemItem"/>
</p:tagLst>
</file>

<file path=ppt/tags/tag94.xml><?xml version="1.0" encoding="utf-8"?>
<p:tagLst xmlns:p="http://schemas.openxmlformats.org/presentationml/2006/main">
  <p:tag name="RAINPROBLEM" val="ProblemItem"/>
</p:tagLst>
</file>

<file path=ppt/tags/tag9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6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9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9.xml><?xml version="1.0" encoding="utf-8"?>
<p:tagLst xmlns:p="http://schemas.openxmlformats.org/presentationml/2006/main">
  <p:tag name="RAINPROBLEM" val="ProblemSubmit"/>
  <p:tag name="RAINPROBLEMTYPE" val="MultipleChoice"/>
</p:tagLst>
</file>

<file path=ppt/tags/tag100.xml><?xml version="1.0" encoding="utf-8"?>
<p:tagLst xmlns:p="http://schemas.openxmlformats.org/presentationml/2006/main">
  <p:tag name="RAINPROBLEMTYPE" val="ProblemTypeMarker"/>
</p:tagLst>
</file>

<file path=ppt/tags/tag101.xml><?xml version="1.0" encoding="utf-8"?>
<p:tagLst xmlns:p="http://schemas.openxmlformats.org/presentationml/2006/main">
  <p:tag name="RAINPROBLEMTYPE" val="ProblemTypeMarker"/>
</p:tagLst>
</file>

<file path=ppt/tags/tag102.xml><?xml version="1.0" encoding="utf-8"?>
<p:tagLst xmlns:p="http://schemas.openxmlformats.org/presentationml/2006/main">
  <p:tag name="RAINPROBLEMTYPE" val="ProblemTypeMarker"/>
</p:tagLst>
</file>

<file path=ppt/tags/tag103.xml><?xml version="1.0" encoding="utf-8"?>
<p:tagLst xmlns:p="http://schemas.openxmlformats.org/presentationml/2006/main">
  <p:tag name="RAINPROBLEMTYPE" val="ProblemTypeMarker"/>
</p:tagLst>
</file>

<file path=ppt/tags/tag104.xml><?xml version="1.0" encoding="utf-8"?>
<p:tagLst xmlns:p="http://schemas.openxmlformats.org/presentationml/2006/main">
  <p:tag name="RAINPROBLEMTYPE" val="ProblemTypeMarker"/>
</p:tagLst>
</file>

<file path=ppt/tags/tag105.xml><?xml version="1.0" encoding="utf-8"?>
<p:tagLst xmlns:p="http://schemas.openxmlformats.org/presentationml/2006/main">
  <p:tag name="RAINPROBLEM" val="ProblemSetting"/>
  <p:tag name="RAINPROBLEMTYPE" val="MultipleChoice"/>
</p:tagLst>
</file>

<file path=ppt/tags/tag106.xml><?xml version="1.0" encoding="utf-8"?>
<p:tagLst xmlns:p="http://schemas.openxmlformats.org/presentationml/2006/main">
  <p:tag name="RAINPROBLEM" val="MultipleChoice"/>
  <p:tag name="PROBLEMSCORE" val="1.0"/>
</p:tagLst>
</file>

<file path=ppt/tags/tag107.xml><?xml version="1.0" encoding="utf-8"?>
<p:tagLst xmlns:p="http://schemas.openxmlformats.org/presentationml/2006/main">
  <p:tag name="RAINPROBLEM" val="ProblemBody"/>
</p:tagLst>
</file>

<file path=ppt/tags/tag108.xml><?xml version="1.0" encoding="utf-8"?>
<p:tagLst xmlns:p="http://schemas.openxmlformats.org/presentationml/2006/main">
  <p:tag name="RAINPROBLEM" val="ProblemItem"/>
</p:tagLst>
</file>

<file path=ppt/tags/tag109.xml><?xml version="1.0" encoding="utf-8"?>
<p:tagLst xmlns:p="http://schemas.openxmlformats.org/presentationml/2006/main">
  <p:tag name="RAINPROBLEM" val="ProblemItem"/>
</p:tagLst>
</file>

<file path=ppt/tags/tag110.xml><?xml version="1.0" encoding="utf-8"?>
<p:tagLst xmlns:p="http://schemas.openxmlformats.org/presentationml/2006/main">
  <p:tag name="RAINPROBLEM" val="ProblemItem"/>
</p:tagLst>
</file>

<file path=ppt/tags/tag111.xml><?xml version="1.0" encoding="utf-8"?>
<p:tagLst xmlns:p="http://schemas.openxmlformats.org/presentationml/2006/main">
  <p:tag name="RAINPROBLEM" val="ProblemItem"/>
</p:tagLst>
</file>

<file path=ppt/tags/tag11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1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6.xml><?xml version="1.0" encoding="utf-8"?>
<p:tagLst xmlns:p="http://schemas.openxmlformats.org/presentationml/2006/main">
  <p:tag name="RAINPROBLEM" val="ProblemSubmit"/>
  <p:tag name="RAINPROBLEMTYPE" val="MultipleChoice"/>
</p:tagLst>
</file>

<file path=ppt/tags/tag117.xml><?xml version="1.0" encoding="utf-8"?>
<p:tagLst xmlns:p="http://schemas.openxmlformats.org/presentationml/2006/main">
  <p:tag name="RAINPROBLEMTYPE" val="ProblemTypeMarker"/>
</p:tagLst>
</file>

<file path=ppt/tags/tag118.xml><?xml version="1.0" encoding="utf-8"?>
<p:tagLst xmlns:p="http://schemas.openxmlformats.org/presentationml/2006/main">
  <p:tag name="RAINPROBLEMTYPE" val="ProblemTypeMarker"/>
</p:tagLst>
</file>

<file path=ppt/tags/tag119.xml><?xml version="1.0" encoding="utf-8"?>
<p:tagLst xmlns:p="http://schemas.openxmlformats.org/presentationml/2006/main">
  <p:tag name="RAINPROBLEMTYPE" val="ProblemTypeMarker"/>
</p:tagLst>
</file>

<file path=ppt/tags/tag120.xml><?xml version="1.0" encoding="utf-8"?>
<p:tagLst xmlns:p="http://schemas.openxmlformats.org/presentationml/2006/main">
  <p:tag name="RAINPROBLEMTYPE" val="ProblemTypeMarker"/>
</p:tagLst>
</file>

<file path=ppt/tags/tag121.xml><?xml version="1.0" encoding="utf-8"?>
<p:tagLst xmlns:p="http://schemas.openxmlformats.org/presentationml/2006/main">
  <p:tag name="RAINPROBLEMTYPE" val="ProblemTypeMarker"/>
</p:tagLst>
</file>

<file path=ppt/tags/tag122.xml><?xml version="1.0" encoding="utf-8"?>
<p:tagLst xmlns:p="http://schemas.openxmlformats.org/presentationml/2006/main">
  <p:tag name="RAINPROBLEM" val="ProblemSetting"/>
  <p:tag name="RAINPROBLEMTYPE" val="MultipleChoice"/>
</p:tagLst>
</file>

<file path=ppt/tags/tag123.xml><?xml version="1.0" encoding="utf-8"?>
<p:tagLst xmlns:p="http://schemas.openxmlformats.org/presentationml/2006/main">
  <p:tag name="RAINPROBLEM" val="MultipleChoice"/>
  <p:tag name="PROBLEMSCORE" val="1.0"/>
</p:tagLst>
</file>

<file path=ppt/tags/tag124.xml><?xml version="1.0" encoding="utf-8"?>
<p:tagLst xmlns:p="http://schemas.openxmlformats.org/presentationml/2006/main">
  <p:tag name="RAINPROBLEM" val="ProblemBody"/>
</p:tagLst>
</file>

<file path=ppt/tags/tag125.xml><?xml version="1.0" encoding="utf-8"?>
<p:tagLst xmlns:p="http://schemas.openxmlformats.org/presentationml/2006/main">
  <p:tag name="RAINPROBLEM" val="ProblemItem"/>
</p:tagLst>
</file>

<file path=ppt/tags/tag126.xml><?xml version="1.0" encoding="utf-8"?>
<p:tagLst xmlns:p="http://schemas.openxmlformats.org/presentationml/2006/main">
  <p:tag name="RAINPROBLEM" val="ProblemItem"/>
</p:tagLst>
</file>

<file path=ppt/tags/tag127.xml><?xml version="1.0" encoding="utf-8"?>
<p:tagLst xmlns:p="http://schemas.openxmlformats.org/presentationml/2006/main">
  <p:tag name="RAINPROBLEM" val="ProblemItem"/>
</p:tagLst>
</file>

<file path=ppt/tags/tag128.xml><?xml version="1.0" encoding="utf-8"?>
<p:tagLst xmlns:p="http://schemas.openxmlformats.org/presentationml/2006/main">
  <p:tag name="RAINPROBLEM" val="ProblemItem"/>
</p:tagLst>
</file>

<file path=ppt/tags/tag12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0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3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3.xml><?xml version="1.0" encoding="utf-8"?>
<p:tagLst xmlns:p="http://schemas.openxmlformats.org/presentationml/2006/main">
  <p:tag name="RAINPROBLEM" val="ProblemSubmit"/>
  <p:tag name="RAINPROBLEMTYPE" val="MultipleChoice"/>
</p:tagLst>
</file>

<file path=ppt/tags/tag134.xml><?xml version="1.0" encoding="utf-8"?>
<p:tagLst xmlns:p="http://schemas.openxmlformats.org/presentationml/2006/main">
  <p:tag name="RAINPROBLEMTYPE" val="ProblemTypeMarker"/>
</p:tagLst>
</file>

<file path=ppt/tags/tag135.xml><?xml version="1.0" encoding="utf-8"?>
<p:tagLst xmlns:p="http://schemas.openxmlformats.org/presentationml/2006/main">
  <p:tag name="RAINPROBLEMTYPE" val="ProblemTypeMarker"/>
</p:tagLst>
</file>

<file path=ppt/tags/tag136.xml><?xml version="1.0" encoding="utf-8"?>
<p:tagLst xmlns:p="http://schemas.openxmlformats.org/presentationml/2006/main">
  <p:tag name="RAINPROBLEMTYPE" val="ProblemTypeMarker"/>
</p:tagLst>
</file>

<file path=ppt/tags/tag137.xml><?xml version="1.0" encoding="utf-8"?>
<p:tagLst xmlns:p="http://schemas.openxmlformats.org/presentationml/2006/main">
  <p:tag name="RAINPROBLEMTYPE" val="ProblemTypeMarker"/>
</p:tagLst>
</file>

<file path=ppt/tags/tag138.xml><?xml version="1.0" encoding="utf-8"?>
<p:tagLst xmlns:p="http://schemas.openxmlformats.org/presentationml/2006/main">
  <p:tag name="RAINPROBLEMTYPE" val="ProblemTypeMarker"/>
</p:tagLst>
</file>

<file path=ppt/tags/tag139.xml><?xml version="1.0" encoding="utf-8"?>
<p:tagLst xmlns:p="http://schemas.openxmlformats.org/presentationml/2006/main">
  <p:tag name="RAINPROBLEM" val="ProblemSetting"/>
  <p:tag name="RAINPROBLEMTYPE" val="MultipleChoice"/>
</p:tagLst>
</file>

<file path=ppt/tags/tag140.xml><?xml version="1.0" encoding="utf-8"?>
<p:tagLst xmlns:p="http://schemas.openxmlformats.org/presentationml/2006/main">
  <p:tag name="RAINPROBLEM" val="MultipleChoice"/>
  <p:tag name="PROBLEMSCORE" val="1.0"/>
</p:tagLst>
</file>

<file path=ppt/tags/tag141.xml><?xml version="1.0" encoding="utf-8"?>
<p:tagLst xmlns:p="http://schemas.openxmlformats.org/presentationml/2006/main">
  <p:tag name="RAINPROBLEM" val="ProblemBody"/>
</p:tagLst>
</file>

<file path=ppt/tags/tag142.xml><?xml version="1.0" encoding="utf-8"?>
<p:tagLst xmlns:p="http://schemas.openxmlformats.org/presentationml/2006/main">
  <p:tag name="RAINPROBLEM" val="ProblemItem"/>
</p:tagLst>
</file>

<file path=ppt/tags/tag143.xml><?xml version="1.0" encoding="utf-8"?>
<p:tagLst xmlns:p="http://schemas.openxmlformats.org/presentationml/2006/main">
  <p:tag name="RAINPROBLEM" val="ProblemItem"/>
</p:tagLst>
</file>

<file path=ppt/tags/tag144.xml><?xml version="1.0" encoding="utf-8"?>
<p:tagLst xmlns:p="http://schemas.openxmlformats.org/presentationml/2006/main">
  <p:tag name="RAINPROBLEM" val="ProblemItem"/>
</p:tagLst>
</file>

<file path=ppt/tags/tag145.xml><?xml version="1.0" encoding="utf-8"?>
<p:tagLst xmlns:p="http://schemas.openxmlformats.org/presentationml/2006/main">
  <p:tag name="RAINPROBLEM" val="ProblemItem"/>
</p:tagLst>
</file>

<file path=ppt/tags/tag1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50.xml><?xml version="1.0" encoding="utf-8"?>
<p:tagLst xmlns:p="http://schemas.openxmlformats.org/presentationml/2006/main">
  <p:tag name="RAINPROBLEM" val="ProblemSubmit"/>
  <p:tag name="RAINPROBLEMTYPE" val="MultipleChoice"/>
</p:tagLst>
</file>

<file path=ppt/tags/tag151.xml><?xml version="1.0" encoding="utf-8"?>
<p:tagLst xmlns:p="http://schemas.openxmlformats.org/presentationml/2006/main">
  <p:tag name="RAINPROBLEMTYPE" val="ProblemTypeMarker"/>
</p:tagLst>
</file>

<file path=ppt/tags/tag152.xml><?xml version="1.0" encoding="utf-8"?>
<p:tagLst xmlns:p="http://schemas.openxmlformats.org/presentationml/2006/main">
  <p:tag name="RAINPROBLEMTYPE" val="ProblemTypeMarker"/>
</p:tagLst>
</file>

<file path=ppt/tags/tag153.xml><?xml version="1.0" encoding="utf-8"?>
<p:tagLst xmlns:p="http://schemas.openxmlformats.org/presentationml/2006/main">
  <p:tag name="RAINPROBLEMTYPE" val="ProblemTypeMarker"/>
</p:tagLst>
</file>

<file path=ppt/tags/tag154.xml><?xml version="1.0" encoding="utf-8"?>
<p:tagLst xmlns:p="http://schemas.openxmlformats.org/presentationml/2006/main">
  <p:tag name="RAINPROBLEMTYPE" val="ProblemTypeMarker"/>
</p:tagLst>
</file>

<file path=ppt/tags/tag155.xml><?xml version="1.0" encoding="utf-8"?>
<p:tagLst xmlns:p="http://schemas.openxmlformats.org/presentationml/2006/main">
  <p:tag name="RAINPROBLEMTYPE" val="ProblemTypeMarker"/>
</p:tagLst>
</file>

<file path=ppt/tags/tag156.xml><?xml version="1.0" encoding="utf-8"?>
<p:tagLst xmlns:p="http://schemas.openxmlformats.org/presentationml/2006/main">
  <p:tag name="RAINPROBLEM" val="ProblemSetting"/>
  <p:tag name="RAINPROBLEMTYPE" val="MultipleChoice"/>
</p:tagLst>
</file>

<file path=ppt/tags/tag157.xml><?xml version="1.0" encoding="utf-8"?>
<p:tagLst xmlns:p="http://schemas.openxmlformats.org/presentationml/2006/main">
  <p:tag name="RAINPROBLEM" val="MultipleChoice"/>
  <p:tag name="PROBLEMSCORE" val="1.0"/>
</p:tagLst>
</file>

<file path=ppt/tags/tag158.xml><?xml version="1.0" encoding="utf-8"?>
<p:tagLst xmlns:p="http://schemas.openxmlformats.org/presentationml/2006/main">
  <p:tag name="RAINPROBLEM" val="ProblemBody"/>
</p:tagLst>
</file>

<file path=ppt/tags/tag159.xml><?xml version="1.0" encoding="utf-8"?>
<p:tagLst xmlns:p="http://schemas.openxmlformats.org/presentationml/2006/main">
  <p:tag name="RAINPROBLEM" val="ProblemItem"/>
</p:tagLst>
</file>

<file path=ppt/tags/tag160.xml><?xml version="1.0" encoding="utf-8"?>
<p:tagLst xmlns:p="http://schemas.openxmlformats.org/presentationml/2006/main">
  <p:tag name="RAINPROBLEM" val="ProblemItem"/>
</p:tagLst>
</file>

<file path=ppt/tags/tag161.xml><?xml version="1.0" encoding="utf-8"?>
<p:tagLst xmlns:p="http://schemas.openxmlformats.org/presentationml/2006/main">
  <p:tag name="RAINPROBLEM" val="ProblemItem"/>
</p:tagLst>
</file>

<file path=ppt/tags/tag162.xml><?xml version="1.0" encoding="utf-8"?>
<p:tagLst xmlns:p="http://schemas.openxmlformats.org/presentationml/2006/main">
  <p:tag name="RAINPROBLEM" val="ProblemItem"/>
</p:tagLst>
</file>

<file path=ppt/tags/tag16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6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7.xml><?xml version="1.0" encoding="utf-8"?>
<p:tagLst xmlns:p="http://schemas.openxmlformats.org/presentationml/2006/main">
  <p:tag name="RAINPROBLEM" val="ProblemSubmit"/>
  <p:tag name="RAINPROBLEMTYPE" val="MultipleChoice"/>
</p:tagLst>
</file>

<file path=ppt/tags/tag168.xml><?xml version="1.0" encoding="utf-8"?>
<p:tagLst xmlns:p="http://schemas.openxmlformats.org/presentationml/2006/main">
  <p:tag name="RAINPROBLEMTYPE" val="ProblemTypeMarker"/>
</p:tagLst>
</file>

<file path=ppt/tags/tag169.xml><?xml version="1.0" encoding="utf-8"?>
<p:tagLst xmlns:p="http://schemas.openxmlformats.org/presentationml/2006/main">
  <p:tag name="RAINPROBLEMTYPE" val="ProblemTypeMarker"/>
</p:tagLst>
</file>

<file path=ppt/tags/tag170.xml><?xml version="1.0" encoding="utf-8"?>
<p:tagLst xmlns:p="http://schemas.openxmlformats.org/presentationml/2006/main">
  <p:tag name="RAINPROBLEMTYPE" val="ProblemTypeMarker"/>
</p:tagLst>
</file>

<file path=ppt/tags/tag171.xml><?xml version="1.0" encoding="utf-8"?>
<p:tagLst xmlns:p="http://schemas.openxmlformats.org/presentationml/2006/main">
  <p:tag name="RAINPROBLEMTYPE" val="ProblemTypeMarker"/>
</p:tagLst>
</file>

<file path=ppt/tags/tag172.xml><?xml version="1.0" encoding="utf-8"?>
<p:tagLst xmlns:p="http://schemas.openxmlformats.org/presentationml/2006/main">
  <p:tag name="RAINPROBLEMTYPE" val="ProblemTypeMarker"/>
</p:tagLst>
</file>

<file path=ppt/tags/tag173.xml><?xml version="1.0" encoding="utf-8"?>
<p:tagLst xmlns:p="http://schemas.openxmlformats.org/presentationml/2006/main">
  <p:tag name="RAINPROBLEM" val="ProblemSetting"/>
  <p:tag name="RAINPROBLEMTYPE" val="MultipleChoice"/>
</p:tagLst>
</file>

<file path=ppt/tags/tag174.xml><?xml version="1.0" encoding="utf-8"?>
<p:tagLst xmlns:p="http://schemas.openxmlformats.org/presentationml/2006/main">
  <p:tag name="RAINPROBLEM" val="MultipleChoice"/>
  <p:tag name="PROBLEMSCORE" val="1.0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749</Words>
  <Application>WPS 演示</Application>
  <PresentationFormat>宽屏</PresentationFormat>
  <Paragraphs>247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ZHENG</dc:creator>
  <cp:lastModifiedBy>巢湖岸边</cp:lastModifiedBy>
  <cp:revision>114</cp:revision>
  <dcterms:created xsi:type="dcterms:W3CDTF">2019-06-19T02:08:00Z</dcterms:created>
  <dcterms:modified xsi:type="dcterms:W3CDTF">2020-05-18T00:54:59Z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2052-11.1.0.9584</vt:lpwstr>
  </property>
</Properties>
</file>