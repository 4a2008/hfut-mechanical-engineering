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2" r:id="rId3"/>
    <p:sldId id="273" r:id="rId4"/>
    <p:sldId id="274" r:id="rId5"/>
    <p:sldId id="275" r:id="rId6"/>
    <p:sldId id="267" r:id="rId7"/>
    <p:sldId id="268" r:id="rId8"/>
    <p:sldId id="270" r:id="rId9"/>
    <p:sldId id="269" r:id="rId10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4" y="1143000"/>
            <a:ext cx="192881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005840" algn="l"/>
        </a:tabLst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image" Target="../media/image1.pn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5.xml"/><Relationship Id="rId17" Type="http://schemas.openxmlformats.org/officeDocument/2006/relationships/image" Target="../media/image1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52.xml"/><Relationship Id="rId17" Type="http://schemas.openxmlformats.org/officeDocument/2006/relationships/image" Target="../media/image1.png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9" Type="http://schemas.openxmlformats.org/officeDocument/2006/relationships/tags" Target="../tags/tag70.xml"/><Relationship Id="rId18" Type="http://schemas.openxmlformats.org/officeDocument/2006/relationships/tags" Target="../tags/tag69.xml"/><Relationship Id="rId17" Type="http://schemas.openxmlformats.org/officeDocument/2006/relationships/image" Target="../media/image1.png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7.xml"/><Relationship Id="rId17" Type="http://schemas.openxmlformats.org/officeDocument/2006/relationships/image" Target="../media/image1.png"/><Relationship Id="rId16" Type="http://schemas.openxmlformats.org/officeDocument/2006/relationships/tags" Target="../tags/tag86.xml"/><Relationship Id="rId15" Type="http://schemas.openxmlformats.org/officeDocument/2006/relationships/tags" Target="../tags/tag85.xml"/><Relationship Id="rId14" Type="http://schemas.openxmlformats.org/officeDocument/2006/relationships/tags" Target="../tags/tag84.xml"/><Relationship Id="rId13" Type="http://schemas.openxmlformats.org/officeDocument/2006/relationships/tags" Target="../tags/tag83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04.xml"/><Relationship Id="rId17" Type="http://schemas.openxmlformats.org/officeDocument/2006/relationships/image" Target="../media/image1.png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21.xml"/><Relationship Id="rId17" Type="http://schemas.openxmlformats.org/officeDocument/2006/relationships/image" Target="../media/image1.png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38.xml"/><Relationship Id="rId17" Type="http://schemas.openxmlformats.org/officeDocument/2006/relationships/image" Target="../media/image1.png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tags" Target="../tags/tag1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几何公差（即形位公差）的分类、特征项目名称及规定符号方面知识点，以下其分类有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   ）大类？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5A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几何公差按分类为两大类的话，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则下面所列正确的是（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形状类和方向类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形状类和跳动类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方向类和位置类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形状类和位置类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5A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几何公差特征项目</a:t>
            </a:r>
            <a:r>
              <a:rPr lang="zh-CN" altLang="en-US" sz="2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最基本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两大类有特征小项目数，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则下面所列正确的是（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个，位置类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个，位置类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个，位置类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形状类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个，位置类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5A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此处添加题目描述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此处添加选项内容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此处添加选项内容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此处添加选项内容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此处添加选项内容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5A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571500" y="635000"/>
            <a:ext cx="4572000" cy="47625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此题未设置答案，请点击右侧设置按钮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孔、轴公差、公称尺寸、偏差、上、下偏差等之间关系，用规定运算符号表示，则下列正确的是（）？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=ES-D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=ES-EI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Ts=es-d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Ts=d-ei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孔、轴公差、配合公差、公称尺寸、偏差、上、下偏差等之间关系，用规定运算符号表示，则下列正确的是（）？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=ES-EI+es+ei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=D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有关孔、轴配合的基准制度选择，国标规定优先选用哪一种（）？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基轴制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非基准制度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一般制度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有关孔、轴配合的基准制度选择，国标规定优先选用基孔制的孔轴配合，则作为基准孔的下列表述正确的是（）？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基准孔的基本偏差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孔的基本偏差代号为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H,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EI=0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，其孔称为基准孔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基准轴的基本偏差代号为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es=0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轴的基本偏差代号为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h,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ei=0,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其轴称为基准轴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MultipleChoice"/>
  <p:tag name="PROBLEMSCORE" val="1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p="http://schemas.openxmlformats.org/presentationml/2006/main">
  <p:tag name="RAINPROBLEM" val="MultipleChoice"/>
  <p:tag name="PROBLEMSCORE" val="1.0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" val="ProblemSetting"/>
  <p:tag name="RAINPROBLEMTYPE" val="MultipleChoice"/>
</p:tagLst>
</file>

<file path=ppt/tags/tag69.xml><?xml version="1.0" encoding="utf-8"?>
<p:tagLst xmlns:p="http://schemas.openxmlformats.org/presentationml/2006/main">
  <p:tag name="RAINPROBLEM" val="ProblemWarning"/>
</p:tagLst>
</file>

<file path=ppt/tags/tag70.xml><?xml version="1.0" encoding="utf-8"?>
<p:tagLst xmlns:p="http://schemas.openxmlformats.org/presentationml/2006/main">
  <p:tag name="RAINPROBLEM" val="MultipleChoice"/>
  <p:tag name="PROBLEMSCORE" val="1.0"/>
</p:tagLst>
</file>

<file path=ppt/tags/tag71.xml><?xml version="1.0" encoding="utf-8"?>
<p:tagLst xmlns:p="http://schemas.openxmlformats.org/presentationml/2006/main">
  <p:tag name="RAINPROBLEM" val="ProblemBody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Item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0.xml><?xml version="1.0" encoding="utf-8"?>
<p:tagLst xmlns:p="http://schemas.openxmlformats.org/presentationml/2006/main">
  <p:tag name="RAINPROBLEM" val="ProblemSubmit"/>
  <p:tag name="RAINPROBLEMTYPE" val="MultipleChoice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" val="ProblemSetting"/>
  <p:tag name="RAINPROBLEMTYPE" val="MultipleChoice"/>
</p:tagLst>
</file>

<file path=ppt/tags/tag87.xml><?xml version="1.0" encoding="utf-8"?>
<p:tagLst xmlns:p="http://schemas.openxmlformats.org/presentationml/2006/main">
  <p:tag name="RAINPROBLEM" val="MultipleChoice"/>
  <p:tag name="PROBLEMSCORE" val="1.0"/>
</p:tagLst>
</file>

<file path=ppt/tags/tag88.xml><?xml version="1.0" encoding="utf-8"?>
<p:tagLst xmlns:p="http://schemas.openxmlformats.org/presentationml/2006/main">
  <p:tag name="RAINPROBLEM" val="ProblemBody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Item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7.xml><?xml version="1.0" encoding="utf-8"?>
<p:tagLst xmlns:p="http://schemas.openxmlformats.org/presentationml/2006/main">
  <p:tag name="RAINPROBLEM" val="ProblemSubmit"/>
  <p:tag name="RAINPROBLEMTYPE" val="MultipleChoice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TYPE" val="ProblemTypeMarker"/>
</p:tagLst>
</file>

<file path=ppt/tags/tag103.xml><?xml version="1.0" encoding="utf-8"?>
<p:tagLst xmlns:p="http://schemas.openxmlformats.org/presentationml/2006/main">
  <p:tag name="RAINPROBLEM" val="ProblemSetting"/>
  <p:tag name="RAINPROBLEMTYPE" val="MultipleChoice"/>
</p:tagLst>
</file>

<file path=ppt/tags/tag104.xml><?xml version="1.0" encoding="utf-8"?>
<p:tagLst xmlns:p="http://schemas.openxmlformats.org/presentationml/2006/main">
  <p:tag name="RAINPROBLEM" val="MultipleChoice"/>
  <p:tag name="PROBLEMSCORE" val="1.0"/>
</p:tagLst>
</file>

<file path=ppt/tags/tag105.xml><?xml version="1.0" encoding="utf-8"?>
<p:tagLst xmlns:p="http://schemas.openxmlformats.org/presentationml/2006/main">
  <p:tag name="RAINPROBLEM" val="ProblemBody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Item"/>
</p:tagLst>
</file>

<file path=ppt/tags/tag1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4.xml><?xml version="1.0" encoding="utf-8"?>
<p:tagLst xmlns:p="http://schemas.openxmlformats.org/presentationml/2006/main">
  <p:tag name="RAINPROBLEM" val="ProblemSubmit"/>
  <p:tag name="RAINPROBLEMTYPE" val="MultipleChoice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TYPE" val="ProblemTypeMarker"/>
</p:tagLst>
</file>

<file path=ppt/tags/tag120.xml><?xml version="1.0" encoding="utf-8"?>
<p:tagLst xmlns:p="http://schemas.openxmlformats.org/presentationml/2006/main">
  <p:tag name="RAINPROBLEM" val="ProblemSetting"/>
  <p:tag name="RAINPROBLEMTYPE" val="MultipleChoice"/>
</p:tagLst>
</file>

<file path=ppt/tags/tag121.xml><?xml version="1.0" encoding="utf-8"?>
<p:tagLst xmlns:p="http://schemas.openxmlformats.org/presentationml/2006/main">
  <p:tag name="RAINPROBLEM" val="MultipleChoice"/>
  <p:tag name="PROBLEMSCORE" val="1.0"/>
</p:tagLst>
</file>

<file path=ppt/tags/tag122.xml><?xml version="1.0" encoding="utf-8"?>
<p:tagLst xmlns:p="http://schemas.openxmlformats.org/presentationml/2006/main">
  <p:tag name="RAINPROBLEM" val="ProblemBody"/>
</p:tagLst>
</file>

<file path=ppt/tags/tag123.xml><?xml version="1.0" encoding="utf-8"?>
<p:tagLst xmlns:p="http://schemas.openxmlformats.org/presentationml/2006/main">
  <p:tag name="RAINPROBLEM" val="ProblemItem"/>
</p:tagLst>
</file>

<file path=ppt/tags/tag124.xml><?xml version="1.0" encoding="utf-8"?>
<p:tagLst xmlns:p="http://schemas.openxmlformats.org/presentationml/2006/main">
  <p:tag name="RAINPROBLEM" val="ProblemItem"/>
</p:tagLst>
</file>

<file path=ppt/tags/tag125.xml><?xml version="1.0" encoding="utf-8"?>
<p:tagLst xmlns:p="http://schemas.openxmlformats.org/presentationml/2006/main">
  <p:tag name="RAINPROBLEM" val="ProblemItem"/>
</p:tagLst>
</file>

<file path=ppt/tags/tag126.xml><?xml version="1.0" encoding="utf-8"?>
<p:tagLst xmlns:p="http://schemas.openxmlformats.org/presentationml/2006/main">
  <p:tag name="RAINPROBLEM" val="ProblemItem"/>
</p:tagLst>
</file>

<file path=ppt/tags/tag1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2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1.xml><?xml version="1.0" encoding="utf-8"?>
<p:tagLst xmlns:p="http://schemas.openxmlformats.org/presentationml/2006/main">
  <p:tag name="RAINPROBLEM" val="ProblemSubmit"/>
  <p:tag name="RAINPROBLEMTYPE" val="MultipleChoice"/>
</p:tagLst>
</file>

<file path=ppt/tags/tag132.xml><?xml version="1.0" encoding="utf-8"?>
<p:tagLst xmlns:p="http://schemas.openxmlformats.org/presentationml/2006/main">
  <p:tag name="RAINPROBLEMTYPE" val="ProblemTypeMarker"/>
</p:tagLst>
</file>

<file path=ppt/tags/tag133.xml><?xml version="1.0" encoding="utf-8"?>
<p:tagLst xmlns:p="http://schemas.openxmlformats.org/presentationml/2006/main">
  <p:tag name="RAINPROBLEMTYPE" val="ProblemTypeMarker"/>
</p:tagLst>
</file>

<file path=ppt/tags/tag134.xml><?xml version="1.0" encoding="utf-8"?>
<p:tagLst xmlns:p="http://schemas.openxmlformats.org/presentationml/2006/main">
  <p:tag name="RAINPROBLEMTYPE" val="ProblemTypeMarker"/>
</p:tagLst>
</file>

<file path=ppt/tags/tag135.xml><?xml version="1.0" encoding="utf-8"?>
<p:tagLst xmlns:p="http://schemas.openxmlformats.org/presentationml/2006/main">
  <p:tag name="RAINPROBLEMTYPE" val="ProblemTypeMarker"/>
</p:tagLst>
</file>

<file path=ppt/tags/tag136.xml><?xml version="1.0" encoding="utf-8"?>
<p:tagLst xmlns:p="http://schemas.openxmlformats.org/presentationml/2006/main">
  <p:tag name="RAINPROBLEMTYPE" val="ProblemTypeMarker"/>
</p:tagLst>
</file>

<file path=ppt/tags/tag137.xml><?xml version="1.0" encoding="utf-8"?>
<p:tagLst xmlns:p="http://schemas.openxmlformats.org/presentationml/2006/main">
  <p:tag name="RAINPROBLEM" val="ProblemSetting"/>
  <p:tag name="RAINPROBLEMTYPE" val="MultipleChoice"/>
</p:tagLst>
</file>

<file path=ppt/tags/tag138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WPS 演示</Application>
  <PresentationFormat>宽屏</PresentationFormat>
  <Paragraphs>198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</dc:creator>
  <cp:lastModifiedBy>巢湖岸边</cp:lastModifiedBy>
  <cp:revision>126</cp:revision>
  <dcterms:created xsi:type="dcterms:W3CDTF">2019-06-19T02:08:00Z</dcterms:created>
  <dcterms:modified xsi:type="dcterms:W3CDTF">2020-03-09T03:58:55Z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