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73" r:id="rId3"/>
    <p:sldId id="275" r:id="rId4"/>
    <p:sldId id="276" r:id="rId5"/>
    <p:sldId id="277" r:id="rId6"/>
    <p:sldId id="278" r:id="rId7"/>
    <p:sldId id="280" r:id="rId8"/>
    <p:sldId id="281" r:id="rId9"/>
  </p:sldIdLst>
  <p:sldSz cx="5715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880"/>
        <p:guide pos="180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464594" y="1143000"/>
            <a:ext cx="1928813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</p:spPr>
        <p:txBody>
          <a:bodyPr anchor="ctr" anchorCtr="1"/>
          <a:lstStyle>
            <a:lvl1pPr>
              <a:defRPr sz="2600"/>
            </a:lvl1pPr>
          </a:lstStyle>
          <a:p>
            <a:r>
              <a:rPr lang="zh-CN" altLang="en-US" smtClean="0"/>
              <a:t>请填写试卷标题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6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571500" rtl="0" eaLnBrk="1" fontAlgn="auto" latinLnBrk="0" hangingPunct="1">
        <a:lnSpc>
          <a:spcPct val="100000"/>
        </a:lnSpc>
        <a:spcBef>
          <a:spcPct val="0"/>
        </a:spcBef>
        <a:buNone/>
        <a:defRPr sz="225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428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42862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005840" algn="l"/>
        </a:tabLst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7143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00012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2858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5716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8573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1431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4288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28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714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000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8.xml"/><Relationship Id="rId17" Type="http://schemas.openxmlformats.org/officeDocument/2006/relationships/image" Target="../media/image1.png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35.xml"/><Relationship Id="rId17" Type="http://schemas.openxmlformats.org/officeDocument/2006/relationships/image" Target="../media/image1.png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52.xml"/><Relationship Id="rId17" Type="http://schemas.openxmlformats.org/officeDocument/2006/relationships/image" Target="../media/image1.png"/><Relationship Id="rId16" Type="http://schemas.openxmlformats.org/officeDocument/2006/relationships/tags" Target="../tags/tag51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tags" Target="../tags/tag3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69.xml"/><Relationship Id="rId17" Type="http://schemas.openxmlformats.org/officeDocument/2006/relationships/image" Target="../media/image1.png"/><Relationship Id="rId16" Type="http://schemas.openxmlformats.org/officeDocument/2006/relationships/tags" Target="../tags/tag68.xml"/><Relationship Id="rId15" Type="http://schemas.openxmlformats.org/officeDocument/2006/relationships/tags" Target="../tags/tag67.xml"/><Relationship Id="rId14" Type="http://schemas.openxmlformats.org/officeDocument/2006/relationships/tags" Target="../tags/tag66.xml"/><Relationship Id="rId13" Type="http://schemas.openxmlformats.org/officeDocument/2006/relationships/tags" Target="../tags/tag65.xml"/><Relationship Id="rId12" Type="http://schemas.openxmlformats.org/officeDocument/2006/relationships/tags" Target="../tags/tag64.xml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tags" Target="../tags/tag5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86.xml"/><Relationship Id="rId17" Type="http://schemas.openxmlformats.org/officeDocument/2006/relationships/image" Target="../media/image1.png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03.xml"/><Relationship Id="rId17" Type="http://schemas.openxmlformats.org/officeDocument/2006/relationships/image" Target="../media/image1.png"/><Relationship Id="rId16" Type="http://schemas.openxmlformats.org/officeDocument/2006/relationships/tags" Target="../tags/tag102.xml"/><Relationship Id="rId15" Type="http://schemas.openxmlformats.org/officeDocument/2006/relationships/tags" Target="../tags/tag101.xml"/><Relationship Id="rId14" Type="http://schemas.openxmlformats.org/officeDocument/2006/relationships/tags" Target="../tags/tag100.xml"/><Relationship Id="rId13" Type="http://schemas.openxmlformats.org/officeDocument/2006/relationships/tags" Target="../tags/tag99.xml"/><Relationship Id="rId12" Type="http://schemas.openxmlformats.org/officeDocument/2006/relationships/tags" Target="../tags/tag98.xml"/><Relationship Id="rId11" Type="http://schemas.openxmlformats.org/officeDocument/2006/relationships/tags" Target="../tags/tag97.xml"/><Relationship Id="rId10" Type="http://schemas.openxmlformats.org/officeDocument/2006/relationships/tags" Target="../tags/tag96.xml"/><Relationship Id="rId1" Type="http://schemas.openxmlformats.org/officeDocument/2006/relationships/tags" Target="../tags/tag8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20.xml"/><Relationship Id="rId17" Type="http://schemas.openxmlformats.org/officeDocument/2006/relationships/image" Target="../media/image1.png"/><Relationship Id="rId16" Type="http://schemas.openxmlformats.org/officeDocument/2006/relationships/tags" Target="../tags/tag119.xml"/><Relationship Id="rId15" Type="http://schemas.openxmlformats.org/officeDocument/2006/relationships/tags" Target="../tags/tag118.xml"/><Relationship Id="rId14" Type="http://schemas.openxmlformats.org/officeDocument/2006/relationships/tags" Target="../tags/tag117.xml"/><Relationship Id="rId13" Type="http://schemas.openxmlformats.org/officeDocument/2006/relationships/tags" Target="../tags/tag116.xml"/><Relationship Id="rId12" Type="http://schemas.openxmlformats.org/officeDocument/2006/relationships/tags" Target="../tags/tag115.xml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tags" Target="../tags/tag1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孔、轴基本偏差代号（国标分别以大小写英文单、双字母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---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分别对应来表示）分别各有多少种（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56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7B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孔、轴基本偏差代号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标准公差等级代号，则分别组成为孔或轴的公差带代号，下列哪个是孔的公差带代号（ 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f6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h6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r6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H7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7B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孔、轴公差带的组合则形成配合，即用孔的公差带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轴的公差带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分子大写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分母小写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表示（孔、轴公称尺寸相同，以下省略），下列正确的配合代号是（ 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m7/G8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m6/H7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H7/f6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h6/H7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7B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带基准制式的孔、轴配合，国标规定优先选用基孔制，下列孔、轴配合哪个是基孔制配合（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115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H7/g6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F7/h6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115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R7/h6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H6/h5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7B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孔、轴配合的性质（或种类）有几种（  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间隙配合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间隙、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过渡配合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间隙、过渡、过盈配合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间隙、过渡、过盈及不松不紧等配合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7B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下列孔、轴哪个是基孔制的间隙配合性质（ 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087755" y="3714115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Ø</a:t>
            </a:r>
            <a:r>
              <a:rPr lang="en-US" altLang="zh-CN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45H7/f6</a:t>
            </a:r>
            <a:endParaRPr lang="en-US" altLang="zh-CN" sz="2600">
              <a:solidFill>
                <a:srgbClr val="00000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Ø</a:t>
            </a:r>
            <a:r>
              <a:rPr lang="en-US" altLang="zh-CN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40F7/h6</a:t>
            </a:r>
            <a:endParaRPr lang="en-US" altLang="zh-CN" sz="2600">
              <a:solidFill>
                <a:srgbClr val="00000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Ø</a:t>
            </a:r>
            <a:r>
              <a:rPr lang="en-US" altLang="zh-CN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30H7/p6</a:t>
            </a:r>
            <a:endParaRPr lang="en-US" altLang="zh-CN" sz="2600">
              <a:solidFill>
                <a:srgbClr val="00000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Ø</a:t>
            </a:r>
            <a:r>
              <a:rPr lang="en-US" altLang="zh-CN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50H7/k6</a:t>
            </a:r>
            <a:endParaRPr lang="en-US" altLang="zh-CN" sz="2600">
              <a:solidFill>
                <a:srgbClr val="00000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7B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配合公差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的大小，它反映了孔、轴配合的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松紧程度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，也反映了配合精度的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低与高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，根据已知条件的不同，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Tf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的计算公式正确的是下列（ 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=X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-X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=Y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-Y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=Y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-X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7B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p="http://schemas.openxmlformats.org/presentationml/2006/main">
  <p:tag name="RAINPROBLEM" val="ProblemBody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Item"/>
</p:tagLst>
</file>

<file path=ppt/tags/tag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" val="ProblemSetting"/>
  <p:tag name="RAINPROBLEMTYPE" val="MultipleChoice"/>
</p:tagLst>
</file>

<file path=ppt/tags/tag18.xml><?xml version="1.0" encoding="utf-8"?>
<p:tagLst xmlns:p="http://schemas.openxmlformats.org/presentationml/2006/main">
  <p:tag name="RAINPROBLEM" val="MultipleChoice"/>
  <p:tag name="PROBLEMSCORE" val="1.0"/>
</p:tagLst>
</file>

<file path=ppt/tags/tag19.xml><?xml version="1.0" encoding="utf-8"?>
<p:tagLst xmlns:p="http://schemas.openxmlformats.org/presentationml/2006/main">
  <p:tag name="RAINPROBLEM" val="ProblemBody"/>
</p:tagLst>
</file>

<file path=ppt/tags/tag20.xml><?xml version="1.0" encoding="utf-8"?>
<p:tagLst xmlns:p="http://schemas.openxmlformats.org/presentationml/2006/main">
  <p:tag name="RAINPROBLEM" val="ProblemItem"/>
</p:tagLst>
</file>

<file path=ppt/tags/tag21.xml><?xml version="1.0" encoding="utf-8"?>
<p:tagLst xmlns:p="http://schemas.openxmlformats.org/presentationml/2006/main">
  <p:tag name="RAINPROBLEM" val="ProblemItem"/>
</p:tagLst>
</file>

<file path=ppt/tags/tag22.xml><?xml version="1.0" encoding="utf-8"?>
<p:tagLst xmlns:p="http://schemas.openxmlformats.org/presentationml/2006/main">
  <p:tag name="RAINPROBLEM" val="ProblemItem"/>
</p:tagLst>
</file>

<file path=ppt/tags/tag23.xml><?xml version="1.0" encoding="utf-8"?>
<p:tagLst xmlns:p="http://schemas.openxmlformats.org/presentationml/2006/main">
  <p:tag name="RAINPROBLEM" val="ProblemItem"/>
</p:tagLst>
</file>

<file path=ppt/tags/tag2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8.xml><?xml version="1.0" encoding="utf-8"?>
<p:tagLst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TYPE" val="ProblemTypeMarker"/>
</p:tagLst>
</file>

<file path=ppt/tags/tag34.xml><?xml version="1.0" encoding="utf-8"?>
<p:tagLst xmlns:p="http://schemas.openxmlformats.org/presentationml/2006/main">
  <p:tag name="RAINPROBLEM" val="ProblemSetting"/>
  <p:tag name="RAINPROBLEMTYPE" val="MultipleChoice"/>
</p:tagLst>
</file>

<file path=ppt/tags/tag35.xml><?xml version="1.0" encoding="utf-8"?>
<p:tagLst xmlns:p="http://schemas.openxmlformats.org/presentationml/2006/main">
  <p:tag name="RAINPROBLEM" val="MultipleChoice"/>
  <p:tag name="PROBLEMSCORE" val="1.0"/>
</p:tagLst>
</file>

<file path=ppt/tags/tag36.xml><?xml version="1.0" encoding="utf-8"?>
<p:tagLst xmlns:p="http://schemas.openxmlformats.org/presentationml/2006/main">
  <p:tag name="RAINPROBLEM" val="ProblemBody"/>
</p:tagLst>
</file>

<file path=ppt/tags/tag37.xml><?xml version="1.0" encoding="utf-8"?>
<p:tagLst xmlns:p="http://schemas.openxmlformats.org/presentationml/2006/main">
  <p:tag name="RAINPROBLEM" val="ProblemItem"/>
</p:tagLst>
</file>

<file path=ppt/tags/tag38.xml><?xml version="1.0" encoding="utf-8"?>
<p:tagLst xmlns:p="http://schemas.openxmlformats.org/presentationml/2006/main">
  <p:tag name="RAINPROBLEM" val="ProblemItem"/>
</p:tagLst>
</file>

<file path=ppt/tags/tag39.xml><?xml version="1.0" encoding="utf-8"?>
<p:tagLst xmlns:p="http://schemas.openxmlformats.org/presentationml/2006/main">
  <p:tag name="RAINPROBLEM" val="ProblemItem"/>
</p:tagLst>
</file>

<file path=ppt/tags/tag40.xml><?xml version="1.0" encoding="utf-8"?>
<p:tagLst xmlns:p="http://schemas.openxmlformats.org/presentationml/2006/main">
  <p:tag name="RAINPROBLEM" val="ProblemItem"/>
</p:tagLst>
</file>

<file path=ppt/tags/tag4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p="http://schemas.openxmlformats.org/presentationml/2006/main">
  <p:tag name="RAINPROBLEMTYPE" val="ProblemTypeMarker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TYPE" val="ProblemTypeMarker"/>
</p:tagLst>
</file>

<file path=ppt/tags/tag51.xml><?xml version="1.0" encoding="utf-8"?>
<p:tagLst xmlns:p="http://schemas.openxmlformats.org/presentationml/2006/main">
  <p:tag name="RAINPROBLEM" val="ProblemSetting"/>
  <p:tag name="RAINPROBLEMTYPE" val="MultipleChoice"/>
</p:tagLst>
</file>

<file path=ppt/tags/tag52.xml><?xml version="1.0" encoding="utf-8"?>
<p:tagLst xmlns:p="http://schemas.openxmlformats.org/presentationml/2006/main">
  <p:tag name="RAINPROBLEM" val="MultipleChoice"/>
  <p:tag name="PROBLEMSCORE" val="1.0"/>
</p:tagLst>
</file>

<file path=ppt/tags/tag53.xml><?xml version="1.0" encoding="utf-8"?>
<p:tagLst xmlns:p="http://schemas.openxmlformats.org/presentationml/2006/main">
  <p:tag name="RAINPROBLEM" val="ProblemBody"/>
</p:tagLst>
</file>

<file path=ppt/tags/tag54.xml><?xml version="1.0" encoding="utf-8"?>
<p:tagLst xmlns:p="http://schemas.openxmlformats.org/presentationml/2006/main">
  <p:tag name="RAINPROBLEM" val="ProblemItem"/>
</p:tagLst>
</file>

<file path=ppt/tags/tag55.xml><?xml version="1.0" encoding="utf-8"?>
<p:tagLst xmlns:p="http://schemas.openxmlformats.org/presentationml/2006/main">
  <p:tag name="RAINPROBLEM" val="ProblemItem"/>
</p:tagLst>
</file>

<file path=ppt/tags/tag56.xml><?xml version="1.0" encoding="utf-8"?>
<p:tagLst xmlns:p="http://schemas.openxmlformats.org/presentationml/2006/main">
  <p:tag name="RAINPROBLEM" val="ProblemItem"/>
</p:tagLst>
</file>

<file path=ppt/tags/tag57.xml><?xml version="1.0" encoding="utf-8"?>
<p:tagLst xmlns:p="http://schemas.openxmlformats.org/presentationml/2006/main">
  <p:tag name="RAINPROBLEM" val="ProblemItem"/>
</p:tagLst>
</file>

<file path=ppt/tags/tag58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5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p="http://schemas.openxmlformats.org/presentationml/2006/main">
  <p:tag name="RAINPROBLEMTYPE" val="ProblemTypeMarker"/>
</p:tagLst>
</file>

<file path=ppt/tags/tag64.xml><?xml version="1.0" encoding="utf-8"?>
<p:tagLst xmlns:p="http://schemas.openxmlformats.org/presentationml/2006/main">
  <p:tag name="RAINPROBLEMTYPE" val="ProblemTypeMarker"/>
</p:tagLst>
</file>

<file path=ppt/tags/tag65.xml><?xml version="1.0" encoding="utf-8"?>
<p:tagLst xmlns:p="http://schemas.openxmlformats.org/presentationml/2006/main">
  <p:tag name="RAINPROBLEMTYPE" val="ProblemTypeMarker"/>
</p:tagLst>
</file>

<file path=ppt/tags/tag66.xml><?xml version="1.0" encoding="utf-8"?>
<p:tagLst xmlns:p="http://schemas.openxmlformats.org/presentationml/2006/main">
  <p:tag name="RAINPROBLEMTYPE" val="ProblemTypeMarker"/>
</p:tagLst>
</file>

<file path=ppt/tags/tag67.xml><?xml version="1.0" encoding="utf-8"?>
<p:tagLst xmlns:p="http://schemas.openxmlformats.org/presentationml/2006/main">
  <p:tag name="RAINPROBLEMTYPE" val="ProblemTypeMarker"/>
</p:tagLst>
</file>

<file path=ppt/tags/tag68.xml><?xml version="1.0" encoding="utf-8"?>
<p:tagLst xmlns:p="http://schemas.openxmlformats.org/presentationml/2006/main">
  <p:tag name="RAINPROBLEM" val="ProblemSetting"/>
  <p:tag name="RAINPROBLEMTYPE" val="MultipleChoice"/>
</p:tagLst>
</file>

<file path=ppt/tags/tag69.xml><?xml version="1.0" encoding="utf-8"?>
<p:tagLst xmlns:p="http://schemas.openxmlformats.org/presentationml/2006/main">
  <p:tag name="RAINPROBLEM" val="MultipleChoice"/>
  <p:tag name="PROBLEMSCORE" val="1.0"/>
</p:tagLst>
</file>

<file path=ppt/tags/tag70.xml><?xml version="1.0" encoding="utf-8"?>
<p:tagLst xmlns:p="http://schemas.openxmlformats.org/presentationml/2006/main">
  <p:tag name="RAINPROBLEM" val="ProblemBody"/>
</p:tagLst>
</file>

<file path=ppt/tags/tag71.xml><?xml version="1.0" encoding="utf-8"?>
<p:tagLst xmlns:p="http://schemas.openxmlformats.org/presentationml/2006/main">
  <p:tag name="RAINPROBLEM" val="ProblemItem"/>
</p:tagLst>
</file>

<file path=ppt/tags/tag72.xml><?xml version="1.0" encoding="utf-8"?>
<p:tagLst xmlns:p="http://schemas.openxmlformats.org/presentationml/2006/main">
  <p:tag name="RAINPROBLEM" val="ProblemItem"/>
</p:tagLst>
</file>

<file path=ppt/tags/tag73.xml><?xml version="1.0" encoding="utf-8"?>
<p:tagLst xmlns:p="http://schemas.openxmlformats.org/presentationml/2006/main">
  <p:tag name="RAINPROBLEM" val="ProblemItem"/>
</p:tagLst>
</file>

<file path=ppt/tags/tag74.xml><?xml version="1.0" encoding="utf-8"?>
<p:tagLst xmlns:p="http://schemas.openxmlformats.org/presentationml/2006/main">
  <p:tag name="RAINPROBLEM" val="ProblemItem"/>
</p:tagLst>
</file>

<file path=ppt/tags/tag7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7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9.xml><?xml version="1.0" encoding="utf-8"?>
<p:tagLst xmlns:p="http://schemas.openxmlformats.org/presentationml/2006/main">
  <p:tag name="RAINPROBLEM" val="ProblemSubmit"/>
  <p:tag name="RAINPROBLEMTYPE" val="MultipleChoice"/>
</p:tagLst>
</file>

<file path=ppt/tags/tag80.xml><?xml version="1.0" encoding="utf-8"?>
<p:tagLst xmlns:p="http://schemas.openxmlformats.org/presentationml/2006/main">
  <p:tag name="RAINPROBLEMTYPE" val="ProblemTypeMarker"/>
</p:tagLst>
</file>

<file path=ppt/tags/tag81.xml><?xml version="1.0" encoding="utf-8"?>
<p:tagLst xmlns:p="http://schemas.openxmlformats.org/presentationml/2006/main">
  <p:tag name="RAINPROBLEMTYPE" val="ProblemTypeMarker"/>
</p:tagLst>
</file>

<file path=ppt/tags/tag82.xml><?xml version="1.0" encoding="utf-8"?>
<p:tagLst xmlns:p="http://schemas.openxmlformats.org/presentationml/2006/main">
  <p:tag name="RAINPROBLEMTYPE" val="ProblemTypeMarker"/>
</p:tagLst>
</file>

<file path=ppt/tags/tag83.xml><?xml version="1.0" encoding="utf-8"?>
<p:tagLst xmlns:p="http://schemas.openxmlformats.org/presentationml/2006/main">
  <p:tag name="RAINPROBLEMTYPE" val="ProblemTypeMarker"/>
</p:tagLst>
</file>

<file path=ppt/tags/tag84.xml><?xml version="1.0" encoding="utf-8"?>
<p:tagLst xmlns:p="http://schemas.openxmlformats.org/presentationml/2006/main">
  <p:tag name="RAINPROBLEMTYPE" val="ProblemTypeMarker"/>
</p:tagLst>
</file>

<file path=ppt/tags/tag85.xml><?xml version="1.0" encoding="utf-8"?>
<p:tagLst xmlns:p="http://schemas.openxmlformats.org/presentationml/2006/main">
  <p:tag name="RAINPROBLEM" val="ProblemSetting"/>
  <p:tag name="RAINPROBLEMTYPE" val="MultipleChoice"/>
</p:tagLst>
</file>

<file path=ppt/tags/tag86.xml><?xml version="1.0" encoding="utf-8"?>
<p:tagLst xmlns:p="http://schemas.openxmlformats.org/presentationml/2006/main">
  <p:tag name="RAINPROBLEM" val="MultipleChoice"/>
  <p:tag name="PROBLEMSCORE" val="1.0"/>
</p:tagLst>
</file>

<file path=ppt/tags/tag87.xml><?xml version="1.0" encoding="utf-8"?>
<p:tagLst xmlns:p="http://schemas.openxmlformats.org/presentationml/2006/main">
  <p:tag name="RAINPROBLEM" val="ProblemBody"/>
</p:tagLst>
</file>

<file path=ppt/tags/tag88.xml><?xml version="1.0" encoding="utf-8"?>
<p:tagLst xmlns:p="http://schemas.openxmlformats.org/presentationml/2006/main">
  <p:tag name="RAINPROBLEM" val="ProblemItem"/>
</p:tagLst>
</file>

<file path=ppt/tags/tag89.xml><?xml version="1.0" encoding="utf-8"?>
<p:tagLst xmlns:p="http://schemas.openxmlformats.org/presentationml/2006/main">
  <p:tag name="RAINPROBLEM" val="ProblemItem"/>
</p:tagLst>
</file>

<file path=ppt/tags/tag90.xml><?xml version="1.0" encoding="utf-8"?>
<p:tagLst xmlns:p="http://schemas.openxmlformats.org/presentationml/2006/main">
  <p:tag name="RAINPROBLEM" val="ProblemItem"/>
</p:tagLst>
</file>

<file path=ppt/tags/tag91.xml><?xml version="1.0" encoding="utf-8"?>
<p:tagLst xmlns:p="http://schemas.openxmlformats.org/presentationml/2006/main">
  <p:tag name="RAINPROBLEM" val="ProblemItem"/>
</p:tagLst>
</file>

<file path=ppt/tags/tag9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9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6.xml><?xml version="1.0" encoding="utf-8"?>
<p:tagLst xmlns:p="http://schemas.openxmlformats.org/presentationml/2006/main">
  <p:tag name="RAINPROBLEM" val="ProblemSubmit"/>
  <p:tag name="RAINPROBLEMTYPE" val="MultipleChoice"/>
</p:tagLst>
</file>

<file path=ppt/tags/tag97.xml><?xml version="1.0" encoding="utf-8"?>
<p:tagLst xmlns:p="http://schemas.openxmlformats.org/presentationml/2006/main">
  <p:tag name="RAINPROBLEMTYPE" val="ProblemTypeMarker"/>
</p:tagLst>
</file>

<file path=ppt/tags/tag98.xml><?xml version="1.0" encoding="utf-8"?>
<p:tagLst xmlns:p="http://schemas.openxmlformats.org/presentationml/2006/main">
  <p:tag name="RAINPROBLEMTYPE" val="ProblemTypeMarker"/>
</p:tagLst>
</file>

<file path=ppt/tags/tag99.xml><?xml version="1.0" encoding="utf-8"?>
<p:tagLst xmlns:p="http://schemas.openxmlformats.org/presentationml/2006/main">
  <p:tag name="RAINPROBLEMTYPE" val="ProblemTypeMarker"/>
</p:tagLst>
</file>

<file path=ppt/tags/tag100.xml><?xml version="1.0" encoding="utf-8"?>
<p:tagLst xmlns:p="http://schemas.openxmlformats.org/presentationml/2006/main">
  <p:tag name="RAINPROBLEMTYPE" val="ProblemTypeMarker"/>
</p:tagLst>
</file>

<file path=ppt/tags/tag101.xml><?xml version="1.0" encoding="utf-8"?>
<p:tagLst xmlns:p="http://schemas.openxmlformats.org/presentationml/2006/main">
  <p:tag name="RAINPROBLEMTYPE" val="ProblemTypeMarker"/>
</p:tagLst>
</file>

<file path=ppt/tags/tag102.xml><?xml version="1.0" encoding="utf-8"?>
<p:tagLst xmlns:p="http://schemas.openxmlformats.org/presentationml/2006/main">
  <p:tag name="RAINPROBLEM" val="ProblemSetting"/>
  <p:tag name="RAINPROBLEMTYPE" val="MultipleChoice"/>
</p:tagLst>
</file>

<file path=ppt/tags/tag103.xml><?xml version="1.0" encoding="utf-8"?>
<p:tagLst xmlns:p="http://schemas.openxmlformats.org/presentationml/2006/main">
  <p:tag name="RAINPROBLEM" val="MultipleChoice"/>
  <p:tag name="PROBLEMSCORE" val="1.0"/>
</p:tagLst>
</file>

<file path=ppt/tags/tag104.xml><?xml version="1.0" encoding="utf-8"?>
<p:tagLst xmlns:p="http://schemas.openxmlformats.org/presentationml/2006/main">
  <p:tag name="RAINPROBLEM" val="ProblemBody"/>
</p:tagLst>
</file>

<file path=ppt/tags/tag105.xml><?xml version="1.0" encoding="utf-8"?>
<p:tagLst xmlns:p="http://schemas.openxmlformats.org/presentationml/2006/main">
  <p:tag name="RAINPROBLEM" val="ProblemItem"/>
</p:tagLst>
</file>

<file path=ppt/tags/tag106.xml><?xml version="1.0" encoding="utf-8"?>
<p:tagLst xmlns:p="http://schemas.openxmlformats.org/presentationml/2006/main">
  <p:tag name="RAINPROBLEM" val="ProblemItem"/>
</p:tagLst>
</file>

<file path=ppt/tags/tag107.xml><?xml version="1.0" encoding="utf-8"?>
<p:tagLst xmlns:p="http://schemas.openxmlformats.org/presentationml/2006/main">
  <p:tag name="RAINPROBLEM" val="ProblemItem"/>
</p:tagLst>
</file>

<file path=ppt/tags/tag108.xml><?xml version="1.0" encoding="utf-8"?>
<p:tagLst xmlns:p="http://schemas.openxmlformats.org/presentationml/2006/main">
  <p:tag name="RAINPROBLEM" val="ProblemItem"/>
</p:tagLst>
</file>

<file path=ppt/tags/tag10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13.xml><?xml version="1.0" encoding="utf-8"?>
<p:tagLst xmlns:p="http://schemas.openxmlformats.org/presentationml/2006/main">
  <p:tag name="RAINPROBLEM" val="ProblemSubmit"/>
  <p:tag name="RAINPROBLEMTYPE" val="MultipleChoice"/>
</p:tagLst>
</file>

<file path=ppt/tags/tag114.xml><?xml version="1.0" encoding="utf-8"?>
<p:tagLst xmlns:p="http://schemas.openxmlformats.org/presentationml/2006/main">
  <p:tag name="RAINPROBLEMTYPE" val="ProblemTypeMarker"/>
</p:tagLst>
</file>

<file path=ppt/tags/tag115.xml><?xml version="1.0" encoding="utf-8"?>
<p:tagLst xmlns:p="http://schemas.openxmlformats.org/presentationml/2006/main">
  <p:tag name="RAINPROBLEMTYPE" val="ProblemTypeMarker"/>
</p:tagLst>
</file>

<file path=ppt/tags/tag116.xml><?xml version="1.0" encoding="utf-8"?>
<p:tagLst xmlns:p="http://schemas.openxmlformats.org/presentationml/2006/main">
  <p:tag name="RAINPROBLEMTYPE" val="ProblemTypeMarker"/>
</p:tagLst>
</file>

<file path=ppt/tags/tag117.xml><?xml version="1.0" encoding="utf-8"?>
<p:tagLst xmlns:p="http://schemas.openxmlformats.org/presentationml/2006/main">
  <p:tag name="RAINPROBLEMTYPE" val="ProblemTypeMarker"/>
</p:tagLst>
</file>

<file path=ppt/tags/tag118.xml><?xml version="1.0" encoding="utf-8"?>
<p:tagLst xmlns:p="http://schemas.openxmlformats.org/presentationml/2006/main">
  <p:tag name="RAINPROBLEMTYPE" val="ProblemTypeMarker"/>
</p:tagLst>
</file>

<file path=ppt/tags/tag119.xml><?xml version="1.0" encoding="utf-8"?>
<p:tagLst xmlns:p="http://schemas.openxmlformats.org/presentationml/2006/main">
  <p:tag name="RAINPROBLEM" val="ProblemSetting"/>
  <p:tag name="RAINPROBLEMTYPE" val="MultipleChoice"/>
</p:tagLst>
</file>

<file path=ppt/tags/tag120.xml><?xml version="1.0" encoding="utf-8"?>
<p:tagLst xmlns:p="http://schemas.openxmlformats.org/presentationml/2006/main">
  <p:tag name="RAINPROBLEM" val="MultipleChoice"/>
  <p:tag name="PROBLEMSCORE" val="1.0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592</Words>
  <Application>WPS 演示</Application>
  <PresentationFormat>宽屏</PresentationFormat>
  <Paragraphs>168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Times New Roman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ZHENG</dc:creator>
  <cp:lastModifiedBy>巢湖岸边</cp:lastModifiedBy>
  <cp:revision>127</cp:revision>
  <dcterms:created xsi:type="dcterms:W3CDTF">2019-06-19T02:08:00Z</dcterms:created>
  <dcterms:modified xsi:type="dcterms:W3CDTF">2020-03-01T08:00:33Z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2052-11.1.0.9440</vt:lpwstr>
  </property>
</Properties>
</file>