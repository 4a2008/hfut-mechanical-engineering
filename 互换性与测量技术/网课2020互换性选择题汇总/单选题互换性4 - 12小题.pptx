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5" r:id="rId3"/>
    <p:sldId id="276" r:id="rId4"/>
    <p:sldId id="277" r:id="rId5"/>
    <p:sldId id="280" r:id="rId6"/>
    <p:sldId id="281" r:id="rId7"/>
    <p:sldId id="282" r:id="rId8"/>
    <p:sldId id="283" r:id="rId9"/>
    <p:sldId id="285" r:id="rId10"/>
    <p:sldId id="287" r:id="rId11"/>
    <p:sldId id="293" r:id="rId12"/>
    <p:sldId id="288" r:id="rId13"/>
    <p:sldId id="289" r:id="rId14"/>
  </p:sldIdLst>
  <p:sldSz cx="5715000" cy="9144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880"/>
        <p:guide pos="1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464594" y="1143000"/>
            <a:ext cx="1928813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雨课堂试卷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85750" y="3810000"/>
            <a:ext cx="5143500" cy="1524000"/>
          </a:xfrm>
        </p:spPr>
        <p:txBody>
          <a:bodyPr anchor="ctr" anchorCtr="1"/>
          <a:lstStyle>
            <a:lvl1pPr>
              <a:defRPr sz="2600"/>
            </a:lvl1pPr>
          </a:lstStyle>
          <a:p>
            <a:r>
              <a:rPr lang="zh-CN" altLang="en-US" smtClean="0"/>
              <a:t>请填写试卷标题</a:t>
            </a:r>
            <a:endParaRPr lang="zh-CN" altLang="en-US"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76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571500" rtl="0" eaLnBrk="1" fontAlgn="auto" latinLnBrk="0" hangingPunct="1">
        <a:lnSpc>
          <a:spcPct val="100000"/>
        </a:lnSpc>
        <a:spcBef>
          <a:spcPct val="0"/>
        </a:spcBef>
        <a:buNone/>
        <a:defRPr sz="225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142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4286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005840" algn="l"/>
        </a:tabLst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7143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00012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1285875" indent="-142875" algn="l" defTabSz="5715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0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15716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8573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14312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428875" indent="-142875" algn="l" defTabSz="571500" rtl="0" eaLnBrk="1" latinLnBrk="0" hangingPunct="1">
        <a:lnSpc>
          <a:spcPct val="90000"/>
        </a:lnSpc>
        <a:spcBef>
          <a:spcPct val="63000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1pPr>
      <a:lvl2pPr marL="285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5pPr>
      <a:lvl6pPr marL="14287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6pPr>
      <a:lvl7pPr marL="17145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7pPr>
      <a:lvl8pPr marL="200025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algn="l" defTabSz="571500" rtl="0" eaLnBrk="1" latinLnBrk="0" hangingPunct="1">
        <a:defRPr sz="112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.xml"/><Relationship Id="rId17" Type="http://schemas.openxmlformats.org/officeDocument/2006/relationships/image" Target="../media/image1.png"/><Relationship Id="rId16" Type="http://schemas.openxmlformats.org/officeDocument/2006/relationships/tags" Target="../tags/tag17.xml"/><Relationship Id="rId15" Type="http://schemas.openxmlformats.org/officeDocument/2006/relationships/tags" Target="../tags/tag16.xml"/><Relationship Id="rId14" Type="http://schemas.openxmlformats.org/officeDocument/2006/relationships/tags" Target="../tags/tag15.xml"/><Relationship Id="rId13" Type="http://schemas.openxmlformats.org/officeDocument/2006/relationships/tags" Target="../tags/tag14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35.xml"/><Relationship Id="rId17" Type="http://schemas.openxmlformats.org/officeDocument/2006/relationships/image" Target="../media/image1.png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19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44.xml"/><Relationship Id="rId8" Type="http://schemas.openxmlformats.org/officeDocument/2006/relationships/tags" Target="../tags/tag43.xml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52.xml"/><Relationship Id="rId17" Type="http://schemas.openxmlformats.org/officeDocument/2006/relationships/image" Target="../media/image1.png"/><Relationship Id="rId16" Type="http://schemas.openxmlformats.org/officeDocument/2006/relationships/tags" Target="../tags/tag51.xml"/><Relationship Id="rId15" Type="http://schemas.openxmlformats.org/officeDocument/2006/relationships/tags" Target="../tags/tag50.xml"/><Relationship Id="rId14" Type="http://schemas.openxmlformats.org/officeDocument/2006/relationships/tags" Target="../tags/tag49.xml"/><Relationship Id="rId13" Type="http://schemas.openxmlformats.org/officeDocument/2006/relationships/tags" Target="../tags/tag48.xml"/><Relationship Id="rId12" Type="http://schemas.openxmlformats.org/officeDocument/2006/relationships/tags" Target="../tags/tag47.xml"/><Relationship Id="rId11" Type="http://schemas.openxmlformats.org/officeDocument/2006/relationships/tags" Target="../tags/tag46.xml"/><Relationship Id="rId10" Type="http://schemas.openxmlformats.org/officeDocument/2006/relationships/tags" Target="../tags/tag45.xml"/><Relationship Id="rId1" Type="http://schemas.openxmlformats.org/officeDocument/2006/relationships/tags" Target="../tags/tag36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69.xml"/><Relationship Id="rId17" Type="http://schemas.openxmlformats.org/officeDocument/2006/relationships/image" Target="../media/image1.png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86.xml"/><Relationship Id="rId17" Type="http://schemas.openxmlformats.org/officeDocument/2006/relationships/image" Target="../media/image1.png"/><Relationship Id="rId16" Type="http://schemas.openxmlformats.org/officeDocument/2006/relationships/tags" Target="../tags/tag85.xml"/><Relationship Id="rId15" Type="http://schemas.openxmlformats.org/officeDocument/2006/relationships/tags" Target="../tags/tag84.xml"/><Relationship Id="rId14" Type="http://schemas.openxmlformats.org/officeDocument/2006/relationships/tags" Target="../tags/tag83.xml"/><Relationship Id="rId13" Type="http://schemas.openxmlformats.org/officeDocument/2006/relationships/tags" Target="../tags/tag82.xml"/><Relationship Id="rId12" Type="http://schemas.openxmlformats.org/officeDocument/2006/relationships/tags" Target="../tags/tag81.xml"/><Relationship Id="rId11" Type="http://schemas.openxmlformats.org/officeDocument/2006/relationships/tags" Target="../tags/tag80.xml"/><Relationship Id="rId10" Type="http://schemas.openxmlformats.org/officeDocument/2006/relationships/tags" Target="../tags/tag79.xml"/><Relationship Id="rId1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5.xml"/><Relationship Id="rId8" Type="http://schemas.openxmlformats.org/officeDocument/2006/relationships/tags" Target="../tags/tag94.xml"/><Relationship Id="rId7" Type="http://schemas.openxmlformats.org/officeDocument/2006/relationships/tags" Target="../tags/tag93.xml"/><Relationship Id="rId6" Type="http://schemas.openxmlformats.org/officeDocument/2006/relationships/tags" Target="../tags/tag92.xml"/><Relationship Id="rId5" Type="http://schemas.openxmlformats.org/officeDocument/2006/relationships/tags" Target="../tags/tag91.xml"/><Relationship Id="rId4" Type="http://schemas.openxmlformats.org/officeDocument/2006/relationships/tags" Target="../tags/tag90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03.xml"/><Relationship Id="rId17" Type="http://schemas.openxmlformats.org/officeDocument/2006/relationships/image" Target="../media/image1.png"/><Relationship Id="rId16" Type="http://schemas.openxmlformats.org/officeDocument/2006/relationships/tags" Target="../tags/tag102.xml"/><Relationship Id="rId15" Type="http://schemas.openxmlformats.org/officeDocument/2006/relationships/tags" Target="../tags/tag101.xml"/><Relationship Id="rId14" Type="http://schemas.openxmlformats.org/officeDocument/2006/relationships/tags" Target="../tags/tag100.xml"/><Relationship Id="rId13" Type="http://schemas.openxmlformats.org/officeDocument/2006/relationships/tags" Target="../tags/tag99.xml"/><Relationship Id="rId12" Type="http://schemas.openxmlformats.org/officeDocument/2006/relationships/tags" Target="../tags/tag98.xml"/><Relationship Id="rId11" Type="http://schemas.openxmlformats.org/officeDocument/2006/relationships/tags" Target="../tags/tag97.xml"/><Relationship Id="rId10" Type="http://schemas.openxmlformats.org/officeDocument/2006/relationships/tags" Target="../tags/tag96.xml"/><Relationship Id="rId1" Type="http://schemas.openxmlformats.org/officeDocument/2006/relationships/tags" Target="../tags/tag8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12.xml"/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20.xml"/><Relationship Id="rId17" Type="http://schemas.openxmlformats.org/officeDocument/2006/relationships/image" Target="../media/image1.png"/><Relationship Id="rId16" Type="http://schemas.openxmlformats.org/officeDocument/2006/relationships/tags" Target="../tags/tag119.xml"/><Relationship Id="rId15" Type="http://schemas.openxmlformats.org/officeDocument/2006/relationships/tags" Target="../tags/tag118.xml"/><Relationship Id="rId14" Type="http://schemas.openxmlformats.org/officeDocument/2006/relationships/tags" Target="../tags/tag117.xml"/><Relationship Id="rId13" Type="http://schemas.openxmlformats.org/officeDocument/2006/relationships/tags" Target="../tags/tag116.xml"/><Relationship Id="rId12" Type="http://schemas.openxmlformats.org/officeDocument/2006/relationships/tags" Target="../tags/tag115.xml"/><Relationship Id="rId11" Type="http://schemas.openxmlformats.org/officeDocument/2006/relationships/tags" Target="../tags/tag114.xml"/><Relationship Id="rId10" Type="http://schemas.openxmlformats.org/officeDocument/2006/relationships/tags" Target="../tags/tag113.xml"/><Relationship Id="rId1" Type="http://schemas.openxmlformats.org/officeDocument/2006/relationships/tags" Target="../tags/tag10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22.xml"/><Relationship Id="rId19" Type="http://schemas.openxmlformats.org/officeDocument/2006/relationships/tags" Target="../tags/tag137.xml"/><Relationship Id="rId18" Type="http://schemas.openxmlformats.org/officeDocument/2006/relationships/image" Target="../media/image1.png"/><Relationship Id="rId17" Type="http://schemas.openxmlformats.org/officeDocument/2006/relationships/tags" Target="../tags/tag136.xml"/><Relationship Id="rId16" Type="http://schemas.openxmlformats.org/officeDocument/2006/relationships/tags" Target="../tags/tag135.xml"/><Relationship Id="rId15" Type="http://schemas.openxmlformats.org/officeDocument/2006/relationships/tags" Target="../tags/tag134.xml"/><Relationship Id="rId14" Type="http://schemas.openxmlformats.org/officeDocument/2006/relationships/tags" Target="../tags/tag133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image" Target="../media/image2.png"/><Relationship Id="rId10" Type="http://schemas.openxmlformats.org/officeDocument/2006/relationships/tags" Target="../tags/tag130.xml"/><Relationship Id="rId1" Type="http://schemas.openxmlformats.org/officeDocument/2006/relationships/tags" Target="../tags/tag12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46.xml"/><Relationship Id="rId8" Type="http://schemas.openxmlformats.org/officeDocument/2006/relationships/tags" Target="../tags/tag145.xml"/><Relationship Id="rId7" Type="http://schemas.openxmlformats.org/officeDocument/2006/relationships/tags" Target="../tags/tag144.xml"/><Relationship Id="rId6" Type="http://schemas.openxmlformats.org/officeDocument/2006/relationships/tags" Target="../tags/tag143.xml"/><Relationship Id="rId5" Type="http://schemas.openxmlformats.org/officeDocument/2006/relationships/tags" Target="../tags/tag142.xml"/><Relationship Id="rId4" Type="http://schemas.openxmlformats.org/officeDocument/2006/relationships/tags" Target="../tags/tag141.xml"/><Relationship Id="rId3" Type="http://schemas.openxmlformats.org/officeDocument/2006/relationships/tags" Target="../tags/tag140.xml"/><Relationship Id="rId2" Type="http://schemas.openxmlformats.org/officeDocument/2006/relationships/tags" Target="../tags/tag139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54.xml"/><Relationship Id="rId17" Type="http://schemas.openxmlformats.org/officeDocument/2006/relationships/image" Target="../media/image1.png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tags" Target="../tags/tag151.xml"/><Relationship Id="rId13" Type="http://schemas.openxmlformats.org/officeDocument/2006/relationships/tags" Target="../tags/tag150.xml"/><Relationship Id="rId12" Type="http://schemas.openxmlformats.org/officeDocument/2006/relationships/tags" Target="../tags/tag149.xml"/><Relationship Id="rId11" Type="http://schemas.openxmlformats.org/officeDocument/2006/relationships/tags" Target="../tags/tag148.xml"/><Relationship Id="rId10" Type="http://schemas.openxmlformats.org/officeDocument/2006/relationships/tags" Target="../tags/tag147.xml"/><Relationship Id="rId1" Type="http://schemas.openxmlformats.org/officeDocument/2006/relationships/tags" Target="../tags/tag138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63.xml"/><Relationship Id="rId8" Type="http://schemas.openxmlformats.org/officeDocument/2006/relationships/tags" Target="../tags/tag162.xml"/><Relationship Id="rId7" Type="http://schemas.openxmlformats.org/officeDocument/2006/relationships/tags" Target="../tags/tag161.xml"/><Relationship Id="rId6" Type="http://schemas.openxmlformats.org/officeDocument/2006/relationships/tags" Target="../tags/tag160.xml"/><Relationship Id="rId5" Type="http://schemas.openxmlformats.org/officeDocument/2006/relationships/tags" Target="../tags/tag159.xml"/><Relationship Id="rId4" Type="http://schemas.openxmlformats.org/officeDocument/2006/relationships/tags" Target="../tags/tag158.xml"/><Relationship Id="rId3" Type="http://schemas.openxmlformats.org/officeDocument/2006/relationships/tags" Target="../tags/tag157.xml"/><Relationship Id="rId2" Type="http://schemas.openxmlformats.org/officeDocument/2006/relationships/tags" Target="../tags/tag156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71.xml"/><Relationship Id="rId17" Type="http://schemas.openxmlformats.org/officeDocument/2006/relationships/image" Target="../media/image1.png"/><Relationship Id="rId16" Type="http://schemas.openxmlformats.org/officeDocument/2006/relationships/tags" Target="../tags/tag170.xml"/><Relationship Id="rId15" Type="http://schemas.openxmlformats.org/officeDocument/2006/relationships/tags" Target="../tags/tag169.xml"/><Relationship Id="rId14" Type="http://schemas.openxmlformats.org/officeDocument/2006/relationships/tags" Target="../tags/tag168.xml"/><Relationship Id="rId13" Type="http://schemas.openxmlformats.org/officeDocument/2006/relationships/tags" Target="../tags/tag167.xml"/><Relationship Id="rId12" Type="http://schemas.openxmlformats.org/officeDocument/2006/relationships/tags" Target="../tags/tag166.xml"/><Relationship Id="rId11" Type="http://schemas.openxmlformats.org/officeDocument/2006/relationships/tags" Target="../tags/tag165.xml"/><Relationship Id="rId10" Type="http://schemas.openxmlformats.org/officeDocument/2006/relationships/tags" Target="../tags/tag164.xml"/><Relationship Id="rId1" Type="http://schemas.openxmlformats.org/officeDocument/2006/relationships/tags" Target="../tags/tag1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80.xml"/><Relationship Id="rId8" Type="http://schemas.openxmlformats.org/officeDocument/2006/relationships/tags" Target="../tags/tag179.xml"/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188.xml"/><Relationship Id="rId17" Type="http://schemas.openxmlformats.org/officeDocument/2006/relationships/image" Target="../media/image1.png"/><Relationship Id="rId16" Type="http://schemas.openxmlformats.org/officeDocument/2006/relationships/tags" Target="../tags/tag187.xml"/><Relationship Id="rId15" Type="http://schemas.openxmlformats.org/officeDocument/2006/relationships/tags" Target="../tags/tag186.xml"/><Relationship Id="rId14" Type="http://schemas.openxmlformats.org/officeDocument/2006/relationships/tags" Target="../tags/tag185.xml"/><Relationship Id="rId13" Type="http://schemas.openxmlformats.org/officeDocument/2006/relationships/tags" Target="../tags/tag184.xml"/><Relationship Id="rId12" Type="http://schemas.openxmlformats.org/officeDocument/2006/relationships/tags" Target="../tags/tag183.xml"/><Relationship Id="rId11" Type="http://schemas.openxmlformats.org/officeDocument/2006/relationships/tags" Target="../tags/tag182.xml"/><Relationship Id="rId10" Type="http://schemas.openxmlformats.org/officeDocument/2006/relationships/tags" Target="../tags/tag181.xml"/><Relationship Id="rId1" Type="http://schemas.openxmlformats.org/officeDocument/2006/relationships/tags" Target="../tags/tag17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9" Type="http://schemas.openxmlformats.org/officeDocument/2006/relationships/slideLayout" Target="../slideLayouts/slideLayout2.xml"/><Relationship Id="rId18" Type="http://schemas.openxmlformats.org/officeDocument/2006/relationships/tags" Target="../tags/tag205.xml"/><Relationship Id="rId17" Type="http://schemas.openxmlformats.org/officeDocument/2006/relationships/image" Target="../media/image1.png"/><Relationship Id="rId16" Type="http://schemas.openxmlformats.org/officeDocument/2006/relationships/tags" Target="../tags/tag204.xml"/><Relationship Id="rId15" Type="http://schemas.openxmlformats.org/officeDocument/2006/relationships/tags" Target="../tags/tag203.xml"/><Relationship Id="rId14" Type="http://schemas.openxmlformats.org/officeDocument/2006/relationships/tags" Target="../tags/tag202.xml"/><Relationship Id="rId13" Type="http://schemas.openxmlformats.org/officeDocument/2006/relationships/tags" Target="../tags/tag201.xml"/><Relationship Id="rId12" Type="http://schemas.openxmlformats.org/officeDocument/2006/relationships/tags" Target="../tags/tag200.xml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孔、轴基本偏差代号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+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标准公差等级代号，则分别组成为孔或轴的公差带代号，下列哪个是基准轴的公差带代号（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6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孔、轴公差带的组合则形成配合，即用孔的公差带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轴的公差带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分子大写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分母小写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表示（孔、轴公称尺寸相同，以下省略），下列正确的基孔制间隙配合代号是（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m7/G8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m6/H7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H7/f6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h6/H7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带基准制式的孔、轴配合，国标规定优先选用基孔制，下列孔、轴配合哪个是基轴制过盈配合性质（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H7/g6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F7/h6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R7/h6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H6/h5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下列孔、轴哪个是基孔制的过渡配合性质（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087755" y="3714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45H7/f6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40F7/h6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30H7/p6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50H7/k6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配合公差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的大小，它反映了孔、轴配合的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松紧程度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，也反映了配合精度的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低与高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，根据已知条件的不同，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Tf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的计算公式正确的是下列（ 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=(ES-EI)+(es-ei)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=Y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-Y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=Y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-X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+T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F7B3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有关偏差、基本偏差、公差等级及符号、数值等方面，关于孔公差带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45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F7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45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F8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，下列叙述正确的是（）？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基本偏差不同，公差等级不同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基本偏差符号为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相同，公差相同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基本偏差分别为其下偏差相同，上偏差不同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基本偏差分别为其上偏差相同，下偏差不同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8A8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有关偏差、基本偏差、公差等级及符号、数值等方面，关于轴公差带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45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6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与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45</a:t>
            </a:r>
            <a:r>
              <a:rPr lang="en-US" altLang="zh-CN" sz="32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r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7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，下列叙述正确的是（）？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基本偏差不同，公差等级不同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基本偏差分别为其下偏差相同，上偏差不同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基本偏差符号分别为</a:t>
            </a:r>
            <a:r>
              <a:rPr lang="en-US" altLang="zh-CN" sz="3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相同，公差相同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基本偏差分别为其上偏差相同，下偏差不同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8A8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1722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某一孔的尺寸标注是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则下列表达较正确全面的是（ 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孔是基准孔，基本偏差为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，精度等级为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IT7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级，公差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=+0.025mm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孔是基准孔，基本偏差为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，上偏差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=0.025mm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，下偏差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孔是基准孔，基本偏差为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，精度等级为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IT7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级，公差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=0.025mm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Ø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  <a:sym typeface="+mn-ea"/>
              </a:rPr>
              <a:t>40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孔是基准孔，基本偏差为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，基本偏差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EI=0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，精度等级为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IT7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级，上偏差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ES=+0.025mm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，下偏差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EI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=0mm</a:t>
            </a: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，公差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en-US" altLang="zh-CN" sz="1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en-US" altLang="zh-CN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=0.025mm</a:t>
            </a:r>
            <a:endParaRPr lang="en-US" altLang="zh-CN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1795" name="Picture 4"/>
          <p:cNvPicPr>
            <a:picLocks noChangeAspect="1"/>
          </p:cNvPicPr>
          <p:nvPr/>
        </p:nvPicPr>
        <p:blipFill>
          <a:blip r:embed="rId11"/>
          <a:srcRect l="28247" t="-4924" r="54187" b="76387"/>
          <a:stretch>
            <a:fillRect/>
          </a:stretch>
        </p:blipFill>
        <p:spPr>
          <a:xfrm>
            <a:off x="3713480" y="1111250"/>
            <a:ext cx="1518285" cy="75438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8A80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9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基准孔基本偏差为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分别与非基准轴的基本偏差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形成的配合性质是（）？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基孔制间隙配合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基孔制过渡配合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基轴制过渡配合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基孔制过盈配合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619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Ø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50n6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轴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的上偏差为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+0.033mm,</a:t>
            </a: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公差值为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0.016mm,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则其基本偏差为（  ）</a:t>
            </a:r>
            <a:r>
              <a:rPr lang="en-US" altLang="zh-CN" sz="2600">
                <a:solidFill>
                  <a:srgbClr val="000000"/>
                </a:solidFill>
                <a:latin typeface="Times New Roman" panose="02020603050405020304" charset="0"/>
                <a:ea typeface="微软雅黑" panose="020B0503020204020204" pitchFamily="34" charset="-122"/>
                <a:cs typeface="Times New Roman" panose="02020603050405020304" charset="0"/>
              </a:rPr>
              <a:t>mm?</a:t>
            </a:r>
            <a:endParaRPr lang="en-US" altLang="zh-CN" sz="2600">
              <a:solidFill>
                <a:srgbClr val="000000"/>
              </a:solidFill>
              <a:latin typeface="Times New Roman" panose="02020603050405020304" charset="0"/>
              <a:ea typeface="微软雅黑" panose="020B0503020204020204" pitchFamily="34" charset="-122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=0.017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+0.017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115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+0.033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+0.016</a:t>
            </a:r>
            <a:endParaRPr lang="en-US" altLang="zh-CN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619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基准孔基本偏差为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分别与非基准轴的基本偏差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形成的配合性质是（）？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基孔制过渡配合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基轴制过盈配合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基孔制过盈配合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基孔制间隙配合</a:t>
            </a:r>
            <a:endParaRPr lang="zh-CN" altLang="en-US" sz="26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619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无刻度光滑极限量规：通规、止规，</a:t>
            </a:r>
            <a:r>
              <a:rPr lang="zh-CN" altLang="zh-CN" sz="2600" dirty="0">
                <a:sym typeface="+mn-ea"/>
              </a:rPr>
              <a:t>测量孔或轴时，其</a:t>
            </a:r>
            <a:r>
              <a:rPr lang="zh-CN" altLang="zh-CN" sz="2600" dirty="0">
                <a:solidFill>
                  <a:schemeClr val="tx1"/>
                </a:solidFill>
                <a:sym typeface="+mn-ea"/>
              </a:rPr>
              <a:t>验收合格原则是（ ）？</a:t>
            </a:r>
            <a:endParaRPr lang="zh-CN" altLang="zh-CN" sz="2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000" dirty="0">
                <a:solidFill>
                  <a:schemeClr val="tx1"/>
                </a:solidFill>
                <a:sym typeface="+mn-ea"/>
              </a:rPr>
              <a:t>通规能够</a:t>
            </a:r>
            <a:r>
              <a:rPr lang="zh-CN" altLang="zh-CN" sz="2000" dirty="0">
                <a:solidFill>
                  <a:srgbClr val="FF0000"/>
                </a:solidFill>
                <a:sym typeface="+mn-ea"/>
              </a:rPr>
              <a:t>通过</a:t>
            </a:r>
            <a:r>
              <a:rPr lang="zh-CN" altLang="zh-CN" sz="2000" dirty="0">
                <a:solidFill>
                  <a:schemeClr val="tx1"/>
                </a:solidFill>
                <a:sym typeface="+mn-ea"/>
              </a:rPr>
              <a:t>，并且止规</a:t>
            </a:r>
            <a:r>
              <a:rPr lang="zh-CN" altLang="zh-CN" sz="2000" dirty="0">
                <a:solidFill>
                  <a:srgbClr val="FF0000"/>
                </a:solidFill>
                <a:sym typeface="+mn-ea"/>
              </a:rPr>
              <a:t>不能通过</a:t>
            </a:r>
            <a:r>
              <a:rPr lang="zh-CN" altLang="zh-CN" sz="2000" dirty="0">
                <a:solidFill>
                  <a:schemeClr val="tx1"/>
                </a:solidFill>
                <a:sym typeface="+mn-ea"/>
              </a:rPr>
              <a:t>，被测孔或轴合格；</a:t>
            </a: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000" dirty="0">
                <a:solidFill>
                  <a:schemeClr val="tx1"/>
                </a:solidFill>
                <a:sym typeface="+mn-ea"/>
              </a:rPr>
              <a:t>通规不能通过，或者止规能通过，被测孔或轴</a:t>
            </a:r>
            <a:r>
              <a:rPr lang="zh-CN" altLang="zh-CN" sz="2000" dirty="0">
                <a:solidFill>
                  <a:srgbClr val="FF0000"/>
                </a:solidFill>
                <a:sym typeface="+mn-ea"/>
              </a:rPr>
              <a:t>不合格</a:t>
            </a:r>
            <a:r>
              <a:rPr lang="zh-CN" altLang="zh-CN" sz="2000" dirty="0">
                <a:solidFill>
                  <a:schemeClr val="tx1"/>
                </a:solidFill>
                <a:sym typeface="+mn-ea"/>
              </a:rPr>
              <a:t>；</a:t>
            </a:r>
            <a:endParaRPr lang="zh-CN" altLang="zh-CN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zh-CN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zh-CN" sz="2000" dirty="0">
                <a:sym typeface="+mn-ea"/>
              </a:rPr>
              <a:t>通规能通过，或者止规也能通过，被测孔或轴</a:t>
            </a:r>
            <a:r>
              <a:rPr lang="zh-CN" altLang="zh-CN" sz="2000" dirty="0">
                <a:solidFill>
                  <a:srgbClr val="FF0000"/>
                </a:solidFill>
                <a:sym typeface="+mn-ea"/>
              </a:rPr>
              <a:t>不合格</a:t>
            </a:r>
            <a:r>
              <a:rPr lang="zh-CN" altLang="zh-CN" sz="2000" dirty="0">
                <a:sym typeface="+mn-ea"/>
              </a:rPr>
              <a:t>；</a:t>
            </a:r>
            <a:endParaRPr lang="zh-CN" altLang="zh-CN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塞规（通规、止规）是既能检测孔，又能检测轴的测量器具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115" y="3868420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115" y="5011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115" y="6154420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115" y="7298055"/>
            <a:ext cx="548640" cy="54864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2948305" y="8286750"/>
            <a:ext cx="1646555" cy="438785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5715000" cy="635000"/>
            <a:chOff x="0" y="0"/>
            <a:chExt cx="90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90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00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1分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  <p:pic>
        <p:nvPicPr>
          <p:cNvPr id="2" name="图片 1" descr="tmp619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2.xml><?xml version="1.0" encoding="utf-8"?>
<p:tagLst xmlns:p="http://schemas.openxmlformats.org/presentationml/2006/main">
  <p:tag name="RAINPROBLEM" val="ProblemBody"/>
</p:tagLst>
</file>

<file path=ppt/tags/tag3.xml><?xml version="1.0" encoding="utf-8"?>
<p:tagLst xmlns:p="http://schemas.openxmlformats.org/presentationml/2006/main">
  <p:tag name="RAINPROBLEM" val="ProblemItem"/>
</p:tagLst>
</file>

<file path=ppt/tags/tag4.xml><?xml version="1.0" encoding="utf-8"?>
<p:tagLst xmlns:p="http://schemas.openxmlformats.org/presentationml/2006/main">
  <p:tag name="RAINPROBLEM" val="ProblemItem"/>
</p:tagLst>
</file>

<file path=ppt/tags/tag5.xml><?xml version="1.0" encoding="utf-8"?>
<p:tagLst xmlns:p="http://schemas.openxmlformats.org/presentationml/2006/main">
  <p:tag name="RAINPROBLEM" val="ProblemItem"/>
</p:tagLst>
</file>

<file path=ppt/tags/tag6.xml><?xml version="1.0" encoding="utf-8"?>
<p:tagLst xmlns:p="http://schemas.openxmlformats.org/presentationml/2006/main">
  <p:tag name="RAINPROBLEM" val="ProblemItem"/>
</p:tagLst>
</file>

<file path=ppt/tags/tag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p="http://schemas.openxmlformats.org/presentationml/2006/main">
  <p:tag name="RAINPROBLEMTYPE" val="ProblemTypeMarker"/>
</p:tagLst>
</file>

<file path=ppt/tags/tag13.xml><?xml version="1.0" encoding="utf-8"?>
<p:tagLst xmlns:p="http://schemas.openxmlformats.org/presentationml/2006/main">
  <p:tag name="RAINPROBLEMTYPE" val="ProblemTypeMarker"/>
</p:tagLst>
</file>

<file path=ppt/tags/tag14.xml><?xml version="1.0" encoding="utf-8"?>
<p:tagLst xmlns:p="http://schemas.openxmlformats.org/presentationml/2006/main">
  <p:tag name="RAINPROBLEMTYPE" val="ProblemTypeMarker"/>
</p:tagLst>
</file>

<file path=ppt/tags/tag15.xml><?xml version="1.0" encoding="utf-8"?>
<p:tagLst xmlns:p="http://schemas.openxmlformats.org/presentationml/2006/main">
  <p:tag name="RAINPROBLEMTYPE" val="ProblemTypeMarker"/>
</p:tagLst>
</file>

<file path=ppt/tags/tag16.xml><?xml version="1.0" encoding="utf-8"?>
<p:tagLst xmlns:p="http://schemas.openxmlformats.org/presentationml/2006/main">
  <p:tag name="RAINPROBLEMTYPE" val="ProblemTypeMarker"/>
</p:tagLst>
</file>

<file path=ppt/tags/tag17.xml><?xml version="1.0" encoding="utf-8"?>
<p:tagLst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p="http://schemas.openxmlformats.org/presentationml/2006/main">
  <p:tag name="RAINPROBLEM" val="MultipleChoice"/>
  <p:tag name="PROBLEMSCORE" val="1.0"/>
</p:tagLst>
</file>

<file path=ppt/tags/tag19.xml><?xml version="1.0" encoding="utf-8"?>
<p:tagLst xmlns:p="http://schemas.openxmlformats.org/presentationml/2006/main">
  <p:tag name="RAINPROBLEM" val="ProblemBody"/>
</p:tagLst>
</file>

<file path=ppt/tags/tag20.xml><?xml version="1.0" encoding="utf-8"?>
<p:tagLst xmlns:p="http://schemas.openxmlformats.org/presentationml/2006/main">
  <p:tag name="RAINPROBLEM" val="ProblemItem"/>
</p:tagLst>
</file>

<file path=ppt/tags/tag21.xml><?xml version="1.0" encoding="utf-8"?>
<p:tagLst xmlns:p="http://schemas.openxmlformats.org/presentationml/2006/main">
  <p:tag name="RAINPROBLEM" val="ProblemItem"/>
</p:tagLst>
</file>

<file path=ppt/tags/tag22.xml><?xml version="1.0" encoding="utf-8"?>
<p:tagLst xmlns:p="http://schemas.openxmlformats.org/presentationml/2006/main">
  <p:tag name="RAINPROBLEM" val="ProblemItem"/>
</p:tagLst>
</file>

<file path=ppt/tags/tag23.xml><?xml version="1.0" encoding="utf-8"?>
<p:tagLst xmlns:p="http://schemas.openxmlformats.org/presentationml/2006/main">
  <p:tag name="RAINPROBLEM" val="ProblemItem"/>
</p:tagLst>
</file>

<file path=ppt/tags/tag2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p="http://schemas.openxmlformats.org/presentationml/2006/main">
  <p:tag name="RAINPROBLEMTYPE" val="ProblemTypeMarker"/>
</p:tagLst>
</file>

<file path=ppt/tags/tag30.xml><?xml version="1.0" encoding="utf-8"?>
<p:tagLst xmlns:p="http://schemas.openxmlformats.org/presentationml/2006/main">
  <p:tag name="RAINPROBLEMTYPE" val="ProblemTypeMarker"/>
</p:tagLst>
</file>

<file path=ppt/tags/tag31.xml><?xml version="1.0" encoding="utf-8"?>
<p:tagLst xmlns:p="http://schemas.openxmlformats.org/presentationml/2006/main">
  <p:tag name="RAINPROBLEMTYPE" val="ProblemTypeMarker"/>
</p:tagLst>
</file>

<file path=ppt/tags/tag32.xml><?xml version="1.0" encoding="utf-8"?>
<p:tagLst xmlns:p="http://schemas.openxmlformats.org/presentationml/2006/main">
  <p:tag name="RAINPROBLEMTYPE" val="ProblemTypeMarker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" val="ProblemSetting"/>
  <p:tag name="RAINPROBLEMTYPE" val="MultipleChoice"/>
</p:tagLst>
</file>

<file path=ppt/tags/tag35.xml><?xml version="1.0" encoding="utf-8"?>
<p:tagLst xmlns:p="http://schemas.openxmlformats.org/presentationml/2006/main">
  <p:tag name="RAINPROBLEM" val="MultipleChoice"/>
  <p:tag name="PROBLEMSCORE" val="1.0"/>
</p:tagLst>
</file>

<file path=ppt/tags/tag36.xml><?xml version="1.0" encoding="utf-8"?>
<p:tagLst xmlns:p="http://schemas.openxmlformats.org/presentationml/2006/main">
  <p:tag name="RAINPROBLEM" val="ProblemBody"/>
</p:tagLst>
</file>

<file path=ppt/tags/tag37.xml><?xml version="1.0" encoding="utf-8"?>
<p:tagLst xmlns:p="http://schemas.openxmlformats.org/presentationml/2006/main">
  <p:tag name="RAINPROBLEM" val="ProblemItem"/>
</p:tagLst>
</file>

<file path=ppt/tags/tag38.xml><?xml version="1.0" encoding="utf-8"?>
<p:tagLst xmlns:p="http://schemas.openxmlformats.org/presentationml/2006/main">
  <p:tag name="RAINPROBLEM" val="ProblemItem"/>
</p:tagLst>
</file>

<file path=ppt/tags/tag39.xml><?xml version="1.0" encoding="utf-8"?>
<p:tagLst xmlns:p="http://schemas.openxmlformats.org/presentationml/2006/main">
  <p:tag name="RAINPROBLEM" val="ProblemItem"/>
</p:tagLst>
</file>

<file path=ppt/tags/tag40.xml><?xml version="1.0" encoding="utf-8"?>
<p:tagLst xmlns:p="http://schemas.openxmlformats.org/presentationml/2006/main">
  <p:tag name="RAINPROBLEM" val="ProblemItem"/>
</p:tagLst>
</file>

<file path=ppt/tags/tag4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p="http://schemas.openxmlformats.org/presentationml/2006/main">
  <p:tag name="RAINPROBLEM" val="ProblemSubmit"/>
  <p:tag name="RAINPROBLEMTYPE" val="MultipleChoice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p="http://schemas.openxmlformats.org/presentationml/2006/main">
  <p:tag name="RAINPROBLEM" val="MultipleChoice"/>
  <p:tag name="PROBLEMSCORE" val="1.0"/>
</p:tagLst>
</file>

<file path=ppt/tags/tag53.xml><?xml version="1.0" encoding="utf-8"?>
<p:tagLst xmlns:p="http://schemas.openxmlformats.org/presentationml/2006/main">
  <p:tag name="RAINPROBLEM" val="ProblemBody"/>
</p:tagLst>
</file>

<file path=ppt/tags/tag54.xml><?xml version="1.0" encoding="utf-8"?>
<p:tagLst xmlns:p="http://schemas.openxmlformats.org/presentationml/2006/main">
  <p:tag name="RAINPROBLEM" val="ProblemItem"/>
</p:tagLst>
</file>

<file path=ppt/tags/tag55.xml><?xml version="1.0" encoding="utf-8"?>
<p:tagLst xmlns:p="http://schemas.openxmlformats.org/presentationml/2006/main">
  <p:tag name="RAINPROBLEM" val="ProblemItem"/>
</p:tagLst>
</file>

<file path=ppt/tags/tag56.xml><?xml version="1.0" encoding="utf-8"?>
<p:tagLst xmlns:p="http://schemas.openxmlformats.org/presentationml/2006/main">
  <p:tag name="RAINPROBLEM" val="ProblemItem"/>
</p:tagLst>
</file>

<file path=ppt/tags/tag57.xml><?xml version="1.0" encoding="utf-8"?>
<p:tagLst xmlns:p="http://schemas.openxmlformats.org/presentationml/2006/main">
  <p:tag name="RAINPROBLEM" val="ProblemItem"/>
</p:tagLst>
</file>

<file path=ppt/tags/tag5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5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6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62.xml><?xml version="1.0" encoding="utf-8"?>
<p:tagLst xmlns:p="http://schemas.openxmlformats.org/presentationml/2006/main">
  <p:tag name="RAINPROBLEM" val="ProblemSubmit"/>
  <p:tag name="RAINPROBLEMTYPE" val="MultipleChoice"/>
</p:tagLst>
</file>

<file path=ppt/tags/tag63.xml><?xml version="1.0" encoding="utf-8"?>
<p:tagLst xmlns:p="http://schemas.openxmlformats.org/presentationml/2006/main">
  <p:tag name="RAINPROBLEMTYPE" val="ProblemTypeMarker"/>
</p:tagLst>
</file>

<file path=ppt/tags/tag64.xml><?xml version="1.0" encoding="utf-8"?>
<p:tagLst xmlns:p="http://schemas.openxmlformats.org/presentationml/2006/main">
  <p:tag name="RAINPROBLEMTYPE" val="ProblemTypeMarker"/>
</p:tagLst>
</file>

<file path=ppt/tags/tag65.xml><?xml version="1.0" encoding="utf-8"?>
<p:tagLst xmlns:p="http://schemas.openxmlformats.org/presentationml/2006/main">
  <p:tag name="RAINPROBLEMTYPE" val="ProblemTypeMarker"/>
</p:tagLst>
</file>

<file path=ppt/tags/tag66.xml><?xml version="1.0" encoding="utf-8"?>
<p:tagLst xmlns:p="http://schemas.openxmlformats.org/presentationml/2006/main">
  <p:tag name="RAINPROBLEMTYPE" val="ProblemTypeMarker"/>
</p:tagLst>
</file>

<file path=ppt/tags/tag67.xml><?xml version="1.0" encoding="utf-8"?>
<p:tagLst xmlns:p="http://schemas.openxmlformats.org/presentationml/2006/main">
  <p:tag name="RAINPROBLEMTYPE" val="ProblemTypeMarker"/>
</p:tagLst>
</file>

<file path=ppt/tags/tag68.xml><?xml version="1.0" encoding="utf-8"?>
<p:tagLst xmlns:p="http://schemas.openxmlformats.org/presentationml/2006/main">
  <p:tag name="RAINPROBLEM" val="ProblemSetting"/>
  <p:tag name="RAINPROBLEMTYPE" val="MultipleChoice"/>
</p:tagLst>
</file>

<file path=ppt/tags/tag69.xml><?xml version="1.0" encoding="utf-8"?>
<p:tagLst xmlns:p="http://schemas.openxmlformats.org/presentationml/2006/main">
  <p:tag name="RAINPROBLEM" val="MultipleChoice"/>
  <p:tag name="PROBLEMSCORE" val="1.0"/>
</p:tagLst>
</file>

<file path=ppt/tags/tag70.xml><?xml version="1.0" encoding="utf-8"?>
<p:tagLst xmlns:p="http://schemas.openxmlformats.org/presentationml/2006/main">
  <p:tag name="RAINPROBLEM" val="ProblemBody"/>
</p:tagLst>
</file>

<file path=ppt/tags/tag71.xml><?xml version="1.0" encoding="utf-8"?>
<p:tagLst xmlns:p="http://schemas.openxmlformats.org/presentationml/2006/main">
  <p:tag name="RAINPROBLEM" val="ProblemItem"/>
</p:tagLst>
</file>

<file path=ppt/tags/tag72.xml><?xml version="1.0" encoding="utf-8"?>
<p:tagLst xmlns:p="http://schemas.openxmlformats.org/presentationml/2006/main">
  <p:tag name="RAINPROBLEM" val="ProblemItem"/>
</p:tagLst>
</file>

<file path=ppt/tags/tag73.xml><?xml version="1.0" encoding="utf-8"?>
<p:tagLst xmlns:p="http://schemas.openxmlformats.org/presentationml/2006/main">
  <p:tag name="RAINPROBLEM" val="ProblemItem"/>
</p:tagLst>
</file>

<file path=ppt/tags/tag74.xml><?xml version="1.0" encoding="utf-8"?>
<p:tagLst xmlns:p="http://schemas.openxmlformats.org/presentationml/2006/main">
  <p:tag name="RAINPROBLEM" val="ProblemItem"/>
</p:tagLst>
</file>

<file path=ppt/tags/tag7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7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79.xml><?xml version="1.0" encoding="utf-8"?>
<p:tagLst xmlns:p="http://schemas.openxmlformats.org/presentationml/2006/main">
  <p:tag name="RAINPROBLEM" val="ProblemSubmit"/>
  <p:tag name="RAINPROBLEMTYPE" val="MultipleChoice"/>
</p:tagLst>
</file>

<file path=ppt/tags/tag80.xml><?xml version="1.0" encoding="utf-8"?>
<p:tagLst xmlns:p="http://schemas.openxmlformats.org/presentationml/2006/main">
  <p:tag name="RAINPROBLEMTYPE" val="ProblemTypeMarker"/>
</p:tagLst>
</file>

<file path=ppt/tags/tag81.xml><?xml version="1.0" encoding="utf-8"?>
<p:tagLst xmlns:p="http://schemas.openxmlformats.org/presentationml/2006/main">
  <p:tag name="RAINPROBLEMTYPE" val="ProblemTypeMarker"/>
</p:tagLst>
</file>

<file path=ppt/tags/tag82.xml><?xml version="1.0" encoding="utf-8"?>
<p:tagLst xmlns:p="http://schemas.openxmlformats.org/presentationml/2006/main">
  <p:tag name="RAINPROBLEMTYPE" val="ProblemTypeMarker"/>
</p:tagLst>
</file>

<file path=ppt/tags/tag83.xml><?xml version="1.0" encoding="utf-8"?>
<p:tagLst xmlns:p="http://schemas.openxmlformats.org/presentationml/2006/main">
  <p:tag name="RAINPROBLEMTYPE" val="ProblemTypeMarker"/>
</p:tagLst>
</file>

<file path=ppt/tags/tag84.xml><?xml version="1.0" encoding="utf-8"?>
<p:tagLst xmlns:p="http://schemas.openxmlformats.org/presentationml/2006/main">
  <p:tag name="RAINPROBLEMTYPE" val="ProblemTypeMarker"/>
</p:tagLst>
</file>

<file path=ppt/tags/tag85.xml><?xml version="1.0" encoding="utf-8"?>
<p:tagLst xmlns:p="http://schemas.openxmlformats.org/presentationml/2006/main">
  <p:tag name="RAINPROBLEM" val="ProblemSetting"/>
  <p:tag name="RAINPROBLEMTYPE" val="MultipleChoice"/>
</p:tagLst>
</file>

<file path=ppt/tags/tag86.xml><?xml version="1.0" encoding="utf-8"?>
<p:tagLst xmlns:p="http://schemas.openxmlformats.org/presentationml/2006/main">
  <p:tag name="RAINPROBLEM" val="MultipleChoice"/>
  <p:tag name="PROBLEMSCORE" val="1.0"/>
</p:tagLst>
</file>

<file path=ppt/tags/tag87.xml><?xml version="1.0" encoding="utf-8"?>
<p:tagLst xmlns:p="http://schemas.openxmlformats.org/presentationml/2006/main">
  <p:tag name="RAINPROBLEM" val="ProblemBody"/>
</p:tagLst>
</file>

<file path=ppt/tags/tag88.xml><?xml version="1.0" encoding="utf-8"?>
<p:tagLst xmlns:p="http://schemas.openxmlformats.org/presentationml/2006/main">
  <p:tag name="RAINPROBLEM" val="ProblemItem"/>
</p:tagLst>
</file>

<file path=ppt/tags/tag89.xml><?xml version="1.0" encoding="utf-8"?>
<p:tagLst xmlns:p="http://schemas.openxmlformats.org/presentationml/2006/main">
  <p:tag name="RAINPROBLEM" val="ProblemItem"/>
</p:tagLst>
</file>

<file path=ppt/tags/tag90.xml><?xml version="1.0" encoding="utf-8"?>
<p:tagLst xmlns:p="http://schemas.openxmlformats.org/presentationml/2006/main">
  <p:tag name="RAINPROBLEM" val="ProblemItem"/>
</p:tagLst>
</file>

<file path=ppt/tags/tag91.xml><?xml version="1.0" encoding="utf-8"?>
<p:tagLst xmlns:p="http://schemas.openxmlformats.org/presentationml/2006/main">
  <p:tag name="RAINPROBLEM" val="ProblemItem"/>
</p:tagLst>
</file>

<file path=ppt/tags/tag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96.xml><?xml version="1.0" encoding="utf-8"?>
<p:tagLst xmlns:p="http://schemas.openxmlformats.org/presentationml/2006/main">
  <p:tag name="RAINPROBLEM" val="ProblemSubmit"/>
  <p:tag name="RAINPROBLEMTYPE" val="MultipleChoice"/>
</p:tagLst>
</file>

<file path=ppt/tags/tag97.xml><?xml version="1.0" encoding="utf-8"?>
<p:tagLst xmlns:p="http://schemas.openxmlformats.org/presentationml/2006/main">
  <p:tag name="RAINPROBLEMTYPE" val="ProblemTypeMarker"/>
</p:tagLst>
</file>

<file path=ppt/tags/tag98.xml><?xml version="1.0" encoding="utf-8"?>
<p:tagLst xmlns:p="http://schemas.openxmlformats.org/presentationml/2006/main">
  <p:tag name="RAINPROBLEMTYPE" val="ProblemTypeMarker"/>
</p:tagLst>
</file>

<file path=ppt/tags/tag99.xml><?xml version="1.0" encoding="utf-8"?>
<p:tagLst xmlns:p="http://schemas.openxmlformats.org/presentationml/2006/main">
  <p:tag name="RAINPROBLEMTYPE" val="ProblemTypeMarker"/>
</p:tagLst>
</file>

<file path=ppt/tags/tag100.xml><?xml version="1.0" encoding="utf-8"?>
<p:tagLst xmlns:p="http://schemas.openxmlformats.org/presentationml/2006/main">
  <p:tag name="RAINPROBLEMTYPE" val="ProblemTypeMarker"/>
</p:tagLst>
</file>

<file path=ppt/tags/tag101.xml><?xml version="1.0" encoding="utf-8"?>
<p:tagLst xmlns:p="http://schemas.openxmlformats.org/presentationml/2006/main">
  <p:tag name="RAINPROBLEMTYPE" val="ProblemTypeMarker"/>
</p:tagLst>
</file>

<file path=ppt/tags/tag102.xml><?xml version="1.0" encoding="utf-8"?>
<p:tagLst xmlns:p="http://schemas.openxmlformats.org/presentationml/2006/main">
  <p:tag name="RAINPROBLEM" val="ProblemSetting"/>
  <p:tag name="RAINPROBLEMTYPE" val="MultipleChoice"/>
</p:tagLst>
</file>

<file path=ppt/tags/tag103.xml><?xml version="1.0" encoding="utf-8"?>
<p:tagLst xmlns:p="http://schemas.openxmlformats.org/presentationml/2006/main">
  <p:tag name="RAINPROBLEM" val="MultipleChoice"/>
  <p:tag name="PROBLEMSCORE" val="1.0"/>
</p:tagLst>
</file>

<file path=ppt/tags/tag104.xml><?xml version="1.0" encoding="utf-8"?>
<p:tagLst xmlns:p="http://schemas.openxmlformats.org/presentationml/2006/main">
  <p:tag name="RAINPROBLEM" val="ProblemBody"/>
</p:tagLst>
</file>

<file path=ppt/tags/tag105.xml><?xml version="1.0" encoding="utf-8"?>
<p:tagLst xmlns:p="http://schemas.openxmlformats.org/presentationml/2006/main">
  <p:tag name="RAINPROBLEM" val="ProblemItem"/>
</p:tagLst>
</file>

<file path=ppt/tags/tag106.xml><?xml version="1.0" encoding="utf-8"?>
<p:tagLst xmlns:p="http://schemas.openxmlformats.org/presentationml/2006/main">
  <p:tag name="RAINPROBLEM" val="ProblemItem"/>
</p:tagLst>
</file>

<file path=ppt/tags/tag107.xml><?xml version="1.0" encoding="utf-8"?>
<p:tagLst xmlns:p="http://schemas.openxmlformats.org/presentationml/2006/main">
  <p:tag name="RAINPROBLEM" val="ProblemItem"/>
</p:tagLst>
</file>

<file path=ppt/tags/tag108.xml><?xml version="1.0" encoding="utf-8"?>
<p:tagLst xmlns:p="http://schemas.openxmlformats.org/presentationml/2006/main">
  <p:tag name="RAINPROBLEM" val="ProblemItem"/>
</p:tagLst>
</file>

<file path=ppt/tags/tag10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0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1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13.xml><?xml version="1.0" encoding="utf-8"?>
<p:tagLst xmlns:p="http://schemas.openxmlformats.org/presentationml/2006/main">
  <p:tag name="RAINPROBLEM" val="ProblemSubmit"/>
  <p:tag name="RAINPROBLEMTYPE" val="MultipleChoice"/>
</p:tagLst>
</file>

<file path=ppt/tags/tag114.xml><?xml version="1.0" encoding="utf-8"?>
<p:tagLst xmlns:p="http://schemas.openxmlformats.org/presentationml/2006/main">
  <p:tag name="RAINPROBLEMTYPE" val="ProblemTypeMarker"/>
</p:tagLst>
</file>

<file path=ppt/tags/tag115.xml><?xml version="1.0" encoding="utf-8"?>
<p:tagLst xmlns:p="http://schemas.openxmlformats.org/presentationml/2006/main">
  <p:tag name="RAINPROBLEMTYPE" val="ProblemTypeMarker"/>
</p:tagLst>
</file>

<file path=ppt/tags/tag116.xml><?xml version="1.0" encoding="utf-8"?>
<p:tagLst xmlns:p="http://schemas.openxmlformats.org/presentationml/2006/main">
  <p:tag name="RAINPROBLEMTYPE" val="ProblemTypeMarker"/>
</p:tagLst>
</file>

<file path=ppt/tags/tag117.xml><?xml version="1.0" encoding="utf-8"?>
<p:tagLst xmlns:p="http://schemas.openxmlformats.org/presentationml/2006/main">
  <p:tag name="RAINPROBLEMTYPE" val="ProblemTypeMarker"/>
</p:tagLst>
</file>

<file path=ppt/tags/tag118.xml><?xml version="1.0" encoding="utf-8"?>
<p:tagLst xmlns:p="http://schemas.openxmlformats.org/presentationml/2006/main">
  <p:tag name="RAINPROBLEMTYPE" val="ProblemTypeMarker"/>
</p:tagLst>
</file>

<file path=ppt/tags/tag119.xml><?xml version="1.0" encoding="utf-8"?>
<p:tagLst xmlns:p="http://schemas.openxmlformats.org/presentationml/2006/main">
  <p:tag name="RAINPROBLEM" val="ProblemSetting"/>
  <p:tag name="RAINPROBLEMTYPE" val="MultipleChoice"/>
</p:tagLst>
</file>

<file path=ppt/tags/tag120.xml><?xml version="1.0" encoding="utf-8"?>
<p:tagLst xmlns:p="http://schemas.openxmlformats.org/presentationml/2006/main">
  <p:tag name="RAINPROBLEM" val="MultipleChoice"/>
  <p:tag name="PROBLEMSCORE" val="1.0"/>
</p:tagLst>
</file>

<file path=ppt/tags/tag121.xml><?xml version="1.0" encoding="utf-8"?>
<p:tagLst xmlns:p="http://schemas.openxmlformats.org/presentationml/2006/main">
  <p:tag name="RAINPROBLEM" val="ProblemBody"/>
</p:tagLst>
</file>

<file path=ppt/tags/tag122.xml><?xml version="1.0" encoding="utf-8"?>
<p:tagLst xmlns:p="http://schemas.openxmlformats.org/presentationml/2006/main">
  <p:tag name="RAINPROBLEM" val="ProblemItem"/>
</p:tagLst>
</file>

<file path=ppt/tags/tag123.xml><?xml version="1.0" encoding="utf-8"?>
<p:tagLst xmlns:p="http://schemas.openxmlformats.org/presentationml/2006/main">
  <p:tag name="RAINPROBLEM" val="ProblemItem"/>
</p:tagLst>
</file>

<file path=ppt/tags/tag124.xml><?xml version="1.0" encoding="utf-8"?>
<p:tagLst xmlns:p="http://schemas.openxmlformats.org/presentationml/2006/main">
  <p:tag name="RAINPROBLEM" val="ProblemItem"/>
</p:tagLst>
</file>

<file path=ppt/tags/tag125.xml><?xml version="1.0" encoding="utf-8"?>
<p:tagLst xmlns:p="http://schemas.openxmlformats.org/presentationml/2006/main">
  <p:tag name="RAINPROBLEM" val="ProblemItem"/>
</p:tagLst>
</file>

<file path=ppt/tags/tag12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2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0.xml><?xml version="1.0" encoding="utf-8"?>
<p:tagLst xmlns:p="http://schemas.openxmlformats.org/presentationml/2006/main">
  <p:tag name="RAINPROBLEM" val="ProblemSubmit"/>
  <p:tag name="RAINPROBLEMTYPE" val="MultipleChoice"/>
</p:tagLst>
</file>

<file path=ppt/tags/tag131.xml><?xml version="1.0" encoding="utf-8"?>
<p:tagLst xmlns:p="http://schemas.openxmlformats.org/presentationml/2006/main">
  <p:tag name="RAINPROBLEMTYPE" val="ProblemTypeMarker"/>
</p:tagLst>
</file>

<file path=ppt/tags/tag132.xml><?xml version="1.0" encoding="utf-8"?>
<p:tagLst xmlns:p="http://schemas.openxmlformats.org/presentationml/2006/main">
  <p:tag name="RAINPROBLEMTYPE" val="ProblemTypeMarker"/>
</p:tagLst>
</file>

<file path=ppt/tags/tag133.xml><?xml version="1.0" encoding="utf-8"?>
<p:tagLst xmlns:p="http://schemas.openxmlformats.org/presentationml/2006/main">
  <p:tag name="RAINPROBLEMTYPE" val="ProblemTypeMarker"/>
</p:tagLst>
</file>

<file path=ppt/tags/tag134.xml><?xml version="1.0" encoding="utf-8"?>
<p:tagLst xmlns:p="http://schemas.openxmlformats.org/presentationml/2006/main">
  <p:tag name="RAINPROBLEMTYPE" val="ProblemTypeMarker"/>
</p:tagLst>
</file>

<file path=ppt/tags/tag135.xml><?xml version="1.0" encoding="utf-8"?>
<p:tagLst xmlns:p="http://schemas.openxmlformats.org/presentationml/2006/main">
  <p:tag name="RAINPROBLEMTYPE" val="ProblemTypeMarker"/>
</p:tagLst>
</file>

<file path=ppt/tags/tag136.xml><?xml version="1.0" encoding="utf-8"?>
<p:tagLst xmlns:p="http://schemas.openxmlformats.org/presentationml/2006/main">
  <p:tag name="RAINPROBLEM" val="ProblemSetting"/>
  <p:tag name="RAINPROBLEMTYPE" val="MultipleChoice"/>
</p:tagLst>
</file>

<file path=ppt/tags/tag137.xml><?xml version="1.0" encoding="utf-8"?>
<p:tagLst xmlns:p="http://schemas.openxmlformats.org/presentationml/2006/main">
  <p:tag name="RAINPROBLEM" val="MultipleChoice"/>
  <p:tag name="PROBLEMSCORE" val="1.0"/>
</p:tagLst>
</file>

<file path=ppt/tags/tag138.xml><?xml version="1.0" encoding="utf-8"?>
<p:tagLst xmlns:p="http://schemas.openxmlformats.org/presentationml/2006/main">
  <p:tag name="RAINPROBLEM" val="ProblemBody"/>
</p:tagLst>
</file>

<file path=ppt/tags/tag139.xml><?xml version="1.0" encoding="utf-8"?>
<p:tagLst xmlns:p="http://schemas.openxmlformats.org/presentationml/2006/main">
  <p:tag name="RAINPROBLEM" val="ProblemItem"/>
</p:tagLst>
</file>

<file path=ppt/tags/tag140.xml><?xml version="1.0" encoding="utf-8"?>
<p:tagLst xmlns:p="http://schemas.openxmlformats.org/presentationml/2006/main">
  <p:tag name="RAINPROBLEM" val="ProblemItem"/>
</p:tagLst>
</file>

<file path=ppt/tags/tag141.xml><?xml version="1.0" encoding="utf-8"?>
<p:tagLst xmlns:p="http://schemas.openxmlformats.org/presentationml/2006/main">
  <p:tag name="RAINPROBLEM" val="ProblemItem"/>
</p:tagLst>
</file>

<file path=ppt/tags/tag142.xml><?xml version="1.0" encoding="utf-8"?>
<p:tagLst xmlns:p="http://schemas.openxmlformats.org/presentationml/2006/main">
  <p:tag name="RAINPROBLEM" val="ProblemItem"/>
</p:tagLst>
</file>

<file path=ppt/tags/tag14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4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47.xml><?xml version="1.0" encoding="utf-8"?>
<p:tagLst xmlns:p="http://schemas.openxmlformats.org/presentationml/2006/main">
  <p:tag name="RAINPROBLEM" val="ProblemSubmit"/>
  <p:tag name="RAINPROBLEMTYPE" val="MultipleChoice"/>
</p:tagLst>
</file>

<file path=ppt/tags/tag148.xml><?xml version="1.0" encoding="utf-8"?>
<p:tagLst xmlns:p="http://schemas.openxmlformats.org/presentationml/2006/main">
  <p:tag name="RAINPROBLEMTYPE" val="ProblemTypeMarker"/>
</p:tagLst>
</file>

<file path=ppt/tags/tag149.xml><?xml version="1.0" encoding="utf-8"?>
<p:tagLst xmlns:p="http://schemas.openxmlformats.org/presentationml/2006/main">
  <p:tag name="RAINPROBLEMTYPE" val="ProblemTypeMarker"/>
</p:tagLst>
</file>

<file path=ppt/tags/tag150.xml><?xml version="1.0" encoding="utf-8"?>
<p:tagLst xmlns:p="http://schemas.openxmlformats.org/presentationml/2006/main">
  <p:tag name="RAINPROBLEMTYPE" val="ProblemTypeMarker"/>
</p:tagLst>
</file>

<file path=ppt/tags/tag151.xml><?xml version="1.0" encoding="utf-8"?>
<p:tagLst xmlns:p="http://schemas.openxmlformats.org/presentationml/2006/main">
  <p:tag name="RAINPROBLEMTYPE" val="ProblemTypeMarker"/>
</p:tagLst>
</file>

<file path=ppt/tags/tag152.xml><?xml version="1.0" encoding="utf-8"?>
<p:tagLst xmlns:p="http://schemas.openxmlformats.org/presentationml/2006/main">
  <p:tag name="RAINPROBLEMTYPE" val="ProblemTypeMarker"/>
</p:tagLst>
</file>

<file path=ppt/tags/tag153.xml><?xml version="1.0" encoding="utf-8"?>
<p:tagLst xmlns:p="http://schemas.openxmlformats.org/presentationml/2006/main">
  <p:tag name="RAINPROBLEM" val="ProblemSetting"/>
  <p:tag name="RAINPROBLEMTYPE" val="MultipleChoice"/>
</p:tagLst>
</file>

<file path=ppt/tags/tag154.xml><?xml version="1.0" encoding="utf-8"?>
<p:tagLst xmlns:p="http://schemas.openxmlformats.org/presentationml/2006/main">
  <p:tag name="RAINPROBLEM" val="MultipleChoice"/>
  <p:tag name="PROBLEMSCORE" val="1.0"/>
</p:tagLst>
</file>

<file path=ppt/tags/tag155.xml><?xml version="1.0" encoding="utf-8"?>
<p:tagLst xmlns:p="http://schemas.openxmlformats.org/presentationml/2006/main">
  <p:tag name="RAINPROBLEM" val="ProblemBody"/>
</p:tagLst>
</file>

<file path=ppt/tags/tag156.xml><?xml version="1.0" encoding="utf-8"?>
<p:tagLst xmlns:p="http://schemas.openxmlformats.org/presentationml/2006/main">
  <p:tag name="RAINPROBLEM" val="ProblemItem"/>
</p:tagLst>
</file>

<file path=ppt/tags/tag157.xml><?xml version="1.0" encoding="utf-8"?>
<p:tagLst xmlns:p="http://schemas.openxmlformats.org/presentationml/2006/main">
  <p:tag name="RAINPROBLEM" val="ProblemItem"/>
</p:tagLst>
</file>

<file path=ppt/tags/tag158.xml><?xml version="1.0" encoding="utf-8"?>
<p:tagLst xmlns:p="http://schemas.openxmlformats.org/presentationml/2006/main">
  <p:tag name="RAINPROBLEM" val="ProblemItem"/>
</p:tagLst>
</file>

<file path=ppt/tags/tag159.xml><?xml version="1.0" encoding="utf-8"?>
<p:tagLst xmlns:p="http://schemas.openxmlformats.org/presentationml/2006/main">
  <p:tag name="RAINPROBLEM" val="ProblemItem"/>
</p:tagLst>
</file>

<file path=ppt/tags/tag16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1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6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3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64.xml><?xml version="1.0" encoding="utf-8"?>
<p:tagLst xmlns:p="http://schemas.openxmlformats.org/presentationml/2006/main">
  <p:tag name="RAINPROBLEM" val="ProblemSubmit"/>
  <p:tag name="RAINPROBLEMTYPE" val="MultipleChoice"/>
</p:tagLst>
</file>

<file path=ppt/tags/tag165.xml><?xml version="1.0" encoding="utf-8"?>
<p:tagLst xmlns:p="http://schemas.openxmlformats.org/presentationml/2006/main">
  <p:tag name="RAINPROBLEMTYPE" val="ProblemTypeMarker"/>
</p:tagLst>
</file>

<file path=ppt/tags/tag166.xml><?xml version="1.0" encoding="utf-8"?>
<p:tagLst xmlns:p="http://schemas.openxmlformats.org/presentationml/2006/main">
  <p:tag name="RAINPROBLEMTYPE" val="ProblemTypeMarker"/>
</p:tagLst>
</file>

<file path=ppt/tags/tag167.xml><?xml version="1.0" encoding="utf-8"?>
<p:tagLst xmlns:p="http://schemas.openxmlformats.org/presentationml/2006/main">
  <p:tag name="RAINPROBLEMTYPE" val="ProblemTypeMarker"/>
</p:tagLst>
</file>

<file path=ppt/tags/tag168.xml><?xml version="1.0" encoding="utf-8"?>
<p:tagLst xmlns:p="http://schemas.openxmlformats.org/presentationml/2006/main">
  <p:tag name="RAINPROBLEMTYPE" val="ProblemTypeMarker"/>
</p:tagLst>
</file>

<file path=ppt/tags/tag169.xml><?xml version="1.0" encoding="utf-8"?>
<p:tagLst xmlns:p="http://schemas.openxmlformats.org/presentationml/2006/main">
  <p:tag name="RAINPROBLEMTYPE" val="ProblemTypeMarker"/>
</p:tagLst>
</file>

<file path=ppt/tags/tag170.xml><?xml version="1.0" encoding="utf-8"?>
<p:tagLst xmlns:p="http://schemas.openxmlformats.org/presentationml/2006/main">
  <p:tag name="RAINPROBLEM" val="ProblemSetting"/>
  <p:tag name="RAINPROBLEMTYPE" val="MultipleChoice"/>
</p:tagLst>
</file>

<file path=ppt/tags/tag171.xml><?xml version="1.0" encoding="utf-8"?>
<p:tagLst xmlns:p="http://schemas.openxmlformats.org/presentationml/2006/main">
  <p:tag name="RAINPROBLEM" val="MultipleChoice"/>
  <p:tag name="PROBLEMSCORE" val="1.0"/>
</p:tagLst>
</file>

<file path=ppt/tags/tag172.xml><?xml version="1.0" encoding="utf-8"?>
<p:tagLst xmlns:p="http://schemas.openxmlformats.org/presentationml/2006/main">
  <p:tag name="RAINPROBLEM" val="ProblemBody"/>
</p:tagLst>
</file>

<file path=ppt/tags/tag173.xml><?xml version="1.0" encoding="utf-8"?>
<p:tagLst xmlns:p="http://schemas.openxmlformats.org/presentationml/2006/main">
  <p:tag name="RAINPROBLEM" val="ProblemItem"/>
</p:tagLst>
</file>

<file path=ppt/tags/tag174.xml><?xml version="1.0" encoding="utf-8"?>
<p:tagLst xmlns:p="http://schemas.openxmlformats.org/presentationml/2006/main">
  <p:tag name="RAINPROBLEM" val="ProblemItem"/>
</p:tagLst>
</file>

<file path=ppt/tags/tag175.xml><?xml version="1.0" encoding="utf-8"?>
<p:tagLst xmlns:p="http://schemas.openxmlformats.org/presentationml/2006/main">
  <p:tag name="RAINPROBLEM" val="ProblemItem"/>
</p:tagLst>
</file>

<file path=ppt/tags/tag176.xml><?xml version="1.0" encoding="utf-8"?>
<p:tagLst xmlns:p="http://schemas.openxmlformats.org/presentationml/2006/main">
  <p:tag name="RAINPROBLEM" val="ProblemItem"/>
</p:tagLst>
</file>

<file path=ppt/tags/tag17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7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1.xml><?xml version="1.0" encoding="utf-8"?>
<p:tagLst xmlns:p="http://schemas.openxmlformats.org/presentationml/2006/main">
  <p:tag name="RAINPROBLEM" val="ProblemSubmit"/>
  <p:tag name="RAINPROBLEMTYPE" val="MultipleChoice"/>
</p:tagLst>
</file>

<file path=ppt/tags/tag182.xml><?xml version="1.0" encoding="utf-8"?>
<p:tagLst xmlns:p="http://schemas.openxmlformats.org/presentationml/2006/main">
  <p:tag name="RAINPROBLEMTYPE" val="ProblemTypeMarker"/>
</p:tagLst>
</file>

<file path=ppt/tags/tag183.xml><?xml version="1.0" encoding="utf-8"?>
<p:tagLst xmlns:p="http://schemas.openxmlformats.org/presentationml/2006/main">
  <p:tag name="RAINPROBLEMTYPE" val="ProblemTypeMarker"/>
</p:tagLst>
</file>

<file path=ppt/tags/tag184.xml><?xml version="1.0" encoding="utf-8"?>
<p:tagLst xmlns:p="http://schemas.openxmlformats.org/presentationml/2006/main">
  <p:tag name="RAINPROBLEMTYPE" val="ProblemTypeMarker"/>
</p:tagLst>
</file>

<file path=ppt/tags/tag185.xml><?xml version="1.0" encoding="utf-8"?>
<p:tagLst xmlns:p="http://schemas.openxmlformats.org/presentationml/2006/main">
  <p:tag name="RAINPROBLEMTYPE" val="ProblemTypeMarker"/>
</p:tagLst>
</file>

<file path=ppt/tags/tag186.xml><?xml version="1.0" encoding="utf-8"?>
<p:tagLst xmlns:p="http://schemas.openxmlformats.org/presentationml/2006/main">
  <p:tag name="RAINPROBLEMTYPE" val="ProblemTypeMarker"/>
</p:tagLst>
</file>

<file path=ppt/tags/tag187.xml><?xml version="1.0" encoding="utf-8"?>
<p:tagLst xmlns:p="http://schemas.openxmlformats.org/presentationml/2006/main">
  <p:tag name="RAINPROBLEM" val="ProblemSetting"/>
  <p:tag name="RAINPROBLEMTYPE" val="MultipleChoice"/>
</p:tagLst>
</file>

<file path=ppt/tags/tag188.xml><?xml version="1.0" encoding="utf-8"?>
<p:tagLst xmlns:p="http://schemas.openxmlformats.org/presentationml/2006/main">
  <p:tag name="RAINPROBLEM" val="MultipleChoice"/>
  <p:tag name="PROBLEMSCORE" val="1.0"/>
</p:tagLst>
</file>

<file path=ppt/tags/tag189.xml><?xml version="1.0" encoding="utf-8"?>
<p:tagLst xmlns:p="http://schemas.openxmlformats.org/presentationml/2006/main">
  <p:tag name="RAINPROBLEM" val="ProblemBody"/>
</p:tagLst>
</file>

<file path=ppt/tags/tag190.xml><?xml version="1.0" encoding="utf-8"?>
<p:tagLst xmlns:p="http://schemas.openxmlformats.org/presentationml/2006/main">
  <p:tag name="RAINPROBLEM" val="ProblemItem"/>
</p:tagLst>
</file>

<file path=ppt/tags/tag191.xml><?xml version="1.0" encoding="utf-8"?>
<p:tagLst xmlns:p="http://schemas.openxmlformats.org/presentationml/2006/main">
  <p:tag name="RAINPROBLEM" val="ProblemItem"/>
</p:tagLst>
</file>

<file path=ppt/tags/tag192.xml><?xml version="1.0" encoding="utf-8"?>
<p:tagLst xmlns:p="http://schemas.openxmlformats.org/presentationml/2006/main">
  <p:tag name="RAINPROBLEM" val="ProblemItem"/>
</p:tagLst>
</file>

<file path=ppt/tags/tag193.xml><?xml version="1.0" encoding="utf-8"?>
<p:tagLst xmlns:p="http://schemas.openxmlformats.org/presentationml/2006/main">
  <p:tag name="RAINPROBLEM" val="ProblemItem"/>
</p:tagLst>
</file>

<file path=ppt/tags/tag1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9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8.xml><?xml version="1.0" encoding="utf-8"?>
<p:tagLst xmlns:p="http://schemas.openxmlformats.org/presentationml/2006/main">
  <p:tag name="RAINPROBLEM" val="ProblemSubmit"/>
  <p:tag name="RAINPROBLEMTYPE" val="MultipleChoice"/>
</p:tagLst>
</file>

<file path=ppt/tags/tag199.xml><?xml version="1.0" encoding="utf-8"?>
<p:tagLst xmlns:p="http://schemas.openxmlformats.org/presentationml/2006/main">
  <p:tag name="RAINPROBLEMTYPE" val="ProblemTypeMarker"/>
</p:tagLst>
</file>

<file path=ppt/tags/tag200.xml><?xml version="1.0" encoding="utf-8"?>
<p:tagLst xmlns:p="http://schemas.openxmlformats.org/presentationml/2006/main">
  <p:tag name="RAINPROBLEMTYPE" val="ProblemTypeMarker"/>
</p:tagLst>
</file>

<file path=ppt/tags/tag201.xml><?xml version="1.0" encoding="utf-8"?>
<p:tagLst xmlns:p="http://schemas.openxmlformats.org/presentationml/2006/main">
  <p:tag name="RAINPROBLEMTYPE" val="ProblemTypeMarker"/>
</p:tagLst>
</file>

<file path=ppt/tags/tag202.xml><?xml version="1.0" encoding="utf-8"?>
<p:tagLst xmlns:p="http://schemas.openxmlformats.org/presentationml/2006/main">
  <p:tag name="RAINPROBLEMTYPE" val="ProblemTypeMarker"/>
</p:tagLst>
</file>

<file path=ppt/tags/tag203.xml><?xml version="1.0" encoding="utf-8"?>
<p:tagLst xmlns:p="http://schemas.openxmlformats.org/presentationml/2006/main">
  <p:tag name="RAINPROBLEMTYPE" val="ProblemTypeMarker"/>
</p:tagLst>
</file>

<file path=ppt/tags/tag204.xml><?xml version="1.0" encoding="utf-8"?>
<p:tagLst xmlns:p="http://schemas.openxmlformats.org/presentationml/2006/main">
  <p:tag name="RAINPROBLEM" val="ProblemSetting"/>
  <p:tag name="RAINPROBLEMTYPE" val="MultipleChoice"/>
</p:tagLst>
</file>

<file path=ppt/tags/tag205.xml><?xml version="1.0" encoding="utf-8"?>
<p:tagLst xmlns:p="http://schemas.openxmlformats.org/presentationml/2006/main">
  <p:tag name="RAINPROBLEM" val="MultipleChoice"/>
  <p:tag name="PROBLEMSCORE" val="1.0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WPS 演示</Application>
  <PresentationFormat>宽屏</PresentationFormat>
  <Paragraphs>293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宋体</vt:lpstr>
      <vt:lpstr>Wingdings</vt:lpstr>
      <vt:lpstr>微软雅黑</vt:lpstr>
      <vt:lpstr>Times New Roman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ZHENG</dc:creator>
  <cp:lastModifiedBy>巢湖岸边</cp:lastModifiedBy>
  <cp:revision>145</cp:revision>
  <dcterms:created xsi:type="dcterms:W3CDTF">2019-06-19T02:08:00Z</dcterms:created>
  <dcterms:modified xsi:type="dcterms:W3CDTF">2020-03-06T04:44:50Z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