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0" r:id="rId3"/>
    <p:sldId id="281" r:id="rId4"/>
    <p:sldId id="288" r:id="rId5"/>
    <p:sldId id="286" r:id="rId6"/>
    <p:sldId id="287" r:id="rId7"/>
    <p:sldId id="282" r:id="rId8"/>
    <p:sldId id="283" r:id="rId9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image" Target="../media/image1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52.xml"/><Relationship Id="rId17" Type="http://schemas.openxmlformats.org/officeDocument/2006/relationships/image" Target="../media/image1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9.xml"/><Relationship Id="rId17" Type="http://schemas.openxmlformats.org/officeDocument/2006/relationships/image" Target="../media/image1.png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6.xml"/><Relationship Id="rId17" Type="http://schemas.openxmlformats.org/officeDocument/2006/relationships/image" Target="../media/image1.png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3.xml"/><Relationship Id="rId17" Type="http://schemas.openxmlformats.org/officeDocument/2006/relationships/image" Target="../media/image1.png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0.xml"/><Relationship Id="rId17" Type="http://schemas.openxmlformats.org/officeDocument/2006/relationships/image" Target="../media/image1.png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有关几何公差（即形位公差）、分类、名称与对应符号识别等方面知识，则下列属于形状公差类的特征项目是（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平行度、圆度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圆柱度、倾斜度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直线度、圆跳动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平面度、圆柱度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4312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9D8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1722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有关几何公差（即形位公差）、分类、名称与对应符号识别等方面知识，则下列属于位置公差类的特征项目是（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圆度、平面度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直线度、对称度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圆柱度、对称度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同轴度、对称度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9D8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位置类几何公差又可分为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个小类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，则以下所列正确的是（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形状类、方向类、跳动类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方向类、位置类、跳动类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形状类、方向类、位置类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形状类、位置类、跳动类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5A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几何公差具有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个基本特征参数，下列叙述正确的是（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大小、位置、偏差、公差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大小、位置、偏差、方向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大小、位置、形状、方向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大小、位置、形状、公差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9D8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与几何公差比较，尺寸公差具有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个基本特征参数，以下叙述正确的是（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大小和公差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位置和偏差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大小和位置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公差和偏差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9D8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下列几何公差在图样上标注必须要带参考基准的是（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直线度和圆柱度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同轴度和对称度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圆度和圆跳动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平面度和垂直度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9D8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下列几何公差在图样上标注不需要带参考基准的是（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直线度和圆柱度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圆度和对称度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线轮廓度和全跳动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同轴度和垂直度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9D8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MultipleChoice"/>
  <p:tag name="PROBLEMSCORE" val="1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p="http://schemas.openxmlformats.org/presentationml/2006/main">
  <p:tag name="RAINPROBLEM" val="MultipleChoice"/>
  <p:tag name="PROBLEMSCORE" val="1.0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p="http://schemas.openxmlformats.org/presentationml/2006/main">
  <p:tag name="RAINPROBLEM" val="MultipleChoice"/>
  <p:tag name="PROBLEMSCORE" val="1.0"/>
</p:tagLst>
</file>

<file path=ppt/tags/tag87.xml><?xml version="1.0" encoding="utf-8"?>
<p:tagLst xmlns:p="http://schemas.openxmlformats.org/presentationml/2006/main">
  <p:tag name="RAINPROBLEM" val="ProblemBody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" val="ProblemSetting"/>
  <p:tag name="RAINPROBLEMTYPE" val="MultipleChoice"/>
</p:tagLst>
</file>

<file path=ppt/tags/tag103.xml><?xml version="1.0" encoding="utf-8"?>
<p:tagLst xmlns:p="http://schemas.openxmlformats.org/presentationml/2006/main">
  <p:tag name="RAINPROBLEM" val="MultipleChoice"/>
  <p:tag name="PROBLEMSCORE" val="1.0"/>
</p:tagLst>
</file>

<file path=ppt/tags/tag104.xml><?xml version="1.0" encoding="utf-8"?>
<p:tagLst xmlns:p="http://schemas.openxmlformats.org/presentationml/2006/main">
  <p:tag name="RAINPROBLEM" val="ProblemBody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" val="ProblemSetting"/>
  <p:tag name="RAINPROBLEMTYPE" val="MultipleChoice"/>
</p:tagLst>
</file>

<file path=ppt/tags/tag120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WPS 演示</Application>
  <PresentationFormat>宽屏</PresentationFormat>
  <Paragraphs>168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141</cp:revision>
  <dcterms:created xsi:type="dcterms:W3CDTF">2019-06-19T02:08:00Z</dcterms:created>
  <dcterms:modified xsi:type="dcterms:W3CDTF">2020-03-10T11:01:20Z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