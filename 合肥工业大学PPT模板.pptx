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3.xml" ContentType="application/vnd.openxmlformats-officedocument.presentationml.tags+xml"/>
  <Override PartName="/ppt/notesSlides/notesSlide30.xml" ContentType="application/vnd.openxmlformats-officedocument.presentationml.notesSlide+xml"/>
  <Override PartName="/ppt/tags/tag14.xml" ContentType="application/vnd.openxmlformats-officedocument.presentationml.tags+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6.xml" ContentType="application/vnd.openxmlformats-officedocument.presentationml.tags+xml"/>
  <Override PartName="/ppt/notesSlides/notesSlide3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7.xml" ContentType="application/vnd.openxmlformats-officedocument.presentationml.tags+xml"/>
  <Override PartName="/ppt/notesSlides/notesSlide43.xml" ContentType="application/vnd.openxmlformats-officedocument.presentationml.notesSlide+xml"/>
  <Override PartName="/ppt/tags/tag18.xml" ContentType="application/vnd.openxmlformats-officedocument.presentationml.tags+xml"/>
  <Override PartName="/ppt/notesSlides/notesSlide44.xml" ContentType="application/vnd.openxmlformats-officedocument.presentationml.notesSlide+xml"/>
  <Override PartName="/ppt/tags/tag19.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 id="2147483660" r:id="rId4"/>
    <p:sldMasterId id="2147483662" r:id="rId5"/>
    <p:sldMasterId id="2147483675" r:id="rId6"/>
    <p:sldMasterId id="2147483679" r:id="rId7"/>
  </p:sldMasterIdLst>
  <p:notesMasterIdLst>
    <p:notesMasterId r:id="rId63"/>
  </p:notesMasterIdLst>
  <p:handoutMasterIdLst>
    <p:handoutMasterId r:id="rId64"/>
  </p:handoutMasterIdLst>
  <p:sldIdLst>
    <p:sldId id="261" r:id="rId8"/>
    <p:sldId id="4583" r:id="rId9"/>
    <p:sldId id="258" r:id="rId10"/>
    <p:sldId id="257" r:id="rId11"/>
    <p:sldId id="4586" r:id="rId12"/>
    <p:sldId id="263" r:id="rId13"/>
    <p:sldId id="4611" r:id="rId14"/>
    <p:sldId id="265" r:id="rId15"/>
    <p:sldId id="266" r:id="rId16"/>
    <p:sldId id="4613" r:id="rId17"/>
    <p:sldId id="267" r:id="rId18"/>
    <p:sldId id="4564" r:id="rId19"/>
    <p:sldId id="4565" r:id="rId20"/>
    <p:sldId id="4566" r:id="rId21"/>
    <p:sldId id="4609" r:id="rId22"/>
    <p:sldId id="4587" r:id="rId23"/>
    <p:sldId id="262" r:id="rId24"/>
    <p:sldId id="268" r:id="rId25"/>
    <p:sldId id="4560" r:id="rId26"/>
    <p:sldId id="4567" r:id="rId27"/>
    <p:sldId id="4607" r:id="rId28"/>
    <p:sldId id="4568" r:id="rId29"/>
    <p:sldId id="4592" r:id="rId30"/>
    <p:sldId id="4588" r:id="rId31"/>
    <p:sldId id="4569" r:id="rId32"/>
    <p:sldId id="4571" r:id="rId33"/>
    <p:sldId id="4610" r:id="rId34"/>
    <p:sldId id="4591" r:id="rId35"/>
    <p:sldId id="4579" r:id="rId36"/>
    <p:sldId id="264" r:id="rId37"/>
    <p:sldId id="4570" r:id="rId38"/>
    <p:sldId id="4597" r:id="rId39"/>
    <p:sldId id="4589" r:id="rId40"/>
    <p:sldId id="4598" r:id="rId41"/>
    <p:sldId id="4612" r:id="rId42"/>
    <p:sldId id="4574" r:id="rId43"/>
    <p:sldId id="4594" r:id="rId44"/>
    <p:sldId id="4576" r:id="rId45"/>
    <p:sldId id="4577" r:id="rId46"/>
    <p:sldId id="4578" r:id="rId47"/>
    <p:sldId id="4575" r:id="rId48"/>
    <p:sldId id="4590" r:id="rId49"/>
    <p:sldId id="4580" r:id="rId50"/>
    <p:sldId id="4581" r:id="rId51"/>
    <p:sldId id="4595" r:id="rId52"/>
    <p:sldId id="4593" r:id="rId53"/>
    <p:sldId id="4585" r:id="rId54"/>
    <p:sldId id="4599" r:id="rId55"/>
    <p:sldId id="4602" r:id="rId56"/>
    <p:sldId id="4603" r:id="rId57"/>
    <p:sldId id="4604" r:id="rId58"/>
    <p:sldId id="4605" r:id="rId59"/>
    <p:sldId id="4606" r:id="rId60"/>
    <p:sldId id="4600" r:id="rId61"/>
    <p:sldId id="4601" r:id="rId62"/>
  </p:sldIdLst>
  <p:sldSz cx="12192000" cy="6858000"/>
  <p:notesSz cx="6858000" cy="9144000"/>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174"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282F"/>
    <a:srgbClr val="9D1223"/>
    <a:srgbClr val="ECCDCF"/>
    <a:srgbClr val="DBA1A4"/>
    <a:srgbClr val="C6686D"/>
    <a:srgbClr val="C86E72"/>
    <a:srgbClr val="CB2F36"/>
    <a:srgbClr val="D6D6D6"/>
    <a:srgbClr val="C6C6CB"/>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7" autoAdjust="0"/>
    <p:restoredTop sz="94660"/>
  </p:normalViewPr>
  <p:slideViewPr>
    <p:cSldViewPr snapToGrid="0" showGuides="1">
      <p:cViewPr varScale="1">
        <p:scale>
          <a:sx n="85" d="100"/>
          <a:sy n="85" d="100"/>
        </p:scale>
        <p:origin x="509" y="58"/>
      </p:cViewPr>
      <p:guideLst>
        <p:guide pos="7174"/>
        <p:guide orient="horz" pos="2160"/>
      </p:guideLst>
    </p:cSldViewPr>
  </p:slideViewPr>
  <p:notesTextViewPr>
    <p:cViewPr>
      <p:scale>
        <a:sx n="1" d="1"/>
        <a:sy n="1" d="1"/>
      </p:scale>
      <p:origin x="0" y="0"/>
    </p:cViewPr>
  </p:notesTextViewPr>
  <p:sorterViewPr>
    <p:cViewPr>
      <p:scale>
        <a:sx n="20" d="100"/>
        <a:sy n="20" d="100"/>
      </p:scale>
      <p:origin x="0" y="0"/>
    </p:cViewPr>
  </p:sorterViewPr>
  <p:notesViewPr>
    <p:cSldViewPr snapToGrid="0">
      <p:cViewPr varScale="1">
        <p:scale>
          <a:sx n="52" d="100"/>
          <a:sy n="52" d="100"/>
        </p:scale>
        <p:origin x="201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slide" Target="slides/slide54.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viewProps" Target="view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Sheet1!$B$1</c:f>
              <c:strCache>
                <c:ptCount val="1"/>
                <c:pt idx="0">
                  <c:v>Y 值</c:v>
                </c:pt>
              </c:strCache>
            </c:strRef>
          </c:tx>
          <c:spPr>
            <a:solidFill>
              <a:schemeClr val="accent1"/>
            </a:solidFill>
            <a:ln>
              <a:noFill/>
            </a:ln>
            <a:effectLst/>
          </c:spPr>
          <c:invertIfNegative val="0"/>
          <c:dPt>
            <c:idx val="0"/>
            <c:invertIfNegative val="1"/>
            <c:bubble3D val="0"/>
            <c:spPr>
              <a:solidFill>
                <a:schemeClr val="accent1"/>
              </a:solidFill>
              <a:ln>
                <a:noFill/>
              </a:ln>
              <a:effectLst/>
            </c:spPr>
            <c:extLst>
              <c:ext xmlns:c16="http://schemas.microsoft.com/office/drawing/2014/chart" uri="{C3380CC4-5D6E-409C-BE32-E72D297353CC}">
                <c16:uniqueId val="{00000001-2A55-4CFF-98D5-D56D209EA123}"/>
              </c:ext>
            </c:extLst>
          </c:dPt>
          <c:dPt>
            <c:idx val="1"/>
            <c:invertIfNegative val="1"/>
            <c:bubble3D val="0"/>
            <c:spPr>
              <a:solidFill>
                <a:schemeClr val="accent1"/>
              </a:solidFill>
              <a:ln>
                <a:noFill/>
              </a:ln>
              <a:effectLst/>
            </c:spPr>
            <c:extLst>
              <c:ext xmlns:c16="http://schemas.microsoft.com/office/drawing/2014/chart" uri="{C3380CC4-5D6E-409C-BE32-E72D297353CC}">
                <c16:uniqueId val="{00000003-2A55-4CFF-98D5-D56D209EA123}"/>
              </c:ext>
            </c:extLst>
          </c:dPt>
          <c:dPt>
            <c:idx val="2"/>
            <c:invertIfNegative val="1"/>
            <c:bubble3D val="0"/>
            <c:spPr>
              <a:solidFill>
                <a:schemeClr val="accent1"/>
              </a:solidFill>
              <a:ln>
                <a:noFill/>
              </a:ln>
              <a:effectLst/>
            </c:spPr>
            <c:extLst>
              <c:ext xmlns:c16="http://schemas.microsoft.com/office/drawing/2014/chart" uri="{C3380CC4-5D6E-409C-BE32-E72D297353CC}">
                <c16:uniqueId val="{00000005-2A55-4CFF-98D5-D56D209EA123}"/>
              </c:ext>
            </c:extLst>
          </c:dPt>
          <c:dPt>
            <c:idx val="3"/>
            <c:invertIfNegative val="1"/>
            <c:bubble3D val="0"/>
            <c:spPr>
              <a:solidFill>
                <a:schemeClr val="accent1"/>
              </a:solidFill>
              <a:ln>
                <a:noFill/>
              </a:ln>
              <a:effectLst/>
            </c:spPr>
            <c:extLst>
              <c:ext xmlns:c16="http://schemas.microsoft.com/office/drawing/2014/chart" uri="{C3380CC4-5D6E-409C-BE32-E72D297353CC}">
                <c16:uniqueId val="{00000007-2A55-4CFF-98D5-D56D209EA123}"/>
              </c:ext>
            </c:extLst>
          </c:dPt>
          <c:dPt>
            <c:idx val="4"/>
            <c:invertIfNegative val="1"/>
            <c:bubble3D val="0"/>
            <c:spPr>
              <a:solidFill>
                <a:schemeClr val="accent1"/>
              </a:solidFill>
              <a:ln>
                <a:noFill/>
              </a:ln>
              <a:effectLst/>
            </c:spPr>
            <c:extLst>
              <c:ext xmlns:c16="http://schemas.microsoft.com/office/drawing/2014/chart" uri="{C3380CC4-5D6E-409C-BE32-E72D297353CC}">
                <c16:uniqueId val="{00000009-2A55-4CFF-98D5-D56D209EA123}"/>
              </c:ext>
            </c:extLst>
          </c:dPt>
          <c:dPt>
            <c:idx val="5"/>
            <c:invertIfNegative val="1"/>
            <c:bubble3D val="0"/>
            <c:spPr>
              <a:solidFill>
                <a:schemeClr val="accent1"/>
              </a:solidFill>
              <a:ln>
                <a:noFill/>
              </a:ln>
              <a:effectLst/>
            </c:spPr>
            <c:extLst>
              <c:ext xmlns:c16="http://schemas.microsoft.com/office/drawing/2014/chart" uri="{C3380CC4-5D6E-409C-BE32-E72D297353CC}">
                <c16:uniqueId val="{0000000B-2A55-4CFF-98D5-D56D209EA123}"/>
              </c:ext>
            </c:extLst>
          </c:dPt>
          <c:xVal>
            <c:numRef>
              <c:f>Sheet1!$A$2:$A$7</c:f>
              <c:numCache>
                <c:formatCode>General</c:formatCode>
                <c:ptCount val="6"/>
                <c:pt idx="0">
                  <c:v>0.7</c:v>
                </c:pt>
                <c:pt idx="1">
                  <c:v>1.8</c:v>
                </c:pt>
                <c:pt idx="2">
                  <c:v>2.6</c:v>
                </c:pt>
                <c:pt idx="3">
                  <c:v>1.5</c:v>
                </c:pt>
                <c:pt idx="4">
                  <c:v>2.5</c:v>
                </c:pt>
                <c:pt idx="5">
                  <c:v>0.5</c:v>
                </c:pt>
              </c:numCache>
            </c:numRef>
          </c:xVal>
          <c:yVal>
            <c:numRef>
              <c:f>Sheet1!$B$2:$B$7</c:f>
              <c:numCache>
                <c:formatCode>General</c:formatCode>
                <c:ptCount val="6"/>
                <c:pt idx="0">
                  <c:v>2.7</c:v>
                </c:pt>
                <c:pt idx="1">
                  <c:v>3.2</c:v>
                </c:pt>
                <c:pt idx="2">
                  <c:v>0.8</c:v>
                </c:pt>
                <c:pt idx="3">
                  <c:v>1.5</c:v>
                </c:pt>
                <c:pt idx="4">
                  <c:v>2.5</c:v>
                </c:pt>
                <c:pt idx="5">
                  <c:v>1</c:v>
                </c:pt>
              </c:numCache>
            </c:numRef>
          </c:yVal>
          <c:bubbleSize>
            <c:numRef>
              <c:f>Sheet1!$C$2:$C$7</c:f>
              <c:numCache>
                <c:formatCode>General</c:formatCode>
                <c:ptCount val="6"/>
                <c:pt idx="0">
                  <c:v>10</c:v>
                </c:pt>
                <c:pt idx="1">
                  <c:v>4</c:v>
                </c:pt>
                <c:pt idx="2">
                  <c:v>8</c:v>
                </c:pt>
                <c:pt idx="3">
                  <c:v>3</c:v>
                </c:pt>
                <c:pt idx="4">
                  <c:v>5</c:v>
                </c:pt>
                <c:pt idx="5">
                  <c:v>2</c:v>
                </c:pt>
              </c:numCache>
            </c:numRef>
          </c:bubbleSize>
          <c:bubble3D val="0"/>
          <c:extLst>
            <c:ext xmlns:c16="http://schemas.microsoft.com/office/drawing/2014/chart" uri="{C3380CC4-5D6E-409C-BE32-E72D297353CC}">
              <c16:uniqueId val="{0000000C-2A55-4CFF-98D5-D56D209EA123}"/>
            </c:ext>
          </c:extLst>
        </c:ser>
        <c:dLbls>
          <c:showLegendKey val="0"/>
          <c:showVal val="0"/>
          <c:showCatName val="0"/>
          <c:showSerName val="0"/>
          <c:showPercent val="0"/>
          <c:showBubbleSize val="0"/>
        </c:dLbls>
        <c:bubbleScale val="100"/>
        <c:showNegBubbles val="0"/>
        <c:axId val="1690061072"/>
        <c:axId val="2081553168"/>
      </c:bubbleChart>
      <c:valAx>
        <c:axId val="16900610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50000"/>
                    <a:lumOff val="50000"/>
                  </a:schemeClr>
                </a:solidFill>
                <a:latin typeface="+mn-lt"/>
                <a:ea typeface="+mn-ea"/>
                <a:cs typeface="+mn-cs"/>
              </a:defRPr>
            </a:pPr>
            <a:endParaRPr lang="zh-CN"/>
          </a:p>
        </c:txPr>
        <c:crossAx val="2081553168"/>
        <c:crosses val="autoZero"/>
        <c:crossBetween val="midCat"/>
      </c:valAx>
      <c:valAx>
        <c:axId val="2081553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50000"/>
                    <a:lumOff val="50000"/>
                  </a:schemeClr>
                </a:solidFill>
                <a:latin typeface="+mn-lt"/>
                <a:ea typeface="+mn-ea"/>
                <a:cs typeface="+mn-cs"/>
              </a:defRPr>
            </a:pPr>
            <a:endParaRPr lang="zh-CN"/>
          </a:p>
        </c:txPr>
        <c:crossAx val="1690061072"/>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625047990229801"/>
          <c:y val="5.78000980758425E-2"/>
          <c:w val="0.58989620207357496"/>
          <c:h val="0.884844303110363"/>
        </c:manualLayout>
      </c:layout>
      <c:doughnutChart>
        <c:varyColors val="1"/>
        <c:ser>
          <c:idx val="0"/>
          <c:order val="0"/>
          <c:tx>
            <c:strRef>
              <c:f>Sheet1!$B$1</c:f>
              <c:strCache>
                <c:ptCount val="1"/>
                <c:pt idx="0">
                  <c:v>销售额</c:v>
                </c:pt>
              </c:strCache>
            </c:strRef>
          </c:tx>
          <c:spPr>
            <a:solidFill>
              <a:schemeClr val="accent1"/>
            </a:solidFill>
          </c:spPr>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9D01-490C-89A2-5883DDDC63D5}"/>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9D01-490C-89A2-5883DDDC63D5}"/>
              </c:ext>
            </c:extLst>
          </c:dPt>
          <c:dLbls>
            <c:dLbl>
              <c:idx val="0"/>
              <c:spPr>
                <a:noFill/>
                <a:ln>
                  <a:noFill/>
                </a:ln>
                <a:effectLst/>
              </c:spPr>
              <c:txPr>
                <a:bodyPr rot="0" spcFirstLastPara="1" vertOverflow="ellipsis" vert="horz" wrap="square" lIns="38100" tIns="19050" rIns="38100" bIns="19050" anchor="ctr" anchorCtr="1">
                  <a:spAutoFit/>
                </a:bodyPr>
                <a:lstStyle/>
                <a:p>
                  <a:pPr>
                    <a:defRPr lang="zh-CN" sz="1400" b="1" i="0" u="none" strike="noStrike" kern="1200" spc="0" baseline="0">
                      <a:solidFill>
                        <a:schemeClr val="bg1"/>
                      </a:solidFill>
                      <a:latin typeface="+mn-lt"/>
                      <a:ea typeface="+mn-ea"/>
                      <a:cs typeface="+mn-cs"/>
                    </a:defRPr>
                  </a:pPr>
                  <a:endParaRPr lang="zh-CN"/>
                </a:p>
              </c:txPr>
              <c:showLegendKey val="0"/>
              <c:showVal val="1"/>
              <c:showCatName val="0"/>
              <c:showSerName val="0"/>
              <c:showPercent val="0"/>
              <c:showBubbleSize val="0"/>
              <c:extLst>
                <c:ext xmlns:c16="http://schemas.microsoft.com/office/drawing/2014/chart" uri="{C3380CC4-5D6E-409C-BE32-E72D297353CC}">
                  <c16:uniqueId val="{00000001-9D01-490C-89A2-5883DDDC63D5}"/>
                </c:ext>
              </c:extLst>
            </c:dLbl>
            <c:dLbl>
              <c:idx val="1"/>
              <c:spPr>
                <a:noFill/>
                <a:ln>
                  <a:noFill/>
                </a:ln>
                <a:effectLst/>
              </c:spPr>
              <c:txPr>
                <a:bodyPr rot="0" spcFirstLastPara="1" vertOverflow="ellipsis" vert="horz" wrap="square" lIns="38100" tIns="19050" rIns="38100" bIns="19050" anchor="ctr" anchorCtr="1">
                  <a:spAutoFit/>
                </a:bodyPr>
                <a:lstStyle/>
                <a:p>
                  <a:pPr>
                    <a:defRPr lang="zh-CN" sz="1400" b="1" i="0" u="none" strike="noStrike" kern="1200" spc="0" baseline="0">
                      <a:solidFill>
                        <a:schemeClr val="bg1"/>
                      </a:solidFill>
                      <a:latin typeface="+mn-lt"/>
                      <a:ea typeface="+mn-ea"/>
                      <a:cs typeface="+mn-cs"/>
                    </a:defRPr>
                  </a:pPr>
                  <a:endParaRPr lang="zh-CN"/>
                </a:p>
              </c:txPr>
              <c:showLegendKey val="0"/>
              <c:showVal val="1"/>
              <c:showCatName val="0"/>
              <c:showSerName val="0"/>
              <c:showPercent val="0"/>
              <c:showBubbleSize val="0"/>
              <c:extLst>
                <c:ext xmlns:c16="http://schemas.microsoft.com/office/drawing/2014/chart" uri="{C3380CC4-5D6E-409C-BE32-E72D297353CC}">
                  <c16:uniqueId val="{00000003-9D01-490C-89A2-5883DDDC63D5}"/>
                </c:ext>
              </c:extLst>
            </c:dLbl>
            <c:spPr>
              <a:noFill/>
              <a:ln>
                <a:noFill/>
              </a:ln>
              <a:effectLst/>
            </c:spPr>
            <c:txPr>
              <a:bodyPr rot="0" spcFirstLastPara="1" vertOverflow="ellipsis" vert="horz" wrap="square" lIns="38100" tIns="19050" rIns="38100" bIns="19050" anchor="ctr" anchorCtr="1">
                <a:spAutoFit/>
              </a:bodyPr>
              <a:lstStyle/>
              <a:p>
                <a:pPr>
                  <a:defRPr lang="zh-CN" sz="1400" b="1" i="0" u="none" strike="noStrike" kern="1200" spc="0" baseline="0">
                    <a:solidFill>
                      <a:schemeClr val="bg1"/>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第一季度</c:v>
                </c:pt>
                <c:pt idx="1">
                  <c:v>第二季度</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9D01-490C-89A2-5883DDDC63D5}"/>
            </c:ext>
          </c:extLst>
        </c:ser>
        <c:dLbls>
          <c:showLegendKey val="0"/>
          <c:showVal val="1"/>
          <c:showCatName val="0"/>
          <c:showSerName val="0"/>
          <c:showPercent val="0"/>
          <c:showBubbleSize val="0"/>
          <c:showLeaderLines val="1"/>
        </c:dLbls>
        <c:firstSliceAng val="313"/>
        <c:holeSize val="5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1"/>
          <c:extLst>
            <c:ext xmlns:c16="http://schemas.microsoft.com/office/drawing/2014/chart" uri="{C3380CC4-5D6E-409C-BE32-E72D297353CC}">
              <c16:uniqueId val="{00000000-ED5A-4F69-832A-0637031B1BB8}"/>
            </c:ext>
          </c:extLst>
        </c:ser>
        <c:ser>
          <c:idx val="1"/>
          <c:order val="1"/>
          <c:tx>
            <c:strRef>
              <c:f>Sheet1!$C$1</c:f>
              <c:strCache>
                <c:ptCount val="1"/>
                <c:pt idx="0">
                  <c:v>系列 2</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1"/>
          <c:extLst>
            <c:ext xmlns:c16="http://schemas.microsoft.com/office/drawing/2014/chart" uri="{C3380CC4-5D6E-409C-BE32-E72D297353CC}">
              <c16:uniqueId val="{00000001-ED5A-4F69-832A-0637031B1BB8}"/>
            </c:ext>
          </c:extLst>
        </c:ser>
        <c:ser>
          <c:idx val="2"/>
          <c:order val="2"/>
          <c:tx>
            <c:strRef>
              <c:f>Sheet1!$D$1</c:f>
              <c:strCache>
                <c:ptCount val="1"/>
                <c:pt idx="0">
                  <c:v>系列 3</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1"/>
          <c:extLst>
            <c:ext xmlns:c16="http://schemas.microsoft.com/office/drawing/2014/chart" uri="{C3380CC4-5D6E-409C-BE32-E72D297353CC}">
              <c16:uniqueId val="{00000002-ED5A-4F69-832A-0637031B1BB8}"/>
            </c:ext>
          </c:extLst>
        </c:ser>
        <c:dLbls>
          <c:showLegendKey val="0"/>
          <c:showVal val="0"/>
          <c:showCatName val="0"/>
          <c:showSerName val="0"/>
          <c:showPercent val="0"/>
          <c:showBubbleSize val="0"/>
        </c:dLbls>
        <c:marker val="1"/>
        <c:smooth val="0"/>
        <c:axId val="135158704"/>
        <c:axId val="1143911520"/>
      </c:lineChart>
      <c:catAx>
        <c:axId val="135158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65" b="0" i="0" u="none" strike="noStrike" kern="1200" cap="all" spc="120" normalizeH="0" baseline="0">
                <a:solidFill>
                  <a:schemeClr val="tx1">
                    <a:lumMod val="65000"/>
                    <a:lumOff val="35000"/>
                  </a:schemeClr>
                </a:solidFill>
                <a:latin typeface="+mn-lt"/>
                <a:ea typeface="+mn-ea"/>
                <a:cs typeface="+mn-cs"/>
              </a:defRPr>
            </a:pPr>
            <a:endParaRPr lang="zh-CN"/>
          </a:p>
        </c:txPr>
        <c:crossAx val="1143911520"/>
        <c:crosses val="autoZero"/>
        <c:auto val="1"/>
        <c:lblAlgn val="ctr"/>
        <c:lblOffset val="100"/>
        <c:noMultiLvlLbl val="0"/>
      </c:catAx>
      <c:valAx>
        <c:axId val="1143911520"/>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35158704"/>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bg2">
                <a:lumMod val="90000"/>
              </a:schemeClr>
            </a:solidFill>
            <a:ln>
              <a:noFill/>
            </a:ln>
            <a:effectLst/>
            <a:sp3d/>
          </c:spPr>
          <c:invertIfNegative val="0"/>
          <c:dPt>
            <c:idx val="0"/>
            <c:invertIfNegative val="0"/>
            <c:bubble3D val="0"/>
            <c:spPr>
              <a:solidFill>
                <a:schemeClr val="accent1"/>
              </a:solidFill>
              <a:ln>
                <a:noFill/>
              </a:ln>
              <a:effectLst/>
              <a:sp3d/>
            </c:spPr>
            <c:extLst>
              <c:ext xmlns:c16="http://schemas.microsoft.com/office/drawing/2014/chart" uri="{C3380CC4-5D6E-409C-BE32-E72D297353CC}">
                <c16:uniqueId val="{00000001-4AED-4071-9C9E-7A252357FE76}"/>
              </c:ext>
            </c:extLst>
          </c:dPt>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2-4AED-4071-9C9E-7A252357FE76}"/>
            </c:ext>
          </c:extLst>
        </c:ser>
        <c:dLbls>
          <c:showLegendKey val="0"/>
          <c:showVal val="0"/>
          <c:showCatName val="0"/>
          <c:showSerName val="0"/>
          <c:showPercent val="0"/>
          <c:showBubbleSize val="0"/>
        </c:dLbls>
        <c:gapWidth val="100"/>
        <c:axId val="1589338336"/>
        <c:axId val="2131879584"/>
      </c:barChart>
      <c:catAx>
        <c:axId val="158933833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50000"/>
                    <a:lumOff val="50000"/>
                  </a:schemeClr>
                </a:solidFill>
                <a:latin typeface="+mn-lt"/>
                <a:ea typeface="+mn-ea"/>
                <a:cs typeface="+mn-cs"/>
              </a:defRPr>
            </a:pPr>
            <a:endParaRPr lang="zh-CN"/>
          </a:p>
        </c:txPr>
        <c:crossAx val="2131879584"/>
        <c:crosses val="autoZero"/>
        <c:auto val="1"/>
        <c:lblAlgn val="ctr"/>
        <c:lblOffset val="100"/>
        <c:noMultiLvlLbl val="0"/>
      </c:catAx>
      <c:valAx>
        <c:axId val="2131879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589338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50000"/>
                  <a:lumOff val="50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bg2">
                  <a:lumMod val="90000"/>
                </a:schemeClr>
              </a:solidFill>
              <a:ln>
                <a:noFill/>
              </a:ln>
              <a:effectLst/>
            </c:spPr>
            <c:extLst>
              <c:ext xmlns:c16="http://schemas.microsoft.com/office/drawing/2014/chart" uri="{C3380CC4-5D6E-409C-BE32-E72D297353CC}">
                <c16:uniqueId val="{00000001-1F6F-4B17-9ED4-5F42634D5A9C}"/>
              </c:ext>
            </c:extLst>
          </c:dPt>
          <c:dPt>
            <c:idx val="1"/>
            <c:invertIfNegative val="0"/>
            <c:bubble3D val="0"/>
            <c:spPr>
              <a:solidFill>
                <a:schemeClr val="bg2">
                  <a:lumMod val="90000"/>
                </a:schemeClr>
              </a:solidFill>
              <a:ln>
                <a:noFill/>
              </a:ln>
              <a:effectLst/>
            </c:spPr>
            <c:extLst>
              <c:ext xmlns:c16="http://schemas.microsoft.com/office/drawing/2014/chart" uri="{C3380CC4-5D6E-409C-BE32-E72D297353CC}">
                <c16:uniqueId val="{00000003-1F6F-4B17-9ED4-5F42634D5A9C}"/>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1F6F-4B17-9ED4-5F42634D5A9C}"/>
              </c:ext>
            </c:extLst>
          </c:dPt>
          <c:cat>
            <c:strRef>
              <c:f>Sheet1!$A$3:$A$5</c:f>
              <c:strCache>
                <c:ptCount val="3"/>
                <c:pt idx="0">
                  <c:v>标题A</c:v>
                </c:pt>
                <c:pt idx="1">
                  <c:v>标题B</c:v>
                </c:pt>
                <c:pt idx="2">
                  <c:v>标题C</c:v>
                </c:pt>
              </c:strCache>
            </c:strRef>
          </c:cat>
          <c:val>
            <c:numRef>
              <c:f>Sheet1!$B$3:$B$5</c:f>
              <c:numCache>
                <c:formatCode>General</c:formatCode>
                <c:ptCount val="3"/>
                <c:pt idx="0">
                  <c:v>2.5</c:v>
                </c:pt>
                <c:pt idx="1">
                  <c:v>3.5</c:v>
                </c:pt>
                <c:pt idx="2">
                  <c:v>4.5</c:v>
                </c:pt>
              </c:numCache>
            </c:numRef>
          </c:val>
          <c:extLst>
            <c:ext xmlns:c16="http://schemas.microsoft.com/office/drawing/2014/chart" uri="{C3380CC4-5D6E-409C-BE32-E72D297353CC}">
              <c16:uniqueId val="{00000006-1F6F-4B17-9ED4-5F42634D5A9C}"/>
            </c:ext>
          </c:extLst>
        </c:ser>
        <c:dLbls>
          <c:showLegendKey val="0"/>
          <c:showVal val="0"/>
          <c:showCatName val="0"/>
          <c:showSerName val="0"/>
          <c:showPercent val="0"/>
          <c:showBubbleSize val="0"/>
        </c:dLbls>
        <c:gapWidth val="100"/>
        <c:overlap val="-58"/>
        <c:axId val="1604832784"/>
        <c:axId val="1589213856"/>
      </c:barChart>
      <c:catAx>
        <c:axId val="1604832784"/>
        <c:scaling>
          <c:orientation val="minMax"/>
        </c:scaling>
        <c:delete val="0"/>
        <c:axPos val="l"/>
        <c:numFmt formatCode="General" sourceLinked="1"/>
        <c:majorTickMark val="none"/>
        <c:minorTickMark val="none"/>
        <c:tickLblPos val="nextTo"/>
        <c:spPr>
          <a:noFill/>
          <a:ln w="19050" cap="flat" cmpd="sng" algn="ctr">
            <a:solidFill>
              <a:schemeClr val="bg2">
                <a:lumMod val="90000"/>
              </a:schemeClr>
            </a:solidFill>
            <a:round/>
            <a:headEnd type="none" w="sm" len="sm"/>
            <a:tailEnd type="none" w="sm" len="sm"/>
          </a:ln>
          <a:effectLst/>
        </c:spPr>
        <c:txPr>
          <a:bodyPr rot="-60000000" spcFirstLastPara="1" vertOverflow="ellipsis" vert="horz" wrap="square" anchor="ctr" anchorCtr="1"/>
          <a:lstStyle/>
          <a:p>
            <a:pPr>
              <a:defRPr lang="zh-CN" sz="1195" b="0" i="0" u="none" strike="noStrike" kern="1200" baseline="0">
                <a:solidFill>
                  <a:schemeClr val="tx1">
                    <a:lumMod val="50000"/>
                    <a:lumOff val="50000"/>
                  </a:schemeClr>
                </a:solidFill>
                <a:latin typeface="+mn-lt"/>
                <a:ea typeface="+mn-ea"/>
                <a:cs typeface="+mn-cs"/>
              </a:defRPr>
            </a:pPr>
            <a:endParaRPr lang="zh-CN"/>
          </a:p>
        </c:txPr>
        <c:crossAx val="1589213856"/>
        <c:crosses val="autoZero"/>
        <c:auto val="1"/>
        <c:lblAlgn val="ctr"/>
        <c:lblOffset val="100"/>
        <c:noMultiLvlLbl val="0"/>
      </c:catAx>
      <c:valAx>
        <c:axId val="1589213856"/>
        <c:scaling>
          <c:orientation val="minMax"/>
        </c:scaling>
        <c:delete val="1"/>
        <c:axPos val="b"/>
        <c:numFmt formatCode="General" sourceLinked="1"/>
        <c:majorTickMark val="none"/>
        <c:minorTickMark val="none"/>
        <c:tickLblPos val="nextTo"/>
        <c:crossAx val="1604832784"/>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bg2">
                <a:lumMod val="90000"/>
              </a:schemeClr>
            </a:solidFill>
            <a:ln>
              <a:noFill/>
            </a:ln>
            <a:effectLst/>
          </c:spPr>
          <c:invertIfNegative val="0"/>
          <c:dPt>
            <c:idx val="0"/>
            <c:invertIfNegative val="0"/>
            <c:bubble3D val="0"/>
            <c:spPr>
              <a:solidFill>
                <a:schemeClr val="bg2">
                  <a:lumMod val="90000"/>
                </a:schemeClr>
              </a:solidFill>
              <a:ln>
                <a:noFill/>
              </a:ln>
              <a:effectLst/>
            </c:spPr>
            <c:extLst>
              <c:ext xmlns:c16="http://schemas.microsoft.com/office/drawing/2014/chart" uri="{C3380CC4-5D6E-409C-BE32-E72D297353CC}">
                <c16:uniqueId val="{00000001-B8EF-4D8A-8A9F-610214B5CEFD}"/>
              </c:ext>
            </c:extLst>
          </c:dPt>
          <c:dPt>
            <c:idx val="1"/>
            <c:invertIfNegative val="0"/>
            <c:bubble3D val="0"/>
            <c:spPr>
              <a:solidFill>
                <a:schemeClr val="bg2">
                  <a:lumMod val="90000"/>
                </a:schemeClr>
              </a:solidFill>
              <a:ln>
                <a:noFill/>
              </a:ln>
              <a:effectLst/>
            </c:spPr>
            <c:extLst>
              <c:ext xmlns:c16="http://schemas.microsoft.com/office/drawing/2014/chart" uri="{C3380CC4-5D6E-409C-BE32-E72D297353CC}">
                <c16:uniqueId val="{00000003-B8EF-4D8A-8A9F-610214B5CEFD}"/>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B8EF-4D8A-8A9F-610214B5CEFD}"/>
              </c:ext>
            </c:extLst>
          </c:dPt>
          <c:cat>
            <c:strRef>
              <c:f>Sheet1!$A$3:$A$5</c:f>
              <c:strCache>
                <c:ptCount val="3"/>
                <c:pt idx="0">
                  <c:v>标题A</c:v>
                </c:pt>
                <c:pt idx="1">
                  <c:v>标题B</c:v>
                </c:pt>
                <c:pt idx="2">
                  <c:v>标题C</c:v>
                </c:pt>
              </c:strCache>
            </c:strRef>
          </c:cat>
          <c:val>
            <c:numRef>
              <c:f>Sheet1!$B$3:$B$5</c:f>
              <c:numCache>
                <c:formatCode>General</c:formatCode>
                <c:ptCount val="3"/>
                <c:pt idx="0">
                  <c:v>2.5</c:v>
                </c:pt>
                <c:pt idx="1">
                  <c:v>3.5</c:v>
                </c:pt>
                <c:pt idx="2">
                  <c:v>4.5</c:v>
                </c:pt>
              </c:numCache>
            </c:numRef>
          </c:val>
          <c:extLst>
            <c:ext xmlns:c16="http://schemas.microsoft.com/office/drawing/2014/chart" uri="{C3380CC4-5D6E-409C-BE32-E72D297353CC}">
              <c16:uniqueId val="{00000006-B8EF-4D8A-8A9F-610214B5CEFD}"/>
            </c:ext>
          </c:extLst>
        </c:ser>
        <c:dLbls>
          <c:showLegendKey val="0"/>
          <c:showVal val="0"/>
          <c:showCatName val="0"/>
          <c:showSerName val="0"/>
          <c:showPercent val="0"/>
          <c:showBubbleSize val="0"/>
        </c:dLbls>
        <c:gapWidth val="100"/>
        <c:overlap val="-58"/>
        <c:axId val="1604832784"/>
        <c:axId val="1589213856"/>
      </c:barChart>
      <c:catAx>
        <c:axId val="1604832784"/>
        <c:scaling>
          <c:orientation val="minMax"/>
        </c:scaling>
        <c:delete val="0"/>
        <c:axPos val="l"/>
        <c:numFmt formatCode="General" sourceLinked="1"/>
        <c:majorTickMark val="none"/>
        <c:minorTickMark val="none"/>
        <c:tickLblPos val="nextTo"/>
        <c:spPr>
          <a:noFill/>
          <a:ln w="19050" cap="flat" cmpd="sng" algn="ctr">
            <a:solidFill>
              <a:schemeClr val="bg2">
                <a:lumMod val="75000"/>
              </a:schemeClr>
            </a:solidFill>
            <a:round/>
            <a:headEnd type="none" w="sm" len="sm"/>
            <a:tailEnd type="none" w="sm" len="sm"/>
          </a:ln>
          <a:effectLst/>
        </c:spPr>
        <c:txPr>
          <a:bodyPr rot="-60000000" spcFirstLastPara="1" vertOverflow="ellipsis" vert="horz" wrap="square" anchor="ctr" anchorCtr="1"/>
          <a:lstStyle/>
          <a:p>
            <a:pPr>
              <a:defRPr lang="zh-CN" sz="1195" b="0" i="0" u="none" strike="noStrike" kern="1200" baseline="0">
                <a:solidFill>
                  <a:schemeClr val="tx1">
                    <a:lumMod val="50000"/>
                    <a:lumOff val="50000"/>
                  </a:schemeClr>
                </a:solidFill>
                <a:latin typeface="+mn-lt"/>
                <a:ea typeface="+mn-ea"/>
                <a:cs typeface="+mn-cs"/>
              </a:defRPr>
            </a:pPr>
            <a:endParaRPr lang="zh-CN"/>
          </a:p>
        </c:txPr>
        <c:crossAx val="1589213856"/>
        <c:crosses val="autoZero"/>
        <c:auto val="1"/>
        <c:lblAlgn val="ctr"/>
        <c:lblOffset val="100"/>
        <c:noMultiLvlLbl val="0"/>
      </c:catAx>
      <c:valAx>
        <c:axId val="1589213856"/>
        <c:scaling>
          <c:orientation val="minMax"/>
        </c:scaling>
        <c:delete val="1"/>
        <c:axPos val="b"/>
        <c:numFmt formatCode="General" sourceLinked="1"/>
        <c:majorTickMark val="none"/>
        <c:minorTickMark val="none"/>
        <c:tickLblPos val="nextTo"/>
        <c:crossAx val="1604832784"/>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5"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50000"/>
        <a:lumOff val="50000"/>
      </a:schemeClr>
    </cs:fontRef>
    <cs:defRPr sz="1195"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5"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5"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bg1"/>
    </cs:fontRef>
    <cs:spPr>
      <a:solidFill>
        <a:schemeClr val="tx1">
          <a:lumMod val="50000"/>
          <a:lumOff val="50000"/>
        </a:schemeClr>
      </a:solidFill>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5"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bg1"/>
    </cs:fontRef>
    <cs:spPr>
      <a:solidFill>
        <a:schemeClr val="tx1">
          <a:lumMod val="50000"/>
          <a:lumOff val="50000"/>
        </a:schemeClr>
      </a:solidFill>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166F4C-0773-43AF-A8B5-453225316656}" type="datetimeFigureOut">
              <a:rPr lang="zh-CN" altLang="en-US" smtClean="0"/>
              <a:t>2023/4/14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64E415-1D8E-4A71-9047-1736A67BB3D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9E9D6F-7F89-4AED-92D3-64DA3964D882}" type="datetimeFigureOut">
              <a:rPr lang="zh-CN" altLang="en-US" smtClean="0"/>
              <a:t>2023/4/14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155494-7648-45E6-8BAF-45D7BA39012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155494-7648-45E6-8BAF-45D7BA390127}" type="slidenum">
              <a:rPr lang="zh-CN" altLang="en-US" smtClean="0"/>
              <a:t>55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3" name="图片占位符 2"/>
          <p:cNvSpPr>
            <a:spLocks noGrp="1"/>
          </p:cNvSpPr>
          <p:nvPr>
            <p:ph type="pic" sz="quarter" idx="12"/>
          </p:nvPr>
        </p:nvSpPr>
        <p:spPr>
          <a:xfrm>
            <a:off x="812800" y="1296273"/>
            <a:ext cx="3787775" cy="2132727"/>
          </a:xfrm>
          <a:prstGeom prst="rect">
            <a:avLst/>
          </a:prstGeom>
          <a:ln w="25400">
            <a:noFill/>
          </a:ln>
        </p:spPr>
        <p:txBody>
          <a:bodyPr/>
          <a:lstStyle/>
          <a:p>
            <a:endParaRPr lang="zh-CN" altLang="en-US"/>
          </a:p>
        </p:txBody>
      </p:sp>
      <p:sp>
        <p:nvSpPr>
          <p:cNvPr id="9" name="图片占位符 2"/>
          <p:cNvSpPr>
            <a:spLocks noGrp="1"/>
          </p:cNvSpPr>
          <p:nvPr>
            <p:ph type="pic" sz="quarter" idx="13"/>
          </p:nvPr>
        </p:nvSpPr>
        <p:spPr>
          <a:xfrm>
            <a:off x="7578724" y="3628249"/>
            <a:ext cx="3787775" cy="2132727"/>
          </a:xfrm>
          <a:prstGeom prst="rect">
            <a:avLst/>
          </a:prstGeom>
          <a:ln w="25400">
            <a:noFill/>
          </a:ln>
        </p:spPr>
        <p:txBody>
          <a:bodyPr/>
          <a:lstStyle/>
          <a:p>
            <a:endParaRPr lang="zh-CN" altLang="en-US"/>
          </a:p>
        </p:txBody>
      </p:sp>
      <p:sp>
        <p:nvSpPr>
          <p:cNvPr id="16" name="文本占位符 15"/>
          <p:cNvSpPr>
            <a:spLocks noGrp="1"/>
          </p:cNvSpPr>
          <p:nvPr>
            <p:ph type="body" sz="quarter" idx="10" hasCustomPrompt="1"/>
          </p:nvPr>
        </p:nvSpPr>
        <p:spPr>
          <a:xfrm>
            <a:off x="696913" y="353331"/>
            <a:ext cx="3294062" cy="441325"/>
          </a:xfrm>
          <a:prstGeom prst="rect">
            <a:avLst/>
          </a:prstGeom>
        </p:spPr>
        <p:txBody>
          <a:bodyPr/>
          <a:lstStyle>
            <a:lvl1pPr marL="0" indent="0">
              <a:buNone/>
              <a:defRPr b="1">
                <a:solidFill>
                  <a:srgbClr val="AE282F"/>
                </a:solidFill>
              </a:defRPr>
            </a:lvl1pPr>
          </a:lstStyle>
          <a:p>
            <a:pPr lvl="0"/>
            <a:r>
              <a:rPr lang="zh-CN" altLang="en-US" dirty="0"/>
              <a:t>单击此处编辑文字</a:t>
            </a:r>
          </a:p>
        </p:txBody>
      </p:sp>
      <p:sp>
        <p:nvSpPr>
          <p:cNvPr id="17" name="任意多边形: 形状 16"/>
          <p:cNvSpPr/>
          <p:nvPr userDrawn="1"/>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文本占位符 18"/>
          <p:cNvSpPr>
            <a:spLocks noGrp="1"/>
          </p:cNvSpPr>
          <p:nvPr>
            <p:ph type="body" sz="quarter" idx="11" hasCustomPrompt="1"/>
          </p:nvPr>
        </p:nvSpPr>
        <p:spPr>
          <a:xfrm>
            <a:off x="11644311" y="6457760"/>
            <a:ext cx="695482" cy="400240"/>
          </a:xfrm>
          <a:prstGeom prst="rect">
            <a:avLst/>
          </a:prstGeom>
        </p:spPr>
        <p:txBody>
          <a:bodyPr/>
          <a:lstStyle>
            <a:lvl1pPr marL="0" indent="0">
              <a:buNone/>
              <a:defRPr sz="1800" b="1">
                <a:solidFill>
                  <a:schemeClr val="accent1"/>
                </a:solidFill>
                <a:latin typeface="+mj-lt"/>
              </a:defRPr>
            </a:lvl1pPr>
          </a:lstStyle>
          <a:p>
            <a:pPr lvl="0"/>
            <a:r>
              <a:rPr lang="zh-CN" altLang="en-US" dirty="0"/>
              <a:t>页码</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4" name="文本占位符 15"/>
          <p:cNvSpPr>
            <a:spLocks noGrp="1"/>
          </p:cNvSpPr>
          <p:nvPr>
            <p:ph type="body" sz="quarter" idx="10" hasCustomPrompt="1"/>
          </p:nvPr>
        </p:nvSpPr>
        <p:spPr>
          <a:xfrm>
            <a:off x="696913" y="353331"/>
            <a:ext cx="3294062" cy="441325"/>
          </a:xfrm>
          <a:prstGeom prst="rect">
            <a:avLst/>
          </a:prstGeom>
        </p:spPr>
        <p:txBody>
          <a:bodyPr/>
          <a:lstStyle>
            <a:lvl1pPr marL="0" indent="0">
              <a:buNone/>
              <a:defRPr b="1">
                <a:solidFill>
                  <a:srgbClr val="AE282F"/>
                </a:solidFill>
              </a:defRPr>
            </a:lvl1pPr>
          </a:lstStyle>
          <a:p>
            <a:pPr lvl="0"/>
            <a:r>
              <a:rPr lang="zh-CN" altLang="en-US" dirty="0"/>
              <a:t>单击此处编辑文字</a:t>
            </a:r>
          </a:p>
        </p:txBody>
      </p:sp>
      <p:sp>
        <p:nvSpPr>
          <p:cNvPr id="5" name="文本占位符 18"/>
          <p:cNvSpPr>
            <a:spLocks noGrp="1"/>
          </p:cNvSpPr>
          <p:nvPr>
            <p:ph type="body" sz="quarter" idx="11" hasCustomPrompt="1"/>
          </p:nvPr>
        </p:nvSpPr>
        <p:spPr>
          <a:xfrm>
            <a:off x="11644311" y="6457760"/>
            <a:ext cx="695482" cy="400240"/>
          </a:xfrm>
          <a:prstGeom prst="rect">
            <a:avLst/>
          </a:prstGeom>
        </p:spPr>
        <p:txBody>
          <a:bodyPr/>
          <a:lstStyle>
            <a:lvl1pPr marL="0" indent="0">
              <a:buNone/>
              <a:defRPr sz="1800" b="1">
                <a:solidFill>
                  <a:schemeClr val="accent1"/>
                </a:solidFill>
                <a:latin typeface="+mj-lt"/>
              </a:defRPr>
            </a:lvl1pPr>
          </a:lstStyle>
          <a:p>
            <a:pPr lvl="0"/>
            <a:r>
              <a:rPr lang="zh-CN" altLang="en-US" dirty="0"/>
              <a:t>页码</a:t>
            </a:r>
          </a:p>
        </p:txBody>
      </p:sp>
      <p:sp>
        <p:nvSpPr>
          <p:cNvPr id="6" name="任意多边形: 形状 5"/>
          <p:cNvSpPr/>
          <p:nvPr userDrawn="1"/>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图片占位符 9"/>
          <p:cNvSpPr>
            <a:spLocks noGrp="1"/>
          </p:cNvSpPr>
          <p:nvPr>
            <p:ph type="pic" sz="quarter" idx="12"/>
          </p:nvPr>
        </p:nvSpPr>
        <p:spPr>
          <a:xfrm rot="21360000">
            <a:off x="573528" y="1951974"/>
            <a:ext cx="4388400" cy="2692800"/>
          </a:xfrm>
          <a:prstGeom prst="rect">
            <a:avLst/>
          </a:prstGeom>
          <a:scene3d>
            <a:camera prst="perspectiveFront" fov="3000000">
              <a:rot lat="20460000" lon="18546000" rev="312000"/>
            </a:camera>
            <a:lightRig rig="threePt" dir="t"/>
          </a:scene3d>
        </p:spPr>
        <p:txBody>
          <a:bodyPr/>
          <a:lstStyle/>
          <a:p>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0" name="图片占位符 9"/>
          <p:cNvSpPr>
            <a:spLocks noGrp="1"/>
          </p:cNvSpPr>
          <p:nvPr>
            <p:ph type="pic" sz="quarter" idx="12"/>
          </p:nvPr>
        </p:nvSpPr>
        <p:spPr>
          <a:xfrm>
            <a:off x="812800" y="2271551"/>
            <a:ext cx="3178175" cy="2100424"/>
          </a:xfrm>
          <a:prstGeom prst="rect">
            <a:avLst/>
          </a:prstGeom>
        </p:spPr>
        <p:txBody>
          <a:bodyPr/>
          <a:lstStyle/>
          <a:p>
            <a:endParaRPr lang="zh-CN" altLang="en-US"/>
          </a:p>
        </p:txBody>
      </p:sp>
      <p:sp>
        <p:nvSpPr>
          <p:cNvPr id="11" name="图片占位符 9"/>
          <p:cNvSpPr>
            <a:spLocks noGrp="1"/>
          </p:cNvSpPr>
          <p:nvPr>
            <p:ph type="pic" sz="quarter" idx="13"/>
          </p:nvPr>
        </p:nvSpPr>
        <p:spPr>
          <a:xfrm>
            <a:off x="4506913" y="2271551"/>
            <a:ext cx="3178175" cy="2100424"/>
          </a:xfrm>
          <a:prstGeom prst="rect">
            <a:avLst/>
          </a:prstGeom>
        </p:spPr>
        <p:txBody>
          <a:bodyPr/>
          <a:lstStyle/>
          <a:p>
            <a:endParaRPr lang="zh-CN" altLang="en-US"/>
          </a:p>
        </p:txBody>
      </p:sp>
      <p:sp>
        <p:nvSpPr>
          <p:cNvPr id="12" name="图片占位符 9"/>
          <p:cNvSpPr>
            <a:spLocks noGrp="1"/>
          </p:cNvSpPr>
          <p:nvPr>
            <p:ph type="pic" sz="quarter" idx="14"/>
          </p:nvPr>
        </p:nvSpPr>
        <p:spPr>
          <a:xfrm>
            <a:off x="8201026" y="2271551"/>
            <a:ext cx="3178175" cy="2100424"/>
          </a:xfrm>
          <a:prstGeom prst="rect">
            <a:avLst/>
          </a:prstGeom>
        </p:spPr>
        <p:txBody>
          <a:bodyPr/>
          <a:lstStyle/>
          <a:p>
            <a:endParaRPr lang="zh-CN" altLang="en-US"/>
          </a:p>
        </p:txBody>
      </p:sp>
      <p:sp>
        <p:nvSpPr>
          <p:cNvPr id="3" name="文本占位符 15"/>
          <p:cNvSpPr>
            <a:spLocks noGrp="1"/>
          </p:cNvSpPr>
          <p:nvPr>
            <p:ph type="body" sz="quarter" idx="10" hasCustomPrompt="1"/>
          </p:nvPr>
        </p:nvSpPr>
        <p:spPr>
          <a:xfrm>
            <a:off x="696913" y="353331"/>
            <a:ext cx="3294062" cy="441325"/>
          </a:xfrm>
          <a:prstGeom prst="rect">
            <a:avLst/>
          </a:prstGeom>
        </p:spPr>
        <p:txBody>
          <a:bodyPr/>
          <a:lstStyle>
            <a:lvl1pPr marL="0" indent="0">
              <a:buNone/>
              <a:defRPr b="1">
                <a:solidFill>
                  <a:srgbClr val="AE282F"/>
                </a:solidFill>
              </a:defRPr>
            </a:lvl1pPr>
          </a:lstStyle>
          <a:p>
            <a:pPr lvl="0"/>
            <a:r>
              <a:rPr lang="zh-CN" altLang="en-US" dirty="0"/>
              <a:t>单击此处编辑文字</a:t>
            </a:r>
          </a:p>
        </p:txBody>
      </p:sp>
      <p:sp>
        <p:nvSpPr>
          <p:cNvPr id="4" name="文本占位符 18"/>
          <p:cNvSpPr>
            <a:spLocks noGrp="1"/>
          </p:cNvSpPr>
          <p:nvPr>
            <p:ph type="body" sz="quarter" idx="11" hasCustomPrompt="1"/>
          </p:nvPr>
        </p:nvSpPr>
        <p:spPr>
          <a:xfrm>
            <a:off x="11644311" y="6457760"/>
            <a:ext cx="695482" cy="400240"/>
          </a:xfrm>
          <a:prstGeom prst="rect">
            <a:avLst/>
          </a:prstGeom>
        </p:spPr>
        <p:txBody>
          <a:bodyPr/>
          <a:lstStyle>
            <a:lvl1pPr marL="0" indent="0">
              <a:buNone/>
              <a:defRPr sz="1800" b="1">
                <a:solidFill>
                  <a:schemeClr val="accent1"/>
                </a:solidFill>
                <a:latin typeface="+mj-lt"/>
              </a:defRPr>
            </a:lvl1pPr>
          </a:lstStyle>
          <a:p>
            <a:pPr lvl="0"/>
            <a:r>
              <a:rPr lang="zh-CN" altLang="en-US" dirty="0"/>
              <a:t>页码</a:t>
            </a:r>
          </a:p>
        </p:txBody>
      </p:sp>
      <p:sp>
        <p:nvSpPr>
          <p:cNvPr id="5" name="任意多边形: 形状 4"/>
          <p:cNvSpPr/>
          <p:nvPr userDrawn="1"/>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文本占位符 15"/>
          <p:cNvSpPr>
            <a:spLocks noGrp="1"/>
          </p:cNvSpPr>
          <p:nvPr>
            <p:ph type="body" sz="quarter" idx="10" hasCustomPrompt="1"/>
          </p:nvPr>
        </p:nvSpPr>
        <p:spPr>
          <a:xfrm>
            <a:off x="696913" y="353331"/>
            <a:ext cx="3294062" cy="441325"/>
          </a:xfrm>
          <a:prstGeom prst="rect">
            <a:avLst/>
          </a:prstGeom>
        </p:spPr>
        <p:txBody>
          <a:bodyPr/>
          <a:lstStyle>
            <a:lvl1pPr marL="0" indent="0">
              <a:buNone/>
              <a:defRPr b="1">
                <a:solidFill>
                  <a:srgbClr val="AE282F"/>
                </a:solidFill>
              </a:defRPr>
            </a:lvl1pPr>
          </a:lstStyle>
          <a:p>
            <a:pPr lvl="0"/>
            <a:r>
              <a:rPr lang="zh-CN" altLang="en-US" dirty="0"/>
              <a:t>单击此处编辑文字</a:t>
            </a:r>
          </a:p>
        </p:txBody>
      </p:sp>
      <p:sp>
        <p:nvSpPr>
          <p:cNvPr id="4" name="文本占位符 18"/>
          <p:cNvSpPr>
            <a:spLocks noGrp="1"/>
          </p:cNvSpPr>
          <p:nvPr>
            <p:ph type="body" sz="quarter" idx="11" hasCustomPrompt="1"/>
          </p:nvPr>
        </p:nvSpPr>
        <p:spPr>
          <a:xfrm>
            <a:off x="11644311" y="6457760"/>
            <a:ext cx="695482" cy="400240"/>
          </a:xfrm>
          <a:prstGeom prst="rect">
            <a:avLst/>
          </a:prstGeom>
        </p:spPr>
        <p:txBody>
          <a:bodyPr/>
          <a:lstStyle>
            <a:lvl1pPr marL="0" indent="0">
              <a:buNone/>
              <a:defRPr sz="1800" b="1">
                <a:solidFill>
                  <a:schemeClr val="accent1"/>
                </a:solidFill>
                <a:latin typeface="+mj-lt"/>
              </a:defRPr>
            </a:lvl1pPr>
          </a:lstStyle>
          <a:p>
            <a:pPr lvl="0"/>
            <a:r>
              <a:rPr lang="zh-CN" altLang="en-US" dirty="0"/>
              <a:t>页码</a:t>
            </a:r>
          </a:p>
        </p:txBody>
      </p:sp>
      <p:sp>
        <p:nvSpPr>
          <p:cNvPr id="5" name="任意多边形: 形状 4"/>
          <p:cNvSpPr/>
          <p:nvPr userDrawn="1"/>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图片占位符 5"/>
          <p:cNvSpPr>
            <a:spLocks noGrp="1"/>
          </p:cNvSpPr>
          <p:nvPr>
            <p:ph type="pic" sz="quarter" idx="12"/>
          </p:nvPr>
        </p:nvSpPr>
        <p:spPr>
          <a:xfrm>
            <a:off x="1001713" y="1584277"/>
            <a:ext cx="4978400" cy="3975147"/>
          </a:xfrm>
          <a:prstGeom prst="rect">
            <a:avLst/>
          </a:prstGeom>
          <a:ln w="25400">
            <a:noFill/>
          </a:ln>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图片占位符 7"/>
          <p:cNvSpPr>
            <a:spLocks noGrp="1"/>
          </p:cNvSpPr>
          <p:nvPr>
            <p:ph type="pic" sz="quarter" idx="12"/>
          </p:nvPr>
        </p:nvSpPr>
        <p:spPr>
          <a:xfrm>
            <a:off x="812800" y="1408113"/>
            <a:ext cx="10553700" cy="1916112"/>
          </a:xfrm>
          <a:prstGeom prst="rect">
            <a:avLst/>
          </a:prstGeom>
          <a:ln w="25400">
            <a:noFill/>
          </a:ln>
        </p:spPr>
        <p:txBody>
          <a:bodyPr/>
          <a:lstStyle/>
          <a:p>
            <a:endParaRPr lang="zh-CN" altLang="en-US"/>
          </a:p>
        </p:txBody>
      </p:sp>
      <p:sp>
        <p:nvSpPr>
          <p:cNvPr id="3" name="文本占位符 15"/>
          <p:cNvSpPr>
            <a:spLocks noGrp="1"/>
          </p:cNvSpPr>
          <p:nvPr>
            <p:ph type="body" sz="quarter" idx="10" hasCustomPrompt="1"/>
          </p:nvPr>
        </p:nvSpPr>
        <p:spPr>
          <a:xfrm>
            <a:off x="696913" y="353331"/>
            <a:ext cx="3294062" cy="441325"/>
          </a:xfrm>
          <a:prstGeom prst="rect">
            <a:avLst/>
          </a:prstGeom>
        </p:spPr>
        <p:txBody>
          <a:bodyPr/>
          <a:lstStyle>
            <a:lvl1pPr marL="0" indent="0">
              <a:buNone/>
              <a:defRPr b="1">
                <a:solidFill>
                  <a:srgbClr val="AE282F"/>
                </a:solidFill>
              </a:defRPr>
            </a:lvl1pPr>
          </a:lstStyle>
          <a:p>
            <a:pPr lvl="0"/>
            <a:r>
              <a:rPr lang="zh-CN" altLang="en-US" dirty="0"/>
              <a:t>单击此处编辑文字</a:t>
            </a:r>
          </a:p>
        </p:txBody>
      </p:sp>
      <p:sp>
        <p:nvSpPr>
          <p:cNvPr id="4" name="文本占位符 18"/>
          <p:cNvSpPr>
            <a:spLocks noGrp="1"/>
          </p:cNvSpPr>
          <p:nvPr>
            <p:ph type="body" sz="quarter" idx="11" hasCustomPrompt="1"/>
          </p:nvPr>
        </p:nvSpPr>
        <p:spPr>
          <a:xfrm>
            <a:off x="11644311" y="6457760"/>
            <a:ext cx="695482" cy="400240"/>
          </a:xfrm>
          <a:prstGeom prst="rect">
            <a:avLst/>
          </a:prstGeom>
        </p:spPr>
        <p:txBody>
          <a:bodyPr/>
          <a:lstStyle>
            <a:lvl1pPr marL="0" indent="0">
              <a:buNone/>
              <a:defRPr sz="1800" b="1">
                <a:solidFill>
                  <a:schemeClr val="accent1"/>
                </a:solidFill>
                <a:latin typeface="+mj-lt"/>
              </a:defRPr>
            </a:lvl1pPr>
          </a:lstStyle>
          <a:p>
            <a:pPr lvl="0"/>
            <a:r>
              <a:rPr lang="zh-CN" altLang="en-US" dirty="0"/>
              <a:t>页码</a:t>
            </a:r>
          </a:p>
        </p:txBody>
      </p:sp>
      <p:sp>
        <p:nvSpPr>
          <p:cNvPr id="5" name="任意多边形: 形状 4"/>
          <p:cNvSpPr/>
          <p:nvPr userDrawn="1"/>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2" name="图片占位符 11"/>
          <p:cNvSpPr>
            <a:spLocks noGrp="1"/>
          </p:cNvSpPr>
          <p:nvPr>
            <p:ph type="pic" sz="quarter" idx="12"/>
          </p:nvPr>
        </p:nvSpPr>
        <p:spPr>
          <a:xfrm>
            <a:off x="812800" y="1503363"/>
            <a:ext cx="3536950" cy="4638675"/>
          </a:xfrm>
          <a:prstGeom prst="rect">
            <a:avLst/>
          </a:prstGeom>
          <a:ln>
            <a:noFill/>
          </a:ln>
        </p:spPr>
        <p:txBody>
          <a:bodyPr/>
          <a:lstStyle/>
          <a:p>
            <a:endParaRPr lang="zh-CN" altLang="en-US"/>
          </a:p>
        </p:txBody>
      </p:sp>
      <p:sp>
        <p:nvSpPr>
          <p:cNvPr id="13" name="图片占位符 11"/>
          <p:cNvSpPr>
            <a:spLocks noGrp="1"/>
          </p:cNvSpPr>
          <p:nvPr>
            <p:ph type="pic" sz="quarter" idx="13"/>
          </p:nvPr>
        </p:nvSpPr>
        <p:spPr>
          <a:xfrm>
            <a:off x="4646751" y="1496835"/>
            <a:ext cx="3187702" cy="2199291"/>
          </a:xfrm>
          <a:prstGeom prst="rect">
            <a:avLst/>
          </a:prstGeom>
          <a:ln>
            <a:noFill/>
          </a:ln>
        </p:spPr>
        <p:txBody>
          <a:bodyPr/>
          <a:lstStyle/>
          <a:p>
            <a:endParaRPr lang="zh-CN" altLang="en-US"/>
          </a:p>
        </p:txBody>
      </p:sp>
      <p:sp>
        <p:nvSpPr>
          <p:cNvPr id="14" name="图片占位符 11"/>
          <p:cNvSpPr>
            <a:spLocks noGrp="1"/>
          </p:cNvSpPr>
          <p:nvPr>
            <p:ph type="pic" sz="quarter" idx="14"/>
          </p:nvPr>
        </p:nvSpPr>
        <p:spPr>
          <a:xfrm>
            <a:off x="8131454" y="1503890"/>
            <a:ext cx="3187702" cy="2199291"/>
          </a:xfrm>
          <a:prstGeom prst="rect">
            <a:avLst/>
          </a:prstGeom>
          <a:ln>
            <a:noFill/>
          </a:ln>
        </p:spPr>
        <p:txBody>
          <a:bodyPr/>
          <a:lstStyle/>
          <a:p>
            <a:endParaRPr lang="zh-CN" altLang="en-US"/>
          </a:p>
        </p:txBody>
      </p:sp>
      <p:sp>
        <p:nvSpPr>
          <p:cNvPr id="15" name="图片占位符 11"/>
          <p:cNvSpPr>
            <a:spLocks noGrp="1"/>
          </p:cNvSpPr>
          <p:nvPr>
            <p:ph type="pic" sz="quarter" idx="15"/>
          </p:nvPr>
        </p:nvSpPr>
        <p:spPr>
          <a:xfrm>
            <a:off x="4646751" y="3958419"/>
            <a:ext cx="3187702" cy="2199291"/>
          </a:xfrm>
          <a:prstGeom prst="rect">
            <a:avLst/>
          </a:prstGeom>
          <a:ln>
            <a:noFill/>
          </a:ln>
        </p:spPr>
        <p:txBody>
          <a:bodyPr/>
          <a:lstStyle/>
          <a:p>
            <a:endParaRPr lang="zh-CN" altLang="en-US"/>
          </a:p>
        </p:txBody>
      </p:sp>
      <p:sp>
        <p:nvSpPr>
          <p:cNvPr id="16" name="图片占位符 11"/>
          <p:cNvSpPr>
            <a:spLocks noGrp="1"/>
          </p:cNvSpPr>
          <p:nvPr>
            <p:ph type="pic" sz="quarter" idx="16"/>
          </p:nvPr>
        </p:nvSpPr>
        <p:spPr>
          <a:xfrm>
            <a:off x="8131454" y="3965474"/>
            <a:ext cx="3187702" cy="2199291"/>
          </a:xfrm>
          <a:prstGeom prst="rect">
            <a:avLst/>
          </a:prstGeom>
          <a:ln>
            <a:noFill/>
          </a:ln>
        </p:spPr>
        <p:txBody>
          <a:bodyPr/>
          <a:lstStyle/>
          <a:p>
            <a:endParaRPr lang="zh-CN" altLang="en-US"/>
          </a:p>
        </p:txBody>
      </p:sp>
      <p:sp>
        <p:nvSpPr>
          <p:cNvPr id="3" name="文本占位符 15"/>
          <p:cNvSpPr>
            <a:spLocks noGrp="1"/>
          </p:cNvSpPr>
          <p:nvPr>
            <p:ph type="body" sz="quarter" idx="10" hasCustomPrompt="1"/>
          </p:nvPr>
        </p:nvSpPr>
        <p:spPr>
          <a:xfrm>
            <a:off x="696913" y="353331"/>
            <a:ext cx="3294062" cy="441325"/>
          </a:xfrm>
          <a:prstGeom prst="rect">
            <a:avLst/>
          </a:prstGeom>
        </p:spPr>
        <p:txBody>
          <a:bodyPr/>
          <a:lstStyle>
            <a:lvl1pPr marL="0" indent="0">
              <a:buNone/>
              <a:defRPr b="1">
                <a:solidFill>
                  <a:srgbClr val="AE282F"/>
                </a:solidFill>
              </a:defRPr>
            </a:lvl1pPr>
          </a:lstStyle>
          <a:p>
            <a:pPr lvl="0"/>
            <a:r>
              <a:rPr lang="zh-CN" altLang="en-US" dirty="0"/>
              <a:t>单击此处编辑文字</a:t>
            </a:r>
          </a:p>
        </p:txBody>
      </p:sp>
      <p:sp>
        <p:nvSpPr>
          <p:cNvPr id="4" name="文本占位符 18"/>
          <p:cNvSpPr>
            <a:spLocks noGrp="1"/>
          </p:cNvSpPr>
          <p:nvPr>
            <p:ph type="body" sz="quarter" idx="11" hasCustomPrompt="1"/>
          </p:nvPr>
        </p:nvSpPr>
        <p:spPr>
          <a:xfrm>
            <a:off x="11644311" y="6457760"/>
            <a:ext cx="695482" cy="400240"/>
          </a:xfrm>
          <a:prstGeom prst="rect">
            <a:avLst/>
          </a:prstGeom>
        </p:spPr>
        <p:txBody>
          <a:bodyPr/>
          <a:lstStyle>
            <a:lvl1pPr marL="0" indent="0">
              <a:buNone/>
              <a:defRPr sz="1800" b="1">
                <a:solidFill>
                  <a:schemeClr val="accent1"/>
                </a:solidFill>
                <a:latin typeface="+mj-lt"/>
              </a:defRPr>
            </a:lvl1pPr>
          </a:lstStyle>
          <a:p>
            <a:pPr lvl="0"/>
            <a:r>
              <a:rPr lang="zh-CN" altLang="en-US" dirty="0"/>
              <a:t>页码</a:t>
            </a:r>
          </a:p>
        </p:txBody>
      </p:sp>
      <p:sp>
        <p:nvSpPr>
          <p:cNvPr id="5" name="任意多边形: 形状 4"/>
          <p:cNvSpPr/>
          <p:nvPr userDrawn="1"/>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文本占位符 15"/>
          <p:cNvSpPr>
            <a:spLocks noGrp="1"/>
          </p:cNvSpPr>
          <p:nvPr>
            <p:ph type="body" sz="quarter" idx="10" hasCustomPrompt="1"/>
          </p:nvPr>
        </p:nvSpPr>
        <p:spPr>
          <a:xfrm>
            <a:off x="696913" y="353331"/>
            <a:ext cx="3294062" cy="441325"/>
          </a:xfrm>
          <a:prstGeom prst="rect">
            <a:avLst/>
          </a:prstGeom>
        </p:spPr>
        <p:txBody>
          <a:bodyPr/>
          <a:lstStyle>
            <a:lvl1pPr marL="0" indent="0">
              <a:buNone/>
              <a:defRPr b="1">
                <a:solidFill>
                  <a:srgbClr val="AE282F"/>
                </a:solidFill>
              </a:defRPr>
            </a:lvl1pPr>
          </a:lstStyle>
          <a:p>
            <a:pPr lvl="0"/>
            <a:r>
              <a:rPr lang="zh-CN" altLang="en-US" dirty="0"/>
              <a:t>单击此处编辑文字</a:t>
            </a:r>
          </a:p>
        </p:txBody>
      </p:sp>
      <p:sp>
        <p:nvSpPr>
          <p:cNvPr id="4" name="文本占位符 18"/>
          <p:cNvSpPr>
            <a:spLocks noGrp="1"/>
          </p:cNvSpPr>
          <p:nvPr>
            <p:ph type="body" sz="quarter" idx="11" hasCustomPrompt="1"/>
          </p:nvPr>
        </p:nvSpPr>
        <p:spPr>
          <a:xfrm>
            <a:off x="11644311" y="6457760"/>
            <a:ext cx="695482" cy="400240"/>
          </a:xfrm>
          <a:prstGeom prst="rect">
            <a:avLst/>
          </a:prstGeom>
        </p:spPr>
        <p:txBody>
          <a:bodyPr/>
          <a:lstStyle>
            <a:lvl1pPr marL="0" indent="0">
              <a:buNone/>
              <a:defRPr sz="1800" b="1">
                <a:solidFill>
                  <a:schemeClr val="accent1"/>
                </a:solidFill>
                <a:latin typeface="+mj-lt"/>
              </a:defRPr>
            </a:lvl1pPr>
          </a:lstStyle>
          <a:p>
            <a:pPr lvl="0"/>
            <a:r>
              <a:rPr lang="zh-CN" altLang="en-US" dirty="0"/>
              <a:t>页码</a:t>
            </a:r>
          </a:p>
        </p:txBody>
      </p:sp>
      <p:sp>
        <p:nvSpPr>
          <p:cNvPr id="5" name="任意多边形: 形状 4"/>
          <p:cNvSpPr/>
          <p:nvPr userDrawn="1"/>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10.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5.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矩形 14"/>
          <p:cNvSpPr/>
          <p:nvPr userDrawn="1"/>
        </p:nvSpPr>
        <p:spPr>
          <a:xfrm>
            <a:off x="3154393" y="5698360"/>
            <a:ext cx="5883215" cy="1151457"/>
          </a:xfrm>
          <a:prstGeom prst="rect">
            <a:avLst/>
          </a:prstGeom>
          <a:blipFill dpi="0" rotWithShape="1">
            <a:blip r:embed="rId9">
              <a:alphaModFix amt="7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userDrawn="1"/>
        </p:nvGrpSpPr>
        <p:grpSpPr>
          <a:xfrm>
            <a:off x="-20570" y="373615"/>
            <a:ext cx="653016" cy="384228"/>
            <a:chOff x="-10285" y="301572"/>
            <a:chExt cx="653016" cy="384228"/>
          </a:xfrm>
          <a:solidFill>
            <a:schemeClr val="accent1"/>
          </a:solidFill>
        </p:grpSpPr>
        <p:sp>
          <p:nvSpPr>
            <p:cNvPr id="17" name="矩形 16"/>
            <p:cNvSpPr/>
            <p:nvPr/>
          </p:nvSpPr>
          <p:spPr>
            <a:xfrm>
              <a:off x="-10285" y="301572"/>
              <a:ext cx="453428" cy="3842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矩形 17"/>
            <p:cNvSpPr/>
            <p:nvPr/>
          </p:nvSpPr>
          <p:spPr>
            <a:xfrm>
              <a:off x="522482" y="301572"/>
              <a:ext cx="120249" cy="3842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矩形 14"/>
          <p:cNvSpPr/>
          <p:nvPr userDrawn="1"/>
        </p:nvSpPr>
        <p:spPr>
          <a:xfrm>
            <a:off x="3154393" y="5698360"/>
            <a:ext cx="5883215" cy="1151457"/>
          </a:xfrm>
          <a:prstGeom prst="rect">
            <a:avLst/>
          </a:prstGeom>
          <a:blipFill dpi="0" rotWithShape="1">
            <a:blip r:embed="rId3">
              <a:alphaModFix amt="7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8" name="组合 7"/>
          <p:cNvGrpSpPr/>
          <p:nvPr userDrawn="1"/>
        </p:nvGrpSpPr>
        <p:grpSpPr>
          <a:xfrm>
            <a:off x="0" y="-4762"/>
            <a:ext cx="1817444" cy="6862762"/>
            <a:chOff x="0" y="-4762"/>
            <a:chExt cx="1817444" cy="6862762"/>
          </a:xfrm>
        </p:grpSpPr>
        <p:sp>
          <p:nvSpPr>
            <p:cNvPr id="9" name="矩形 8"/>
            <p:cNvSpPr/>
            <p:nvPr/>
          </p:nvSpPr>
          <p:spPr>
            <a:xfrm>
              <a:off x="1" y="-4762"/>
              <a:ext cx="1817443" cy="6862762"/>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10" name="图片 9"/>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50630" y="216338"/>
              <a:ext cx="516185" cy="515742"/>
            </a:xfrm>
            <a:prstGeom prst="rect">
              <a:avLst/>
            </a:prstGeom>
          </p:spPr>
        </p:pic>
        <p:pic>
          <p:nvPicPr>
            <p:cNvPr id="11" name="图片 10"/>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132208" y="746368"/>
              <a:ext cx="1553028" cy="280408"/>
            </a:xfrm>
            <a:prstGeom prst="rect">
              <a:avLst/>
            </a:prstGeom>
          </p:spPr>
        </p:pic>
        <p:pic>
          <p:nvPicPr>
            <p:cNvPr id="12" name="图片 11"/>
            <p:cNvPicPr>
              <a:picLocks noChangeAspect="1"/>
            </p:cNvPicPr>
            <p:nvPr/>
          </p:nvPicPr>
          <p:blipFill>
            <a:blip r:embed="rId5" cstate="screen">
              <a:extLst>
                <a:ext uri="{28A0092B-C50C-407E-A947-70E740481C1C}">
                  <a14:useLocalDpi xmlns:a14="http://schemas.microsoft.com/office/drawing/2010/main" val="0"/>
                </a:ext>
              </a:extLst>
            </a:blip>
            <a:srcRect l="28415" r="23954" b="52929"/>
            <a:stretch>
              <a:fillRect/>
            </a:stretch>
          </p:blipFill>
          <p:spPr>
            <a:xfrm>
              <a:off x="0" y="6510770"/>
              <a:ext cx="1814901" cy="347230"/>
            </a:xfrm>
            <a:custGeom>
              <a:avLst/>
              <a:gdLst>
                <a:gd name="connsiteX0" fmla="*/ 0 w 1814901"/>
                <a:gd name="connsiteY0" fmla="*/ 0 h 347230"/>
                <a:gd name="connsiteX1" fmla="*/ 1814901 w 1814901"/>
                <a:gd name="connsiteY1" fmla="*/ 0 h 347230"/>
                <a:gd name="connsiteX2" fmla="*/ 1814901 w 1814901"/>
                <a:gd name="connsiteY2" fmla="*/ 347230 h 347230"/>
                <a:gd name="connsiteX3" fmla="*/ 0 w 1814901"/>
                <a:gd name="connsiteY3" fmla="*/ 347230 h 347230"/>
              </a:gdLst>
              <a:ahLst/>
              <a:cxnLst>
                <a:cxn ang="0">
                  <a:pos x="connsiteX0" y="connsiteY0"/>
                </a:cxn>
                <a:cxn ang="0">
                  <a:pos x="connsiteX1" y="connsiteY1"/>
                </a:cxn>
                <a:cxn ang="0">
                  <a:pos x="connsiteX2" y="connsiteY2"/>
                </a:cxn>
                <a:cxn ang="0">
                  <a:pos x="connsiteX3" y="connsiteY3"/>
                </a:cxn>
              </a:cxnLst>
              <a:rect l="l" t="t" r="r" b="b"/>
              <a:pathLst>
                <a:path w="1814901" h="347230">
                  <a:moveTo>
                    <a:pt x="0" y="0"/>
                  </a:moveTo>
                  <a:lnTo>
                    <a:pt x="1814901" y="0"/>
                  </a:lnTo>
                  <a:lnTo>
                    <a:pt x="1814901" y="347230"/>
                  </a:lnTo>
                  <a:lnTo>
                    <a:pt x="0" y="347230"/>
                  </a:lnTo>
                  <a:close/>
                </a:path>
              </a:pathLst>
            </a:custGeom>
          </p:spPr>
        </p:pic>
      </p:grpSp>
      <p:sp>
        <p:nvSpPr>
          <p:cNvPr id="13" name="矩形 12"/>
          <p:cNvSpPr/>
          <p:nvPr userDrawn="1"/>
        </p:nvSpPr>
        <p:spPr>
          <a:xfrm>
            <a:off x="3954493" y="5698360"/>
            <a:ext cx="5883215" cy="1151457"/>
          </a:xfrm>
          <a:prstGeom prst="rect">
            <a:avLst/>
          </a:prstGeom>
          <a:blipFill dpi="0" rotWithShape="1">
            <a:blip r:embed="rId6">
              <a:alphaModFix amt="7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4/14/2023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p:cNvSpPr/>
          <p:nvPr userDrawn="1"/>
        </p:nvSpPr>
        <p:spPr>
          <a:xfrm>
            <a:off x="3154393" y="5698360"/>
            <a:ext cx="5883215" cy="1151457"/>
          </a:xfrm>
          <a:prstGeom prst="rect">
            <a:avLst/>
          </a:prstGeom>
          <a:blipFill dpi="0" rotWithShape="1">
            <a:blip r:embed="rId14">
              <a:alphaModFix amt="7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0" r:id="rId1"/>
    <p:sldLayoutId id="214748368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7.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24.png"/><Relationship Id="rId4" Type="http://schemas.microsoft.com/office/2007/relationships/hdphoto" Target="../media/hdphoto2.wdp"/><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24.png"/><Relationship Id="rId10" Type="http://schemas.microsoft.com/office/2007/relationships/hdphoto" Target="../media/hdphoto5.wdp"/><Relationship Id="rId4" Type="http://schemas.microsoft.com/office/2007/relationships/hdphoto" Target="../media/hdphoto2.wdp"/><Relationship Id="rId9"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chart" Target="../charts/chart1.xml"/><Relationship Id="rId7" Type="http://schemas.openxmlformats.org/officeDocument/2006/relationships/image" Target="../media/image36.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 Id="rId9" Type="http://schemas.openxmlformats.org/officeDocument/2006/relationships/image" Target="../media/image38.sv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chart" Target="../charts/chart2.xml"/></Relationships>
</file>

<file path=ppt/slides/_rels/slide3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notesSlide" Target="../notesSlides/notesSlide43.xml"/><Relationship Id="rId7"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8" Type="http://schemas.openxmlformats.org/officeDocument/2006/relationships/image" Target="../media/image51.jpeg"/><Relationship Id="rId3" Type="http://schemas.openxmlformats.org/officeDocument/2006/relationships/notesSlide" Target="../notesSlides/notesSlide45.xml"/><Relationship Id="rId7" Type="http://schemas.openxmlformats.org/officeDocument/2006/relationships/image" Target="../media/image50.jpeg"/><Relationship Id="rId2" Type="http://schemas.openxmlformats.org/officeDocument/2006/relationships/slideLayout" Target="../slideLayouts/slideLayout1.xml"/><Relationship Id="rId1" Type="http://schemas.openxmlformats.org/officeDocument/2006/relationships/tags" Target="../tags/tag19.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 Id="rId9" Type="http://schemas.openxmlformats.org/officeDocument/2006/relationships/image" Target="../media/image5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17.xml"/><Relationship Id="rId6" Type="http://schemas.openxmlformats.org/officeDocument/2006/relationships/image" Target="../media/image7.png"/><Relationship Id="rId5" Type="http://schemas.openxmlformats.org/officeDocument/2006/relationships/image" Target="../media/image8.png"/><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任意多边形: 形状 19"/>
          <p:cNvSpPr/>
          <p:nvPr/>
        </p:nvSpPr>
        <p:spPr>
          <a:xfrm flipH="1" flipV="1">
            <a:off x="-17214" y="3477"/>
            <a:ext cx="12242406" cy="4910462"/>
          </a:xfrm>
          <a:custGeom>
            <a:avLst/>
            <a:gdLst>
              <a:gd name="connsiteX0" fmla="*/ 12157494 w 12192000"/>
              <a:gd name="connsiteY0" fmla="*/ 1914077 h 5630160"/>
              <a:gd name="connsiteX1" fmla="*/ 6096000 w 12192000"/>
              <a:gd name="connsiteY1" fmla="*/ 1914077 h 5630160"/>
              <a:gd name="connsiteX2" fmla="*/ 6094831 w 12192000"/>
              <a:gd name="connsiteY2" fmla="*/ 1914077 h 5630160"/>
              <a:gd name="connsiteX3" fmla="*/ 33337 w 12192000"/>
              <a:gd name="connsiteY3" fmla="*/ 1914077 h 5630160"/>
              <a:gd name="connsiteX4" fmla="*/ 5591346 w 12192000"/>
              <a:gd name="connsiteY4" fmla="*/ 266313 h 5630160"/>
              <a:gd name="connsiteX5" fmla="*/ 6094831 w 12192000"/>
              <a:gd name="connsiteY5" fmla="*/ 617 h 5630160"/>
              <a:gd name="connsiteX6" fmla="*/ 6094831 w 12192000"/>
              <a:gd name="connsiteY6" fmla="*/ 1 h 5630160"/>
              <a:gd name="connsiteX7" fmla="*/ 6094832 w 12192000"/>
              <a:gd name="connsiteY7" fmla="*/ 0 h 5630160"/>
              <a:gd name="connsiteX8" fmla="*/ 6095416 w 12192000"/>
              <a:gd name="connsiteY8" fmla="*/ 308 h 5630160"/>
              <a:gd name="connsiteX9" fmla="*/ 6095999 w 12192000"/>
              <a:gd name="connsiteY9" fmla="*/ 0 h 5630160"/>
              <a:gd name="connsiteX10" fmla="*/ 6096000 w 12192000"/>
              <a:gd name="connsiteY10" fmla="*/ 1 h 5630160"/>
              <a:gd name="connsiteX11" fmla="*/ 6096000 w 12192000"/>
              <a:gd name="connsiteY11" fmla="*/ 617 h 5630160"/>
              <a:gd name="connsiteX12" fmla="*/ 6599484 w 12192000"/>
              <a:gd name="connsiteY12" fmla="*/ 266313 h 5630160"/>
              <a:gd name="connsiteX13" fmla="*/ 12157494 w 12192000"/>
              <a:gd name="connsiteY13" fmla="*/ 1914077 h 5630160"/>
              <a:gd name="connsiteX14" fmla="*/ 12192000 w 12192000"/>
              <a:gd name="connsiteY14" fmla="*/ 5630160 h 5630160"/>
              <a:gd name="connsiteX15" fmla="*/ 0 w 12192000"/>
              <a:gd name="connsiteY15" fmla="*/ 5630160 h 5630160"/>
              <a:gd name="connsiteX16" fmla="*/ 0 w 12192000"/>
              <a:gd name="connsiteY16" fmla="*/ 4498876 h 5630160"/>
              <a:gd name="connsiteX17" fmla="*/ 0 w 12192000"/>
              <a:gd name="connsiteY17" fmla="*/ 3421631 h 5630160"/>
              <a:gd name="connsiteX18" fmla="*/ 0 w 12192000"/>
              <a:gd name="connsiteY18" fmla="*/ 1914079 h 5630160"/>
              <a:gd name="connsiteX19" fmla="*/ 12190832 w 12192000"/>
              <a:gd name="connsiteY19" fmla="*/ 1914079 h 5630160"/>
              <a:gd name="connsiteX20" fmla="*/ 12190832 w 12192000"/>
              <a:gd name="connsiteY20" fmla="*/ 3421631 h 5630160"/>
              <a:gd name="connsiteX21" fmla="*/ 12192000 w 12192000"/>
              <a:gd name="connsiteY21" fmla="*/ 3421631 h 563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5630160">
                <a:moveTo>
                  <a:pt x="12157494" y="1914077"/>
                </a:moveTo>
                <a:lnTo>
                  <a:pt x="6096000" y="1914077"/>
                </a:lnTo>
                <a:lnTo>
                  <a:pt x="6094831" y="1914077"/>
                </a:lnTo>
                <a:lnTo>
                  <a:pt x="33337" y="1914077"/>
                </a:lnTo>
                <a:cubicBezTo>
                  <a:pt x="1983224" y="1659285"/>
                  <a:pt x="3155367" y="1521549"/>
                  <a:pt x="5591346" y="266313"/>
                </a:cubicBezTo>
                <a:lnTo>
                  <a:pt x="6094831" y="617"/>
                </a:lnTo>
                <a:lnTo>
                  <a:pt x="6094831" y="1"/>
                </a:lnTo>
                <a:lnTo>
                  <a:pt x="6094832" y="0"/>
                </a:lnTo>
                <a:lnTo>
                  <a:pt x="6095416" y="308"/>
                </a:lnTo>
                <a:lnTo>
                  <a:pt x="6095999" y="0"/>
                </a:lnTo>
                <a:lnTo>
                  <a:pt x="6096000" y="1"/>
                </a:lnTo>
                <a:lnTo>
                  <a:pt x="6096000" y="617"/>
                </a:lnTo>
                <a:lnTo>
                  <a:pt x="6599484" y="266313"/>
                </a:lnTo>
                <a:cubicBezTo>
                  <a:pt x="9035464" y="1521549"/>
                  <a:pt x="10207606" y="1659285"/>
                  <a:pt x="12157494" y="1914077"/>
                </a:cubicBezTo>
                <a:close/>
                <a:moveTo>
                  <a:pt x="12192000" y="5630160"/>
                </a:moveTo>
                <a:lnTo>
                  <a:pt x="0" y="5630160"/>
                </a:lnTo>
                <a:lnTo>
                  <a:pt x="0" y="4498876"/>
                </a:lnTo>
                <a:lnTo>
                  <a:pt x="0" y="3421631"/>
                </a:lnTo>
                <a:lnTo>
                  <a:pt x="0" y="1914079"/>
                </a:lnTo>
                <a:lnTo>
                  <a:pt x="12190832" y="1914079"/>
                </a:lnTo>
                <a:lnTo>
                  <a:pt x="12190832" y="3421631"/>
                </a:lnTo>
                <a:lnTo>
                  <a:pt x="12192000" y="3421631"/>
                </a:lnTo>
                <a:close/>
              </a:path>
            </a:pathLst>
          </a:custGeom>
          <a:blipFill dpi="0" rotWithShape="0">
            <a:blip r:embed="rId3">
              <a:extLst>
                <a:ext uri="{BEBA8EAE-BF5A-486C-A8C5-ECC9F3942E4B}">
                  <a14:imgProps xmlns:a14="http://schemas.microsoft.com/office/drawing/2010/main">
                    <a14:imgLayer r:embed="rId4">
                      <a14:imgEffect>
                        <a14:brightnessContrast contrast="16000"/>
                      </a14:imgEffect>
                      <a14:imgEffect>
                        <a14:sharpenSoften amount="6000"/>
                      </a14:imgEffect>
                    </a14:imgLayer>
                  </a14:imgProps>
                </a:ext>
              </a:extLst>
            </a:blip>
            <a:srcRect/>
            <a:tile tx="-6350" ty="-311150" sx="100000" sy="100000" flip="none"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任意多边形: 形状 20"/>
          <p:cNvSpPr/>
          <p:nvPr/>
        </p:nvSpPr>
        <p:spPr>
          <a:xfrm flipH="1" flipV="1">
            <a:off x="-17214" y="0"/>
            <a:ext cx="12242406" cy="4910462"/>
          </a:xfrm>
          <a:custGeom>
            <a:avLst/>
            <a:gdLst>
              <a:gd name="connsiteX0" fmla="*/ 12157494 w 12192000"/>
              <a:gd name="connsiteY0" fmla="*/ 1914077 h 5630160"/>
              <a:gd name="connsiteX1" fmla="*/ 6096000 w 12192000"/>
              <a:gd name="connsiteY1" fmla="*/ 1914077 h 5630160"/>
              <a:gd name="connsiteX2" fmla="*/ 6094831 w 12192000"/>
              <a:gd name="connsiteY2" fmla="*/ 1914077 h 5630160"/>
              <a:gd name="connsiteX3" fmla="*/ 33337 w 12192000"/>
              <a:gd name="connsiteY3" fmla="*/ 1914077 h 5630160"/>
              <a:gd name="connsiteX4" fmla="*/ 5591346 w 12192000"/>
              <a:gd name="connsiteY4" fmla="*/ 266313 h 5630160"/>
              <a:gd name="connsiteX5" fmla="*/ 6094831 w 12192000"/>
              <a:gd name="connsiteY5" fmla="*/ 617 h 5630160"/>
              <a:gd name="connsiteX6" fmla="*/ 6094831 w 12192000"/>
              <a:gd name="connsiteY6" fmla="*/ 1 h 5630160"/>
              <a:gd name="connsiteX7" fmla="*/ 6094832 w 12192000"/>
              <a:gd name="connsiteY7" fmla="*/ 0 h 5630160"/>
              <a:gd name="connsiteX8" fmla="*/ 6095416 w 12192000"/>
              <a:gd name="connsiteY8" fmla="*/ 308 h 5630160"/>
              <a:gd name="connsiteX9" fmla="*/ 6095999 w 12192000"/>
              <a:gd name="connsiteY9" fmla="*/ 0 h 5630160"/>
              <a:gd name="connsiteX10" fmla="*/ 6096000 w 12192000"/>
              <a:gd name="connsiteY10" fmla="*/ 1 h 5630160"/>
              <a:gd name="connsiteX11" fmla="*/ 6096000 w 12192000"/>
              <a:gd name="connsiteY11" fmla="*/ 617 h 5630160"/>
              <a:gd name="connsiteX12" fmla="*/ 6599484 w 12192000"/>
              <a:gd name="connsiteY12" fmla="*/ 266313 h 5630160"/>
              <a:gd name="connsiteX13" fmla="*/ 12157494 w 12192000"/>
              <a:gd name="connsiteY13" fmla="*/ 1914077 h 5630160"/>
              <a:gd name="connsiteX14" fmla="*/ 12192000 w 12192000"/>
              <a:gd name="connsiteY14" fmla="*/ 5630160 h 5630160"/>
              <a:gd name="connsiteX15" fmla="*/ 0 w 12192000"/>
              <a:gd name="connsiteY15" fmla="*/ 5630160 h 5630160"/>
              <a:gd name="connsiteX16" fmla="*/ 0 w 12192000"/>
              <a:gd name="connsiteY16" fmla="*/ 4498876 h 5630160"/>
              <a:gd name="connsiteX17" fmla="*/ 0 w 12192000"/>
              <a:gd name="connsiteY17" fmla="*/ 3421631 h 5630160"/>
              <a:gd name="connsiteX18" fmla="*/ 0 w 12192000"/>
              <a:gd name="connsiteY18" fmla="*/ 1914079 h 5630160"/>
              <a:gd name="connsiteX19" fmla="*/ 12190832 w 12192000"/>
              <a:gd name="connsiteY19" fmla="*/ 1914079 h 5630160"/>
              <a:gd name="connsiteX20" fmla="*/ 12190832 w 12192000"/>
              <a:gd name="connsiteY20" fmla="*/ 3421631 h 5630160"/>
              <a:gd name="connsiteX21" fmla="*/ 12192000 w 12192000"/>
              <a:gd name="connsiteY21" fmla="*/ 3421631 h 563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5630160">
                <a:moveTo>
                  <a:pt x="12157494" y="1914077"/>
                </a:moveTo>
                <a:lnTo>
                  <a:pt x="6096000" y="1914077"/>
                </a:lnTo>
                <a:lnTo>
                  <a:pt x="6094831" y="1914077"/>
                </a:lnTo>
                <a:lnTo>
                  <a:pt x="33337" y="1914077"/>
                </a:lnTo>
                <a:cubicBezTo>
                  <a:pt x="1983224" y="1659285"/>
                  <a:pt x="3155367" y="1521549"/>
                  <a:pt x="5591346" y="266313"/>
                </a:cubicBezTo>
                <a:lnTo>
                  <a:pt x="6094831" y="617"/>
                </a:lnTo>
                <a:lnTo>
                  <a:pt x="6094831" y="1"/>
                </a:lnTo>
                <a:lnTo>
                  <a:pt x="6094832" y="0"/>
                </a:lnTo>
                <a:lnTo>
                  <a:pt x="6095416" y="308"/>
                </a:lnTo>
                <a:lnTo>
                  <a:pt x="6095999" y="0"/>
                </a:lnTo>
                <a:lnTo>
                  <a:pt x="6096000" y="1"/>
                </a:lnTo>
                <a:lnTo>
                  <a:pt x="6096000" y="617"/>
                </a:lnTo>
                <a:lnTo>
                  <a:pt x="6599484" y="266313"/>
                </a:lnTo>
                <a:cubicBezTo>
                  <a:pt x="9035464" y="1521549"/>
                  <a:pt x="10207606" y="1659285"/>
                  <a:pt x="12157494" y="1914077"/>
                </a:cubicBezTo>
                <a:close/>
                <a:moveTo>
                  <a:pt x="12192000" y="5630160"/>
                </a:moveTo>
                <a:lnTo>
                  <a:pt x="0" y="5630160"/>
                </a:lnTo>
                <a:lnTo>
                  <a:pt x="0" y="4498876"/>
                </a:lnTo>
                <a:lnTo>
                  <a:pt x="0" y="3421631"/>
                </a:lnTo>
                <a:lnTo>
                  <a:pt x="0" y="1914079"/>
                </a:lnTo>
                <a:lnTo>
                  <a:pt x="12190832" y="1914079"/>
                </a:lnTo>
                <a:lnTo>
                  <a:pt x="12190832" y="3421631"/>
                </a:lnTo>
                <a:lnTo>
                  <a:pt x="12192000" y="342163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3" name="组合 22"/>
          <p:cNvGrpSpPr/>
          <p:nvPr/>
        </p:nvGrpSpPr>
        <p:grpSpPr>
          <a:xfrm>
            <a:off x="-83202" y="3220500"/>
            <a:ext cx="12341876" cy="1708938"/>
            <a:chOff x="-58746" y="3291697"/>
            <a:chExt cx="12140523" cy="1710653"/>
          </a:xfrm>
        </p:grpSpPr>
        <p:sp>
          <p:nvSpPr>
            <p:cNvPr id="18" name="任意多边形: 形状 17"/>
            <p:cNvSpPr/>
            <p:nvPr/>
          </p:nvSpPr>
          <p:spPr>
            <a:xfrm>
              <a:off x="5985777" y="3291697"/>
              <a:ext cx="6096000"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flipH="1">
              <a:off x="-58746" y="3291697"/>
              <a:ext cx="6127973"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324610" y="1512570"/>
            <a:ext cx="954278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AAA</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33" name="椭圆 32"/>
          <p:cNvSpPr/>
          <p:nvPr/>
        </p:nvSpPr>
        <p:spPr>
          <a:xfrm>
            <a:off x="5553075" y="4292877"/>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rotWithShape="1">
          <a:blip r:embed="rId5"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4338251"/>
            <a:ext cx="1033202" cy="1033202"/>
          </a:xfrm>
          <a:prstGeom prst="ellipse">
            <a:avLst/>
          </a:prstGeom>
        </p:spPr>
      </p:pic>
      <p:pic>
        <p:nvPicPr>
          <p:cNvPr id="36" name="图片 35"/>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5120912" y="5371453"/>
            <a:ext cx="1950177" cy="537838"/>
          </a:xfrm>
          <a:prstGeom prst="rect">
            <a:avLst/>
          </a:prstGeom>
        </p:spPr>
      </p:pic>
      <p:sp>
        <p:nvSpPr>
          <p:cNvPr id="39" name="文本框 38"/>
          <p:cNvSpPr txBox="1"/>
          <p:nvPr/>
        </p:nvSpPr>
        <p:spPr>
          <a:xfrm>
            <a:off x="6221730" y="3220720"/>
            <a:ext cx="2009775" cy="321945"/>
          </a:xfrm>
          <a:prstGeom prst="rect">
            <a:avLst/>
          </a:prstGeom>
          <a:noFill/>
        </p:spPr>
        <p:txBody>
          <a:bodyPr wrap="square" rtlCol="0">
            <a:spAutoFit/>
          </a:bodyPr>
          <a:lstStyle/>
          <a:p>
            <a:pPr algn="ctr"/>
            <a:r>
              <a:rPr lang="zh-CN" altLang="en-US" sz="1500" dirty="0">
                <a:solidFill>
                  <a:schemeClr val="bg1">
                    <a:lumMod val="95000"/>
                  </a:schemeClr>
                </a:solidFill>
                <a:latin typeface="微软雅黑" panose="020B0503020204020204" pitchFamily="34" charset="-122"/>
                <a:ea typeface="微软雅黑" panose="020B0503020204020204" pitchFamily="34" charset="-122"/>
              </a:rPr>
              <a:t>学院 </a:t>
            </a:r>
            <a:r>
              <a:rPr lang="en-US" altLang="zh-CN" sz="1500" dirty="0">
                <a:solidFill>
                  <a:schemeClr val="bg1">
                    <a:lumMod val="95000"/>
                  </a:schemeClr>
                </a:solidFill>
                <a:latin typeface="微软雅黑" panose="020B0503020204020204" pitchFamily="34" charset="-122"/>
                <a:ea typeface="微软雅黑" panose="020B0503020204020204" pitchFamily="34" charset="-122"/>
              </a:rPr>
              <a:t>|</a:t>
            </a:r>
            <a:endParaRPr lang="zh-CN" altLang="en-US" sz="15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4354935" y="3220769"/>
            <a:ext cx="1578142" cy="321945"/>
          </a:xfrm>
          <a:prstGeom prst="rect">
            <a:avLst/>
          </a:prstGeom>
          <a:noFill/>
        </p:spPr>
        <p:txBody>
          <a:bodyPr wrap="square" rtlCol="0">
            <a:spAutoFit/>
          </a:bodyPr>
          <a:lstStyle/>
          <a:p>
            <a:pPr algn="ctr"/>
            <a:r>
              <a:rPr lang="zh-CN" altLang="en-US" sz="1500" dirty="0">
                <a:solidFill>
                  <a:schemeClr val="bg1">
                    <a:lumMod val="95000"/>
                  </a:schemeClr>
                </a:solidFill>
                <a:latin typeface="微软雅黑" panose="020B0503020204020204" pitchFamily="34" charset="-122"/>
                <a:ea typeface="微软雅黑" panose="020B0503020204020204" pitchFamily="34" charset="-122"/>
              </a:rPr>
              <a:t>姓名 </a:t>
            </a:r>
            <a:r>
              <a:rPr lang="en-US" altLang="zh-CN" sz="1500" dirty="0">
                <a:solidFill>
                  <a:schemeClr val="bg1">
                    <a:lumMod val="95000"/>
                  </a:schemeClr>
                </a:solidFill>
                <a:latin typeface="微软雅黑" panose="020B0503020204020204" pitchFamily="34" charset="-122"/>
                <a:ea typeface="微软雅黑" panose="020B0503020204020204" pitchFamily="34" charset="-122"/>
              </a:rPr>
              <a:t>|</a:t>
            </a:r>
            <a:endParaRPr lang="zh-CN" altLang="en-US" sz="15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007606" y="6128621"/>
            <a:ext cx="634000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30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2022</a:t>
            </a:r>
            <a:r>
              <a:rPr kumimoji="0" lang="zh-CN" altLang="en-US" sz="2000" b="1" i="0" u="none" strike="noStrike" kern="1200" cap="none" spc="30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年</a:t>
            </a:r>
            <a:r>
              <a:rPr kumimoji="0" lang="en-US" altLang="zh-CN" sz="2000" b="1" i="0" u="none" strike="noStrike" kern="1200" cap="none" spc="30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12</a:t>
            </a:r>
            <a:r>
              <a:rPr kumimoji="0" lang="zh-CN" altLang="en-US" sz="2000" b="1" i="0" u="none" strike="noStrike" kern="1200" cap="none" spc="30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月</a:t>
            </a:r>
            <a:r>
              <a:rPr kumimoji="0" lang="en-US" altLang="zh-CN" sz="2000" b="1" i="0" u="none" strike="noStrike" kern="1200" cap="none" spc="30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5</a:t>
            </a:r>
            <a:r>
              <a:rPr kumimoji="0" lang="zh-CN" altLang="en-US" sz="2000" b="1" i="0" u="none" strike="noStrike" kern="1200" cap="none" spc="30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任意多边形: 形状 19"/>
          <p:cNvSpPr/>
          <p:nvPr/>
        </p:nvSpPr>
        <p:spPr>
          <a:xfrm flipH="1">
            <a:off x="-22809" y="2390665"/>
            <a:ext cx="12242406" cy="4467335"/>
          </a:xfrm>
          <a:custGeom>
            <a:avLst/>
            <a:gdLst>
              <a:gd name="connsiteX0" fmla="*/ 12157494 w 12192000"/>
              <a:gd name="connsiteY0" fmla="*/ 1914077 h 5630160"/>
              <a:gd name="connsiteX1" fmla="*/ 6096000 w 12192000"/>
              <a:gd name="connsiteY1" fmla="*/ 1914077 h 5630160"/>
              <a:gd name="connsiteX2" fmla="*/ 6094831 w 12192000"/>
              <a:gd name="connsiteY2" fmla="*/ 1914077 h 5630160"/>
              <a:gd name="connsiteX3" fmla="*/ 33337 w 12192000"/>
              <a:gd name="connsiteY3" fmla="*/ 1914077 h 5630160"/>
              <a:gd name="connsiteX4" fmla="*/ 5591346 w 12192000"/>
              <a:gd name="connsiteY4" fmla="*/ 266313 h 5630160"/>
              <a:gd name="connsiteX5" fmla="*/ 6094831 w 12192000"/>
              <a:gd name="connsiteY5" fmla="*/ 617 h 5630160"/>
              <a:gd name="connsiteX6" fmla="*/ 6094831 w 12192000"/>
              <a:gd name="connsiteY6" fmla="*/ 1 h 5630160"/>
              <a:gd name="connsiteX7" fmla="*/ 6094832 w 12192000"/>
              <a:gd name="connsiteY7" fmla="*/ 0 h 5630160"/>
              <a:gd name="connsiteX8" fmla="*/ 6095416 w 12192000"/>
              <a:gd name="connsiteY8" fmla="*/ 308 h 5630160"/>
              <a:gd name="connsiteX9" fmla="*/ 6095999 w 12192000"/>
              <a:gd name="connsiteY9" fmla="*/ 0 h 5630160"/>
              <a:gd name="connsiteX10" fmla="*/ 6096000 w 12192000"/>
              <a:gd name="connsiteY10" fmla="*/ 1 h 5630160"/>
              <a:gd name="connsiteX11" fmla="*/ 6096000 w 12192000"/>
              <a:gd name="connsiteY11" fmla="*/ 617 h 5630160"/>
              <a:gd name="connsiteX12" fmla="*/ 6599484 w 12192000"/>
              <a:gd name="connsiteY12" fmla="*/ 266313 h 5630160"/>
              <a:gd name="connsiteX13" fmla="*/ 12157494 w 12192000"/>
              <a:gd name="connsiteY13" fmla="*/ 1914077 h 5630160"/>
              <a:gd name="connsiteX14" fmla="*/ 12192000 w 12192000"/>
              <a:gd name="connsiteY14" fmla="*/ 5630160 h 5630160"/>
              <a:gd name="connsiteX15" fmla="*/ 0 w 12192000"/>
              <a:gd name="connsiteY15" fmla="*/ 5630160 h 5630160"/>
              <a:gd name="connsiteX16" fmla="*/ 0 w 12192000"/>
              <a:gd name="connsiteY16" fmla="*/ 4498876 h 5630160"/>
              <a:gd name="connsiteX17" fmla="*/ 0 w 12192000"/>
              <a:gd name="connsiteY17" fmla="*/ 3421631 h 5630160"/>
              <a:gd name="connsiteX18" fmla="*/ 0 w 12192000"/>
              <a:gd name="connsiteY18" fmla="*/ 1914079 h 5630160"/>
              <a:gd name="connsiteX19" fmla="*/ 12190832 w 12192000"/>
              <a:gd name="connsiteY19" fmla="*/ 1914079 h 5630160"/>
              <a:gd name="connsiteX20" fmla="*/ 12190832 w 12192000"/>
              <a:gd name="connsiteY20" fmla="*/ 3421631 h 5630160"/>
              <a:gd name="connsiteX21" fmla="*/ 12192000 w 12192000"/>
              <a:gd name="connsiteY21" fmla="*/ 3421631 h 563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5630160">
                <a:moveTo>
                  <a:pt x="12157494" y="1914077"/>
                </a:moveTo>
                <a:lnTo>
                  <a:pt x="6096000" y="1914077"/>
                </a:lnTo>
                <a:lnTo>
                  <a:pt x="6094831" y="1914077"/>
                </a:lnTo>
                <a:lnTo>
                  <a:pt x="33337" y="1914077"/>
                </a:lnTo>
                <a:cubicBezTo>
                  <a:pt x="1983224" y="1659285"/>
                  <a:pt x="3155367" y="1521549"/>
                  <a:pt x="5591346" y="266313"/>
                </a:cubicBezTo>
                <a:lnTo>
                  <a:pt x="6094831" y="617"/>
                </a:lnTo>
                <a:lnTo>
                  <a:pt x="6094831" y="1"/>
                </a:lnTo>
                <a:lnTo>
                  <a:pt x="6094832" y="0"/>
                </a:lnTo>
                <a:lnTo>
                  <a:pt x="6095416" y="308"/>
                </a:lnTo>
                <a:lnTo>
                  <a:pt x="6095999" y="0"/>
                </a:lnTo>
                <a:lnTo>
                  <a:pt x="6096000" y="1"/>
                </a:lnTo>
                <a:lnTo>
                  <a:pt x="6096000" y="617"/>
                </a:lnTo>
                <a:lnTo>
                  <a:pt x="6599484" y="266313"/>
                </a:lnTo>
                <a:cubicBezTo>
                  <a:pt x="9035464" y="1521549"/>
                  <a:pt x="10207606" y="1659285"/>
                  <a:pt x="12157494" y="1914077"/>
                </a:cubicBezTo>
                <a:close/>
                <a:moveTo>
                  <a:pt x="12192000" y="5630160"/>
                </a:moveTo>
                <a:lnTo>
                  <a:pt x="0" y="5630160"/>
                </a:lnTo>
                <a:lnTo>
                  <a:pt x="0" y="4498876"/>
                </a:lnTo>
                <a:lnTo>
                  <a:pt x="0" y="3421631"/>
                </a:lnTo>
                <a:lnTo>
                  <a:pt x="0" y="1914079"/>
                </a:lnTo>
                <a:lnTo>
                  <a:pt x="12190832" y="1914079"/>
                </a:lnTo>
                <a:lnTo>
                  <a:pt x="12190832" y="3421631"/>
                </a:lnTo>
                <a:lnTo>
                  <a:pt x="12192000" y="3421631"/>
                </a:lnTo>
                <a:close/>
              </a:path>
            </a:pathLst>
          </a:custGeom>
          <a:blipFill dpi="0" rotWithShape="0">
            <a:blip r:embed="rId3" cstate="email">
              <a:extLst>
                <a:ext uri="{BEBA8EAE-BF5A-486C-A8C5-ECC9F3942E4B}">
                  <a14:imgProps xmlns:a14="http://schemas.microsoft.com/office/drawing/2010/main">
                    <a14:imgLayer r:embed="rId4">
                      <a14:imgEffect>
                        <a14:brightnessContrast contrast="16000"/>
                      </a14:imgEffect>
                      <a14:imgEffect>
                        <a14:sharpenSoften amount="6000"/>
                      </a14:imgEffect>
                    </a14:imgLayer>
                  </a14:imgProps>
                </a:ext>
              </a:extLst>
            </a:blip>
            <a:srcRect/>
            <a:tile tx="-6350" ty="-311150" sx="100000" sy="100000" flip="none"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任意多边形: 形状 20"/>
          <p:cNvSpPr/>
          <p:nvPr/>
        </p:nvSpPr>
        <p:spPr>
          <a:xfrm flipH="1">
            <a:off x="-25203" y="2346937"/>
            <a:ext cx="12242406" cy="4511063"/>
          </a:xfrm>
          <a:custGeom>
            <a:avLst/>
            <a:gdLst>
              <a:gd name="connsiteX0" fmla="*/ 12157494 w 12192000"/>
              <a:gd name="connsiteY0" fmla="*/ 1914077 h 5630160"/>
              <a:gd name="connsiteX1" fmla="*/ 6096000 w 12192000"/>
              <a:gd name="connsiteY1" fmla="*/ 1914077 h 5630160"/>
              <a:gd name="connsiteX2" fmla="*/ 6094831 w 12192000"/>
              <a:gd name="connsiteY2" fmla="*/ 1914077 h 5630160"/>
              <a:gd name="connsiteX3" fmla="*/ 33337 w 12192000"/>
              <a:gd name="connsiteY3" fmla="*/ 1914077 h 5630160"/>
              <a:gd name="connsiteX4" fmla="*/ 5591346 w 12192000"/>
              <a:gd name="connsiteY4" fmla="*/ 266313 h 5630160"/>
              <a:gd name="connsiteX5" fmla="*/ 6094831 w 12192000"/>
              <a:gd name="connsiteY5" fmla="*/ 617 h 5630160"/>
              <a:gd name="connsiteX6" fmla="*/ 6094831 w 12192000"/>
              <a:gd name="connsiteY6" fmla="*/ 1 h 5630160"/>
              <a:gd name="connsiteX7" fmla="*/ 6094832 w 12192000"/>
              <a:gd name="connsiteY7" fmla="*/ 0 h 5630160"/>
              <a:gd name="connsiteX8" fmla="*/ 6095416 w 12192000"/>
              <a:gd name="connsiteY8" fmla="*/ 308 h 5630160"/>
              <a:gd name="connsiteX9" fmla="*/ 6095999 w 12192000"/>
              <a:gd name="connsiteY9" fmla="*/ 0 h 5630160"/>
              <a:gd name="connsiteX10" fmla="*/ 6096000 w 12192000"/>
              <a:gd name="connsiteY10" fmla="*/ 1 h 5630160"/>
              <a:gd name="connsiteX11" fmla="*/ 6096000 w 12192000"/>
              <a:gd name="connsiteY11" fmla="*/ 617 h 5630160"/>
              <a:gd name="connsiteX12" fmla="*/ 6599484 w 12192000"/>
              <a:gd name="connsiteY12" fmla="*/ 266313 h 5630160"/>
              <a:gd name="connsiteX13" fmla="*/ 12157494 w 12192000"/>
              <a:gd name="connsiteY13" fmla="*/ 1914077 h 5630160"/>
              <a:gd name="connsiteX14" fmla="*/ 12192000 w 12192000"/>
              <a:gd name="connsiteY14" fmla="*/ 5630160 h 5630160"/>
              <a:gd name="connsiteX15" fmla="*/ 0 w 12192000"/>
              <a:gd name="connsiteY15" fmla="*/ 5630160 h 5630160"/>
              <a:gd name="connsiteX16" fmla="*/ 0 w 12192000"/>
              <a:gd name="connsiteY16" fmla="*/ 4498876 h 5630160"/>
              <a:gd name="connsiteX17" fmla="*/ 0 w 12192000"/>
              <a:gd name="connsiteY17" fmla="*/ 3421631 h 5630160"/>
              <a:gd name="connsiteX18" fmla="*/ 0 w 12192000"/>
              <a:gd name="connsiteY18" fmla="*/ 1914079 h 5630160"/>
              <a:gd name="connsiteX19" fmla="*/ 12190832 w 12192000"/>
              <a:gd name="connsiteY19" fmla="*/ 1914079 h 5630160"/>
              <a:gd name="connsiteX20" fmla="*/ 12190832 w 12192000"/>
              <a:gd name="connsiteY20" fmla="*/ 3421631 h 5630160"/>
              <a:gd name="connsiteX21" fmla="*/ 12192000 w 12192000"/>
              <a:gd name="connsiteY21" fmla="*/ 3421631 h 563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5630160">
                <a:moveTo>
                  <a:pt x="12157494" y="1914077"/>
                </a:moveTo>
                <a:lnTo>
                  <a:pt x="6096000" y="1914077"/>
                </a:lnTo>
                <a:lnTo>
                  <a:pt x="6094831" y="1914077"/>
                </a:lnTo>
                <a:lnTo>
                  <a:pt x="33337" y="1914077"/>
                </a:lnTo>
                <a:cubicBezTo>
                  <a:pt x="1983224" y="1659285"/>
                  <a:pt x="3155367" y="1521549"/>
                  <a:pt x="5591346" y="266313"/>
                </a:cubicBezTo>
                <a:lnTo>
                  <a:pt x="6094831" y="617"/>
                </a:lnTo>
                <a:lnTo>
                  <a:pt x="6094831" y="1"/>
                </a:lnTo>
                <a:lnTo>
                  <a:pt x="6094832" y="0"/>
                </a:lnTo>
                <a:lnTo>
                  <a:pt x="6095416" y="308"/>
                </a:lnTo>
                <a:lnTo>
                  <a:pt x="6095999" y="0"/>
                </a:lnTo>
                <a:lnTo>
                  <a:pt x="6096000" y="1"/>
                </a:lnTo>
                <a:lnTo>
                  <a:pt x="6096000" y="617"/>
                </a:lnTo>
                <a:lnTo>
                  <a:pt x="6599484" y="266313"/>
                </a:lnTo>
                <a:cubicBezTo>
                  <a:pt x="9035464" y="1521549"/>
                  <a:pt x="10207606" y="1659285"/>
                  <a:pt x="12157494" y="1914077"/>
                </a:cubicBezTo>
                <a:close/>
                <a:moveTo>
                  <a:pt x="12192000" y="5630160"/>
                </a:moveTo>
                <a:lnTo>
                  <a:pt x="0" y="5630160"/>
                </a:lnTo>
                <a:lnTo>
                  <a:pt x="0" y="4498876"/>
                </a:lnTo>
                <a:lnTo>
                  <a:pt x="0" y="3421631"/>
                </a:lnTo>
                <a:lnTo>
                  <a:pt x="0" y="1914079"/>
                </a:lnTo>
                <a:lnTo>
                  <a:pt x="12190832" y="1914079"/>
                </a:lnTo>
                <a:lnTo>
                  <a:pt x="12190832" y="3421631"/>
                </a:lnTo>
                <a:lnTo>
                  <a:pt x="12192000" y="3421631"/>
                </a:lnTo>
                <a:close/>
              </a:path>
            </a:pathLst>
          </a:cu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a:off x="4217268" y="501225"/>
            <a:ext cx="3757464" cy="923330"/>
          </a:xfrm>
          <a:prstGeom prst="rect">
            <a:avLst/>
          </a:prstGeom>
          <a:noFill/>
        </p:spPr>
        <p:txBody>
          <a:bodyPr wrap="square" rtlCol="0">
            <a:spAutoFit/>
          </a:bodyPr>
          <a:lstStyle/>
          <a:p>
            <a:pPr algn="dist"/>
            <a:r>
              <a:rPr lang="en-US" altLang="zh-CN" sz="5400" b="1" dirty="0">
                <a:solidFill>
                  <a:schemeClr val="accent1">
                    <a:alpha val="10000"/>
                  </a:schemeClr>
                </a:solidFill>
              </a:rPr>
              <a:t>CONTENT</a:t>
            </a:r>
            <a:endParaRPr lang="zh-CN" altLang="en-US" sz="5400" b="1" dirty="0">
              <a:solidFill>
                <a:schemeClr val="accent1">
                  <a:alpha val="10000"/>
                </a:schemeClr>
              </a:solidFill>
            </a:endParaRPr>
          </a:p>
        </p:txBody>
      </p:sp>
      <p:grpSp>
        <p:nvGrpSpPr>
          <p:cNvPr id="23" name="组合 22"/>
          <p:cNvGrpSpPr/>
          <p:nvPr/>
        </p:nvGrpSpPr>
        <p:grpSpPr>
          <a:xfrm flipV="1">
            <a:off x="-74938" y="2362199"/>
            <a:ext cx="12341876" cy="1569939"/>
            <a:chOff x="-58746" y="3291695"/>
            <a:chExt cx="12140523" cy="1710655"/>
          </a:xfrm>
        </p:grpSpPr>
        <p:sp>
          <p:nvSpPr>
            <p:cNvPr id="18" name="任意多边形: 形状 17"/>
            <p:cNvSpPr/>
            <p:nvPr/>
          </p:nvSpPr>
          <p:spPr>
            <a:xfrm>
              <a:off x="5985777" y="3291695"/>
              <a:ext cx="6096000" cy="1710655"/>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flipH="1">
              <a:off x="-58746" y="3291695"/>
              <a:ext cx="6127973" cy="1710655"/>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nvSpPr>
        <p:spPr>
          <a:xfrm>
            <a:off x="5250591" y="873990"/>
            <a:ext cx="1690818" cy="830997"/>
          </a:xfrm>
          <a:prstGeom prst="rect">
            <a:avLst/>
          </a:prstGeom>
          <a:noFill/>
        </p:spPr>
        <p:txBody>
          <a:bodyPr wrap="square" rtlCol="0">
            <a:spAutoFit/>
          </a:bodyPr>
          <a:lstStyle/>
          <a:p>
            <a:pPr algn="dist"/>
            <a:r>
              <a:rPr lang="zh-CN" altLang="en-US" sz="4800" b="1" dirty="0">
                <a:solidFill>
                  <a:schemeClr val="accent1"/>
                </a:solidFill>
              </a:rPr>
              <a:t>目录</a:t>
            </a:r>
          </a:p>
        </p:txBody>
      </p:sp>
      <p:sp>
        <p:nvSpPr>
          <p:cNvPr id="11" name="文本框 10"/>
          <p:cNvSpPr txBox="1"/>
          <p:nvPr/>
        </p:nvSpPr>
        <p:spPr>
          <a:xfrm>
            <a:off x="1106772" y="3794702"/>
            <a:ext cx="946604" cy="707886"/>
          </a:xfrm>
          <a:prstGeom prst="rect">
            <a:avLst/>
          </a:prstGeom>
          <a:noFill/>
        </p:spPr>
        <p:txBody>
          <a:bodyPr wrap="square" rtlCol="0">
            <a:spAutoFit/>
          </a:bodyPr>
          <a:lstStyle/>
          <a:p>
            <a:pPr algn="ctr"/>
            <a:r>
              <a:rPr lang="en-US" altLang="zh-CN" sz="4000" b="1" dirty="0">
                <a:solidFill>
                  <a:schemeClr val="bg1"/>
                </a:solidFill>
              </a:rPr>
              <a:t>01</a:t>
            </a:r>
            <a:endParaRPr lang="zh-CN" altLang="en-US" sz="4000" b="1" dirty="0">
              <a:solidFill>
                <a:schemeClr val="bg1"/>
              </a:solidFill>
            </a:endParaRPr>
          </a:p>
        </p:txBody>
      </p:sp>
      <p:sp>
        <p:nvSpPr>
          <p:cNvPr id="27" name="文本框 26"/>
          <p:cNvSpPr txBox="1"/>
          <p:nvPr/>
        </p:nvSpPr>
        <p:spPr>
          <a:xfrm>
            <a:off x="419735" y="4589145"/>
            <a:ext cx="2327275" cy="521970"/>
          </a:xfrm>
          <a:prstGeom prst="rect">
            <a:avLst/>
          </a:prstGeom>
          <a:noFill/>
        </p:spPr>
        <p:txBody>
          <a:bodyPr wrap="square"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个人基本情况</a:t>
            </a:r>
          </a:p>
        </p:txBody>
      </p:sp>
      <p:sp>
        <p:nvSpPr>
          <p:cNvPr id="28" name="文本框 27"/>
          <p:cNvSpPr txBox="1"/>
          <p:nvPr/>
        </p:nvSpPr>
        <p:spPr>
          <a:xfrm>
            <a:off x="3038535" y="4603553"/>
            <a:ext cx="1635281" cy="521970"/>
          </a:xfrm>
          <a:prstGeom prst="rect">
            <a:avLst/>
          </a:prstGeom>
          <a:noFill/>
        </p:spPr>
        <p:txBody>
          <a:bodyPr wrap="square" rtlCol="0">
            <a:spAutoFit/>
          </a:bodyPr>
          <a:lstStyle>
            <a:defPPr>
              <a:defRPr lang="zh-CN"/>
            </a:defPPr>
            <a:lvl1pPr algn="ctr">
              <a:defRPr sz="2800" b="1">
                <a:solidFill>
                  <a:schemeClr val="bg1"/>
                </a:solidFill>
                <a:latin typeface="微软雅黑" panose="020B0503020204020204" pitchFamily="34" charset="-122"/>
                <a:ea typeface="微软雅黑" panose="020B0503020204020204" pitchFamily="34" charset="-122"/>
              </a:defRPr>
            </a:lvl1pPr>
          </a:lstStyle>
          <a:p>
            <a:r>
              <a:rPr lang="zh-CN" altLang="en-US" dirty="0"/>
              <a:t>专业学习</a:t>
            </a:r>
          </a:p>
        </p:txBody>
      </p:sp>
      <p:sp>
        <p:nvSpPr>
          <p:cNvPr id="30" name="文本框 29"/>
          <p:cNvSpPr txBox="1"/>
          <p:nvPr/>
        </p:nvSpPr>
        <p:spPr>
          <a:xfrm>
            <a:off x="7296150" y="4422140"/>
            <a:ext cx="2077085" cy="953135"/>
          </a:xfrm>
          <a:prstGeom prst="rect">
            <a:avLst/>
          </a:prstGeom>
          <a:noFill/>
        </p:spPr>
        <p:txBody>
          <a:bodyPr wrap="square" rtlCol="0">
            <a:spAutoFit/>
          </a:bodyPr>
          <a:lstStyle>
            <a:defPPr>
              <a:defRPr lang="zh-CN"/>
            </a:defPPr>
            <a:lvl1pPr algn="ctr">
              <a:defRPr sz="2800" b="1">
                <a:solidFill>
                  <a:schemeClr val="bg1"/>
                </a:solidFill>
                <a:latin typeface="微软雅黑" panose="020B0503020204020204" pitchFamily="34" charset="-122"/>
                <a:ea typeface="微软雅黑" panose="020B0503020204020204" pitchFamily="34" charset="-122"/>
              </a:defRPr>
            </a:lvl1pPr>
          </a:lstStyle>
          <a:p>
            <a:r>
              <a:rPr lang="zh-CN" altLang="en-US" dirty="0"/>
              <a:t>学生工作与社会实践</a:t>
            </a:r>
          </a:p>
        </p:txBody>
      </p:sp>
      <p:sp>
        <p:nvSpPr>
          <p:cNvPr id="34" name="文本框 33"/>
          <p:cNvSpPr txBox="1"/>
          <p:nvPr/>
        </p:nvSpPr>
        <p:spPr>
          <a:xfrm>
            <a:off x="9723420" y="4421943"/>
            <a:ext cx="1613913" cy="953135"/>
          </a:xfrm>
          <a:prstGeom prst="rect">
            <a:avLst/>
          </a:prstGeom>
          <a:noFill/>
        </p:spPr>
        <p:txBody>
          <a:bodyPr wrap="square" rtlCol="0">
            <a:spAutoFit/>
          </a:bodyPr>
          <a:lstStyle>
            <a:defPPr>
              <a:defRPr lang="zh-CN"/>
            </a:defPPr>
            <a:lvl1pPr algn="ctr">
              <a:defRPr sz="2800" b="1">
                <a:solidFill>
                  <a:schemeClr val="bg1"/>
                </a:solidFill>
                <a:latin typeface="微软雅黑" panose="020B0503020204020204" pitchFamily="34" charset="-122"/>
                <a:ea typeface="微软雅黑" panose="020B0503020204020204" pitchFamily="34" charset="-122"/>
              </a:defRPr>
            </a:lvl1pPr>
          </a:lstStyle>
          <a:p>
            <a:r>
              <a:rPr lang="zh-CN" altLang="en-US" dirty="0"/>
              <a:t>总结与</a:t>
            </a:r>
          </a:p>
          <a:p>
            <a:r>
              <a:rPr lang="zh-CN" altLang="en-US" dirty="0"/>
              <a:t>展望</a:t>
            </a:r>
          </a:p>
        </p:txBody>
      </p:sp>
      <p:sp>
        <p:nvSpPr>
          <p:cNvPr id="52" name="文本框 51"/>
          <p:cNvSpPr txBox="1"/>
          <p:nvPr/>
        </p:nvSpPr>
        <p:spPr>
          <a:xfrm>
            <a:off x="3336594" y="3794702"/>
            <a:ext cx="946604" cy="707886"/>
          </a:xfrm>
          <a:prstGeom prst="rect">
            <a:avLst/>
          </a:prstGeom>
          <a:noFill/>
        </p:spPr>
        <p:txBody>
          <a:bodyPr wrap="square" rtlCol="0">
            <a:spAutoFit/>
          </a:bodyPr>
          <a:lstStyle/>
          <a:p>
            <a:pPr algn="ctr"/>
            <a:r>
              <a:rPr lang="en-US" altLang="zh-CN" sz="4000" b="1" dirty="0">
                <a:solidFill>
                  <a:schemeClr val="bg1"/>
                </a:solidFill>
              </a:rPr>
              <a:t>02</a:t>
            </a:r>
            <a:endParaRPr lang="zh-CN" altLang="en-US" sz="4000" b="1" dirty="0">
              <a:solidFill>
                <a:schemeClr val="bg1"/>
              </a:solidFill>
            </a:endParaRPr>
          </a:p>
        </p:txBody>
      </p:sp>
      <p:sp>
        <p:nvSpPr>
          <p:cNvPr id="54" name="文本框 53"/>
          <p:cNvSpPr txBox="1"/>
          <p:nvPr/>
        </p:nvSpPr>
        <p:spPr>
          <a:xfrm>
            <a:off x="7821373" y="3794702"/>
            <a:ext cx="946604" cy="707886"/>
          </a:xfrm>
          <a:prstGeom prst="rect">
            <a:avLst/>
          </a:prstGeom>
          <a:noFill/>
        </p:spPr>
        <p:txBody>
          <a:bodyPr wrap="square" rtlCol="0">
            <a:spAutoFit/>
          </a:bodyPr>
          <a:lstStyle/>
          <a:p>
            <a:pPr algn="ctr"/>
            <a:r>
              <a:rPr lang="en-US" altLang="zh-CN" sz="4000" b="1" dirty="0">
                <a:solidFill>
                  <a:schemeClr val="bg1"/>
                </a:solidFill>
              </a:rPr>
              <a:t>04</a:t>
            </a:r>
            <a:endParaRPr lang="zh-CN" altLang="en-US" sz="4000" b="1" dirty="0">
              <a:solidFill>
                <a:schemeClr val="bg1"/>
              </a:solidFill>
            </a:endParaRPr>
          </a:p>
        </p:txBody>
      </p:sp>
      <p:sp>
        <p:nvSpPr>
          <p:cNvPr id="55" name="文本框 54"/>
          <p:cNvSpPr txBox="1"/>
          <p:nvPr/>
        </p:nvSpPr>
        <p:spPr>
          <a:xfrm>
            <a:off x="10032944" y="3794702"/>
            <a:ext cx="946604" cy="707886"/>
          </a:xfrm>
          <a:prstGeom prst="rect">
            <a:avLst/>
          </a:prstGeom>
          <a:noFill/>
        </p:spPr>
        <p:txBody>
          <a:bodyPr wrap="square" rtlCol="0">
            <a:spAutoFit/>
          </a:bodyPr>
          <a:lstStyle/>
          <a:p>
            <a:pPr algn="ctr"/>
            <a:r>
              <a:rPr lang="en-US" altLang="zh-CN" sz="4000" b="1" dirty="0">
                <a:solidFill>
                  <a:schemeClr val="bg1"/>
                </a:solidFill>
              </a:rPr>
              <a:t>05</a:t>
            </a:r>
            <a:endParaRPr lang="zh-CN" altLang="en-US" sz="4000" b="1" dirty="0">
              <a:solidFill>
                <a:schemeClr val="bg1"/>
              </a:solidFill>
            </a:endParaRPr>
          </a:p>
        </p:txBody>
      </p:sp>
      <p:sp>
        <p:nvSpPr>
          <p:cNvPr id="56" name="文本框 55"/>
          <p:cNvSpPr txBox="1"/>
          <p:nvPr/>
        </p:nvSpPr>
        <p:spPr>
          <a:xfrm>
            <a:off x="780714" y="5329409"/>
            <a:ext cx="1607610" cy="276999"/>
          </a:xfrm>
          <a:prstGeom prst="rect">
            <a:avLst/>
          </a:prstGeom>
          <a:noFill/>
        </p:spPr>
        <p:txBody>
          <a:bodyPr wrap="square" rtlCol="0">
            <a:spAutoFit/>
          </a:bodyPr>
          <a:lstStyle/>
          <a:p>
            <a:pPr algn="ctr"/>
            <a:r>
              <a:rPr lang="en-US" altLang="zh-CN" sz="1200" dirty="0">
                <a:solidFill>
                  <a:schemeClr val="bg1">
                    <a:lumMod val="95000"/>
                  </a:schemeClr>
                </a:solidFill>
              </a:rPr>
              <a:t>BACKGROUND</a:t>
            </a:r>
            <a:endParaRPr lang="zh-CN" altLang="en-US" sz="1200" dirty="0">
              <a:solidFill>
                <a:schemeClr val="bg1">
                  <a:lumMod val="95000"/>
                </a:schemeClr>
              </a:solidFill>
            </a:endParaRPr>
          </a:p>
        </p:txBody>
      </p:sp>
      <p:sp>
        <p:nvSpPr>
          <p:cNvPr id="57" name="文本框 56"/>
          <p:cNvSpPr txBox="1"/>
          <p:nvPr/>
        </p:nvSpPr>
        <p:spPr>
          <a:xfrm>
            <a:off x="2935185" y="5329409"/>
            <a:ext cx="1842133" cy="275590"/>
          </a:xfrm>
          <a:prstGeom prst="rect">
            <a:avLst/>
          </a:prstGeom>
          <a:noFill/>
        </p:spPr>
        <p:txBody>
          <a:bodyPr wrap="square" rtlCol="0">
            <a:spAutoFit/>
          </a:bodyPr>
          <a:lstStyle/>
          <a:p>
            <a:pPr algn="ctr"/>
            <a:r>
              <a:rPr lang="en-US" altLang="zh-CN" sz="1200" dirty="0">
                <a:solidFill>
                  <a:schemeClr val="bg1">
                    <a:lumMod val="95000"/>
                  </a:schemeClr>
                </a:solidFill>
              </a:rPr>
              <a:t>PROFESSIONAL LEARNING</a:t>
            </a:r>
            <a:endParaRPr lang="zh-CN" altLang="en-US" sz="1200" dirty="0">
              <a:solidFill>
                <a:schemeClr val="bg1">
                  <a:lumMod val="95000"/>
                </a:schemeClr>
              </a:solidFill>
            </a:endParaRPr>
          </a:p>
        </p:txBody>
      </p:sp>
      <p:sp>
        <p:nvSpPr>
          <p:cNvPr id="29" name="文本框 28"/>
          <p:cNvSpPr txBox="1"/>
          <p:nvPr/>
        </p:nvSpPr>
        <p:spPr>
          <a:xfrm>
            <a:off x="5275995" y="4585138"/>
            <a:ext cx="1613913" cy="521970"/>
          </a:xfrm>
          <a:prstGeom prst="rect">
            <a:avLst/>
          </a:prstGeom>
          <a:noFill/>
        </p:spPr>
        <p:txBody>
          <a:bodyPr wrap="square" rtlCol="0">
            <a:spAutoFit/>
          </a:bodyPr>
          <a:lstStyle>
            <a:defPPr>
              <a:defRPr lang="zh-CN"/>
            </a:defPPr>
            <a:lvl1pPr algn="ctr">
              <a:defRPr sz="2800" b="1">
                <a:solidFill>
                  <a:schemeClr val="bg1"/>
                </a:solidFill>
                <a:latin typeface="微软雅黑" panose="020B0503020204020204" pitchFamily="34" charset="-122"/>
                <a:ea typeface="微软雅黑" panose="020B0503020204020204" pitchFamily="34" charset="-122"/>
              </a:defRPr>
            </a:lvl1pPr>
          </a:lstStyle>
          <a:p>
            <a:r>
              <a:rPr lang="zh-CN" altLang="en-US" dirty="0"/>
              <a:t>科研竞赛</a:t>
            </a:r>
          </a:p>
        </p:txBody>
      </p:sp>
      <p:sp>
        <p:nvSpPr>
          <p:cNvPr id="53" name="文本框 52"/>
          <p:cNvSpPr txBox="1"/>
          <p:nvPr/>
        </p:nvSpPr>
        <p:spPr>
          <a:xfrm>
            <a:off x="5609510" y="3794702"/>
            <a:ext cx="946604" cy="707886"/>
          </a:xfrm>
          <a:prstGeom prst="rect">
            <a:avLst/>
          </a:prstGeom>
          <a:noFill/>
        </p:spPr>
        <p:txBody>
          <a:bodyPr wrap="square" rtlCol="0">
            <a:spAutoFit/>
          </a:bodyPr>
          <a:lstStyle/>
          <a:p>
            <a:pPr algn="ctr"/>
            <a:r>
              <a:rPr lang="en-US" altLang="zh-CN" sz="4000" b="1" dirty="0">
                <a:solidFill>
                  <a:schemeClr val="bg1"/>
                </a:solidFill>
              </a:rPr>
              <a:t>03</a:t>
            </a:r>
            <a:endParaRPr lang="zh-CN" altLang="en-US" sz="4000" b="1" dirty="0">
              <a:solidFill>
                <a:schemeClr val="bg1"/>
              </a:solidFill>
            </a:endParaRPr>
          </a:p>
        </p:txBody>
      </p:sp>
      <p:sp>
        <p:nvSpPr>
          <p:cNvPr id="58" name="文本框 57"/>
          <p:cNvSpPr txBox="1"/>
          <p:nvPr/>
        </p:nvSpPr>
        <p:spPr>
          <a:xfrm>
            <a:off x="4995458" y="5329409"/>
            <a:ext cx="2120099" cy="275590"/>
          </a:xfrm>
          <a:prstGeom prst="rect">
            <a:avLst/>
          </a:prstGeom>
          <a:noFill/>
        </p:spPr>
        <p:txBody>
          <a:bodyPr wrap="square" rtlCol="0">
            <a:spAutoFit/>
          </a:bodyPr>
          <a:lstStyle/>
          <a:p>
            <a:pPr algn="ctr"/>
            <a:r>
              <a:rPr lang="en-US" altLang="zh-CN" sz="1200" dirty="0">
                <a:solidFill>
                  <a:schemeClr val="bg1">
                    <a:lumMod val="95000"/>
                  </a:schemeClr>
                </a:solidFill>
              </a:rPr>
              <a:t>RESEARCH&amp;COMPETITIONS</a:t>
            </a:r>
            <a:endParaRPr lang="zh-CN" altLang="en-US" sz="1200" dirty="0">
              <a:solidFill>
                <a:schemeClr val="bg1">
                  <a:lumMod val="95000"/>
                </a:schemeClr>
              </a:solidFill>
            </a:endParaRPr>
          </a:p>
        </p:txBody>
      </p:sp>
      <p:sp>
        <p:nvSpPr>
          <p:cNvPr id="59" name="文本框 58"/>
          <p:cNvSpPr txBox="1"/>
          <p:nvPr/>
        </p:nvSpPr>
        <p:spPr>
          <a:xfrm>
            <a:off x="7445375" y="5329555"/>
            <a:ext cx="1779270" cy="275590"/>
          </a:xfrm>
          <a:prstGeom prst="rect">
            <a:avLst/>
          </a:prstGeom>
          <a:noFill/>
        </p:spPr>
        <p:txBody>
          <a:bodyPr wrap="square" rtlCol="0">
            <a:spAutoFit/>
          </a:bodyPr>
          <a:lstStyle/>
          <a:p>
            <a:pPr algn="ctr"/>
            <a:r>
              <a:rPr lang="en-US" altLang="zh-CN" sz="1200" dirty="0">
                <a:solidFill>
                  <a:schemeClr val="bg1">
                    <a:lumMod val="95000"/>
                  </a:schemeClr>
                </a:solidFill>
              </a:rPr>
              <a:t>STUDENT WORK&amp;SOCIAL</a:t>
            </a:r>
          </a:p>
        </p:txBody>
      </p:sp>
      <p:sp>
        <p:nvSpPr>
          <p:cNvPr id="60" name="文本框 59"/>
          <p:cNvSpPr txBox="1"/>
          <p:nvPr/>
        </p:nvSpPr>
        <p:spPr>
          <a:xfrm>
            <a:off x="9554444" y="5329409"/>
            <a:ext cx="1903604" cy="276999"/>
          </a:xfrm>
          <a:prstGeom prst="rect">
            <a:avLst/>
          </a:prstGeom>
          <a:noFill/>
        </p:spPr>
        <p:txBody>
          <a:bodyPr wrap="square" rtlCol="0">
            <a:spAutoFit/>
          </a:bodyPr>
          <a:lstStyle/>
          <a:p>
            <a:pPr algn="ctr"/>
            <a:r>
              <a:rPr lang="en-US" altLang="zh-CN" sz="1200" dirty="0">
                <a:solidFill>
                  <a:schemeClr val="bg1">
                    <a:lumMod val="95000"/>
                  </a:schemeClr>
                </a:solidFill>
              </a:rPr>
              <a:t>CONCLUSION</a:t>
            </a:r>
            <a:endParaRPr lang="zh-CN" altLang="en-US" sz="1200" dirty="0">
              <a:solidFill>
                <a:schemeClr val="bg1">
                  <a:lumMod val="95000"/>
                </a:schemeClr>
              </a:solidFill>
            </a:endParaRPr>
          </a:p>
        </p:txBody>
      </p:sp>
      <p:cxnSp>
        <p:nvCxnSpPr>
          <p:cNvPr id="64" name="直接连接符 63"/>
          <p:cNvCxnSpPr/>
          <p:nvPr/>
        </p:nvCxnSpPr>
        <p:spPr>
          <a:xfrm>
            <a:off x="1296519" y="5797318"/>
            <a:ext cx="576000" cy="0"/>
          </a:xfrm>
          <a:prstGeom prst="line">
            <a:avLst/>
          </a:prstGeom>
          <a:ln>
            <a:gradFill>
              <a:gsLst>
                <a:gs pos="2655">
                  <a:srgbClr val="EEEEEE">
                    <a:alpha val="0"/>
                  </a:srgbClr>
                </a:gs>
                <a:gs pos="99115">
                  <a:srgbClr val="EEEEEE">
                    <a:alpha val="0"/>
                  </a:srgbClr>
                </a:gs>
                <a:gs pos="51000">
                  <a:srgbClr val="EEEEEE"/>
                </a:gs>
              </a:gsLst>
              <a:lin ang="0" scaled="0"/>
            </a:gra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3526951" y="5797318"/>
            <a:ext cx="576000" cy="0"/>
          </a:xfrm>
          <a:prstGeom prst="line">
            <a:avLst/>
          </a:prstGeom>
          <a:ln>
            <a:gradFill>
              <a:gsLst>
                <a:gs pos="2655">
                  <a:srgbClr val="EEEEEE">
                    <a:alpha val="0"/>
                  </a:srgbClr>
                </a:gs>
                <a:gs pos="99115">
                  <a:srgbClr val="EEEEEE">
                    <a:alpha val="0"/>
                  </a:srgbClr>
                </a:gs>
                <a:gs pos="51000">
                  <a:srgbClr val="EEEEEE"/>
                </a:gs>
              </a:gsLst>
              <a:lin ang="0" scaled="0"/>
            </a:gra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5757383" y="5797318"/>
            <a:ext cx="576000" cy="0"/>
          </a:xfrm>
          <a:prstGeom prst="line">
            <a:avLst/>
          </a:prstGeom>
          <a:ln>
            <a:gradFill>
              <a:gsLst>
                <a:gs pos="2655">
                  <a:srgbClr val="EEEEEE">
                    <a:alpha val="0"/>
                  </a:srgbClr>
                </a:gs>
                <a:gs pos="99115">
                  <a:srgbClr val="EEEEEE">
                    <a:alpha val="0"/>
                  </a:srgbClr>
                </a:gs>
                <a:gs pos="51000">
                  <a:srgbClr val="EEEEEE"/>
                </a:gs>
              </a:gsLst>
              <a:lin ang="0" scaled="0"/>
            </a:gra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987815" y="5797318"/>
            <a:ext cx="576000" cy="0"/>
          </a:xfrm>
          <a:prstGeom prst="line">
            <a:avLst/>
          </a:prstGeom>
          <a:ln>
            <a:gradFill>
              <a:gsLst>
                <a:gs pos="2655">
                  <a:srgbClr val="EEEEEE">
                    <a:alpha val="0"/>
                  </a:srgbClr>
                </a:gs>
                <a:gs pos="99115">
                  <a:srgbClr val="EEEEEE">
                    <a:alpha val="0"/>
                  </a:srgbClr>
                </a:gs>
                <a:gs pos="51000">
                  <a:srgbClr val="EEEEEE"/>
                </a:gs>
              </a:gsLst>
              <a:lin ang="0" scaled="0"/>
            </a:gra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10218246" y="5797318"/>
            <a:ext cx="576000" cy="0"/>
          </a:xfrm>
          <a:prstGeom prst="line">
            <a:avLst/>
          </a:prstGeom>
          <a:ln>
            <a:gradFill>
              <a:gsLst>
                <a:gs pos="2655">
                  <a:srgbClr val="EEEEEE">
                    <a:alpha val="0"/>
                  </a:srgbClr>
                </a:gs>
                <a:gs pos="99115">
                  <a:srgbClr val="EEEEEE">
                    <a:alpha val="0"/>
                  </a:srgbClr>
                </a:gs>
                <a:gs pos="51000">
                  <a:srgbClr val="EEEEEE"/>
                </a:gs>
              </a:gsLst>
              <a:lin ang="0" scaled="0"/>
            </a:gradFill>
          </a:ln>
        </p:spPr>
        <p:style>
          <a:lnRef idx="1">
            <a:schemeClr val="accent1"/>
          </a:lnRef>
          <a:fillRef idx="0">
            <a:schemeClr val="accent1"/>
          </a:fillRef>
          <a:effectRef idx="0">
            <a:schemeClr val="accent1"/>
          </a:effectRef>
          <a:fontRef idx="minor">
            <a:schemeClr val="tx1"/>
          </a:fontRef>
        </p:style>
      </p:cxnSp>
      <p:grpSp>
        <p:nvGrpSpPr>
          <p:cNvPr id="71" name="组合 70"/>
          <p:cNvGrpSpPr/>
          <p:nvPr/>
        </p:nvGrpSpPr>
        <p:grpSpPr>
          <a:xfrm>
            <a:off x="5553075" y="2036436"/>
            <a:ext cx="1085850" cy="1085850"/>
            <a:chOff x="5553075" y="2996436"/>
            <a:chExt cx="1085850" cy="1085850"/>
          </a:xfrm>
        </p:grpSpPr>
        <p:sp>
          <p:nvSpPr>
            <p:cNvPr id="72" name="椭圆 71"/>
            <p:cNvSpPr/>
            <p:nvPr/>
          </p:nvSpPr>
          <p:spPr>
            <a:xfrm>
              <a:off x="5553075" y="2996436"/>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3" name="图片 72"/>
            <p:cNvPicPr>
              <a:picLocks noChangeAspect="1"/>
            </p:cNvPicPr>
            <p:nvPr/>
          </p:nvPicPr>
          <p:blipFill rotWithShape="1">
            <a:blip r:embed="rId5"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3041810"/>
              <a:ext cx="1033202" cy="1033202"/>
            </a:xfrm>
            <a:prstGeom prst="ellipse">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5743" y="0"/>
            <a:ext cx="12204000" cy="686831"/>
            <a:chOff x="-6000" y="0"/>
            <a:chExt cx="12204000" cy="686831"/>
          </a:xfrm>
        </p:grpSpPr>
        <p:sp>
          <p:nvSpPr>
            <p:cNvPr id="6" name="矩形 5"/>
            <p:cNvSpPr/>
            <p:nvPr/>
          </p:nvSpPr>
          <p:spPr>
            <a:xfrm>
              <a:off x="-6000" y="0"/>
              <a:ext cx="12204000" cy="684000"/>
            </a:xfrm>
            <a:prstGeom prst="rect">
              <a:avLst/>
            </a:prstGeom>
            <a:solidFill>
              <a:schemeClr val="bg1"/>
            </a:solidFill>
            <a:ln>
              <a:noFill/>
            </a:ln>
            <a:effectLst>
              <a:outerShdw blurRad="1016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nvSpPr>
          <p:spPr>
            <a:xfrm>
              <a:off x="4478388" y="0"/>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专业学习</a:t>
              </a:r>
            </a:p>
          </p:txBody>
        </p:sp>
        <p:sp>
          <p:nvSpPr>
            <p:cNvPr id="21" name="矩形 20"/>
            <p:cNvSpPr/>
            <p:nvPr/>
          </p:nvSpPr>
          <p:spPr>
            <a:xfrm>
              <a:off x="6408263" y="0"/>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科研竞赛</a:t>
              </a:r>
            </a:p>
          </p:txBody>
        </p:sp>
        <p:sp>
          <p:nvSpPr>
            <p:cNvPr id="22" name="矩形 21"/>
            <p:cNvSpPr/>
            <p:nvPr/>
          </p:nvSpPr>
          <p:spPr>
            <a:xfrm>
              <a:off x="8197565" y="0"/>
              <a:ext cx="2148840" cy="683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学生工作与社会实践 </a:t>
              </a:r>
            </a:p>
          </p:txBody>
        </p:sp>
        <p:sp>
          <p:nvSpPr>
            <p:cNvPr id="23" name="矩形 22"/>
            <p:cNvSpPr/>
            <p:nvPr/>
          </p:nvSpPr>
          <p:spPr>
            <a:xfrm>
              <a:off x="10268011" y="0"/>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总结与展望</a:t>
              </a:r>
            </a:p>
          </p:txBody>
        </p:sp>
        <p:sp>
          <p:nvSpPr>
            <p:cNvPr id="24" name="矩形 23"/>
            <p:cNvSpPr/>
            <p:nvPr/>
          </p:nvSpPr>
          <p:spPr>
            <a:xfrm>
              <a:off x="2543417" y="0"/>
              <a:ext cx="1926246" cy="684000"/>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noProof="1">
                  <a:solidFill>
                    <a:schemeClr val="bg1"/>
                  </a:solidFill>
                  <a:latin typeface="微软雅黑" panose="020B0503020204020204" pitchFamily="34" charset="-122"/>
                  <a:ea typeface="微软雅黑" panose="020B0503020204020204" pitchFamily="34" charset="-122"/>
                </a:rPr>
                <a:t>个人基本情况 </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flipV="1">
              <a:off x="-6000" y="650831"/>
              <a:ext cx="12204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03644" y="98346"/>
              <a:ext cx="1837001" cy="421655"/>
            </a:xfrm>
            <a:prstGeom prst="rect">
              <a:avLst/>
            </a:prstGeom>
          </p:spPr>
        </p:pic>
      </p:grpSp>
      <p:grpSp>
        <p:nvGrpSpPr>
          <p:cNvPr id="10" name="组合 9"/>
          <p:cNvGrpSpPr/>
          <p:nvPr/>
        </p:nvGrpSpPr>
        <p:grpSpPr>
          <a:xfrm>
            <a:off x="-15743" y="1128712"/>
            <a:ext cx="12204000" cy="863006"/>
            <a:chOff x="-6000" y="1429989"/>
            <a:chExt cx="12204000" cy="863006"/>
          </a:xfrm>
        </p:grpSpPr>
        <p:sp>
          <p:nvSpPr>
            <p:cNvPr id="11" name="矩形 10"/>
            <p:cNvSpPr/>
            <p:nvPr/>
          </p:nvSpPr>
          <p:spPr>
            <a:xfrm>
              <a:off x="8012449" y="1429989"/>
              <a:ext cx="184731" cy="338554"/>
            </a:xfrm>
            <a:prstGeom prst="rect">
              <a:avLst/>
            </a:prstGeom>
          </p:spPr>
          <p:txBody>
            <a:bodyPr wrap="none">
              <a:spAutoFit/>
            </a:bodyPr>
            <a:lstStyle/>
            <a:p>
              <a:pPr algn="ctr"/>
              <a:endParaRPr lang="zh-CN" altLang="en-US" sz="16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9524058" y="1429989"/>
              <a:ext cx="184730" cy="338554"/>
            </a:xfrm>
            <a:prstGeom prst="rect">
              <a:avLst/>
            </a:prstGeom>
          </p:spPr>
          <p:txBody>
            <a:bodyPr wrap="none">
              <a:spAutoFit/>
            </a:bodyPr>
            <a:lstStyle/>
            <a:p>
              <a:pPr algn="ctr"/>
              <a:endParaRPr lang="zh-CN" altLang="en-US" sz="16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6000" y="1606164"/>
              <a:ext cx="12204000" cy="684000"/>
            </a:xfrm>
            <a:prstGeom prst="rect">
              <a:avLst/>
            </a:prstGeom>
            <a:solidFill>
              <a:schemeClr val="bg1"/>
            </a:solidFill>
            <a:ln>
              <a:noFill/>
            </a:ln>
            <a:effectLst>
              <a:outerShdw blurRad="1016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nvSpPr>
          <p:spPr>
            <a:xfrm>
              <a:off x="4478388" y="1606164"/>
              <a:ext cx="1926246"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文献综述</a:t>
              </a:r>
            </a:p>
          </p:txBody>
        </p:sp>
        <p:sp>
          <p:nvSpPr>
            <p:cNvPr id="18" name="矩形 17"/>
            <p:cNvSpPr/>
            <p:nvPr/>
          </p:nvSpPr>
          <p:spPr>
            <a:xfrm>
              <a:off x="6408263" y="1606164"/>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理论框架</a:t>
              </a:r>
            </a:p>
          </p:txBody>
        </p:sp>
        <p:sp>
          <p:nvSpPr>
            <p:cNvPr id="19" name="矩形 18"/>
            <p:cNvSpPr/>
            <p:nvPr/>
          </p:nvSpPr>
          <p:spPr>
            <a:xfrm>
              <a:off x="8338138" y="1606164"/>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研究思路 </a:t>
              </a:r>
            </a:p>
          </p:txBody>
        </p:sp>
        <p:sp>
          <p:nvSpPr>
            <p:cNvPr id="25" name="矩形 24"/>
            <p:cNvSpPr/>
            <p:nvPr/>
          </p:nvSpPr>
          <p:spPr>
            <a:xfrm>
              <a:off x="10268011" y="1606164"/>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研究结论</a:t>
              </a:r>
            </a:p>
          </p:txBody>
        </p:sp>
        <p:sp>
          <p:nvSpPr>
            <p:cNvPr id="26" name="矩形 25"/>
            <p:cNvSpPr/>
            <p:nvPr/>
          </p:nvSpPr>
          <p:spPr>
            <a:xfrm>
              <a:off x="2543417" y="1606164"/>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noProof="1">
                  <a:solidFill>
                    <a:schemeClr val="bg2">
                      <a:lumMod val="75000"/>
                    </a:schemeClr>
                  </a:solidFill>
                  <a:latin typeface="微软雅黑" panose="020B0503020204020204" pitchFamily="34" charset="-122"/>
                  <a:ea typeface="微软雅黑" panose="020B0503020204020204" pitchFamily="34" charset="-122"/>
                </a:rPr>
                <a:t>研究背景 </a:t>
              </a:r>
              <a:endParaRPr lang="zh-CN" altLang="en-US" sz="16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flipV="1">
              <a:off x="-6000" y="2256995"/>
              <a:ext cx="12204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03644" y="1704510"/>
              <a:ext cx="1837001" cy="421655"/>
            </a:xfrm>
            <a:prstGeom prst="rect">
              <a:avLst/>
            </a:prstGeom>
          </p:spPr>
        </p:pic>
      </p:grpSp>
      <p:grpSp>
        <p:nvGrpSpPr>
          <p:cNvPr id="53" name="组合 52"/>
          <p:cNvGrpSpPr/>
          <p:nvPr/>
        </p:nvGrpSpPr>
        <p:grpSpPr>
          <a:xfrm>
            <a:off x="-15743" y="2433599"/>
            <a:ext cx="12204000" cy="686831"/>
            <a:chOff x="-6000" y="3036153"/>
            <a:chExt cx="12204000" cy="686831"/>
          </a:xfrm>
        </p:grpSpPr>
        <p:sp>
          <p:nvSpPr>
            <p:cNvPr id="29" name="矩形 28"/>
            <p:cNvSpPr/>
            <p:nvPr/>
          </p:nvSpPr>
          <p:spPr>
            <a:xfrm>
              <a:off x="-6000" y="3036153"/>
              <a:ext cx="12204000" cy="684000"/>
            </a:xfrm>
            <a:prstGeom prst="rect">
              <a:avLst/>
            </a:prstGeom>
            <a:solidFill>
              <a:schemeClr val="bg1"/>
            </a:solidFill>
            <a:ln>
              <a:noFill/>
            </a:ln>
            <a:effectLst>
              <a:outerShdw blurRad="1016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29"/>
            <p:cNvSpPr/>
            <p:nvPr/>
          </p:nvSpPr>
          <p:spPr>
            <a:xfrm>
              <a:off x="4478388" y="30361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文献综述</a:t>
              </a:r>
            </a:p>
          </p:txBody>
        </p:sp>
        <p:sp>
          <p:nvSpPr>
            <p:cNvPr id="31" name="矩形 30"/>
            <p:cNvSpPr/>
            <p:nvPr/>
          </p:nvSpPr>
          <p:spPr>
            <a:xfrm>
              <a:off x="6408263" y="3036153"/>
              <a:ext cx="1926246" cy="684000"/>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理论框架</a:t>
              </a:r>
            </a:p>
          </p:txBody>
        </p:sp>
        <p:sp>
          <p:nvSpPr>
            <p:cNvPr id="32" name="矩形 31"/>
            <p:cNvSpPr/>
            <p:nvPr/>
          </p:nvSpPr>
          <p:spPr>
            <a:xfrm>
              <a:off x="8338138" y="30361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研究思路 </a:t>
              </a:r>
            </a:p>
          </p:txBody>
        </p:sp>
        <p:sp>
          <p:nvSpPr>
            <p:cNvPr id="33" name="矩形 32"/>
            <p:cNvSpPr/>
            <p:nvPr/>
          </p:nvSpPr>
          <p:spPr>
            <a:xfrm>
              <a:off x="10268011" y="30361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研究结论</a:t>
              </a:r>
            </a:p>
          </p:txBody>
        </p:sp>
        <p:sp>
          <p:nvSpPr>
            <p:cNvPr id="34" name="矩形 33"/>
            <p:cNvSpPr/>
            <p:nvPr/>
          </p:nvSpPr>
          <p:spPr>
            <a:xfrm>
              <a:off x="2543417" y="30361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noProof="1">
                  <a:solidFill>
                    <a:schemeClr val="bg2">
                      <a:lumMod val="75000"/>
                    </a:schemeClr>
                  </a:solidFill>
                  <a:latin typeface="微软雅黑" panose="020B0503020204020204" pitchFamily="34" charset="-122"/>
                  <a:ea typeface="微软雅黑" panose="020B0503020204020204" pitchFamily="34" charset="-122"/>
                </a:rPr>
                <a:t>研究背景 </a:t>
              </a:r>
              <a:endParaRPr lang="zh-CN" altLang="en-US" sz="16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flipV="1">
              <a:off x="-6000" y="3686984"/>
              <a:ext cx="12204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03644" y="3134499"/>
              <a:ext cx="1837001" cy="421655"/>
            </a:xfrm>
            <a:prstGeom prst="rect">
              <a:avLst/>
            </a:prstGeom>
          </p:spPr>
        </p:pic>
      </p:grpSp>
      <p:grpSp>
        <p:nvGrpSpPr>
          <p:cNvPr id="54" name="组合 53"/>
          <p:cNvGrpSpPr/>
          <p:nvPr/>
        </p:nvGrpSpPr>
        <p:grpSpPr>
          <a:xfrm>
            <a:off x="-15743" y="3562311"/>
            <a:ext cx="12204000" cy="686831"/>
            <a:chOff x="-6000" y="4466142"/>
            <a:chExt cx="12204000" cy="686831"/>
          </a:xfrm>
        </p:grpSpPr>
        <p:sp>
          <p:nvSpPr>
            <p:cNvPr id="37" name="矩形 36"/>
            <p:cNvSpPr/>
            <p:nvPr/>
          </p:nvSpPr>
          <p:spPr>
            <a:xfrm>
              <a:off x="-6000" y="4466142"/>
              <a:ext cx="12204000" cy="684000"/>
            </a:xfrm>
            <a:prstGeom prst="rect">
              <a:avLst/>
            </a:prstGeom>
            <a:solidFill>
              <a:schemeClr val="bg1"/>
            </a:solidFill>
            <a:ln>
              <a:noFill/>
            </a:ln>
            <a:effectLst>
              <a:outerShdw blurRad="1016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37"/>
            <p:cNvSpPr/>
            <p:nvPr/>
          </p:nvSpPr>
          <p:spPr>
            <a:xfrm>
              <a:off x="4478388" y="4466142"/>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文献综述</a:t>
              </a:r>
            </a:p>
          </p:txBody>
        </p:sp>
        <p:sp>
          <p:nvSpPr>
            <p:cNvPr id="39" name="矩形 38"/>
            <p:cNvSpPr/>
            <p:nvPr/>
          </p:nvSpPr>
          <p:spPr>
            <a:xfrm>
              <a:off x="6408263" y="4466142"/>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理论框架</a:t>
              </a:r>
            </a:p>
          </p:txBody>
        </p:sp>
        <p:sp>
          <p:nvSpPr>
            <p:cNvPr id="40" name="矩形 39"/>
            <p:cNvSpPr/>
            <p:nvPr/>
          </p:nvSpPr>
          <p:spPr>
            <a:xfrm>
              <a:off x="8338138" y="4466142"/>
              <a:ext cx="1926246" cy="684000"/>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研究思路 </a:t>
              </a:r>
            </a:p>
          </p:txBody>
        </p:sp>
        <p:sp>
          <p:nvSpPr>
            <p:cNvPr id="41" name="矩形 40"/>
            <p:cNvSpPr/>
            <p:nvPr/>
          </p:nvSpPr>
          <p:spPr>
            <a:xfrm>
              <a:off x="10268011" y="4466142"/>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研究结论</a:t>
              </a:r>
            </a:p>
          </p:txBody>
        </p:sp>
        <p:sp>
          <p:nvSpPr>
            <p:cNvPr id="42" name="矩形 41"/>
            <p:cNvSpPr/>
            <p:nvPr/>
          </p:nvSpPr>
          <p:spPr>
            <a:xfrm>
              <a:off x="2543417" y="4466142"/>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noProof="1">
                  <a:solidFill>
                    <a:schemeClr val="bg2">
                      <a:lumMod val="75000"/>
                    </a:schemeClr>
                  </a:solidFill>
                  <a:latin typeface="微软雅黑" panose="020B0503020204020204" pitchFamily="34" charset="-122"/>
                  <a:ea typeface="微软雅黑" panose="020B0503020204020204" pitchFamily="34" charset="-122"/>
                </a:rPr>
                <a:t>研究背景 </a:t>
              </a:r>
              <a:endParaRPr lang="zh-CN" altLang="en-US" sz="16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43" name="矩形 42"/>
            <p:cNvSpPr/>
            <p:nvPr/>
          </p:nvSpPr>
          <p:spPr>
            <a:xfrm flipV="1">
              <a:off x="-6000" y="5116973"/>
              <a:ext cx="12204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4" name="图片 4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03644" y="4564488"/>
              <a:ext cx="1837001" cy="421655"/>
            </a:xfrm>
            <a:prstGeom prst="rect">
              <a:avLst/>
            </a:prstGeom>
          </p:spPr>
        </p:pic>
      </p:grpSp>
      <p:grpSp>
        <p:nvGrpSpPr>
          <p:cNvPr id="55" name="组合 54"/>
          <p:cNvGrpSpPr/>
          <p:nvPr/>
        </p:nvGrpSpPr>
        <p:grpSpPr>
          <a:xfrm>
            <a:off x="-15743" y="4691024"/>
            <a:ext cx="12204000" cy="686831"/>
            <a:chOff x="-12000" y="5863753"/>
            <a:chExt cx="12204000" cy="686831"/>
          </a:xfrm>
        </p:grpSpPr>
        <p:sp>
          <p:nvSpPr>
            <p:cNvPr id="45" name="矩形 44"/>
            <p:cNvSpPr/>
            <p:nvPr/>
          </p:nvSpPr>
          <p:spPr>
            <a:xfrm>
              <a:off x="-12000" y="5863753"/>
              <a:ext cx="12204000" cy="684000"/>
            </a:xfrm>
            <a:prstGeom prst="rect">
              <a:avLst/>
            </a:prstGeom>
            <a:solidFill>
              <a:schemeClr val="bg1"/>
            </a:solidFill>
            <a:ln>
              <a:noFill/>
            </a:ln>
            <a:effectLst>
              <a:outerShdw blurRad="1016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矩形 45"/>
            <p:cNvSpPr/>
            <p:nvPr/>
          </p:nvSpPr>
          <p:spPr>
            <a:xfrm>
              <a:off x="4472388" y="58637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文献综述</a:t>
              </a:r>
            </a:p>
          </p:txBody>
        </p:sp>
        <p:sp>
          <p:nvSpPr>
            <p:cNvPr id="47" name="矩形 46"/>
            <p:cNvSpPr/>
            <p:nvPr/>
          </p:nvSpPr>
          <p:spPr>
            <a:xfrm>
              <a:off x="6402263" y="58637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理论框架</a:t>
              </a:r>
            </a:p>
          </p:txBody>
        </p:sp>
        <p:sp>
          <p:nvSpPr>
            <p:cNvPr id="48" name="矩形 47"/>
            <p:cNvSpPr/>
            <p:nvPr/>
          </p:nvSpPr>
          <p:spPr>
            <a:xfrm>
              <a:off x="8332138" y="58637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chemeClr val="bg2">
                      <a:lumMod val="75000"/>
                    </a:schemeClr>
                  </a:solidFill>
                  <a:latin typeface="微软雅黑" panose="020B0503020204020204" pitchFamily="34" charset="-122"/>
                  <a:ea typeface="微软雅黑" panose="020B0503020204020204" pitchFamily="34" charset="-122"/>
                </a:rPr>
                <a:t>研究思路 </a:t>
              </a:r>
            </a:p>
          </p:txBody>
        </p:sp>
        <p:sp>
          <p:nvSpPr>
            <p:cNvPr id="49" name="矩形 48"/>
            <p:cNvSpPr/>
            <p:nvPr/>
          </p:nvSpPr>
          <p:spPr>
            <a:xfrm>
              <a:off x="10262011" y="5863753"/>
              <a:ext cx="1926246" cy="684000"/>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研究结论</a:t>
              </a:r>
            </a:p>
          </p:txBody>
        </p:sp>
        <p:sp>
          <p:nvSpPr>
            <p:cNvPr id="50" name="矩形 49"/>
            <p:cNvSpPr/>
            <p:nvPr/>
          </p:nvSpPr>
          <p:spPr>
            <a:xfrm>
              <a:off x="2537417" y="5863753"/>
              <a:ext cx="1926246" cy="68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noProof="1">
                  <a:solidFill>
                    <a:schemeClr val="bg2">
                      <a:lumMod val="75000"/>
                    </a:schemeClr>
                  </a:solidFill>
                  <a:latin typeface="微软雅黑" panose="020B0503020204020204" pitchFamily="34" charset="-122"/>
                  <a:ea typeface="微软雅黑" panose="020B0503020204020204" pitchFamily="34" charset="-122"/>
                </a:rPr>
                <a:t>研究背景 </a:t>
              </a:r>
              <a:endParaRPr lang="zh-CN" altLang="en-US" sz="16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51" name="矩形 50"/>
            <p:cNvSpPr/>
            <p:nvPr/>
          </p:nvSpPr>
          <p:spPr>
            <a:xfrm flipV="1">
              <a:off x="-12000" y="6514584"/>
              <a:ext cx="12204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2" name="图片 5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97644" y="5962099"/>
              <a:ext cx="1837001" cy="421655"/>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4762"/>
            <a:ext cx="1817444" cy="6862762"/>
            <a:chOff x="0" y="-4762"/>
            <a:chExt cx="1817444" cy="6862762"/>
          </a:xfrm>
        </p:grpSpPr>
        <p:sp>
          <p:nvSpPr>
            <p:cNvPr id="41" name="矩形 40"/>
            <p:cNvSpPr/>
            <p:nvPr/>
          </p:nvSpPr>
          <p:spPr>
            <a:xfrm>
              <a:off x="1" y="-4762"/>
              <a:ext cx="1817443" cy="6862762"/>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4" name="图片 4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50630" y="216338"/>
              <a:ext cx="516185" cy="515742"/>
            </a:xfrm>
            <a:prstGeom prst="rect">
              <a:avLst/>
            </a:prstGeom>
          </p:spPr>
        </p:pic>
        <p:pic>
          <p:nvPicPr>
            <p:cNvPr id="45" name="图片 44"/>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132208" y="746368"/>
              <a:ext cx="1553028" cy="280408"/>
            </a:xfrm>
            <a:prstGeom prst="rect">
              <a:avLst/>
            </a:prstGeom>
          </p:spPr>
        </p:pic>
        <p:pic>
          <p:nvPicPr>
            <p:cNvPr id="115" name="图片 114"/>
            <p:cNvPicPr>
              <a:picLocks noChangeAspect="1"/>
            </p:cNvPicPr>
            <p:nvPr/>
          </p:nvPicPr>
          <p:blipFill>
            <a:blip r:embed="rId5" cstate="screen">
              <a:extLst>
                <a:ext uri="{28A0092B-C50C-407E-A947-70E740481C1C}">
                  <a14:useLocalDpi xmlns:a14="http://schemas.microsoft.com/office/drawing/2010/main" val="0"/>
                </a:ext>
              </a:extLst>
            </a:blip>
            <a:srcRect l="28415" r="23954" b="52929"/>
            <a:stretch>
              <a:fillRect/>
            </a:stretch>
          </p:blipFill>
          <p:spPr>
            <a:xfrm>
              <a:off x="0" y="6510770"/>
              <a:ext cx="1814901" cy="347230"/>
            </a:xfrm>
            <a:custGeom>
              <a:avLst/>
              <a:gdLst>
                <a:gd name="connsiteX0" fmla="*/ 0 w 1814901"/>
                <a:gd name="connsiteY0" fmla="*/ 0 h 347230"/>
                <a:gd name="connsiteX1" fmla="*/ 1814901 w 1814901"/>
                <a:gd name="connsiteY1" fmla="*/ 0 h 347230"/>
                <a:gd name="connsiteX2" fmla="*/ 1814901 w 1814901"/>
                <a:gd name="connsiteY2" fmla="*/ 347230 h 347230"/>
                <a:gd name="connsiteX3" fmla="*/ 0 w 1814901"/>
                <a:gd name="connsiteY3" fmla="*/ 347230 h 347230"/>
              </a:gdLst>
              <a:ahLst/>
              <a:cxnLst>
                <a:cxn ang="0">
                  <a:pos x="connsiteX0" y="connsiteY0"/>
                </a:cxn>
                <a:cxn ang="0">
                  <a:pos x="connsiteX1" y="connsiteY1"/>
                </a:cxn>
                <a:cxn ang="0">
                  <a:pos x="connsiteX2" y="connsiteY2"/>
                </a:cxn>
                <a:cxn ang="0">
                  <a:pos x="connsiteX3" y="connsiteY3"/>
                </a:cxn>
              </a:cxnLst>
              <a:rect l="l" t="t" r="r" b="b"/>
              <a:pathLst>
                <a:path w="1814901" h="347230">
                  <a:moveTo>
                    <a:pt x="0" y="0"/>
                  </a:moveTo>
                  <a:lnTo>
                    <a:pt x="1814901" y="0"/>
                  </a:lnTo>
                  <a:lnTo>
                    <a:pt x="1814901" y="347230"/>
                  </a:lnTo>
                  <a:lnTo>
                    <a:pt x="0" y="347230"/>
                  </a:lnTo>
                  <a:close/>
                </a:path>
              </a:pathLst>
            </a:custGeom>
          </p:spPr>
        </p:pic>
      </p:grpSp>
      <p:sp>
        <p:nvSpPr>
          <p:cNvPr id="58" name="文本框 57"/>
          <p:cNvSpPr txBox="1"/>
          <p:nvPr/>
        </p:nvSpPr>
        <p:spPr>
          <a:xfrm>
            <a:off x="295214" y="1941220"/>
            <a:ext cx="1227016"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研究背景</a:t>
            </a:r>
          </a:p>
        </p:txBody>
      </p:sp>
      <p:sp>
        <p:nvSpPr>
          <p:cNvPr id="61" name="矩形 60"/>
          <p:cNvSpPr/>
          <p:nvPr/>
        </p:nvSpPr>
        <p:spPr>
          <a:xfrm>
            <a:off x="5823905" y="2217182"/>
            <a:ext cx="184730" cy="338554"/>
          </a:xfrm>
          <a:prstGeom prst="rect">
            <a:avLst/>
          </a:prstGeom>
        </p:spPr>
        <p:txBody>
          <a:bodyPr wrap="none">
            <a:spAutoFit/>
          </a:bodyPr>
          <a:lstStyle/>
          <a:p>
            <a:pPr algn="ctr"/>
            <a:endParaRPr lang="zh-CN" altLang="en-US" sz="16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295214" y="2597110"/>
            <a:ext cx="1227016" cy="307777"/>
          </a:xfrm>
          <a:prstGeom prst="rect">
            <a:avLst/>
          </a:prstGeom>
          <a:noFill/>
        </p:spPr>
        <p:txBody>
          <a:bodyPr wrap="square" rtlCol="0">
            <a:spAutoFit/>
          </a:bodyPr>
          <a:lstStyle/>
          <a:p>
            <a:pPr algn="ctr"/>
            <a:r>
              <a:rPr lang="zh-CN" altLang="en-US" sz="1400" dirty="0">
                <a:solidFill>
                  <a:schemeClr val="bg1">
                    <a:lumMod val="95000"/>
                  </a:schemeClr>
                </a:solidFill>
                <a:latin typeface="微软雅黑" panose="020B0503020204020204" pitchFamily="34" charset="-122"/>
                <a:ea typeface="微软雅黑" panose="020B0503020204020204" pitchFamily="34" charset="-122"/>
              </a:rPr>
              <a:t>文献综述</a:t>
            </a:r>
          </a:p>
        </p:txBody>
      </p:sp>
      <p:sp>
        <p:nvSpPr>
          <p:cNvPr id="63" name="文本框 62"/>
          <p:cNvSpPr txBox="1"/>
          <p:nvPr/>
        </p:nvSpPr>
        <p:spPr>
          <a:xfrm>
            <a:off x="295214" y="3253000"/>
            <a:ext cx="1227016" cy="307777"/>
          </a:xfrm>
          <a:prstGeom prst="rect">
            <a:avLst/>
          </a:prstGeom>
          <a:noFill/>
        </p:spPr>
        <p:txBody>
          <a:bodyPr wrap="square" rtlCol="0">
            <a:spAutoFit/>
          </a:bodyPr>
          <a:lstStyle/>
          <a:p>
            <a:pPr algn="ctr"/>
            <a:r>
              <a:rPr lang="zh-CN" altLang="en-US" sz="1400" dirty="0">
                <a:solidFill>
                  <a:schemeClr val="bg1">
                    <a:lumMod val="95000"/>
                  </a:schemeClr>
                </a:solidFill>
                <a:latin typeface="微软雅黑" panose="020B0503020204020204" pitchFamily="34" charset="-122"/>
                <a:ea typeface="微软雅黑" panose="020B0503020204020204" pitchFamily="34" charset="-122"/>
              </a:rPr>
              <a:t>理论框架</a:t>
            </a:r>
          </a:p>
        </p:txBody>
      </p:sp>
      <p:sp>
        <p:nvSpPr>
          <p:cNvPr id="64" name="文本框 63"/>
          <p:cNvSpPr txBox="1"/>
          <p:nvPr/>
        </p:nvSpPr>
        <p:spPr>
          <a:xfrm>
            <a:off x="295214" y="3908890"/>
            <a:ext cx="1227016" cy="307777"/>
          </a:xfrm>
          <a:prstGeom prst="rect">
            <a:avLst/>
          </a:prstGeom>
          <a:noFill/>
        </p:spPr>
        <p:txBody>
          <a:bodyPr wrap="square" rtlCol="0">
            <a:spAutoFit/>
          </a:bodyPr>
          <a:lstStyle/>
          <a:p>
            <a:pPr algn="ctr"/>
            <a:r>
              <a:rPr lang="zh-CN" altLang="en-US" sz="1400" dirty="0">
                <a:solidFill>
                  <a:schemeClr val="bg1">
                    <a:lumMod val="95000"/>
                  </a:schemeClr>
                </a:solidFill>
                <a:latin typeface="微软雅黑" panose="020B0503020204020204" pitchFamily="34" charset="-122"/>
                <a:ea typeface="微软雅黑" panose="020B0503020204020204" pitchFamily="34" charset="-122"/>
              </a:rPr>
              <a:t>研究思路</a:t>
            </a:r>
          </a:p>
        </p:txBody>
      </p:sp>
      <p:sp>
        <p:nvSpPr>
          <p:cNvPr id="65" name="文本框 64"/>
          <p:cNvSpPr txBox="1"/>
          <p:nvPr/>
        </p:nvSpPr>
        <p:spPr>
          <a:xfrm>
            <a:off x="295214" y="4564780"/>
            <a:ext cx="1227016" cy="307777"/>
          </a:xfrm>
          <a:prstGeom prst="rect">
            <a:avLst/>
          </a:prstGeom>
          <a:noFill/>
        </p:spPr>
        <p:txBody>
          <a:bodyPr wrap="square" rtlCol="0">
            <a:spAutoFit/>
          </a:bodyPr>
          <a:lstStyle/>
          <a:p>
            <a:pPr algn="ctr"/>
            <a:r>
              <a:rPr lang="zh-CN" altLang="en-US" sz="1400" dirty="0">
                <a:solidFill>
                  <a:schemeClr val="bg1">
                    <a:lumMod val="95000"/>
                  </a:schemeClr>
                </a:solidFill>
                <a:latin typeface="微软雅黑" panose="020B0503020204020204" pitchFamily="34" charset="-122"/>
                <a:ea typeface="微软雅黑" panose="020B0503020204020204" pitchFamily="34" charset="-122"/>
              </a:rPr>
              <a:t>研究结论</a:t>
            </a:r>
          </a:p>
        </p:txBody>
      </p:sp>
      <p:cxnSp>
        <p:nvCxnSpPr>
          <p:cNvPr id="116" name="直接连接符 115"/>
          <p:cNvCxnSpPr/>
          <p:nvPr/>
        </p:nvCxnSpPr>
        <p:spPr>
          <a:xfrm>
            <a:off x="295214" y="2386459"/>
            <a:ext cx="1227016" cy="0"/>
          </a:xfrm>
          <a:prstGeom prst="line">
            <a:avLst/>
          </a:prstGeom>
          <a:ln>
            <a:gradFill>
              <a:gsLst>
                <a:gs pos="2655">
                  <a:srgbClr val="EEEEEE">
                    <a:alpha val="0"/>
                  </a:srgbClr>
                </a:gs>
                <a:gs pos="99115">
                  <a:srgbClr val="EEEEEE">
                    <a:alpha val="0"/>
                  </a:srgbClr>
                </a:gs>
                <a:gs pos="51000">
                  <a:srgbClr val="EEEEEE">
                    <a:alpha val="5500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295214" y="3039191"/>
            <a:ext cx="1227016" cy="0"/>
          </a:xfrm>
          <a:prstGeom prst="line">
            <a:avLst/>
          </a:prstGeom>
          <a:ln>
            <a:gradFill>
              <a:gsLst>
                <a:gs pos="2655">
                  <a:srgbClr val="EEEEEE">
                    <a:alpha val="0"/>
                  </a:srgbClr>
                </a:gs>
                <a:gs pos="99115">
                  <a:srgbClr val="EEEEEE">
                    <a:alpha val="0"/>
                  </a:srgbClr>
                </a:gs>
                <a:gs pos="51000">
                  <a:srgbClr val="EEEEEE">
                    <a:alpha val="5500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295214" y="3691923"/>
            <a:ext cx="1227016" cy="0"/>
          </a:xfrm>
          <a:prstGeom prst="line">
            <a:avLst/>
          </a:prstGeom>
          <a:ln>
            <a:gradFill>
              <a:gsLst>
                <a:gs pos="2655">
                  <a:srgbClr val="EEEEEE">
                    <a:alpha val="0"/>
                  </a:srgbClr>
                </a:gs>
                <a:gs pos="99115">
                  <a:srgbClr val="EEEEEE">
                    <a:alpha val="0"/>
                  </a:srgbClr>
                </a:gs>
                <a:gs pos="51000">
                  <a:srgbClr val="EEEEEE">
                    <a:alpha val="5500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295214" y="4344655"/>
            <a:ext cx="1227016" cy="0"/>
          </a:xfrm>
          <a:prstGeom prst="line">
            <a:avLst/>
          </a:prstGeom>
          <a:ln>
            <a:gradFill>
              <a:gsLst>
                <a:gs pos="2655">
                  <a:srgbClr val="EEEEEE">
                    <a:alpha val="0"/>
                  </a:srgbClr>
                </a:gs>
                <a:gs pos="99115">
                  <a:srgbClr val="EEEEEE">
                    <a:alpha val="0"/>
                  </a:srgbClr>
                </a:gs>
                <a:gs pos="51000">
                  <a:srgbClr val="EEEEEE">
                    <a:alpha val="5500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295214" y="4997387"/>
            <a:ext cx="1227016" cy="0"/>
          </a:xfrm>
          <a:prstGeom prst="line">
            <a:avLst/>
          </a:prstGeom>
          <a:ln>
            <a:gradFill>
              <a:gsLst>
                <a:gs pos="2655">
                  <a:srgbClr val="EEEEEE">
                    <a:alpha val="0"/>
                  </a:srgbClr>
                </a:gs>
                <a:gs pos="99115">
                  <a:srgbClr val="EEEEEE">
                    <a:alpha val="0"/>
                  </a:srgbClr>
                </a:gs>
                <a:gs pos="51000">
                  <a:srgbClr val="EEEEEE">
                    <a:alpha val="55000"/>
                  </a:srgbClr>
                </a:gs>
              </a:gsLst>
              <a:lin ang="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矩形 13"/>
          <p:cNvSpPr/>
          <p:nvPr/>
        </p:nvSpPr>
        <p:spPr>
          <a:xfrm>
            <a:off x="0" y="-613274"/>
            <a:ext cx="4026746" cy="7985624"/>
          </a:xfrm>
          <a:prstGeom prst="rect">
            <a:avLst/>
          </a:prstGeom>
          <a:blipFill dpi="0" rotWithShape="1">
            <a:blip r:embed="rId3" cstate="email">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252914" y="-35246"/>
            <a:ext cx="7939086" cy="6892294"/>
            <a:chOff x="4252914" y="-35246"/>
            <a:chExt cx="7939086" cy="6892294"/>
          </a:xfrm>
        </p:grpSpPr>
        <p:sp>
          <p:nvSpPr>
            <p:cNvPr id="17" name="任意多边形: 形状 16"/>
            <p:cNvSpPr/>
            <p:nvPr/>
          </p:nvSpPr>
          <p:spPr>
            <a:xfrm>
              <a:off x="4252914" y="-35246"/>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blipFill dpi="0" rotWithShape="1">
              <a:blip r:embed="rId4" cstate="email"/>
              <a:srcRect/>
              <a:tile tx="127000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4252914" y="-35246"/>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rot="5400000">
            <a:off x="1628488" y="2426303"/>
            <a:ext cx="7010399" cy="1853000"/>
            <a:chOff x="-58746" y="3273472"/>
            <a:chExt cx="12140523" cy="1772615"/>
          </a:xfrm>
        </p:grpSpPr>
        <p:sp>
          <p:nvSpPr>
            <p:cNvPr id="18" name="任意多边形: 形状 17"/>
            <p:cNvSpPr/>
            <p:nvPr/>
          </p:nvSpPr>
          <p:spPr>
            <a:xfrm>
              <a:off x="5985776" y="3335434"/>
              <a:ext cx="6096001"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任意多边形: 形状 18"/>
            <p:cNvSpPr/>
            <p:nvPr/>
          </p:nvSpPr>
          <p:spPr>
            <a:xfrm flipH="1">
              <a:off x="-58746" y="3273472"/>
              <a:ext cx="6127972"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组合 2"/>
          <p:cNvGrpSpPr/>
          <p:nvPr/>
        </p:nvGrpSpPr>
        <p:grpSpPr>
          <a:xfrm>
            <a:off x="3998161" y="2880682"/>
            <a:ext cx="1085850" cy="1085850"/>
            <a:chOff x="5553075" y="2996436"/>
            <a:chExt cx="1085850" cy="1085850"/>
          </a:xfrm>
        </p:grpSpPr>
        <p:sp>
          <p:nvSpPr>
            <p:cNvPr id="33" name="椭圆 32"/>
            <p:cNvSpPr/>
            <p:nvPr/>
          </p:nvSpPr>
          <p:spPr>
            <a:xfrm>
              <a:off x="5553075" y="2996436"/>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rotWithShape="1">
            <a:blip r:embed="rId5"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3041810"/>
              <a:ext cx="1033202" cy="1033202"/>
            </a:xfrm>
            <a:prstGeom prst="ellipse">
              <a:avLst/>
            </a:prstGeom>
          </p:spPr>
        </p:pic>
      </p:grpSp>
      <p:sp>
        <p:nvSpPr>
          <p:cNvPr id="10" name="文本框 9"/>
          <p:cNvSpPr txBox="1"/>
          <p:nvPr/>
        </p:nvSpPr>
        <p:spPr>
          <a:xfrm>
            <a:off x="1084734" y="2105561"/>
            <a:ext cx="3100127" cy="2646878"/>
          </a:xfrm>
          <a:prstGeom prst="rect">
            <a:avLst/>
          </a:prstGeom>
          <a:noFill/>
        </p:spPr>
        <p:txBody>
          <a:bodyPr wrap="square" rtlCol="0">
            <a:spAutoFit/>
          </a:bodyPr>
          <a:lstStyle/>
          <a:p>
            <a:pPr algn="ctr"/>
            <a:r>
              <a:rPr lang="en-US" altLang="zh-CN" sz="16600" b="1" dirty="0">
                <a:solidFill>
                  <a:schemeClr val="accent1"/>
                </a:solidFill>
              </a:rPr>
              <a:t>01</a:t>
            </a:r>
            <a:endParaRPr lang="zh-CN" altLang="en-US" sz="16600" b="1" dirty="0">
              <a:solidFill>
                <a:schemeClr val="accent1"/>
              </a:solidFill>
            </a:endParaRPr>
          </a:p>
        </p:txBody>
      </p:sp>
      <p:sp>
        <p:nvSpPr>
          <p:cNvPr id="11" name="矩形 10"/>
          <p:cNvSpPr/>
          <p:nvPr/>
        </p:nvSpPr>
        <p:spPr>
          <a:xfrm>
            <a:off x="1489321" y="3383558"/>
            <a:ext cx="2035486" cy="449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sz="2400" dirty="0">
                <a:solidFill>
                  <a:schemeClr val="accent1"/>
                </a:solidFill>
              </a:rPr>
              <a:t>PART ONE</a:t>
            </a:r>
            <a:endParaRPr lang="zh-CN" altLang="en-US" sz="2400" dirty="0">
              <a:solidFill>
                <a:schemeClr val="accent1"/>
              </a:solidFill>
            </a:endParaRPr>
          </a:p>
        </p:txBody>
      </p:sp>
      <p:sp>
        <p:nvSpPr>
          <p:cNvPr id="25" name="文本框 24"/>
          <p:cNvSpPr txBox="1"/>
          <p:nvPr/>
        </p:nvSpPr>
        <p:spPr>
          <a:xfrm>
            <a:off x="5748421" y="2921169"/>
            <a:ext cx="4138529" cy="1015663"/>
          </a:xfrm>
          <a:prstGeom prst="rect">
            <a:avLst/>
          </a:prstGeom>
          <a:noFill/>
        </p:spPr>
        <p:txBody>
          <a:bodyPr wrap="square" rtlCol="0">
            <a:spAutoFit/>
          </a:bodyPr>
          <a:lstStyle/>
          <a:p>
            <a:pPr algn="ctr"/>
            <a:r>
              <a:rPr lang="zh-CN" altLang="en-US" sz="6000" b="1" dirty="0">
                <a:solidFill>
                  <a:schemeClr val="bg1"/>
                </a:solidFill>
                <a:latin typeface="微软雅黑" panose="020B0503020204020204" pitchFamily="34" charset="-122"/>
                <a:ea typeface="微软雅黑" panose="020B0503020204020204" pitchFamily="34" charset="-122"/>
              </a:rPr>
              <a:t>纯文字页面</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任意多边形: 形状 24"/>
          <p:cNvSpPr/>
          <p:nvPr/>
        </p:nvSpPr>
        <p:spPr>
          <a:xfrm flipV="1">
            <a:off x="3828387" y="4434938"/>
            <a:ext cx="1482038" cy="586308"/>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任意多边形: 形状 23"/>
          <p:cNvSpPr/>
          <p:nvPr/>
        </p:nvSpPr>
        <p:spPr>
          <a:xfrm flipH="1" flipV="1">
            <a:off x="9167557" y="4479470"/>
            <a:ext cx="2033813" cy="544355"/>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任意多边形: 形状 22"/>
          <p:cNvSpPr/>
          <p:nvPr/>
        </p:nvSpPr>
        <p:spPr>
          <a:xfrm flipH="1" flipV="1">
            <a:off x="6453280" y="4948225"/>
            <a:ext cx="2252761" cy="829186"/>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任意多边形: 形状 21"/>
          <p:cNvSpPr/>
          <p:nvPr/>
        </p:nvSpPr>
        <p:spPr>
          <a:xfrm flipV="1">
            <a:off x="5794483" y="1926145"/>
            <a:ext cx="1482038" cy="586308"/>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rgbClr val="AE282F">
              <a:alpha val="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任意多边形: 形状 19"/>
          <p:cNvSpPr/>
          <p:nvPr/>
        </p:nvSpPr>
        <p:spPr>
          <a:xfrm flipV="1">
            <a:off x="1502041" y="1744376"/>
            <a:ext cx="2171984" cy="860908"/>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任意多边形: 形状 17"/>
          <p:cNvSpPr/>
          <p:nvPr/>
        </p:nvSpPr>
        <p:spPr>
          <a:xfrm flipV="1">
            <a:off x="812800" y="4539965"/>
            <a:ext cx="2554071" cy="829186"/>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任意多边形: 形状 15"/>
          <p:cNvSpPr/>
          <p:nvPr/>
        </p:nvSpPr>
        <p:spPr>
          <a:xfrm flipH="1" flipV="1">
            <a:off x="7976381" y="1686320"/>
            <a:ext cx="3078373" cy="1068721"/>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占位符 7"/>
          <p:cNvSpPr>
            <a:spLocks noGrp="1"/>
          </p:cNvSpPr>
          <p:nvPr>
            <p:ph type="body" sz="quarter" idx="10"/>
          </p:nvPr>
        </p:nvSpPr>
        <p:spPr/>
        <p:txBody>
          <a:bodyPr/>
          <a:lstStyle/>
          <a:p>
            <a:r>
              <a:rPr lang="zh-CN" altLang="en-US" dirty="0">
                <a:solidFill>
                  <a:schemeClr val="accent1"/>
                </a:solidFill>
              </a:rPr>
              <a:t>一段文字</a:t>
            </a:r>
          </a:p>
        </p:txBody>
      </p:sp>
      <p:sp>
        <p:nvSpPr>
          <p:cNvPr id="2" name="文本占位符 1"/>
          <p:cNvSpPr>
            <a:spLocks noGrp="1"/>
          </p:cNvSpPr>
          <p:nvPr>
            <p:ph type="body" sz="quarter" idx="11"/>
          </p:nvPr>
        </p:nvSpPr>
        <p:spPr/>
        <p:txBody>
          <a:bodyPr/>
          <a:lstStyle/>
          <a:p>
            <a:endParaRPr lang="zh-CN" altLang="en-US" dirty="0"/>
          </a:p>
        </p:txBody>
      </p:sp>
      <p:sp>
        <p:nvSpPr>
          <p:cNvPr id="12" name="任意多边形: 形状 11"/>
          <p:cNvSpPr/>
          <p:nvPr/>
        </p:nvSpPr>
        <p:spPr>
          <a:xfrm flipH="1" flipV="1">
            <a:off x="1665789" y="1984201"/>
            <a:ext cx="8860422" cy="3262780"/>
          </a:xfrm>
          <a:custGeom>
            <a:avLst/>
            <a:gdLst>
              <a:gd name="connsiteX0" fmla="*/ 112409 w 9198597"/>
              <a:gd name="connsiteY0" fmla="*/ 3387310 h 3387310"/>
              <a:gd name="connsiteX1" fmla="*/ 9086188 w 9198597"/>
              <a:gd name="connsiteY1" fmla="*/ 3387310 h 3387310"/>
              <a:gd name="connsiteX2" fmla="*/ 9198597 w 9198597"/>
              <a:gd name="connsiteY2" fmla="*/ 3274901 h 3387310"/>
              <a:gd name="connsiteX3" fmla="*/ 9198597 w 9198597"/>
              <a:gd name="connsiteY3" fmla="*/ 648155 h 3387310"/>
              <a:gd name="connsiteX4" fmla="*/ 9086188 w 9198597"/>
              <a:gd name="connsiteY4" fmla="*/ 535746 h 3387310"/>
              <a:gd name="connsiteX5" fmla="*/ 1278181 w 9198597"/>
              <a:gd name="connsiteY5" fmla="*/ 535746 h 3387310"/>
              <a:gd name="connsiteX6" fmla="*/ 717755 w 9198597"/>
              <a:gd name="connsiteY6" fmla="*/ 0 h 3387310"/>
              <a:gd name="connsiteX7" fmla="*/ 686040 w 9198597"/>
              <a:gd name="connsiteY7" fmla="*/ 535746 h 3387310"/>
              <a:gd name="connsiteX8" fmla="*/ 112409 w 9198597"/>
              <a:gd name="connsiteY8" fmla="*/ 535746 h 3387310"/>
              <a:gd name="connsiteX9" fmla="*/ 0 w 9198597"/>
              <a:gd name="connsiteY9" fmla="*/ 648155 h 3387310"/>
              <a:gd name="connsiteX10" fmla="*/ 0 w 9198597"/>
              <a:gd name="connsiteY10" fmla="*/ 3274901 h 3387310"/>
              <a:gd name="connsiteX11" fmla="*/ 112409 w 9198597"/>
              <a:gd name="connsiteY11" fmla="*/ 3387310 h 33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98597" h="3387310">
                <a:moveTo>
                  <a:pt x="112409" y="3387310"/>
                </a:moveTo>
                <a:lnTo>
                  <a:pt x="9086188" y="3387310"/>
                </a:lnTo>
                <a:cubicBezTo>
                  <a:pt x="9148270" y="3387310"/>
                  <a:pt x="9198597" y="3336983"/>
                  <a:pt x="9198597" y="3274901"/>
                </a:cubicBezTo>
                <a:lnTo>
                  <a:pt x="9198597" y="648155"/>
                </a:lnTo>
                <a:cubicBezTo>
                  <a:pt x="9198597" y="586073"/>
                  <a:pt x="9148270" y="535746"/>
                  <a:pt x="9086188" y="535746"/>
                </a:cubicBezTo>
                <a:lnTo>
                  <a:pt x="1278181" y="535746"/>
                </a:lnTo>
                <a:lnTo>
                  <a:pt x="717755" y="0"/>
                </a:lnTo>
                <a:lnTo>
                  <a:pt x="686040" y="535746"/>
                </a:lnTo>
                <a:lnTo>
                  <a:pt x="112409" y="535746"/>
                </a:lnTo>
                <a:cubicBezTo>
                  <a:pt x="50327" y="535746"/>
                  <a:pt x="0" y="586073"/>
                  <a:pt x="0" y="648155"/>
                </a:cubicBezTo>
                <a:lnTo>
                  <a:pt x="0" y="3274901"/>
                </a:lnTo>
                <a:cubicBezTo>
                  <a:pt x="0" y="3336983"/>
                  <a:pt x="50327" y="3387310"/>
                  <a:pt x="112409" y="3387310"/>
                </a:cubicBezTo>
                <a:close/>
              </a:path>
            </a:pathLst>
          </a:custGeom>
          <a:solidFill>
            <a:schemeClr val="bg1"/>
          </a:solidFill>
          <a:ln w="25400">
            <a:solidFill>
              <a:schemeClr val="accent1"/>
            </a:solidFill>
          </a:ln>
          <a:effectLst>
            <a:outerShdw blurRad="482600" dist="495300" dir="6240000" sx="81000" sy="81000" algn="t" rotWithShape="0">
              <a:srgbClr val="9D1223">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任意多边形: 形状 20"/>
          <p:cNvSpPr/>
          <p:nvPr/>
        </p:nvSpPr>
        <p:spPr>
          <a:xfrm flipV="1">
            <a:off x="3897380" y="1064983"/>
            <a:ext cx="2252761" cy="829186"/>
          </a:xfrm>
          <a:custGeom>
            <a:avLst/>
            <a:gdLst>
              <a:gd name="connsiteX0" fmla="*/ 2213426 w 2293257"/>
              <a:gd name="connsiteY0" fmla="*/ 516873 h 516873"/>
              <a:gd name="connsiteX1" fmla="*/ 79831 w 2293257"/>
              <a:gd name="connsiteY1" fmla="*/ 516873 h 516873"/>
              <a:gd name="connsiteX2" fmla="*/ 0 w 2293257"/>
              <a:gd name="connsiteY2" fmla="*/ 437042 h 516873"/>
              <a:gd name="connsiteX3" fmla="*/ 0 w 2293257"/>
              <a:gd name="connsiteY3" fmla="*/ 204819 h 516873"/>
              <a:gd name="connsiteX4" fmla="*/ 79831 w 2293257"/>
              <a:gd name="connsiteY4" fmla="*/ 124988 h 516873"/>
              <a:gd name="connsiteX5" fmla="*/ 129960 w 2293257"/>
              <a:gd name="connsiteY5" fmla="*/ 124988 h 516873"/>
              <a:gd name="connsiteX6" fmla="*/ 151362 w 2293257"/>
              <a:gd name="connsiteY6" fmla="*/ 0 h 516873"/>
              <a:gd name="connsiteX7" fmla="*/ 293395 w 2293257"/>
              <a:gd name="connsiteY7" fmla="*/ 124988 h 516873"/>
              <a:gd name="connsiteX8" fmla="*/ 2213426 w 2293257"/>
              <a:gd name="connsiteY8" fmla="*/ 124988 h 516873"/>
              <a:gd name="connsiteX9" fmla="*/ 2293257 w 2293257"/>
              <a:gd name="connsiteY9" fmla="*/ 204819 h 516873"/>
              <a:gd name="connsiteX10" fmla="*/ 2293257 w 2293257"/>
              <a:gd name="connsiteY10" fmla="*/ 437042 h 516873"/>
              <a:gd name="connsiteX11" fmla="*/ 2213426 w 2293257"/>
              <a:gd name="connsiteY11" fmla="*/ 516873 h 5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3257" h="516873">
                <a:moveTo>
                  <a:pt x="2213426" y="516873"/>
                </a:moveTo>
                <a:lnTo>
                  <a:pt x="79831" y="516873"/>
                </a:lnTo>
                <a:cubicBezTo>
                  <a:pt x="35742" y="516873"/>
                  <a:pt x="0" y="481131"/>
                  <a:pt x="0" y="437042"/>
                </a:cubicBezTo>
                <a:lnTo>
                  <a:pt x="0" y="204819"/>
                </a:lnTo>
                <a:cubicBezTo>
                  <a:pt x="0" y="160730"/>
                  <a:pt x="35742" y="124988"/>
                  <a:pt x="79831" y="124988"/>
                </a:cubicBezTo>
                <a:lnTo>
                  <a:pt x="129960" y="124988"/>
                </a:lnTo>
                <a:lnTo>
                  <a:pt x="151362" y="0"/>
                </a:lnTo>
                <a:lnTo>
                  <a:pt x="293395" y="124988"/>
                </a:lnTo>
                <a:lnTo>
                  <a:pt x="2213426" y="124988"/>
                </a:lnTo>
                <a:cubicBezTo>
                  <a:pt x="2257515" y="124988"/>
                  <a:pt x="2293257" y="160730"/>
                  <a:pt x="2293257" y="204819"/>
                </a:cubicBezTo>
                <a:lnTo>
                  <a:pt x="2293257" y="437042"/>
                </a:lnTo>
                <a:cubicBezTo>
                  <a:pt x="2293257" y="481131"/>
                  <a:pt x="2257515" y="516873"/>
                  <a:pt x="2213426" y="516873"/>
                </a:cubicBez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矩形 26"/>
          <p:cNvSpPr/>
          <p:nvPr/>
        </p:nvSpPr>
        <p:spPr>
          <a:xfrm>
            <a:off x="2226972" y="2327622"/>
            <a:ext cx="7738057" cy="1987404"/>
          </a:xfrm>
          <a:prstGeom prst="rect">
            <a:avLst/>
          </a:prstGeom>
        </p:spPr>
        <p:txBody>
          <a:bodyPr wrap="square">
            <a:spAutoFit/>
          </a:bodyPr>
          <a:lstStyle/>
          <a:p>
            <a:pPr algn="just">
              <a:lnSpc>
                <a:spcPct val="150000"/>
              </a:lnSpc>
            </a:pPr>
            <a:r>
              <a:rPr lang="zh-CN" altLang="en-US" sz="2000" b="1" dirty="0">
                <a:solidFill>
                  <a:schemeClr val="accent1"/>
                </a:solidFill>
                <a:latin typeface="微软雅黑" panose="020B0503020204020204" pitchFamily="34" charset="-122"/>
                <a:ea typeface="微软雅黑" panose="020B0503020204020204" pitchFamily="34" charset="-122"/>
              </a:rPr>
              <a:t>合肥工业大学</a:t>
            </a:r>
            <a:r>
              <a:rPr lang="zh-CN" altLang="en-US" sz="2000" b="1" dirty="0">
                <a:solidFill>
                  <a:srgbClr val="AE282F"/>
                </a:solidFill>
                <a:latin typeface="微软雅黑" panose="020B0503020204020204" pitchFamily="34" charset="-122"/>
                <a:ea typeface="微软雅黑" panose="020B0503020204020204" pitchFamily="34" charset="-122"/>
              </a:rPr>
              <a:t> </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是中华人民共和国教育部直属全国重点大学，教育部、工信部和安徽省政府共建高校，国防科工局与教育部共建高校。学校创建于</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1945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1960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年被中共中央批准为全国重点大学。</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2005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211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工程”重点建设高校，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2009</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985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工程”优势学科创新平台建设高校，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2017</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年进入国家“双一流”建设高校行列。</a:t>
            </a:r>
            <a:endParaRPr lang="zh-CN" altLang="en-US" sz="1600" dirty="0">
              <a:solidFill>
                <a:schemeClr val="tx1">
                  <a:lumMod val="50000"/>
                  <a:lumOff val="50000"/>
                </a:schemeClr>
              </a:solidFill>
            </a:endParaRPr>
          </a:p>
        </p:txBody>
      </p:sp>
      <p:pic>
        <p:nvPicPr>
          <p:cNvPr id="31" name="图形 30" descr="左引号"/>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10774" y="1251618"/>
            <a:ext cx="1407111" cy="1407111"/>
          </a:xfrm>
          <a:prstGeom prst="rect">
            <a:avLst/>
          </a:prstGeom>
        </p:spPr>
      </p:pic>
      <p:pic>
        <p:nvPicPr>
          <p:cNvPr id="32" name="图形 31" descr="左引号"/>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9692448" y="4044007"/>
            <a:ext cx="780895" cy="780895"/>
          </a:xfrm>
          <a:prstGeom prst="rect">
            <a:avLst/>
          </a:prstGeom>
        </p:spPr>
      </p:pic>
      <p:sp>
        <p:nvSpPr>
          <p:cNvPr id="38" name="任意多边形: 形状 37"/>
          <p:cNvSpPr/>
          <p:nvPr/>
        </p:nvSpPr>
        <p:spPr>
          <a:xfrm rot="19500000">
            <a:off x="10600303" y="5743788"/>
            <a:ext cx="1665399" cy="783445"/>
          </a:xfrm>
          <a:custGeom>
            <a:avLst/>
            <a:gdLst>
              <a:gd name="connsiteX0" fmla="*/ 3170431 w 6340862"/>
              <a:gd name="connsiteY0" fmla="*/ 0 h 2306869"/>
              <a:gd name="connsiteX1" fmla="*/ 3329898 w 6340862"/>
              <a:gd name="connsiteY1" fmla="*/ 223816 h 2306869"/>
              <a:gd name="connsiteX2" fmla="*/ 6340862 w 6340862"/>
              <a:gd name="connsiteY2" fmla="*/ 2306869 h 2306869"/>
              <a:gd name="connsiteX3" fmla="*/ 3170431 w 6340862"/>
              <a:gd name="connsiteY3" fmla="*/ 2306869 h 2306869"/>
              <a:gd name="connsiteX4" fmla="*/ 0 w 6340862"/>
              <a:gd name="connsiteY4" fmla="*/ 2306869 h 2306869"/>
              <a:gd name="connsiteX5" fmla="*/ 3010964 w 6340862"/>
              <a:gd name="connsiteY5" fmla="*/ 223816 h 2306869"/>
              <a:gd name="connsiteX0-1" fmla="*/ 3170431 w 6340862"/>
              <a:gd name="connsiteY0-2" fmla="*/ 0 h 2306869"/>
              <a:gd name="connsiteX1-3" fmla="*/ 3329898 w 6340862"/>
              <a:gd name="connsiteY1-4" fmla="*/ 223816 h 2306869"/>
              <a:gd name="connsiteX2-5" fmla="*/ 6340862 w 6340862"/>
              <a:gd name="connsiteY2-6" fmla="*/ 2306869 h 2306869"/>
              <a:gd name="connsiteX3-7" fmla="*/ 3170431 w 6340862"/>
              <a:gd name="connsiteY3-8" fmla="*/ 2306869 h 2306869"/>
              <a:gd name="connsiteX4-9" fmla="*/ 0 w 6340862"/>
              <a:gd name="connsiteY4-10" fmla="*/ 2306869 h 2306869"/>
              <a:gd name="connsiteX5-11" fmla="*/ 3010964 w 6340862"/>
              <a:gd name="connsiteY5-12" fmla="*/ 223816 h 2306869"/>
              <a:gd name="connsiteX6" fmla="*/ 3170431 w 6340862"/>
              <a:gd name="connsiteY6" fmla="*/ 0 h 2306869"/>
              <a:gd name="connsiteX0-13" fmla="*/ 3170431 w 6340862"/>
              <a:gd name="connsiteY0-14" fmla="*/ 0 h 2306869"/>
              <a:gd name="connsiteX1-15" fmla="*/ 3329898 w 6340862"/>
              <a:gd name="connsiteY1-16" fmla="*/ 223816 h 2306869"/>
              <a:gd name="connsiteX2-17" fmla="*/ 6340862 w 6340862"/>
              <a:gd name="connsiteY2-18" fmla="*/ 2306869 h 2306869"/>
              <a:gd name="connsiteX3-19" fmla="*/ 3170431 w 6340862"/>
              <a:gd name="connsiteY3-20" fmla="*/ 2306869 h 2306869"/>
              <a:gd name="connsiteX4-21" fmla="*/ 0 w 6340862"/>
              <a:gd name="connsiteY4-22" fmla="*/ 2306869 h 2306869"/>
              <a:gd name="connsiteX5-23" fmla="*/ 3010964 w 6340862"/>
              <a:gd name="connsiteY5-24" fmla="*/ 223816 h 2306869"/>
              <a:gd name="connsiteX6-25" fmla="*/ 3170431 w 6340862"/>
              <a:gd name="connsiteY6-26" fmla="*/ 0 h 23068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6340862" h="2306869">
                <a:moveTo>
                  <a:pt x="3170431" y="0"/>
                </a:moveTo>
                <a:lnTo>
                  <a:pt x="3329898" y="223816"/>
                </a:lnTo>
                <a:cubicBezTo>
                  <a:pt x="4407572" y="1308467"/>
                  <a:pt x="4950054" y="1843573"/>
                  <a:pt x="6340862" y="2306869"/>
                </a:cubicBezTo>
                <a:lnTo>
                  <a:pt x="3170431" y="2306869"/>
                </a:lnTo>
                <a:lnTo>
                  <a:pt x="0" y="2306869"/>
                </a:lnTo>
                <a:cubicBezTo>
                  <a:pt x="1390808" y="1843573"/>
                  <a:pt x="1827454" y="1423918"/>
                  <a:pt x="3010964" y="223816"/>
                </a:cubicBezTo>
                <a:lnTo>
                  <a:pt x="3170431" y="0"/>
                </a:lnTo>
                <a:close/>
              </a:path>
            </a:pathLst>
          </a:custGeom>
          <a:gradFill flip="none" rotWithShape="1">
            <a:gsLst>
              <a:gs pos="40000">
                <a:schemeClr val="bg1"/>
              </a:gs>
              <a:gs pos="100000">
                <a:srgbClr val="D6D6D6"/>
              </a:gs>
              <a:gs pos="61000">
                <a:srgbClr val="E6E6E6"/>
              </a:gs>
              <a:gs pos="0">
                <a:srgbClr val="EAEAEA"/>
              </a:gs>
            </a:gsLst>
            <a:lin ang="5400000" scaled="1"/>
            <a:tileRect/>
          </a:gradFill>
          <a:ln w="25400">
            <a:noFill/>
          </a:ln>
          <a:effectLst>
            <a:outerShdw blurRad="762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17" name="直接连接符 16"/>
          <p:cNvCxnSpPr/>
          <p:nvPr/>
        </p:nvCxnSpPr>
        <p:spPr>
          <a:xfrm>
            <a:off x="2351488"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4162458" y="1495458"/>
            <a:ext cx="3867085" cy="3867085"/>
            <a:chOff x="3714179" y="1048058"/>
            <a:chExt cx="4763642" cy="4763642"/>
          </a:xfrm>
        </p:grpSpPr>
        <p:sp>
          <p:nvSpPr>
            <p:cNvPr id="40" name="椭圆 39"/>
            <p:cNvSpPr/>
            <p:nvPr/>
          </p:nvSpPr>
          <p:spPr>
            <a:xfrm>
              <a:off x="3714179" y="1048058"/>
              <a:ext cx="4763642" cy="4763642"/>
            </a:xfrm>
            <a:prstGeom prst="ellipse">
              <a:avLst/>
            </a:prstGeom>
            <a:solidFill>
              <a:schemeClr val="accent4">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4256014" y="1589894"/>
              <a:ext cx="3679969" cy="3679970"/>
            </a:xfrm>
            <a:prstGeom prst="ellipse">
              <a:avLst/>
            </a:prstGeom>
            <a:solidFill>
              <a:schemeClr val="accent2">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42" name="椭圆 41"/>
            <p:cNvSpPr/>
            <p:nvPr/>
          </p:nvSpPr>
          <p:spPr>
            <a:xfrm>
              <a:off x="4752697" y="2086577"/>
              <a:ext cx="2686604" cy="2686604"/>
            </a:xfrm>
            <a:prstGeom prst="ellipse">
              <a:avLst/>
            </a:prstGeom>
            <a:solidFill>
              <a:schemeClr val="accen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grpSp>
      <p:sp>
        <p:nvSpPr>
          <p:cNvPr id="8" name="文本占位符 7"/>
          <p:cNvSpPr>
            <a:spLocks noGrp="1"/>
          </p:cNvSpPr>
          <p:nvPr>
            <p:ph type="body" sz="quarter" idx="10"/>
          </p:nvPr>
        </p:nvSpPr>
        <p:spPr/>
        <p:txBody>
          <a:bodyPr/>
          <a:lstStyle/>
          <a:p>
            <a:r>
              <a:rPr lang="zh-CN" altLang="en-US" dirty="0">
                <a:solidFill>
                  <a:schemeClr val="accent1"/>
                </a:solidFill>
              </a:rPr>
              <a:t>两段文字</a:t>
            </a:r>
          </a:p>
        </p:txBody>
      </p:sp>
      <p:sp>
        <p:nvSpPr>
          <p:cNvPr id="34" name="文本占位符 33"/>
          <p:cNvSpPr>
            <a:spLocks noGrp="1"/>
          </p:cNvSpPr>
          <p:nvPr>
            <p:ph type="body" sz="quarter" idx="11"/>
          </p:nvPr>
        </p:nvSpPr>
        <p:spPr/>
        <p:txBody>
          <a:bodyPr/>
          <a:lstStyle/>
          <a:p>
            <a:endParaRPr lang="zh-CN" altLang="en-US"/>
          </a:p>
        </p:txBody>
      </p:sp>
      <p:cxnSp>
        <p:nvCxnSpPr>
          <p:cNvPr id="13" name="直接连接符 12"/>
          <p:cNvCxnSpPr/>
          <p:nvPr/>
        </p:nvCxnSpPr>
        <p:spPr>
          <a:xfrm>
            <a:off x="2351488"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grpSp>
        <p:nvGrpSpPr>
          <p:cNvPr id="23" name="组合 22"/>
          <p:cNvGrpSpPr/>
          <p:nvPr/>
        </p:nvGrpSpPr>
        <p:grpSpPr>
          <a:xfrm>
            <a:off x="3900255" y="2573119"/>
            <a:ext cx="4422115" cy="1768846"/>
            <a:chOff x="3694441" y="2203013"/>
            <a:chExt cx="4422115" cy="1768846"/>
          </a:xfrm>
        </p:grpSpPr>
        <p:sp>
          <p:nvSpPr>
            <p:cNvPr id="4" name="形状 3"/>
            <p:cNvSpPr/>
            <p:nvPr/>
          </p:nvSpPr>
          <p:spPr>
            <a:xfrm>
              <a:off x="3694441" y="2203013"/>
              <a:ext cx="4422115" cy="1768846"/>
            </a:xfrm>
            <a:prstGeom prst="leftRightRibbon">
              <a:avLst/>
            </a:prstGeom>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任意多边形: 形状 6"/>
            <p:cNvSpPr/>
            <p:nvPr/>
          </p:nvSpPr>
          <p:spPr>
            <a:xfrm>
              <a:off x="4108317" y="2487347"/>
              <a:ext cx="1560711" cy="926967"/>
            </a:xfrm>
            <a:custGeom>
              <a:avLst/>
              <a:gdLst>
                <a:gd name="connsiteX0" fmla="*/ 0 w 1560711"/>
                <a:gd name="connsiteY0" fmla="*/ 0 h 926967"/>
                <a:gd name="connsiteX1" fmla="*/ 1560711 w 1560711"/>
                <a:gd name="connsiteY1" fmla="*/ 0 h 926967"/>
                <a:gd name="connsiteX2" fmla="*/ 1560711 w 1560711"/>
                <a:gd name="connsiteY2" fmla="*/ 926967 h 926967"/>
                <a:gd name="connsiteX3" fmla="*/ 0 w 1560711"/>
                <a:gd name="connsiteY3" fmla="*/ 926967 h 926967"/>
                <a:gd name="connsiteX4" fmla="*/ 0 w 1560711"/>
                <a:gd name="connsiteY4" fmla="*/ 0 h 92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0711" h="926967">
                  <a:moveTo>
                    <a:pt x="0" y="0"/>
                  </a:moveTo>
                  <a:lnTo>
                    <a:pt x="1560711" y="0"/>
                  </a:lnTo>
                  <a:lnTo>
                    <a:pt x="1560711" y="926967"/>
                  </a:lnTo>
                  <a:lnTo>
                    <a:pt x="0" y="92696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71120" rIns="0" bIns="76200" numCol="1" spcCol="1270" anchor="ctr" anchorCtr="0">
              <a:noAutofit/>
            </a:bodyPr>
            <a:lstStyle/>
            <a:p>
              <a:pPr marL="0" lvl="0" indent="0" algn="ctr" defTabSz="889000">
                <a:lnSpc>
                  <a:spcPct val="90000"/>
                </a:lnSpc>
                <a:spcBef>
                  <a:spcPct val="0"/>
                </a:spcBef>
                <a:spcAft>
                  <a:spcPct val="35000"/>
                </a:spcAft>
                <a:buNone/>
              </a:pPr>
              <a:r>
                <a:rPr lang="zh-CN" altLang="en-US" b="1" kern="1200" dirty="0"/>
                <a:t>国内研究现状</a:t>
              </a:r>
            </a:p>
          </p:txBody>
        </p:sp>
        <p:sp>
          <p:nvSpPr>
            <p:cNvPr id="12" name="任意多边形: 形状 11"/>
            <p:cNvSpPr/>
            <p:nvPr/>
          </p:nvSpPr>
          <p:spPr>
            <a:xfrm>
              <a:off x="5905499" y="2790031"/>
              <a:ext cx="1844476" cy="926967"/>
            </a:xfrm>
            <a:custGeom>
              <a:avLst/>
              <a:gdLst>
                <a:gd name="connsiteX0" fmla="*/ 0 w 1844476"/>
                <a:gd name="connsiteY0" fmla="*/ 0 h 926967"/>
                <a:gd name="connsiteX1" fmla="*/ 1844476 w 1844476"/>
                <a:gd name="connsiteY1" fmla="*/ 0 h 926967"/>
                <a:gd name="connsiteX2" fmla="*/ 1844476 w 1844476"/>
                <a:gd name="connsiteY2" fmla="*/ 926967 h 926967"/>
                <a:gd name="connsiteX3" fmla="*/ 0 w 1844476"/>
                <a:gd name="connsiteY3" fmla="*/ 926967 h 926967"/>
                <a:gd name="connsiteX4" fmla="*/ 0 w 1844476"/>
                <a:gd name="connsiteY4" fmla="*/ 0 h 92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76" h="926967">
                  <a:moveTo>
                    <a:pt x="0" y="0"/>
                  </a:moveTo>
                  <a:lnTo>
                    <a:pt x="1844476" y="0"/>
                  </a:lnTo>
                  <a:lnTo>
                    <a:pt x="1844476" y="926967"/>
                  </a:lnTo>
                  <a:lnTo>
                    <a:pt x="0" y="92696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71120" rIns="0" bIns="76200" numCol="1" spcCol="1270" anchor="ctr" anchorCtr="0">
              <a:noAutofit/>
            </a:bodyPr>
            <a:lstStyle/>
            <a:p>
              <a:pPr marL="0" lvl="0" indent="0" algn="ctr" defTabSz="889000">
                <a:lnSpc>
                  <a:spcPct val="90000"/>
                </a:lnSpc>
                <a:spcBef>
                  <a:spcPct val="0"/>
                </a:spcBef>
                <a:spcAft>
                  <a:spcPct val="35000"/>
                </a:spcAft>
                <a:buNone/>
              </a:pPr>
              <a:r>
                <a:rPr lang="zh-CN" altLang="en-US" b="1" kern="1200" dirty="0"/>
                <a:t>国外研究现状</a:t>
              </a:r>
            </a:p>
          </p:txBody>
        </p:sp>
      </p:grpSp>
      <p:grpSp>
        <p:nvGrpSpPr>
          <p:cNvPr id="25" name="组合 24"/>
          <p:cNvGrpSpPr/>
          <p:nvPr/>
        </p:nvGrpSpPr>
        <p:grpSpPr>
          <a:xfrm>
            <a:off x="773772" y="1524000"/>
            <a:ext cx="3022580" cy="3867084"/>
            <a:chOff x="773772" y="1924050"/>
            <a:chExt cx="2873772" cy="3867084"/>
          </a:xfrm>
        </p:grpSpPr>
        <p:sp>
          <p:nvSpPr>
            <p:cNvPr id="17" name="矩形 16"/>
            <p:cNvSpPr/>
            <p:nvPr/>
          </p:nvSpPr>
          <p:spPr>
            <a:xfrm>
              <a:off x="773773" y="1924050"/>
              <a:ext cx="2873771" cy="3867084"/>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矩形 23"/>
            <p:cNvSpPr/>
            <p:nvPr/>
          </p:nvSpPr>
          <p:spPr>
            <a:xfrm>
              <a:off x="773772" y="1924050"/>
              <a:ext cx="54000" cy="3867084"/>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26" name="组合 25"/>
          <p:cNvGrpSpPr/>
          <p:nvPr/>
        </p:nvGrpSpPr>
        <p:grpSpPr>
          <a:xfrm>
            <a:off x="8395649" y="1524000"/>
            <a:ext cx="3035951" cy="3867084"/>
            <a:chOff x="8543529" y="1924050"/>
            <a:chExt cx="2888071" cy="3867084"/>
          </a:xfrm>
        </p:grpSpPr>
        <p:sp>
          <p:nvSpPr>
            <p:cNvPr id="28" name="矩形 27"/>
            <p:cNvSpPr/>
            <p:nvPr/>
          </p:nvSpPr>
          <p:spPr>
            <a:xfrm>
              <a:off x="8543529" y="1924050"/>
              <a:ext cx="2873771" cy="3867084"/>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1" name="矩形 30"/>
            <p:cNvSpPr/>
            <p:nvPr/>
          </p:nvSpPr>
          <p:spPr>
            <a:xfrm>
              <a:off x="11377600" y="1924050"/>
              <a:ext cx="54000" cy="3867084"/>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37" name="矩形 36"/>
          <p:cNvSpPr/>
          <p:nvPr/>
        </p:nvSpPr>
        <p:spPr>
          <a:xfrm>
            <a:off x="1087779" y="1801681"/>
            <a:ext cx="2470766" cy="3169714"/>
          </a:xfrm>
          <a:prstGeom prst="rect">
            <a:avLst/>
          </a:prstGeom>
        </p:spPr>
        <p:txBody>
          <a:bodyPr wrap="square" lIns="0" tIns="0" rIns="0" bIns="0">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学校坚持依靠教师办学，大力实施“人才强校”战略，现有专任教师</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2100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余人，拥有中国工程院院士、中组部“万人计划”各类人才、教育部“长江学者”特聘教授与讲座教授、国家杰出青年科学基金获得者、国家“百千万人才工程”等各类高层次人才</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100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余人。</a:t>
            </a:r>
          </a:p>
        </p:txBody>
      </p:sp>
      <p:sp>
        <p:nvSpPr>
          <p:cNvPr id="38" name="矩形 37"/>
          <p:cNvSpPr/>
          <p:nvPr/>
        </p:nvSpPr>
        <p:spPr>
          <a:xfrm>
            <a:off x="8641542" y="1801681"/>
            <a:ext cx="2467965" cy="3169714"/>
          </a:xfrm>
          <a:prstGeom prst="rect">
            <a:avLst/>
          </a:prstGeom>
        </p:spPr>
        <p:txBody>
          <a:bodyPr wrap="square" lIns="0" tIns="0" rIns="0" bIns="0">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学校坚持依靠教师办学，大力实施“人才强校”战略，现有专任教师</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2100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余人，拥有中国工程院院士、中组部“万人计划”各类人才、教育部“长江学者”特聘教授与讲座教授、国家杰出青年科学基金获得者、国家“百千万人才工程”等各类高层次人才</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100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余人。</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r>
              <a:rPr lang="zh-CN" altLang="en-US" dirty="0">
                <a:solidFill>
                  <a:schemeClr val="accent1"/>
                </a:solidFill>
              </a:rPr>
              <a:t>三段文字</a:t>
            </a:r>
          </a:p>
        </p:txBody>
      </p:sp>
      <p:sp>
        <p:nvSpPr>
          <p:cNvPr id="11" name="文本占位符 10"/>
          <p:cNvSpPr>
            <a:spLocks noGrp="1"/>
          </p:cNvSpPr>
          <p:nvPr>
            <p:ph type="body" sz="quarter" idx="11"/>
          </p:nvPr>
        </p:nvSpPr>
        <p:spPr/>
        <p:txBody>
          <a:bodyPr/>
          <a:lstStyle/>
          <a:p>
            <a:endParaRPr lang="zh-CN" altLang="en-US"/>
          </a:p>
        </p:txBody>
      </p:sp>
      <p:sp>
        <p:nvSpPr>
          <p:cNvPr id="13" name="矩形 12"/>
          <p:cNvSpPr/>
          <p:nvPr/>
        </p:nvSpPr>
        <p:spPr>
          <a:xfrm>
            <a:off x="4177080" y="1399664"/>
            <a:ext cx="3837840" cy="4333104"/>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矩形 1"/>
          <p:cNvSpPr/>
          <p:nvPr/>
        </p:nvSpPr>
        <p:spPr>
          <a:xfrm>
            <a:off x="822554" y="1953982"/>
            <a:ext cx="2914299" cy="3556968"/>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矩形 14"/>
          <p:cNvSpPr/>
          <p:nvPr/>
        </p:nvSpPr>
        <p:spPr>
          <a:xfrm>
            <a:off x="8423172" y="1953982"/>
            <a:ext cx="2914299" cy="3556968"/>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矩形 3"/>
          <p:cNvSpPr/>
          <p:nvPr/>
        </p:nvSpPr>
        <p:spPr>
          <a:xfrm>
            <a:off x="1334895" y="1735929"/>
            <a:ext cx="1943203" cy="436105"/>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solidFill>
                  <a:schemeClr val="bg1"/>
                </a:solidFill>
              </a:rPr>
              <a:t>点击输入标题</a:t>
            </a:r>
          </a:p>
        </p:txBody>
      </p:sp>
      <p:sp>
        <p:nvSpPr>
          <p:cNvPr id="5" name="等腰三角形 4"/>
          <p:cNvSpPr/>
          <p:nvPr/>
        </p:nvSpPr>
        <p:spPr>
          <a:xfrm>
            <a:off x="1229281" y="1735929"/>
            <a:ext cx="105614" cy="218053"/>
          </a:xfrm>
          <a:prstGeom prst="triangle">
            <a:avLst>
              <a:gd name="adj" fmla="val 100000"/>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等腰三角形 16"/>
          <p:cNvSpPr/>
          <p:nvPr/>
        </p:nvSpPr>
        <p:spPr>
          <a:xfrm flipH="1">
            <a:off x="3278098" y="1735929"/>
            <a:ext cx="105614" cy="218053"/>
          </a:xfrm>
          <a:prstGeom prst="triangle">
            <a:avLst>
              <a:gd name="adj" fmla="val 100000"/>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矩形 19"/>
          <p:cNvSpPr/>
          <p:nvPr/>
        </p:nvSpPr>
        <p:spPr>
          <a:xfrm>
            <a:off x="8908719" y="1735929"/>
            <a:ext cx="1943203" cy="436105"/>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solidFill>
                  <a:schemeClr val="bg1"/>
                </a:solidFill>
              </a:rPr>
              <a:t>点击输入标题</a:t>
            </a:r>
          </a:p>
        </p:txBody>
      </p:sp>
      <p:sp>
        <p:nvSpPr>
          <p:cNvPr id="21" name="等腰三角形 20"/>
          <p:cNvSpPr/>
          <p:nvPr/>
        </p:nvSpPr>
        <p:spPr>
          <a:xfrm>
            <a:off x="8803105" y="1735929"/>
            <a:ext cx="105614" cy="218053"/>
          </a:xfrm>
          <a:prstGeom prst="triangle">
            <a:avLst>
              <a:gd name="adj" fmla="val 100000"/>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等腰三角形 21"/>
          <p:cNvSpPr/>
          <p:nvPr/>
        </p:nvSpPr>
        <p:spPr>
          <a:xfrm flipH="1">
            <a:off x="10851922" y="1735929"/>
            <a:ext cx="105614" cy="218053"/>
          </a:xfrm>
          <a:prstGeom prst="triangle">
            <a:avLst>
              <a:gd name="adj" fmla="val 100000"/>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矩形 23"/>
          <p:cNvSpPr/>
          <p:nvPr/>
        </p:nvSpPr>
        <p:spPr>
          <a:xfrm>
            <a:off x="4841453" y="1125232"/>
            <a:ext cx="2509092" cy="548864"/>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solidFill>
                  <a:schemeClr val="bg1"/>
                </a:solidFill>
              </a:rPr>
              <a:t>点击输入标题</a:t>
            </a:r>
          </a:p>
        </p:txBody>
      </p:sp>
      <p:sp>
        <p:nvSpPr>
          <p:cNvPr id="25" name="等腰三角形 24"/>
          <p:cNvSpPr/>
          <p:nvPr/>
        </p:nvSpPr>
        <p:spPr>
          <a:xfrm>
            <a:off x="4705083" y="1125232"/>
            <a:ext cx="136370" cy="274433"/>
          </a:xfrm>
          <a:prstGeom prst="triangle">
            <a:avLst>
              <a:gd name="adj" fmla="val 100000"/>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6" name="等腰三角形 25"/>
          <p:cNvSpPr/>
          <p:nvPr/>
        </p:nvSpPr>
        <p:spPr>
          <a:xfrm flipH="1">
            <a:off x="7350545" y="1125232"/>
            <a:ext cx="136370" cy="274433"/>
          </a:xfrm>
          <a:prstGeom prst="triangle">
            <a:avLst>
              <a:gd name="adj" fmla="val 100000"/>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18" name="直接连接符 17"/>
          <p:cNvCxnSpPr/>
          <p:nvPr/>
        </p:nvCxnSpPr>
        <p:spPr>
          <a:xfrm>
            <a:off x="2351488"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3" name="矩形 2"/>
          <p:cNvSpPr/>
          <p:nvPr/>
        </p:nvSpPr>
        <p:spPr>
          <a:xfrm>
            <a:off x="1135607" y="2348810"/>
            <a:ext cx="2341777" cy="2849626"/>
          </a:xfrm>
          <a:prstGeom prst="rect">
            <a:avLst/>
          </a:prstGeom>
        </p:spPr>
        <p:txBody>
          <a:bodyPr wrap="square" lIns="0" tIns="0" rIns="0" bIns="0">
            <a:spAutoFit/>
          </a:bodyPr>
          <a:lstStyle/>
          <a:p>
            <a:pPr algn="ct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坚持面向国家战略需求和国际学术前沿，大力加强学校深怀“工业报国”之志，秉承“厚德、笃学、崇实、尚新”的校训，以“培养德才兼备，能力卓越，自觉服务国家的骨干与领军人才”为人才培养总目标。</a:t>
            </a:r>
          </a:p>
        </p:txBody>
      </p:sp>
      <p:sp>
        <p:nvSpPr>
          <p:cNvPr id="7" name="矩形 6"/>
          <p:cNvSpPr/>
          <p:nvPr/>
        </p:nvSpPr>
        <p:spPr>
          <a:xfrm>
            <a:off x="4500652" y="1874786"/>
            <a:ext cx="3190696" cy="3489801"/>
          </a:xfrm>
          <a:prstGeom prst="rect">
            <a:avLst/>
          </a:prstGeom>
        </p:spPr>
        <p:txBody>
          <a:bodyPr wrap="square" lIns="0" tIns="0" rIns="0" bIns="0">
            <a:spAutoFit/>
          </a:bodyPr>
          <a:lstStyle/>
          <a:p>
            <a:pPr algn="ct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学校坚持依靠教师办学，大力实施“人才强校”战略，现有专任教师</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2100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余人，拥有中国工程院院士、中组部“万人计划”各类人才（含领军人才、教学名师、青年拔尖人才）、教育部“长江学者”特聘教授（含青年学者）与讲座教授、国家杰出青年科学基金获得者、国家“百千万人才工程”、教育部“新世纪优秀人才支持计划”等各类高层次人才</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100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余人。</a:t>
            </a:r>
          </a:p>
        </p:txBody>
      </p:sp>
      <p:sp>
        <p:nvSpPr>
          <p:cNvPr id="9" name="矩形 8"/>
          <p:cNvSpPr/>
          <p:nvPr/>
        </p:nvSpPr>
        <p:spPr>
          <a:xfrm>
            <a:off x="8734653" y="2348810"/>
            <a:ext cx="2321740" cy="2849626"/>
          </a:xfrm>
          <a:prstGeom prst="rect">
            <a:avLst/>
          </a:prstGeom>
        </p:spPr>
        <p:txBody>
          <a:bodyPr wrap="square" lIns="0" tIns="0" rIns="0" bIns="0">
            <a:spAutoFit/>
          </a:bodyPr>
          <a:lstStyle/>
          <a:p>
            <a:pPr algn="ct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学校重视学生德智体美劳全面发展。目前拥有全国大学生“小平科技创新团队”</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个，学生在“互联网</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大赛、“挑战杯” 课外学术科技作品竞赛与“创青春”全国大学生创新创业大赛等各类赛事中取得一系列优异成绩。</a:t>
            </a:r>
          </a:p>
        </p:txBody>
      </p:sp>
      <p:sp>
        <p:nvSpPr>
          <p:cNvPr id="10" name="矩形 9"/>
          <p:cNvSpPr/>
          <p:nvPr/>
        </p:nvSpPr>
        <p:spPr>
          <a:xfrm flipV="1">
            <a:off x="812800" y="5510946"/>
            <a:ext cx="2924053" cy="54000"/>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矩形 34"/>
          <p:cNvSpPr/>
          <p:nvPr/>
        </p:nvSpPr>
        <p:spPr>
          <a:xfrm flipV="1">
            <a:off x="8418412" y="5513720"/>
            <a:ext cx="2914299" cy="54000"/>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6" name="矩形 35"/>
          <p:cNvSpPr/>
          <p:nvPr/>
        </p:nvSpPr>
        <p:spPr>
          <a:xfrm flipV="1">
            <a:off x="4177080" y="5677316"/>
            <a:ext cx="3837840" cy="54000"/>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r>
              <a:rPr lang="zh-CN" altLang="en-US" dirty="0">
                <a:solidFill>
                  <a:schemeClr val="accent1"/>
                </a:solidFill>
              </a:rPr>
              <a:t>四段文字</a:t>
            </a:r>
          </a:p>
        </p:txBody>
      </p:sp>
      <p:sp>
        <p:nvSpPr>
          <p:cNvPr id="6" name="文本占位符 5"/>
          <p:cNvSpPr>
            <a:spLocks noGrp="1"/>
          </p:cNvSpPr>
          <p:nvPr>
            <p:ph type="body" sz="quarter" idx="11"/>
          </p:nvPr>
        </p:nvSpPr>
        <p:spPr/>
        <p:txBody>
          <a:bodyPr/>
          <a:lstStyle/>
          <a:p>
            <a:endParaRPr lang="zh-CN" altLang="en-US"/>
          </a:p>
        </p:txBody>
      </p:sp>
      <p:sp>
        <p:nvSpPr>
          <p:cNvPr id="60" name="任意多边形: 形状 59"/>
          <p:cNvSpPr/>
          <p:nvPr/>
        </p:nvSpPr>
        <p:spPr>
          <a:xfrm>
            <a:off x="803276" y="1396703"/>
            <a:ext cx="2454274" cy="4079103"/>
          </a:xfrm>
          <a:custGeom>
            <a:avLst/>
            <a:gdLst>
              <a:gd name="connsiteX0" fmla="*/ 1 w 2332351"/>
              <a:gd name="connsiteY0" fmla="*/ 576303 h 4079103"/>
              <a:gd name="connsiteX1" fmla="*/ 2326766 w 2332351"/>
              <a:gd name="connsiteY1" fmla="*/ 576303 h 4079103"/>
              <a:gd name="connsiteX2" fmla="*/ 2326766 w 2332351"/>
              <a:gd name="connsiteY2" fmla="*/ 4079103 h 4079103"/>
              <a:gd name="connsiteX3" fmla="*/ 1 w 2332351"/>
              <a:gd name="connsiteY3" fmla="*/ 4079103 h 4079103"/>
              <a:gd name="connsiteX4" fmla="*/ 1166176 w 2332351"/>
              <a:gd name="connsiteY4" fmla="*/ 0 h 4079103"/>
              <a:gd name="connsiteX5" fmla="*/ 2332351 w 2332351"/>
              <a:gd name="connsiteY5" fmla="*/ 574172 h 4079103"/>
              <a:gd name="connsiteX6" fmla="*/ 0 w 2332351"/>
              <a:gd name="connsiteY6" fmla="*/ 574172 h 407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351" h="4079103">
                <a:moveTo>
                  <a:pt x="1" y="576303"/>
                </a:moveTo>
                <a:lnTo>
                  <a:pt x="2326766" y="576303"/>
                </a:lnTo>
                <a:lnTo>
                  <a:pt x="2326766" y="4079103"/>
                </a:lnTo>
                <a:lnTo>
                  <a:pt x="1" y="4079103"/>
                </a:lnTo>
                <a:close/>
                <a:moveTo>
                  <a:pt x="1166176" y="0"/>
                </a:moveTo>
                <a:lnTo>
                  <a:pt x="2332351" y="574172"/>
                </a:lnTo>
                <a:lnTo>
                  <a:pt x="0" y="574172"/>
                </a:lnTo>
                <a:close/>
              </a:path>
            </a:pathLst>
          </a:cu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9" name="任意多边形: 形状 58"/>
          <p:cNvSpPr/>
          <p:nvPr/>
        </p:nvSpPr>
        <p:spPr>
          <a:xfrm>
            <a:off x="817114" y="2374566"/>
            <a:ext cx="2426598" cy="3048100"/>
          </a:xfrm>
          <a:custGeom>
            <a:avLst/>
            <a:gdLst>
              <a:gd name="connsiteX0" fmla="*/ 0 w 2324081"/>
              <a:gd name="connsiteY0" fmla="*/ 1 h 3048100"/>
              <a:gd name="connsiteX1" fmla="*/ 1163903 w 2324081"/>
              <a:gd name="connsiteY1" fmla="*/ 229413 h 3048100"/>
              <a:gd name="connsiteX2" fmla="*/ 2324081 w 2324081"/>
              <a:gd name="connsiteY2" fmla="*/ 735 h 3048100"/>
              <a:gd name="connsiteX3" fmla="*/ 2324081 w 2324081"/>
              <a:gd name="connsiteY3" fmla="*/ 3048100 h 3048100"/>
              <a:gd name="connsiteX4" fmla="*/ 0 w 2324081"/>
              <a:gd name="connsiteY4" fmla="*/ 3048100 h 3048100"/>
              <a:gd name="connsiteX5" fmla="*/ 0 w 2324081"/>
              <a:gd name="connsiteY5" fmla="*/ 0 h 3048100"/>
              <a:gd name="connsiteX6" fmla="*/ 2324081 w 2324081"/>
              <a:gd name="connsiteY6" fmla="*/ 0 h 3048100"/>
              <a:gd name="connsiteX7" fmla="*/ 2324081 w 2324081"/>
              <a:gd name="connsiteY7" fmla="*/ 1 h 3048100"/>
              <a:gd name="connsiteX8" fmla="*/ 0 w 2324081"/>
              <a:gd name="connsiteY8" fmla="*/ 1 h 304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081" h="3048100">
                <a:moveTo>
                  <a:pt x="0" y="1"/>
                </a:moveTo>
                <a:lnTo>
                  <a:pt x="1163903" y="229413"/>
                </a:lnTo>
                <a:lnTo>
                  <a:pt x="2324081" y="735"/>
                </a:lnTo>
                <a:lnTo>
                  <a:pt x="2324081" y="3048100"/>
                </a:lnTo>
                <a:lnTo>
                  <a:pt x="0" y="3048100"/>
                </a:lnTo>
                <a:close/>
                <a:moveTo>
                  <a:pt x="0" y="0"/>
                </a:moveTo>
                <a:lnTo>
                  <a:pt x="2324081" y="0"/>
                </a:lnTo>
                <a:lnTo>
                  <a:pt x="2324081" y="1"/>
                </a:lnTo>
                <a:lnTo>
                  <a:pt x="0" y="1"/>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矩形 45"/>
          <p:cNvSpPr/>
          <p:nvPr/>
        </p:nvSpPr>
        <p:spPr>
          <a:xfrm>
            <a:off x="1221759" y="2026836"/>
            <a:ext cx="1627750" cy="369332"/>
          </a:xfrm>
          <a:prstGeom prst="rect">
            <a:avLst/>
          </a:prstGeom>
        </p:spPr>
        <p:txBody>
          <a:bodyPr wrap="none">
            <a:spAutoFit/>
          </a:bodyPr>
          <a:lstStyle/>
          <a:p>
            <a:pPr algn="ctr"/>
            <a:r>
              <a:rPr lang="zh-CN" altLang="en-US" b="1" dirty="0">
                <a:solidFill>
                  <a:schemeClr val="bg1"/>
                </a:solidFill>
                <a:latin typeface="+mj-ea"/>
                <a:ea typeface="+mj-ea"/>
              </a:rPr>
              <a:t>点击输入标题</a:t>
            </a:r>
          </a:p>
        </p:txBody>
      </p:sp>
      <p:sp>
        <p:nvSpPr>
          <p:cNvPr id="54" name="文本框 53"/>
          <p:cNvSpPr txBox="1"/>
          <p:nvPr/>
        </p:nvSpPr>
        <p:spPr>
          <a:xfrm>
            <a:off x="1618683" y="1494884"/>
            <a:ext cx="824761" cy="523220"/>
          </a:xfrm>
          <a:prstGeom prst="rect">
            <a:avLst/>
          </a:prstGeom>
          <a:noFill/>
        </p:spPr>
        <p:txBody>
          <a:bodyPr wrap="square" rtlCol="0">
            <a:spAutoFit/>
          </a:bodyPr>
          <a:lstStyle/>
          <a:p>
            <a:pPr algn="ctr"/>
            <a:r>
              <a:rPr lang="en-US" altLang="zh-CN" sz="2800" dirty="0">
                <a:solidFill>
                  <a:schemeClr val="bg1"/>
                </a:solidFill>
                <a:latin typeface="+mj-ea"/>
                <a:ea typeface="+mj-ea"/>
              </a:rPr>
              <a:t>01</a:t>
            </a:r>
            <a:endParaRPr lang="zh-CN" altLang="en-US" sz="2800" dirty="0">
              <a:solidFill>
                <a:schemeClr val="bg1"/>
              </a:solidFill>
              <a:latin typeface="+mj-ea"/>
              <a:ea typeface="+mj-ea"/>
            </a:endParaRPr>
          </a:p>
        </p:txBody>
      </p:sp>
      <p:cxnSp>
        <p:nvCxnSpPr>
          <p:cNvPr id="62" name="直接连接符 61"/>
          <p:cNvCxnSpPr>
            <a:stCxn id="60" idx="6"/>
            <a:endCxn id="60" idx="5"/>
          </p:cNvCxnSpPr>
          <p:nvPr/>
        </p:nvCxnSpPr>
        <p:spPr>
          <a:xfrm>
            <a:off x="803276" y="1970875"/>
            <a:ext cx="2454274" cy="0"/>
          </a:xfrm>
          <a:prstGeom prst="line">
            <a:avLst/>
          </a:prstGeom>
          <a:ln>
            <a:solidFill>
              <a:schemeClr val="bg1">
                <a:alpha val="51000"/>
              </a:schemeClr>
            </a:solidFill>
          </a:ln>
        </p:spPr>
        <p:style>
          <a:lnRef idx="1">
            <a:schemeClr val="accent1"/>
          </a:lnRef>
          <a:fillRef idx="0">
            <a:schemeClr val="accent1"/>
          </a:fillRef>
          <a:effectRef idx="0">
            <a:schemeClr val="accent1"/>
          </a:effectRef>
          <a:fontRef idx="minor">
            <a:schemeClr val="tx1"/>
          </a:fontRef>
        </p:style>
      </p:cxnSp>
      <p:sp>
        <p:nvSpPr>
          <p:cNvPr id="30" name="任意多边形: 形状 29"/>
          <p:cNvSpPr/>
          <p:nvPr/>
        </p:nvSpPr>
        <p:spPr>
          <a:xfrm>
            <a:off x="3513667" y="1396703"/>
            <a:ext cx="2454274" cy="4079103"/>
          </a:xfrm>
          <a:custGeom>
            <a:avLst/>
            <a:gdLst>
              <a:gd name="connsiteX0" fmla="*/ 1 w 2332351"/>
              <a:gd name="connsiteY0" fmla="*/ 576303 h 4079103"/>
              <a:gd name="connsiteX1" fmla="*/ 2326766 w 2332351"/>
              <a:gd name="connsiteY1" fmla="*/ 576303 h 4079103"/>
              <a:gd name="connsiteX2" fmla="*/ 2326766 w 2332351"/>
              <a:gd name="connsiteY2" fmla="*/ 4079103 h 4079103"/>
              <a:gd name="connsiteX3" fmla="*/ 1 w 2332351"/>
              <a:gd name="connsiteY3" fmla="*/ 4079103 h 4079103"/>
              <a:gd name="connsiteX4" fmla="*/ 1166176 w 2332351"/>
              <a:gd name="connsiteY4" fmla="*/ 0 h 4079103"/>
              <a:gd name="connsiteX5" fmla="*/ 2332351 w 2332351"/>
              <a:gd name="connsiteY5" fmla="*/ 574172 h 4079103"/>
              <a:gd name="connsiteX6" fmla="*/ 0 w 2332351"/>
              <a:gd name="connsiteY6" fmla="*/ 574172 h 407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351" h="4079103">
                <a:moveTo>
                  <a:pt x="1" y="576303"/>
                </a:moveTo>
                <a:lnTo>
                  <a:pt x="2326766" y="576303"/>
                </a:lnTo>
                <a:lnTo>
                  <a:pt x="2326766" y="4079103"/>
                </a:lnTo>
                <a:lnTo>
                  <a:pt x="1" y="4079103"/>
                </a:lnTo>
                <a:close/>
                <a:moveTo>
                  <a:pt x="1166176" y="0"/>
                </a:moveTo>
                <a:lnTo>
                  <a:pt x="2332351" y="574172"/>
                </a:lnTo>
                <a:lnTo>
                  <a:pt x="0" y="574172"/>
                </a:lnTo>
                <a:close/>
              </a:path>
            </a:pathLst>
          </a:cu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1" name="任意多边形: 形状 30"/>
          <p:cNvSpPr/>
          <p:nvPr/>
        </p:nvSpPr>
        <p:spPr>
          <a:xfrm>
            <a:off x="3527505" y="2374566"/>
            <a:ext cx="2426598" cy="3048100"/>
          </a:xfrm>
          <a:custGeom>
            <a:avLst/>
            <a:gdLst>
              <a:gd name="connsiteX0" fmla="*/ 0 w 2324081"/>
              <a:gd name="connsiteY0" fmla="*/ 1 h 3048100"/>
              <a:gd name="connsiteX1" fmla="*/ 1163903 w 2324081"/>
              <a:gd name="connsiteY1" fmla="*/ 229413 h 3048100"/>
              <a:gd name="connsiteX2" fmla="*/ 2324081 w 2324081"/>
              <a:gd name="connsiteY2" fmla="*/ 735 h 3048100"/>
              <a:gd name="connsiteX3" fmla="*/ 2324081 w 2324081"/>
              <a:gd name="connsiteY3" fmla="*/ 3048100 h 3048100"/>
              <a:gd name="connsiteX4" fmla="*/ 0 w 2324081"/>
              <a:gd name="connsiteY4" fmla="*/ 3048100 h 3048100"/>
              <a:gd name="connsiteX5" fmla="*/ 0 w 2324081"/>
              <a:gd name="connsiteY5" fmla="*/ 0 h 3048100"/>
              <a:gd name="connsiteX6" fmla="*/ 2324081 w 2324081"/>
              <a:gd name="connsiteY6" fmla="*/ 0 h 3048100"/>
              <a:gd name="connsiteX7" fmla="*/ 2324081 w 2324081"/>
              <a:gd name="connsiteY7" fmla="*/ 1 h 3048100"/>
              <a:gd name="connsiteX8" fmla="*/ 0 w 2324081"/>
              <a:gd name="connsiteY8" fmla="*/ 1 h 304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081" h="3048100">
                <a:moveTo>
                  <a:pt x="0" y="1"/>
                </a:moveTo>
                <a:lnTo>
                  <a:pt x="1163903" y="229413"/>
                </a:lnTo>
                <a:lnTo>
                  <a:pt x="2324081" y="735"/>
                </a:lnTo>
                <a:lnTo>
                  <a:pt x="2324081" y="3048100"/>
                </a:lnTo>
                <a:lnTo>
                  <a:pt x="0" y="3048100"/>
                </a:lnTo>
                <a:close/>
                <a:moveTo>
                  <a:pt x="0" y="0"/>
                </a:moveTo>
                <a:lnTo>
                  <a:pt x="2324081" y="0"/>
                </a:lnTo>
                <a:lnTo>
                  <a:pt x="2324081" y="1"/>
                </a:lnTo>
                <a:lnTo>
                  <a:pt x="0" y="1"/>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2" name="矩形 31"/>
          <p:cNvSpPr/>
          <p:nvPr/>
        </p:nvSpPr>
        <p:spPr>
          <a:xfrm>
            <a:off x="3932150" y="2026836"/>
            <a:ext cx="1627750" cy="369332"/>
          </a:xfrm>
          <a:prstGeom prst="rect">
            <a:avLst/>
          </a:prstGeom>
        </p:spPr>
        <p:txBody>
          <a:bodyPr wrap="none">
            <a:spAutoFit/>
          </a:bodyPr>
          <a:lstStyle/>
          <a:p>
            <a:pPr algn="ctr"/>
            <a:r>
              <a:rPr lang="zh-CN" altLang="en-US" b="1" dirty="0">
                <a:solidFill>
                  <a:schemeClr val="bg1"/>
                </a:solidFill>
                <a:latin typeface="+mj-ea"/>
                <a:ea typeface="+mj-ea"/>
              </a:rPr>
              <a:t>点击输入标题</a:t>
            </a:r>
          </a:p>
        </p:txBody>
      </p:sp>
      <p:sp>
        <p:nvSpPr>
          <p:cNvPr id="33" name="文本框 32"/>
          <p:cNvSpPr txBox="1"/>
          <p:nvPr/>
        </p:nvSpPr>
        <p:spPr>
          <a:xfrm>
            <a:off x="4329074" y="1494884"/>
            <a:ext cx="824761" cy="523220"/>
          </a:xfrm>
          <a:prstGeom prst="rect">
            <a:avLst/>
          </a:prstGeom>
          <a:noFill/>
        </p:spPr>
        <p:txBody>
          <a:bodyPr wrap="square" rtlCol="0">
            <a:spAutoFit/>
          </a:bodyPr>
          <a:lstStyle/>
          <a:p>
            <a:pPr algn="ctr"/>
            <a:r>
              <a:rPr lang="en-US" altLang="zh-CN" sz="2800" dirty="0">
                <a:solidFill>
                  <a:schemeClr val="bg1"/>
                </a:solidFill>
                <a:latin typeface="+mj-ea"/>
                <a:ea typeface="+mj-ea"/>
              </a:rPr>
              <a:t>02</a:t>
            </a:r>
            <a:endParaRPr lang="zh-CN" altLang="en-US" sz="2800" dirty="0">
              <a:solidFill>
                <a:schemeClr val="bg1"/>
              </a:solidFill>
              <a:latin typeface="+mj-ea"/>
              <a:ea typeface="+mj-ea"/>
            </a:endParaRPr>
          </a:p>
        </p:txBody>
      </p:sp>
      <p:cxnSp>
        <p:nvCxnSpPr>
          <p:cNvPr id="34" name="直接连接符 33"/>
          <p:cNvCxnSpPr>
            <a:stCxn id="30" idx="6"/>
            <a:endCxn id="30" idx="5"/>
          </p:cNvCxnSpPr>
          <p:nvPr/>
        </p:nvCxnSpPr>
        <p:spPr>
          <a:xfrm>
            <a:off x="3513667" y="1970875"/>
            <a:ext cx="2454274" cy="0"/>
          </a:xfrm>
          <a:prstGeom prst="line">
            <a:avLst/>
          </a:prstGeom>
          <a:ln>
            <a:solidFill>
              <a:schemeClr val="bg1">
                <a:alpha val="51000"/>
              </a:schemeClr>
            </a:solidFill>
          </a:ln>
        </p:spPr>
        <p:style>
          <a:lnRef idx="1">
            <a:schemeClr val="accent1"/>
          </a:lnRef>
          <a:fillRef idx="0">
            <a:schemeClr val="accent1"/>
          </a:fillRef>
          <a:effectRef idx="0">
            <a:schemeClr val="accent1"/>
          </a:effectRef>
          <a:fontRef idx="minor">
            <a:schemeClr val="tx1"/>
          </a:fontRef>
        </p:style>
      </p:cxnSp>
      <p:sp>
        <p:nvSpPr>
          <p:cNvPr id="36" name="任意多边形: 形状 35"/>
          <p:cNvSpPr/>
          <p:nvPr/>
        </p:nvSpPr>
        <p:spPr>
          <a:xfrm>
            <a:off x="6224058" y="1396703"/>
            <a:ext cx="2454274" cy="4079103"/>
          </a:xfrm>
          <a:custGeom>
            <a:avLst/>
            <a:gdLst>
              <a:gd name="connsiteX0" fmla="*/ 1 w 2332351"/>
              <a:gd name="connsiteY0" fmla="*/ 576303 h 4079103"/>
              <a:gd name="connsiteX1" fmla="*/ 2326766 w 2332351"/>
              <a:gd name="connsiteY1" fmla="*/ 576303 h 4079103"/>
              <a:gd name="connsiteX2" fmla="*/ 2326766 w 2332351"/>
              <a:gd name="connsiteY2" fmla="*/ 4079103 h 4079103"/>
              <a:gd name="connsiteX3" fmla="*/ 1 w 2332351"/>
              <a:gd name="connsiteY3" fmla="*/ 4079103 h 4079103"/>
              <a:gd name="connsiteX4" fmla="*/ 1166176 w 2332351"/>
              <a:gd name="connsiteY4" fmla="*/ 0 h 4079103"/>
              <a:gd name="connsiteX5" fmla="*/ 2332351 w 2332351"/>
              <a:gd name="connsiteY5" fmla="*/ 574172 h 4079103"/>
              <a:gd name="connsiteX6" fmla="*/ 0 w 2332351"/>
              <a:gd name="connsiteY6" fmla="*/ 574172 h 407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351" h="4079103">
                <a:moveTo>
                  <a:pt x="1" y="576303"/>
                </a:moveTo>
                <a:lnTo>
                  <a:pt x="2326766" y="576303"/>
                </a:lnTo>
                <a:lnTo>
                  <a:pt x="2326766" y="4079103"/>
                </a:lnTo>
                <a:lnTo>
                  <a:pt x="1" y="4079103"/>
                </a:lnTo>
                <a:close/>
                <a:moveTo>
                  <a:pt x="1166176" y="0"/>
                </a:moveTo>
                <a:lnTo>
                  <a:pt x="2332351" y="574172"/>
                </a:lnTo>
                <a:lnTo>
                  <a:pt x="0" y="574172"/>
                </a:lnTo>
                <a:close/>
              </a:path>
            </a:pathLst>
          </a:cu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任意多边形: 形状 36"/>
          <p:cNvSpPr/>
          <p:nvPr/>
        </p:nvSpPr>
        <p:spPr>
          <a:xfrm>
            <a:off x="6237896" y="2374566"/>
            <a:ext cx="2426598" cy="3048100"/>
          </a:xfrm>
          <a:custGeom>
            <a:avLst/>
            <a:gdLst>
              <a:gd name="connsiteX0" fmla="*/ 0 w 2324081"/>
              <a:gd name="connsiteY0" fmla="*/ 1 h 3048100"/>
              <a:gd name="connsiteX1" fmla="*/ 1163903 w 2324081"/>
              <a:gd name="connsiteY1" fmla="*/ 229413 h 3048100"/>
              <a:gd name="connsiteX2" fmla="*/ 2324081 w 2324081"/>
              <a:gd name="connsiteY2" fmla="*/ 735 h 3048100"/>
              <a:gd name="connsiteX3" fmla="*/ 2324081 w 2324081"/>
              <a:gd name="connsiteY3" fmla="*/ 3048100 h 3048100"/>
              <a:gd name="connsiteX4" fmla="*/ 0 w 2324081"/>
              <a:gd name="connsiteY4" fmla="*/ 3048100 h 3048100"/>
              <a:gd name="connsiteX5" fmla="*/ 0 w 2324081"/>
              <a:gd name="connsiteY5" fmla="*/ 0 h 3048100"/>
              <a:gd name="connsiteX6" fmla="*/ 2324081 w 2324081"/>
              <a:gd name="connsiteY6" fmla="*/ 0 h 3048100"/>
              <a:gd name="connsiteX7" fmla="*/ 2324081 w 2324081"/>
              <a:gd name="connsiteY7" fmla="*/ 1 h 3048100"/>
              <a:gd name="connsiteX8" fmla="*/ 0 w 2324081"/>
              <a:gd name="connsiteY8" fmla="*/ 1 h 304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081" h="3048100">
                <a:moveTo>
                  <a:pt x="0" y="1"/>
                </a:moveTo>
                <a:lnTo>
                  <a:pt x="1163903" y="229413"/>
                </a:lnTo>
                <a:lnTo>
                  <a:pt x="2324081" y="735"/>
                </a:lnTo>
                <a:lnTo>
                  <a:pt x="2324081" y="3048100"/>
                </a:lnTo>
                <a:lnTo>
                  <a:pt x="0" y="3048100"/>
                </a:lnTo>
                <a:close/>
                <a:moveTo>
                  <a:pt x="0" y="0"/>
                </a:moveTo>
                <a:lnTo>
                  <a:pt x="2324081" y="0"/>
                </a:lnTo>
                <a:lnTo>
                  <a:pt x="2324081" y="1"/>
                </a:lnTo>
                <a:lnTo>
                  <a:pt x="0" y="1"/>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矩形 37"/>
          <p:cNvSpPr/>
          <p:nvPr/>
        </p:nvSpPr>
        <p:spPr>
          <a:xfrm>
            <a:off x="6642541" y="2026836"/>
            <a:ext cx="1627750" cy="369332"/>
          </a:xfrm>
          <a:prstGeom prst="rect">
            <a:avLst/>
          </a:prstGeom>
        </p:spPr>
        <p:txBody>
          <a:bodyPr wrap="none">
            <a:spAutoFit/>
          </a:bodyPr>
          <a:lstStyle/>
          <a:p>
            <a:pPr algn="ctr"/>
            <a:r>
              <a:rPr lang="zh-CN" altLang="en-US" b="1" dirty="0">
                <a:solidFill>
                  <a:schemeClr val="bg1"/>
                </a:solidFill>
                <a:latin typeface="+mj-ea"/>
                <a:ea typeface="+mj-ea"/>
              </a:rPr>
              <a:t>点击输入标题</a:t>
            </a:r>
          </a:p>
        </p:txBody>
      </p:sp>
      <p:sp>
        <p:nvSpPr>
          <p:cNvPr id="39" name="文本框 38"/>
          <p:cNvSpPr txBox="1"/>
          <p:nvPr/>
        </p:nvSpPr>
        <p:spPr>
          <a:xfrm>
            <a:off x="7039465" y="1494884"/>
            <a:ext cx="824761" cy="523220"/>
          </a:xfrm>
          <a:prstGeom prst="rect">
            <a:avLst/>
          </a:prstGeom>
          <a:noFill/>
        </p:spPr>
        <p:txBody>
          <a:bodyPr wrap="square" rtlCol="0">
            <a:spAutoFit/>
          </a:bodyPr>
          <a:lstStyle/>
          <a:p>
            <a:pPr algn="ctr"/>
            <a:r>
              <a:rPr lang="en-US" altLang="zh-CN" sz="2800" dirty="0">
                <a:solidFill>
                  <a:schemeClr val="bg1"/>
                </a:solidFill>
                <a:latin typeface="+mj-ea"/>
                <a:ea typeface="+mj-ea"/>
              </a:rPr>
              <a:t>03</a:t>
            </a:r>
            <a:endParaRPr lang="zh-CN" altLang="en-US" sz="2800" dirty="0">
              <a:solidFill>
                <a:schemeClr val="bg1"/>
              </a:solidFill>
              <a:latin typeface="+mj-ea"/>
              <a:ea typeface="+mj-ea"/>
            </a:endParaRPr>
          </a:p>
        </p:txBody>
      </p:sp>
      <p:cxnSp>
        <p:nvCxnSpPr>
          <p:cNvPr id="40" name="直接连接符 39"/>
          <p:cNvCxnSpPr>
            <a:stCxn id="36" idx="6"/>
            <a:endCxn id="36" idx="5"/>
          </p:cNvCxnSpPr>
          <p:nvPr/>
        </p:nvCxnSpPr>
        <p:spPr>
          <a:xfrm>
            <a:off x="6224058" y="1970875"/>
            <a:ext cx="2454274" cy="0"/>
          </a:xfrm>
          <a:prstGeom prst="line">
            <a:avLst/>
          </a:prstGeom>
          <a:ln>
            <a:solidFill>
              <a:schemeClr val="bg1">
                <a:alpha val="51000"/>
              </a:schemeClr>
            </a:solidFill>
          </a:ln>
        </p:spPr>
        <p:style>
          <a:lnRef idx="1">
            <a:schemeClr val="accent1"/>
          </a:lnRef>
          <a:fillRef idx="0">
            <a:schemeClr val="accent1"/>
          </a:fillRef>
          <a:effectRef idx="0">
            <a:schemeClr val="accent1"/>
          </a:effectRef>
          <a:fontRef idx="minor">
            <a:schemeClr val="tx1"/>
          </a:fontRef>
        </p:style>
      </p:cxnSp>
      <p:sp>
        <p:nvSpPr>
          <p:cNvPr id="42" name="任意多边形: 形状 41"/>
          <p:cNvSpPr/>
          <p:nvPr/>
        </p:nvSpPr>
        <p:spPr>
          <a:xfrm>
            <a:off x="8934450" y="1396703"/>
            <a:ext cx="2454274" cy="4079103"/>
          </a:xfrm>
          <a:custGeom>
            <a:avLst/>
            <a:gdLst>
              <a:gd name="connsiteX0" fmla="*/ 1 w 2332351"/>
              <a:gd name="connsiteY0" fmla="*/ 576303 h 4079103"/>
              <a:gd name="connsiteX1" fmla="*/ 2326766 w 2332351"/>
              <a:gd name="connsiteY1" fmla="*/ 576303 h 4079103"/>
              <a:gd name="connsiteX2" fmla="*/ 2326766 w 2332351"/>
              <a:gd name="connsiteY2" fmla="*/ 4079103 h 4079103"/>
              <a:gd name="connsiteX3" fmla="*/ 1 w 2332351"/>
              <a:gd name="connsiteY3" fmla="*/ 4079103 h 4079103"/>
              <a:gd name="connsiteX4" fmla="*/ 1166176 w 2332351"/>
              <a:gd name="connsiteY4" fmla="*/ 0 h 4079103"/>
              <a:gd name="connsiteX5" fmla="*/ 2332351 w 2332351"/>
              <a:gd name="connsiteY5" fmla="*/ 574172 h 4079103"/>
              <a:gd name="connsiteX6" fmla="*/ 0 w 2332351"/>
              <a:gd name="connsiteY6" fmla="*/ 574172 h 407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351" h="4079103">
                <a:moveTo>
                  <a:pt x="1" y="576303"/>
                </a:moveTo>
                <a:lnTo>
                  <a:pt x="2326766" y="576303"/>
                </a:lnTo>
                <a:lnTo>
                  <a:pt x="2326766" y="4079103"/>
                </a:lnTo>
                <a:lnTo>
                  <a:pt x="1" y="4079103"/>
                </a:lnTo>
                <a:close/>
                <a:moveTo>
                  <a:pt x="1166176" y="0"/>
                </a:moveTo>
                <a:lnTo>
                  <a:pt x="2332351" y="574172"/>
                </a:lnTo>
                <a:lnTo>
                  <a:pt x="0" y="574172"/>
                </a:lnTo>
                <a:close/>
              </a:path>
            </a:pathLst>
          </a:cu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3" name="任意多边形: 形状 42"/>
          <p:cNvSpPr/>
          <p:nvPr/>
        </p:nvSpPr>
        <p:spPr>
          <a:xfrm>
            <a:off x="8948288" y="2374566"/>
            <a:ext cx="2426598" cy="3048100"/>
          </a:xfrm>
          <a:custGeom>
            <a:avLst/>
            <a:gdLst>
              <a:gd name="connsiteX0" fmla="*/ 0 w 2324081"/>
              <a:gd name="connsiteY0" fmla="*/ 1 h 3048100"/>
              <a:gd name="connsiteX1" fmla="*/ 1163903 w 2324081"/>
              <a:gd name="connsiteY1" fmla="*/ 229413 h 3048100"/>
              <a:gd name="connsiteX2" fmla="*/ 2324081 w 2324081"/>
              <a:gd name="connsiteY2" fmla="*/ 735 h 3048100"/>
              <a:gd name="connsiteX3" fmla="*/ 2324081 w 2324081"/>
              <a:gd name="connsiteY3" fmla="*/ 3048100 h 3048100"/>
              <a:gd name="connsiteX4" fmla="*/ 0 w 2324081"/>
              <a:gd name="connsiteY4" fmla="*/ 3048100 h 3048100"/>
              <a:gd name="connsiteX5" fmla="*/ 0 w 2324081"/>
              <a:gd name="connsiteY5" fmla="*/ 0 h 3048100"/>
              <a:gd name="connsiteX6" fmla="*/ 2324081 w 2324081"/>
              <a:gd name="connsiteY6" fmla="*/ 0 h 3048100"/>
              <a:gd name="connsiteX7" fmla="*/ 2324081 w 2324081"/>
              <a:gd name="connsiteY7" fmla="*/ 1 h 3048100"/>
              <a:gd name="connsiteX8" fmla="*/ 0 w 2324081"/>
              <a:gd name="connsiteY8" fmla="*/ 1 h 304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081" h="3048100">
                <a:moveTo>
                  <a:pt x="0" y="1"/>
                </a:moveTo>
                <a:lnTo>
                  <a:pt x="1163903" y="229413"/>
                </a:lnTo>
                <a:lnTo>
                  <a:pt x="2324081" y="735"/>
                </a:lnTo>
                <a:lnTo>
                  <a:pt x="2324081" y="3048100"/>
                </a:lnTo>
                <a:lnTo>
                  <a:pt x="0" y="3048100"/>
                </a:lnTo>
                <a:close/>
                <a:moveTo>
                  <a:pt x="0" y="0"/>
                </a:moveTo>
                <a:lnTo>
                  <a:pt x="2324081" y="0"/>
                </a:lnTo>
                <a:lnTo>
                  <a:pt x="2324081" y="1"/>
                </a:lnTo>
                <a:lnTo>
                  <a:pt x="0" y="1"/>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4" name="矩形 43"/>
          <p:cNvSpPr/>
          <p:nvPr/>
        </p:nvSpPr>
        <p:spPr>
          <a:xfrm>
            <a:off x="9352933" y="2026836"/>
            <a:ext cx="1627750" cy="369332"/>
          </a:xfrm>
          <a:prstGeom prst="rect">
            <a:avLst/>
          </a:prstGeom>
        </p:spPr>
        <p:txBody>
          <a:bodyPr wrap="none">
            <a:spAutoFit/>
          </a:bodyPr>
          <a:lstStyle/>
          <a:p>
            <a:pPr algn="ctr"/>
            <a:r>
              <a:rPr lang="zh-CN" altLang="en-US" b="1" dirty="0">
                <a:solidFill>
                  <a:schemeClr val="bg1"/>
                </a:solidFill>
                <a:latin typeface="+mj-ea"/>
                <a:ea typeface="+mj-ea"/>
              </a:rPr>
              <a:t>点击输入标题</a:t>
            </a:r>
          </a:p>
        </p:txBody>
      </p:sp>
      <p:sp>
        <p:nvSpPr>
          <p:cNvPr id="45" name="文本框 44"/>
          <p:cNvSpPr txBox="1"/>
          <p:nvPr/>
        </p:nvSpPr>
        <p:spPr>
          <a:xfrm>
            <a:off x="9749857" y="1494884"/>
            <a:ext cx="824761" cy="523220"/>
          </a:xfrm>
          <a:prstGeom prst="rect">
            <a:avLst/>
          </a:prstGeom>
          <a:noFill/>
        </p:spPr>
        <p:txBody>
          <a:bodyPr wrap="square" rtlCol="0">
            <a:spAutoFit/>
          </a:bodyPr>
          <a:lstStyle/>
          <a:p>
            <a:pPr algn="ctr"/>
            <a:r>
              <a:rPr lang="en-US" altLang="zh-CN" sz="2800" dirty="0">
                <a:solidFill>
                  <a:schemeClr val="bg1"/>
                </a:solidFill>
                <a:latin typeface="+mj-ea"/>
                <a:ea typeface="+mj-ea"/>
              </a:rPr>
              <a:t>04</a:t>
            </a:r>
            <a:endParaRPr lang="zh-CN" altLang="en-US" sz="2800" dirty="0">
              <a:solidFill>
                <a:schemeClr val="bg1"/>
              </a:solidFill>
              <a:latin typeface="+mj-ea"/>
              <a:ea typeface="+mj-ea"/>
            </a:endParaRPr>
          </a:p>
        </p:txBody>
      </p:sp>
      <p:cxnSp>
        <p:nvCxnSpPr>
          <p:cNvPr id="47" name="直接连接符 46"/>
          <p:cNvCxnSpPr>
            <a:stCxn id="42" idx="6"/>
            <a:endCxn id="42" idx="5"/>
          </p:cNvCxnSpPr>
          <p:nvPr/>
        </p:nvCxnSpPr>
        <p:spPr>
          <a:xfrm>
            <a:off x="8934450" y="1970875"/>
            <a:ext cx="2454274" cy="0"/>
          </a:xfrm>
          <a:prstGeom prst="line">
            <a:avLst/>
          </a:prstGeom>
          <a:ln>
            <a:solidFill>
              <a:schemeClr val="bg1">
                <a:alpha val="51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351488" y="505012"/>
            <a:ext cx="0" cy="2520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2" name="矩形 1"/>
          <p:cNvSpPr/>
          <p:nvPr/>
        </p:nvSpPr>
        <p:spPr>
          <a:xfrm>
            <a:off x="6399655" y="2799858"/>
            <a:ext cx="2117462" cy="2301784"/>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学校坚持面向国家战略需求和国际学术前沿，大力加强需求引导型基础研究，聚焦前沿技术和颠覆性技术创新，推进有组织科研和交叉学科研究。</a:t>
            </a:r>
          </a:p>
        </p:txBody>
      </p:sp>
      <p:sp>
        <p:nvSpPr>
          <p:cNvPr id="3" name="矩形 2"/>
          <p:cNvSpPr/>
          <p:nvPr/>
        </p:nvSpPr>
        <p:spPr>
          <a:xfrm>
            <a:off x="950544" y="2799858"/>
            <a:ext cx="2159737" cy="2301784"/>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学校现有</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个博士学位授权一级学科、</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个博士专业学位授权点；</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38</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个硕士学位授权一级学科等；现有国家重点实验室和国家工程实验室各</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a:t>
            </a:r>
          </a:p>
        </p:txBody>
      </p:sp>
      <p:sp>
        <p:nvSpPr>
          <p:cNvPr id="4" name="矩形 3"/>
          <p:cNvSpPr/>
          <p:nvPr/>
        </p:nvSpPr>
        <p:spPr>
          <a:xfrm>
            <a:off x="3709736" y="2799858"/>
            <a:ext cx="2090464" cy="2301784"/>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学校与美国、俄罗斯、加拿大、澳大利亚、英国、法国、德国、日本等国家和我国港澳台地区的五十多所世界知名大学建立了交流合作关系。</a:t>
            </a:r>
          </a:p>
        </p:txBody>
      </p:sp>
      <p:sp>
        <p:nvSpPr>
          <p:cNvPr id="5" name="矩形 4"/>
          <p:cNvSpPr/>
          <p:nvPr/>
        </p:nvSpPr>
        <p:spPr>
          <a:xfrm>
            <a:off x="9116570" y="2799858"/>
            <a:ext cx="2124885" cy="2301784"/>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在国家自然科学基金创新研究群体项目、国家重点研发计划项目、重大仪器等项目上不断突破，多项成果在国家重点工程和国防工程中得到应用。</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任意多边形: 形状 81"/>
          <p:cNvSpPr/>
          <p:nvPr/>
        </p:nvSpPr>
        <p:spPr>
          <a:xfrm rot="16200000">
            <a:off x="4435612" y="1866478"/>
            <a:ext cx="3053323" cy="3056816"/>
          </a:xfrm>
          <a:custGeom>
            <a:avLst/>
            <a:gdLst>
              <a:gd name="connsiteX0" fmla="*/ 1520810 w 3053323"/>
              <a:gd name="connsiteY0" fmla="*/ 1536006 h 3056816"/>
              <a:gd name="connsiteX1" fmla="*/ 1316468 w 3053323"/>
              <a:gd name="connsiteY1" fmla="*/ 2398582 h 3056816"/>
              <a:gd name="connsiteX2" fmla="*/ 658234 w 3053323"/>
              <a:gd name="connsiteY2" fmla="*/ 3056816 h 3056816"/>
              <a:gd name="connsiteX3" fmla="*/ 0 w 3053323"/>
              <a:gd name="connsiteY3" fmla="*/ 2398582 h 3056816"/>
              <a:gd name="connsiteX4" fmla="*/ 1 w 3053323"/>
              <a:gd name="connsiteY4" fmla="*/ 2398582 h 3056816"/>
              <a:gd name="connsiteX5" fmla="*/ 658235 w 3053323"/>
              <a:gd name="connsiteY5" fmla="*/ 1740348 h 3056816"/>
              <a:gd name="connsiteX6" fmla="*/ 1520810 w 3053323"/>
              <a:gd name="connsiteY6" fmla="*/ 1536006 h 3056816"/>
              <a:gd name="connsiteX7" fmla="*/ 3053323 w 3053323"/>
              <a:gd name="connsiteY7" fmla="*/ 2368419 h 3056816"/>
              <a:gd name="connsiteX8" fmla="*/ 2395089 w 3053323"/>
              <a:gd name="connsiteY8" fmla="*/ 3026653 h 3056816"/>
              <a:gd name="connsiteX9" fmla="*/ 2395089 w 3053323"/>
              <a:gd name="connsiteY9" fmla="*/ 3026652 h 3056816"/>
              <a:gd name="connsiteX10" fmla="*/ 1736855 w 3053323"/>
              <a:gd name="connsiteY10" fmla="*/ 2368418 h 3056816"/>
              <a:gd name="connsiteX11" fmla="*/ 1621912 w 3053323"/>
              <a:gd name="connsiteY11" fmla="*/ 1721487 h 3056816"/>
              <a:gd name="connsiteX12" fmla="*/ 1536476 w 3053323"/>
              <a:gd name="connsiteY12" fmla="*/ 1515402 h 3056816"/>
              <a:gd name="connsiteX13" fmla="*/ 1533351 w 3053323"/>
              <a:gd name="connsiteY13" fmla="*/ 1516698 h 3056816"/>
              <a:gd name="connsiteX14" fmla="*/ 1535056 w 3053323"/>
              <a:gd name="connsiteY14" fmla="*/ 1520810 h 3056816"/>
              <a:gd name="connsiteX15" fmla="*/ 1529243 w 3053323"/>
              <a:gd name="connsiteY15" fmla="*/ 1518400 h 3056816"/>
              <a:gd name="connsiteX16" fmla="*/ 1511083 w 3053323"/>
              <a:gd name="connsiteY16" fmla="*/ 1525929 h 3056816"/>
              <a:gd name="connsiteX17" fmla="*/ 1516410 w 3053323"/>
              <a:gd name="connsiteY17" fmla="*/ 1513080 h 3056816"/>
              <a:gd name="connsiteX18" fmla="*/ 1319412 w 3053323"/>
              <a:gd name="connsiteY18" fmla="*/ 1431411 h 3056816"/>
              <a:gd name="connsiteX19" fmla="*/ 672480 w 3053323"/>
              <a:gd name="connsiteY19" fmla="*/ 1316468 h 3056816"/>
              <a:gd name="connsiteX20" fmla="*/ 14246 w 3053323"/>
              <a:gd name="connsiteY20" fmla="*/ 658234 h 3056816"/>
              <a:gd name="connsiteX21" fmla="*/ 672480 w 3053323"/>
              <a:gd name="connsiteY21" fmla="*/ 0 h 3056816"/>
              <a:gd name="connsiteX22" fmla="*/ 672480 w 3053323"/>
              <a:gd name="connsiteY22" fmla="*/ 1 h 3056816"/>
              <a:gd name="connsiteX23" fmla="*/ 1330714 w 3053323"/>
              <a:gd name="connsiteY23" fmla="*/ 658235 h 3056816"/>
              <a:gd name="connsiteX24" fmla="*/ 1445656 w 3053323"/>
              <a:gd name="connsiteY24" fmla="*/ 1305166 h 3056816"/>
              <a:gd name="connsiteX25" fmla="*/ 1524130 w 3053323"/>
              <a:gd name="connsiteY25" fmla="*/ 1494457 h 3056816"/>
              <a:gd name="connsiteX26" fmla="*/ 1600482 w 3053323"/>
              <a:gd name="connsiteY26" fmla="*/ 1310285 h 3056816"/>
              <a:gd name="connsiteX27" fmla="*/ 1715425 w 3053323"/>
              <a:gd name="connsiteY27" fmla="*/ 663353 h 3056816"/>
              <a:gd name="connsiteX28" fmla="*/ 2373659 w 3053323"/>
              <a:gd name="connsiteY28" fmla="*/ 5119 h 3056816"/>
              <a:gd name="connsiteX29" fmla="*/ 3031893 w 3053323"/>
              <a:gd name="connsiteY29" fmla="*/ 663353 h 3056816"/>
              <a:gd name="connsiteX30" fmla="*/ 3031892 w 3053323"/>
              <a:gd name="connsiteY30" fmla="*/ 663353 h 3056816"/>
              <a:gd name="connsiteX31" fmla="*/ 2373658 w 3053323"/>
              <a:gd name="connsiteY31" fmla="*/ 1321587 h 3056816"/>
              <a:gd name="connsiteX32" fmla="*/ 1726727 w 3053323"/>
              <a:gd name="connsiteY32" fmla="*/ 1436530 h 3056816"/>
              <a:gd name="connsiteX33" fmla="*/ 1546023 w 3053323"/>
              <a:gd name="connsiteY33" fmla="*/ 1511444 h 3056816"/>
              <a:gd name="connsiteX34" fmla="*/ 1748157 w 3053323"/>
              <a:gd name="connsiteY34" fmla="*/ 1595243 h 3056816"/>
              <a:gd name="connsiteX35" fmla="*/ 2395089 w 3053323"/>
              <a:gd name="connsiteY35" fmla="*/ 1710185 h 3056816"/>
              <a:gd name="connsiteX36" fmla="*/ 3053323 w 3053323"/>
              <a:gd name="connsiteY36" fmla="*/ 2368419 h 305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053323" h="3056816">
                <a:moveTo>
                  <a:pt x="1520810" y="1536006"/>
                </a:moveTo>
                <a:cubicBezTo>
                  <a:pt x="1384582" y="1823531"/>
                  <a:pt x="1316468" y="2111057"/>
                  <a:pt x="1316468" y="2398582"/>
                </a:cubicBezTo>
                <a:cubicBezTo>
                  <a:pt x="1316468" y="2762115"/>
                  <a:pt x="1021767" y="3056816"/>
                  <a:pt x="658234" y="3056816"/>
                </a:cubicBezTo>
                <a:cubicBezTo>
                  <a:pt x="294701" y="3056816"/>
                  <a:pt x="0" y="2762115"/>
                  <a:pt x="0" y="2398582"/>
                </a:cubicBezTo>
                <a:lnTo>
                  <a:pt x="1" y="2398582"/>
                </a:lnTo>
                <a:cubicBezTo>
                  <a:pt x="1" y="2035049"/>
                  <a:pt x="294702" y="1740348"/>
                  <a:pt x="658235" y="1740348"/>
                </a:cubicBezTo>
                <a:cubicBezTo>
                  <a:pt x="945760" y="1740348"/>
                  <a:pt x="1233285" y="1672234"/>
                  <a:pt x="1520810" y="1536006"/>
                </a:cubicBezTo>
                <a:close/>
                <a:moveTo>
                  <a:pt x="3053323" y="2368419"/>
                </a:moveTo>
                <a:cubicBezTo>
                  <a:pt x="3053323" y="2731952"/>
                  <a:pt x="2758622" y="3026653"/>
                  <a:pt x="2395089" y="3026653"/>
                </a:cubicBezTo>
                <a:lnTo>
                  <a:pt x="2395089" y="3026652"/>
                </a:lnTo>
                <a:cubicBezTo>
                  <a:pt x="2031556" y="3026652"/>
                  <a:pt x="1736855" y="2731951"/>
                  <a:pt x="1736855" y="2368418"/>
                </a:cubicBezTo>
                <a:cubicBezTo>
                  <a:pt x="1736855" y="2152774"/>
                  <a:pt x="1698541" y="1937131"/>
                  <a:pt x="1621912" y="1721487"/>
                </a:cubicBezTo>
                <a:lnTo>
                  <a:pt x="1536476" y="1515402"/>
                </a:lnTo>
                <a:lnTo>
                  <a:pt x="1533351" y="1516698"/>
                </a:lnTo>
                <a:lnTo>
                  <a:pt x="1535056" y="1520810"/>
                </a:lnTo>
                <a:lnTo>
                  <a:pt x="1529243" y="1518400"/>
                </a:lnTo>
                <a:lnTo>
                  <a:pt x="1511083" y="1525929"/>
                </a:lnTo>
                <a:lnTo>
                  <a:pt x="1516410" y="1513080"/>
                </a:lnTo>
                <a:lnTo>
                  <a:pt x="1319412" y="1431411"/>
                </a:lnTo>
                <a:cubicBezTo>
                  <a:pt x="1103768" y="1354782"/>
                  <a:pt x="888124" y="1316468"/>
                  <a:pt x="672480" y="1316468"/>
                </a:cubicBezTo>
                <a:cubicBezTo>
                  <a:pt x="308947" y="1316468"/>
                  <a:pt x="14246" y="1021767"/>
                  <a:pt x="14246" y="658234"/>
                </a:cubicBezTo>
                <a:cubicBezTo>
                  <a:pt x="14246" y="294701"/>
                  <a:pt x="308947" y="0"/>
                  <a:pt x="672480" y="0"/>
                </a:cubicBezTo>
                <a:lnTo>
                  <a:pt x="672480" y="1"/>
                </a:lnTo>
                <a:cubicBezTo>
                  <a:pt x="1036013" y="1"/>
                  <a:pt x="1330714" y="294702"/>
                  <a:pt x="1330714" y="658235"/>
                </a:cubicBezTo>
                <a:cubicBezTo>
                  <a:pt x="1330714" y="873879"/>
                  <a:pt x="1369028" y="1089523"/>
                  <a:pt x="1445656" y="1305166"/>
                </a:cubicBezTo>
                <a:lnTo>
                  <a:pt x="1524130" y="1494457"/>
                </a:lnTo>
                <a:lnTo>
                  <a:pt x="1600482" y="1310285"/>
                </a:lnTo>
                <a:cubicBezTo>
                  <a:pt x="1677111" y="1094641"/>
                  <a:pt x="1715425" y="878997"/>
                  <a:pt x="1715425" y="663353"/>
                </a:cubicBezTo>
                <a:cubicBezTo>
                  <a:pt x="1715425" y="299820"/>
                  <a:pt x="2010126" y="5119"/>
                  <a:pt x="2373659" y="5119"/>
                </a:cubicBezTo>
                <a:cubicBezTo>
                  <a:pt x="2737192" y="5119"/>
                  <a:pt x="3031893" y="299820"/>
                  <a:pt x="3031893" y="663353"/>
                </a:cubicBezTo>
                <a:lnTo>
                  <a:pt x="3031892" y="663353"/>
                </a:lnTo>
                <a:cubicBezTo>
                  <a:pt x="3031892" y="1026886"/>
                  <a:pt x="2737191" y="1321587"/>
                  <a:pt x="2373658" y="1321587"/>
                </a:cubicBezTo>
                <a:cubicBezTo>
                  <a:pt x="2158014" y="1321587"/>
                  <a:pt x="1942370" y="1359901"/>
                  <a:pt x="1726727" y="1436530"/>
                </a:cubicBezTo>
                <a:lnTo>
                  <a:pt x="1546023" y="1511444"/>
                </a:lnTo>
                <a:lnTo>
                  <a:pt x="1748157" y="1595243"/>
                </a:lnTo>
                <a:cubicBezTo>
                  <a:pt x="1963801" y="1671871"/>
                  <a:pt x="2179445" y="1710185"/>
                  <a:pt x="2395089" y="1710185"/>
                </a:cubicBezTo>
                <a:cubicBezTo>
                  <a:pt x="2758622" y="1710185"/>
                  <a:pt x="3053323" y="2004886"/>
                  <a:pt x="3053323" y="2368419"/>
                </a:cubicBezTo>
                <a:close/>
              </a:path>
            </a:pathLst>
          </a:cu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8" name="文本占位符 7"/>
          <p:cNvSpPr>
            <a:spLocks noGrp="1"/>
          </p:cNvSpPr>
          <p:nvPr>
            <p:ph type="body" sz="quarter" idx="10"/>
          </p:nvPr>
        </p:nvSpPr>
        <p:spPr/>
        <p:txBody>
          <a:bodyPr/>
          <a:lstStyle/>
          <a:p>
            <a:r>
              <a:rPr lang="zh-CN" altLang="en-US" dirty="0">
                <a:solidFill>
                  <a:schemeClr val="accent1"/>
                </a:solidFill>
              </a:rPr>
              <a:t>四段文字</a:t>
            </a:r>
          </a:p>
        </p:txBody>
      </p:sp>
      <p:sp>
        <p:nvSpPr>
          <p:cNvPr id="6" name="文本占位符 5"/>
          <p:cNvSpPr>
            <a:spLocks noGrp="1"/>
          </p:cNvSpPr>
          <p:nvPr>
            <p:ph type="body" sz="quarter" idx="11"/>
          </p:nvPr>
        </p:nvSpPr>
        <p:spPr/>
        <p:txBody>
          <a:bodyPr/>
          <a:lstStyle/>
          <a:p>
            <a:endParaRPr lang="zh-CN" altLang="en-US"/>
          </a:p>
        </p:txBody>
      </p:sp>
      <p:cxnSp>
        <p:nvCxnSpPr>
          <p:cNvPr id="48" name="直接连接符 47"/>
          <p:cNvCxnSpPr/>
          <p:nvPr/>
        </p:nvCxnSpPr>
        <p:spPr>
          <a:xfrm>
            <a:off x="2351488" y="505012"/>
            <a:ext cx="0" cy="2520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grpSp>
        <p:nvGrpSpPr>
          <p:cNvPr id="76" name="组合 75"/>
          <p:cNvGrpSpPr/>
          <p:nvPr/>
        </p:nvGrpSpPr>
        <p:grpSpPr>
          <a:xfrm rot="2700000">
            <a:off x="4254684" y="1588806"/>
            <a:ext cx="3682632" cy="3680388"/>
            <a:chOff x="1402868" y="-1854706"/>
            <a:chExt cx="9062253" cy="9056733"/>
          </a:xfrm>
          <a:solidFill>
            <a:schemeClr val="accent1"/>
          </a:solidFill>
        </p:grpSpPr>
        <p:sp>
          <p:nvSpPr>
            <p:cNvPr id="77" name="泪滴形 76"/>
            <p:cNvSpPr/>
            <p:nvPr/>
          </p:nvSpPr>
          <p:spPr>
            <a:xfrm rot="2700000">
              <a:off x="1402868" y="1094186"/>
              <a:ext cx="3192024" cy="3192024"/>
            </a:xfrm>
            <a:prstGeom prst="teardrop">
              <a:avLst>
                <a:gd name="adj" fmla="val 131044"/>
              </a:avLst>
            </a:prstGeom>
            <a:gradFill flip="none" rotWithShape="0">
              <a:gsLst>
                <a:gs pos="65000">
                  <a:schemeClr val="accent1"/>
                </a:gs>
                <a:gs pos="78000">
                  <a:schemeClr val="accent6"/>
                </a:gs>
                <a:gs pos="100000">
                  <a:schemeClr val="accent6"/>
                </a:gs>
              </a:gsLst>
              <a:lin ang="27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8" name="泪滴形 77"/>
            <p:cNvSpPr/>
            <p:nvPr/>
          </p:nvSpPr>
          <p:spPr>
            <a:xfrm rot="8100000">
              <a:off x="4327004" y="-1854706"/>
              <a:ext cx="3192023" cy="3192024"/>
            </a:xfrm>
            <a:prstGeom prst="teardrop">
              <a:avLst>
                <a:gd name="adj" fmla="val 131044"/>
              </a:avLst>
            </a:prstGeom>
            <a:gradFill flip="none" rotWithShape="0">
              <a:gsLst>
                <a:gs pos="65000">
                  <a:schemeClr val="accent1"/>
                </a:gs>
                <a:gs pos="78000">
                  <a:schemeClr val="accent6"/>
                </a:gs>
                <a:gs pos="100000">
                  <a:schemeClr val="accent6"/>
                </a:gs>
              </a:gsLst>
              <a:lin ang="81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79" name="泪滴形 78"/>
            <p:cNvSpPr/>
            <p:nvPr/>
          </p:nvSpPr>
          <p:spPr>
            <a:xfrm rot="13500000">
              <a:off x="7273097" y="1091387"/>
              <a:ext cx="3192024" cy="3192024"/>
            </a:xfrm>
            <a:prstGeom prst="teardrop">
              <a:avLst>
                <a:gd name="adj" fmla="val 131044"/>
              </a:avLst>
            </a:prstGeom>
            <a:gradFill flip="none" rotWithShape="0">
              <a:gsLst>
                <a:gs pos="65000">
                  <a:schemeClr val="accent1"/>
                </a:gs>
                <a:gs pos="78000">
                  <a:schemeClr val="accent6"/>
                </a:gs>
                <a:gs pos="100000">
                  <a:schemeClr val="accent6"/>
                </a:gs>
              </a:gsLst>
              <a:lin ang="135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0" name="泪滴形 79"/>
            <p:cNvSpPr/>
            <p:nvPr/>
          </p:nvSpPr>
          <p:spPr>
            <a:xfrm rot="18900000">
              <a:off x="4332381" y="4010003"/>
              <a:ext cx="3192023" cy="3192024"/>
            </a:xfrm>
            <a:prstGeom prst="teardrop">
              <a:avLst>
                <a:gd name="adj" fmla="val 131044"/>
              </a:avLst>
            </a:prstGeom>
            <a:gradFill flip="none" rotWithShape="1">
              <a:gsLst>
                <a:gs pos="65000">
                  <a:schemeClr val="accent1"/>
                </a:gs>
                <a:gs pos="78000">
                  <a:schemeClr val="accent6"/>
                </a:gs>
                <a:gs pos="100000">
                  <a:schemeClr val="accent6"/>
                </a:gs>
              </a:gsLst>
              <a:lin ang="189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7" name="文本框 6"/>
          <p:cNvSpPr txBox="1"/>
          <p:nvPr/>
        </p:nvSpPr>
        <p:spPr>
          <a:xfrm>
            <a:off x="5002388" y="2149854"/>
            <a:ext cx="654655" cy="830997"/>
          </a:xfrm>
          <a:prstGeom prst="rect">
            <a:avLst/>
          </a:prstGeom>
          <a:noFill/>
        </p:spPr>
        <p:txBody>
          <a:bodyPr wrap="square" rtlCol="0">
            <a:spAutoFit/>
          </a:bodyPr>
          <a:lstStyle/>
          <a:p>
            <a:pPr algn="ctr"/>
            <a:r>
              <a:rPr lang="en-US" altLang="zh-CN" sz="4800" dirty="0">
                <a:solidFill>
                  <a:schemeClr val="bg1"/>
                </a:solidFill>
              </a:rPr>
              <a:t>S</a:t>
            </a:r>
            <a:endParaRPr lang="zh-CN" altLang="en-US" sz="4800" dirty="0">
              <a:solidFill>
                <a:schemeClr val="bg1"/>
              </a:solidFill>
            </a:endParaRPr>
          </a:p>
        </p:txBody>
      </p:sp>
      <p:sp>
        <p:nvSpPr>
          <p:cNvPr id="53" name="文本框 52"/>
          <p:cNvSpPr txBox="1"/>
          <p:nvPr/>
        </p:nvSpPr>
        <p:spPr>
          <a:xfrm>
            <a:off x="6642473" y="2153933"/>
            <a:ext cx="654655" cy="830997"/>
          </a:xfrm>
          <a:prstGeom prst="rect">
            <a:avLst/>
          </a:prstGeom>
          <a:noFill/>
        </p:spPr>
        <p:txBody>
          <a:bodyPr wrap="square" rtlCol="0">
            <a:spAutoFit/>
          </a:bodyPr>
          <a:lstStyle/>
          <a:p>
            <a:pPr algn="ctr"/>
            <a:r>
              <a:rPr lang="en-US" altLang="zh-CN" sz="4800" dirty="0">
                <a:solidFill>
                  <a:schemeClr val="bg1"/>
                </a:solidFill>
              </a:rPr>
              <a:t>W</a:t>
            </a:r>
            <a:endParaRPr lang="zh-CN" altLang="en-US" sz="4800" dirty="0">
              <a:solidFill>
                <a:schemeClr val="bg1"/>
              </a:solidFill>
            </a:endParaRPr>
          </a:p>
        </p:txBody>
      </p:sp>
      <p:sp>
        <p:nvSpPr>
          <p:cNvPr id="11" name="椭圆 10"/>
          <p:cNvSpPr/>
          <p:nvPr/>
        </p:nvSpPr>
        <p:spPr>
          <a:xfrm>
            <a:off x="5587628" y="2920628"/>
            <a:ext cx="1016745" cy="1016745"/>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5" name="文本框 54"/>
          <p:cNvSpPr txBox="1"/>
          <p:nvPr/>
        </p:nvSpPr>
        <p:spPr>
          <a:xfrm>
            <a:off x="5002387" y="3751838"/>
            <a:ext cx="654655" cy="830997"/>
          </a:xfrm>
          <a:prstGeom prst="rect">
            <a:avLst/>
          </a:prstGeom>
          <a:noFill/>
        </p:spPr>
        <p:txBody>
          <a:bodyPr wrap="square" rtlCol="0">
            <a:spAutoFit/>
          </a:bodyPr>
          <a:lstStyle/>
          <a:p>
            <a:pPr algn="ctr"/>
            <a:r>
              <a:rPr lang="en-US" altLang="zh-CN" sz="4800" dirty="0">
                <a:solidFill>
                  <a:schemeClr val="bg1"/>
                </a:solidFill>
              </a:rPr>
              <a:t>O</a:t>
            </a:r>
            <a:endParaRPr lang="zh-CN" altLang="en-US" sz="4800" dirty="0">
              <a:solidFill>
                <a:schemeClr val="bg1"/>
              </a:solidFill>
            </a:endParaRPr>
          </a:p>
        </p:txBody>
      </p:sp>
      <p:sp>
        <p:nvSpPr>
          <p:cNvPr id="56" name="文本框 55"/>
          <p:cNvSpPr txBox="1"/>
          <p:nvPr/>
        </p:nvSpPr>
        <p:spPr>
          <a:xfrm>
            <a:off x="6642473" y="3751837"/>
            <a:ext cx="654655" cy="830997"/>
          </a:xfrm>
          <a:prstGeom prst="rect">
            <a:avLst/>
          </a:prstGeom>
          <a:noFill/>
        </p:spPr>
        <p:txBody>
          <a:bodyPr wrap="square" rtlCol="0">
            <a:spAutoFit/>
          </a:bodyPr>
          <a:lstStyle/>
          <a:p>
            <a:pPr algn="ctr"/>
            <a:r>
              <a:rPr lang="en-US" altLang="zh-CN" sz="4800" dirty="0">
                <a:solidFill>
                  <a:schemeClr val="bg1"/>
                </a:solidFill>
              </a:rPr>
              <a:t>T</a:t>
            </a:r>
            <a:endParaRPr lang="zh-CN" altLang="en-US" sz="4800" dirty="0">
              <a:solidFill>
                <a:schemeClr val="bg1"/>
              </a:solidFill>
            </a:endParaRPr>
          </a:p>
        </p:txBody>
      </p:sp>
      <p:grpSp>
        <p:nvGrpSpPr>
          <p:cNvPr id="9" name="组合 8"/>
          <p:cNvGrpSpPr/>
          <p:nvPr/>
        </p:nvGrpSpPr>
        <p:grpSpPr>
          <a:xfrm>
            <a:off x="776999" y="1551867"/>
            <a:ext cx="3479219" cy="1710853"/>
            <a:chOff x="780239" y="1718147"/>
            <a:chExt cx="3479219" cy="1710853"/>
          </a:xfrm>
        </p:grpSpPr>
        <p:sp>
          <p:nvSpPr>
            <p:cNvPr id="65" name="矩形 64"/>
            <p:cNvSpPr/>
            <p:nvPr/>
          </p:nvSpPr>
          <p:spPr>
            <a:xfrm>
              <a:off x="2631708" y="1718147"/>
              <a:ext cx="1627750" cy="369332"/>
            </a:xfrm>
            <a:prstGeom prst="rect">
              <a:avLst/>
            </a:prstGeom>
          </p:spPr>
          <p:txBody>
            <a:bodyPr wrap="none">
              <a:spAutoFit/>
            </a:bodyPr>
            <a:lstStyle/>
            <a:p>
              <a:pPr algn="ctr"/>
              <a:r>
                <a:rPr lang="zh-CN" altLang="en-US" b="1" dirty="0">
                  <a:solidFill>
                    <a:schemeClr val="accent1"/>
                  </a:solidFill>
                  <a:latin typeface="+mj-ea"/>
                  <a:ea typeface="+mj-ea"/>
                </a:rPr>
                <a:t>点击输入标题</a:t>
              </a:r>
            </a:p>
          </p:txBody>
        </p:sp>
        <p:sp>
          <p:nvSpPr>
            <p:cNvPr id="66" name="矩形 65"/>
            <p:cNvSpPr/>
            <p:nvPr/>
          </p:nvSpPr>
          <p:spPr>
            <a:xfrm>
              <a:off x="780239" y="2087479"/>
              <a:ext cx="3462367" cy="1341521"/>
            </a:xfrm>
            <a:prstGeom prst="rect">
              <a:avLst/>
            </a:prstGeom>
          </p:spPr>
          <p:txBody>
            <a:bodyPr wrap="square">
              <a:spAutoFit/>
            </a:bodyPr>
            <a:lstStyle/>
            <a:p>
              <a:pPr algn="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学校现有</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个博士学位授权一级学科、</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个博士专业学位授权点；</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38</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个硕士学位授权一级学科等；现有国家重点实验室和国家工程实验室各</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a:t>
              </a:r>
            </a:p>
          </p:txBody>
        </p:sp>
      </p:grpSp>
      <p:grpSp>
        <p:nvGrpSpPr>
          <p:cNvPr id="67" name="组合 66"/>
          <p:cNvGrpSpPr/>
          <p:nvPr/>
        </p:nvGrpSpPr>
        <p:grpSpPr>
          <a:xfrm>
            <a:off x="760147" y="3822510"/>
            <a:ext cx="3479219" cy="1710853"/>
            <a:chOff x="780239" y="1718147"/>
            <a:chExt cx="3479219" cy="1710853"/>
          </a:xfrm>
        </p:grpSpPr>
        <p:sp>
          <p:nvSpPr>
            <p:cNvPr id="68" name="矩形 67"/>
            <p:cNvSpPr/>
            <p:nvPr/>
          </p:nvSpPr>
          <p:spPr>
            <a:xfrm>
              <a:off x="2631708" y="1718147"/>
              <a:ext cx="1627750" cy="369332"/>
            </a:xfrm>
            <a:prstGeom prst="rect">
              <a:avLst/>
            </a:prstGeom>
          </p:spPr>
          <p:txBody>
            <a:bodyPr wrap="none">
              <a:spAutoFit/>
            </a:bodyPr>
            <a:lstStyle/>
            <a:p>
              <a:pPr algn="ctr"/>
              <a:r>
                <a:rPr lang="zh-CN" altLang="en-US" b="1" dirty="0">
                  <a:solidFill>
                    <a:schemeClr val="accent1"/>
                  </a:solidFill>
                  <a:latin typeface="+mj-ea"/>
                  <a:ea typeface="+mj-ea"/>
                </a:rPr>
                <a:t>点击输入标题</a:t>
              </a:r>
            </a:p>
          </p:txBody>
        </p:sp>
        <p:sp>
          <p:nvSpPr>
            <p:cNvPr id="69" name="矩形 68"/>
            <p:cNvSpPr/>
            <p:nvPr/>
          </p:nvSpPr>
          <p:spPr>
            <a:xfrm>
              <a:off x="780239" y="2087479"/>
              <a:ext cx="3462367" cy="1341521"/>
            </a:xfrm>
            <a:prstGeom prst="rect">
              <a:avLst/>
            </a:prstGeom>
          </p:spPr>
          <p:txBody>
            <a:bodyPr wrap="square">
              <a:spAutoFit/>
            </a:bodyPr>
            <a:lstStyle/>
            <a:p>
              <a:pPr algn="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学校现有</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个博士学位授权一级学科、</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个博士专业学位授权点；</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38</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个硕士学位授权一级学科等；现有国家重点实验室和国家工程实验室各</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a:t>
              </a:r>
            </a:p>
          </p:txBody>
        </p:sp>
      </p:grpSp>
      <p:grpSp>
        <p:nvGrpSpPr>
          <p:cNvPr id="70" name="组合 69"/>
          <p:cNvGrpSpPr/>
          <p:nvPr/>
        </p:nvGrpSpPr>
        <p:grpSpPr>
          <a:xfrm flipH="1">
            <a:off x="7927732" y="1551867"/>
            <a:ext cx="3479219" cy="1710853"/>
            <a:chOff x="780239" y="1718147"/>
            <a:chExt cx="3479219" cy="1710853"/>
          </a:xfrm>
        </p:grpSpPr>
        <p:sp>
          <p:nvSpPr>
            <p:cNvPr id="71" name="矩形 70"/>
            <p:cNvSpPr/>
            <p:nvPr/>
          </p:nvSpPr>
          <p:spPr>
            <a:xfrm>
              <a:off x="2631708" y="1718147"/>
              <a:ext cx="1627750" cy="369332"/>
            </a:xfrm>
            <a:prstGeom prst="rect">
              <a:avLst/>
            </a:prstGeom>
          </p:spPr>
          <p:txBody>
            <a:bodyPr wrap="none">
              <a:spAutoFit/>
            </a:bodyPr>
            <a:lstStyle/>
            <a:p>
              <a:pPr algn="ctr"/>
              <a:r>
                <a:rPr lang="zh-CN" altLang="en-US" b="1" dirty="0">
                  <a:solidFill>
                    <a:schemeClr val="accent1"/>
                  </a:solidFill>
                  <a:latin typeface="+mj-ea"/>
                  <a:ea typeface="+mj-ea"/>
                </a:rPr>
                <a:t>点击输入标题</a:t>
              </a:r>
            </a:p>
          </p:txBody>
        </p:sp>
        <p:sp>
          <p:nvSpPr>
            <p:cNvPr id="72" name="矩形 71"/>
            <p:cNvSpPr/>
            <p:nvPr/>
          </p:nvSpPr>
          <p:spPr>
            <a:xfrm>
              <a:off x="780239" y="2087479"/>
              <a:ext cx="3462367" cy="1341521"/>
            </a:xfrm>
            <a:prstGeom prst="rect">
              <a:avLst/>
            </a:prstGeom>
          </p:spPr>
          <p:txBody>
            <a:bodyPr wrap="square">
              <a:spAutoFit/>
            </a:bodyPr>
            <a:lstStyle/>
            <a:p>
              <a:pPr algn="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学校现有</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个博士学位授权一级学科、</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个博士专业学位授权点；</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38</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个硕士学位授权一级学科等；现有国家重点实验室和国家工程实验室各</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a:t>
              </a:r>
            </a:p>
          </p:txBody>
        </p:sp>
      </p:grpSp>
      <p:grpSp>
        <p:nvGrpSpPr>
          <p:cNvPr id="73" name="组合 72"/>
          <p:cNvGrpSpPr/>
          <p:nvPr/>
        </p:nvGrpSpPr>
        <p:grpSpPr>
          <a:xfrm flipH="1">
            <a:off x="7910880" y="3822510"/>
            <a:ext cx="3479219" cy="1710853"/>
            <a:chOff x="780239" y="1718147"/>
            <a:chExt cx="3479219" cy="1710853"/>
          </a:xfrm>
        </p:grpSpPr>
        <p:sp>
          <p:nvSpPr>
            <p:cNvPr id="74" name="矩形 73"/>
            <p:cNvSpPr/>
            <p:nvPr/>
          </p:nvSpPr>
          <p:spPr>
            <a:xfrm>
              <a:off x="2631708" y="1718147"/>
              <a:ext cx="1627750" cy="369332"/>
            </a:xfrm>
            <a:prstGeom prst="rect">
              <a:avLst/>
            </a:prstGeom>
          </p:spPr>
          <p:txBody>
            <a:bodyPr wrap="none">
              <a:spAutoFit/>
            </a:bodyPr>
            <a:lstStyle/>
            <a:p>
              <a:pPr algn="ctr"/>
              <a:r>
                <a:rPr lang="zh-CN" altLang="en-US" b="1" dirty="0">
                  <a:solidFill>
                    <a:schemeClr val="accent1"/>
                  </a:solidFill>
                  <a:latin typeface="+mj-ea"/>
                  <a:ea typeface="+mj-ea"/>
                </a:rPr>
                <a:t>点击输入标题</a:t>
              </a:r>
            </a:p>
          </p:txBody>
        </p:sp>
        <p:sp>
          <p:nvSpPr>
            <p:cNvPr id="75" name="矩形 74"/>
            <p:cNvSpPr/>
            <p:nvPr/>
          </p:nvSpPr>
          <p:spPr>
            <a:xfrm>
              <a:off x="780239" y="2087479"/>
              <a:ext cx="3462367" cy="1341521"/>
            </a:xfrm>
            <a:prstGeom prst="rect">
              <a:avLst/>
            </a:prstGeom>
          </p:spPr>
          <p:txBody>
            <a:bodyPr wrap="square">
              <a:spAutoFit/>
            </a:bodyPr>
            <a:lstStyle/>
            <a:p>
              <a:pPr algn="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学校现有</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个博士学位授权一级学科、</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个博士专业学位授权点；</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38</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个硕士学位授权一级学科等；现有国家重点实验室和国家工程实验室各</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个。</a:t>
              </a:r>
            </a:p>
          </p:txBody>
        </p:sp>
      </p:gr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r>
              <a:rPr lang="zh-CN" altLang="en-US" dirty="0">
                <a:solidFill>
                  <a:schemeClr val="accent1"/>
                </a:solidFill>
              </a:rPr>
              <a:t>五段文字</a:t>
            </a:r>
          </a:p>
        </p:txBody>
      </p:sp>
      <p:sp>
        <p:nvSpPr>
          <p:cNvPr id="2" name="文本占位符 1"/>
          <p:cNvSpPr>
            <a:spLocks noGrp="1"/>
          </p:cNvSpPr>
          <p:nvPr>
            <p:ph type="body" sz="quarter" idx="11"/>
          </p:nvPr>
        </p:nvSpPr>
        <p:spPr/>
        <p:txBody>
          <a:bodyPr/>
          <a:lstStyle/>
          <a:p>
            <a:endParaRPr lang="zh-CN" altLang="en-US"/>
          </a:p>
        </p:txBody>
      </p:sp>
      <p:cxnSp>
        <p:nvCxnSpPr>
          <p:cNvPr id="23" name="直接连接符 22"/>
          <p:cNvCxnSpPr/>
          <p:nvPr/>
        </p:nvCxnSpPr>
        <p:spPr>
          <a:xfrm>
            <a:off x="3550950" y="1777855"/>
            <a:ext cx="2340000"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50950" y="5478737"/>
            <a:ext cx="2340000"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550950" y="2703076"/>
            <a:ext cx="2340000"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550950" y="3628297"/>
            <a:ext cx="2340000"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550950" y="4553518"/>
            <a:ext cx="2340000"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775565" y="1656398"/>
            <a:ext cx="4311281" cy="4173536"/>
            <a:chOff x="775565" y="1656398"/>
            <a:chExt cx="4311281" cy="4173536"/>
          </a:xfrm>
        </p:grpSpPr>
        <p:sp>
          <p:nvSpPr>
            <p:cNvPr id="29" name="iSliďe"/>
            <p:cNvSpPr/>
            <p:nvPr/>
          </p:nvSpPr>
          <p:spPr bwMode="auto">
            <a:xfrm>
              <a:off x="775565" y="5475803"/>
              <a:ext cx="4311281" cy="354131"/>
            </a:xfrm>
            <a:prstGeom prst="ellipse">
              <a:avLst/>
            </a:prstGeom>
            <a:solidFill>
              <a:srgbClr val="BCAE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5" name="î$ļîḑè"/>
            <p:cNvSpPr/>
            <p:nvPr/>
          </p:nvSpPr>
          <p:spPr bwMode="auto">
            <a:xfrm>
              <a:off x="1142264" y="4901824"/>
              <a:ext cx="3275958" cy="622829"/>
            </a:xfrm>
            <a:custGeom>
              <a:avLst/>
              <a:gdLst>
                <a:gd name="T0" fmla="*/ 988 w 988"/>
                <a:gd name="T1" fmla="*/ 188 h 188"/>
                <a:gd name="T2" fmla="*/ 106 w 988"/>
                <a:gd name="T3" fmla="*/ 188 h 188"/>
                <a:gd name="T4" fmla="*/ 0 w 988"/>
                <a:gd name="T5" fmla="*/ 99 h 188"/>
                <a:gd name="T6" fmla="*/ 0 w 988"/>
                <a:gd name="T7" fmla="*/ 86 h 188"/>
                <a:gd name="T8" fmla="*/ 106 w 988"/>
                <a:gd name="T9" fmla="*/ 0 h 188"/>
                <a:gd name="T10" fmla="*/ 988 w 988"/>
                <a:gd name="T11" fmla="*/ 0 h 188"/>
                <a:gd name="T12" fmla="*/ 963 w 988"/>
                <a:gd name="T13" fmla="*/ 90 h 188"/>
                <a:gd name="T14" fmla="*/ 988 w 988"/>
                <a:gd name="T15" fmla="*/ 188 h 1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188">
                  <a:moveTo>
                    <a:pt x="988" y="188"/>
                  </a:moveTo>
                  <a:cubicBezTo>
                    <a:pt x="106" y="188"/>
                    <a:pt x="106" y="188"/>
                    <a:pt x="106" y="188"/>
                  </a:cubicBezTo>
                  <a:cubicBezTo>
                    <a:pt x="51" y="188"/>
                    <a:pt x="0" y="147"/>
                    <a:pt x="0" y="99"/>
                  </a:cubicBezTo>
                  <a:cubicBezTo>
                    <a:pt x="0" y="86"/>
                    <a:pt x="0" y="86"/>
                    <a:pt x="0" y="86"/>
                  </a:cubicBezTo>
                  <a:cubicBezTo>
                    <a:pt x="0" y="39"/>
                    <a:pt x="51" y="0"/>
                    <a:pt x="106" y="0"/>
                  </a:cubicBezTo>
                  <a:cubicBezTo>
                    <a:pt x="988" y="0"/>
                    <a:pt x="988" y="0"/>
                    <a:pt x="988" y="0"/>
                  </a:cubicBezTo>
                  <a:cubicBezTo>
                    <a:pt x="988" y="0"/>
                    <a:pt x="963" y="31"/>
                    <a:pt x="963" y="90"/>
                  </a:cubicBezTo>
                  <a:cubicBezTo>
                    <a:pt x="963" y="157"/>
                    <a:pt x="988" y="188"/>
                    <a:pt x="988" y="188"/>
                  </a:cubicBezTo>
                  <a:close/>
                </a:path>
              </a:pathLst>
            </a:custGeom>
            <a:solidFill>
              <a:srgbClr val="FCFC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1" name="işlídé"/>
            <p:cNvSpPr/>
            <p:nvPr/>
          </p:nvSpPr>
          <p:spPr bwMode="auto">
            <a:xfrm>
              <a:off x="2613849" y="4929303"/>
              <a:ext cx="1837956" cy="607564"/>
            </a:xfrm>
            <a:custGeom>
              <a:avLst/>
              <a:gdLst>
                <a:gd name="T0" fmla="*/ 554 w 554"/>
                <a:gd name="T1" fmla="*/ 184 h 184"/>
                <a:gd name="T2" fmla="*/ 0 w 554"/>
                <a:gd name="T3" fmla="*/ 184 h 184"/>
                <a:gd name="T4" fmla="*/ 0 w 554"/>
                <a:gd name="T5" fmla="*/ 0 h 184"/>
                <a:gd name="T6" fmla="*/ 554 w 554"/>
                <a:gd name="T7" fmla="*/ 0 h 184"/>
                <a:gd name="T8" fmla="*/ 529 w 554"/>
                <a:gd name="T9" fmla="*/ 88 h 184"/>
                <a:gd name="T10" fmla="*/ 554 w 554"/>
                <a:gd name="T11" fmla="*/ 184 h 184"/>
              </a:gdLst>
              <a:ahLst/>
              <a:cxnLst>
                <a:cxn ang="0">
                  <a:pos x="T0" y="T1"/>
                </a:cxn>
                <a:cxn ang="0">
                  <a:pos x="T2" y="T3"/>
                </a:cxn>
                <a:cxn ang="0">
                  <a:pos x="T4" y="T5"/>
                </a:cxn>
                <a:cxn ang="0">
                  <a:pos x="T6" y="T7"/>
                </a:cxn>
                <a:cxn ang="0">
                  <a:pos x="T8" y="T9"/>
                </a:cxn>
                <a:cxn ang="0">
                  <a:pos x="T10" y="T11"/>
                </a:cxn>
              </a:cxnLst>
              <a:rect l="0" t="0" r="r" b="b"/>
              <a:pathLst>
                <a:path w="554" h="184">
                  <a:moveTo>
                    <a:pt x="554" y="184"/>
                  </a:moveTo>
                  <a:cubicBezTo>
                    <a:pt x="0" y="184"/>
                    <a:pt x="0" y="184"/>
                    <a:pt x="0" y="184"/>
                  </a:cubicBezTo>
                  <a:cubicBezTo>
                    <a:pt x="0" y="0"/>
                    <a:pt x="0" y="0"/>
                    <a:pt x="0" y="0"/>
                  </a:cubicBezTo>
                  <a:cubicBezTo>
                    <a:pt x="554" y="0"/>
                    <a:pt x="554" y="0"/>
                    <a:pt x="554" y="0"/>
                  </a:cubicBezTo>
                  <a:cubicBezTo>
                    <a:pt x="554" y="0"/>
                    <a:pt x="529" y="29"/>
                    <a:pt x="529" y="88"/>
                  </a:cubicBezTo>
                  <a:cubicBezTo>
                    <a:pt x="529" y="155"/>
                    <a:pt x="554" y="184"/>
                    <a:pt x="554" y="184"/>
                  </a:cubicBezTo>
                  <a:close/>
                </a:path>
              </a:pathLst>
            </a:custGeom>
            <a:solidFill>
              <a:srgbClr val="F0F0E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9" name="îṡḷíḑè"/>
            <p:cNvSpPr/>
            <p:nvPr/>
          </p:nvSpPr>
          <p:spPr bwMode="auto">
            <a:xfrm>
              <a:off x="1102573" y="4877399"/>
              <a:ext cx="3367551" cy="674732"/>
            </a:xfrm>
            <a:custGeom>
              <a:avLst/>
              <a:gdLst>
                <a:gd name="T0" fmla="*/ 1016 w 1016"/>
                <a:gd name="T1" fmla="*/ 204 h 204"/>
                <a:gd name="T2" fmla="*/ 116 w 1016"/>
                <a:gd name="T3" fmla="*/ 204 h 204"/>
                <a:gd name="T4" fmla="*/ 0 w 1016"/>
                <a:gd name="T5" fmla="*/ 107 h 204"/>
                <a:gd name="T6" fmla="*/ 0 w 1016"/>
                <a:gd name="T7" fmla="*/ 94 h 204"/>
                <a:gd name="T8" fmla="*/ 116 w 1016"/>
                <a:gd name="T9" fmla="*/ 0 h 204"/>
                <a:gd name="T10" fmla="*/ 1016 w 1016"/>
                <a:gd name="T11" fmla="*/ 0 h 204"/>
                <a:gd name="T12" fmla="*/ 1016 w 1016"/>
                <a:gd name="T13" fmla="*/ 20 h 204"/>
                <a:gd name="T14" fmla="*/ 116 w 1016"/>
                <a:gd name="T15" fmla="*/ 20 h 204"/>
                <a:gd name="T16" fmla="*/ 28 w 1016"/>
                <a:gd name="T17" fmla="*/ 94 h 204"/>
                <a:gd name="T18" fmla="*/ 28 w 1016"/>
                <a:gd name="T19" fmla="*/ 107 h 204"/>
                <a:gd name="T20" fmla="*/ 116 w 1016"/>
                <a:gd name="T21" fmla="*/ 184 h 204"/>
                <a:gd name="T22" fmla="*/ 1016 w 1016"/>
                <a:gd name="T23" fmla="*/ 184 h 204"/>
                <a:gd name="T24" fmla="*/ 1016 w 1016"/>
                <a:gd name="T25" fmla="*/ 20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6" h="204">
                  <a:moveTo>
                    <a:pt x="1016" y="204"/>
                  </a:moveTo>
                  <a:cubicBezTo>
                    <a:pt x="116" y="204"/>
                    <a:pt x="116" y="204"/>
                    <a:pt x="116" y="204"/>
                  </a:cubicBezTo>
                  <a:cubicBezTo>
                    <a:pt x="54" y="204"/>
                    <a:pt x="0" y="162"/>
                    <a:pt x="0" y="107"/>
                  </a:cubicBezTo>
                  <a:cubicBezTo>
                    <a:pt x="0" y="94"/>
                    <a:pt x="0" y="94"/>
                    <a:pt x="0" y="94"/>
                  </a:cubicBezTo>
                  <a:cubicBezTo>
                    <a:pt x="0" y="42"/>
                    <a:pt x="53" y="0"/>
                    <a:pt x="116" y="0"/>
                  </a:cubicBezTo>
                  <a:cubicBezTo>
                    <a:pt x="1016" y="0"/>
                    <a:pt x="1016" y="0"/>
                    <a:pt x="1016" y="0"/>
                  </a:cubicBezTo>
                  <a:cubicBezTo>
                    <a:pt x="1016" y="20"/>
                    <a:pt x="1016" y="20"/>
                    <a:pt x="1016" y="20"/>
                  </a:cubicBezTo>
                  <a:cubicBezTo>
                    <a:pt x="116" y="20"/>
                    <a:pt x="116" y="20"/>
                    <a:pt x="116" y="20"/>
                  </a:cubicBezTo>
                  <a:cubicBezTo>
                    <a:pt x="67" y="20"/>
                    <a:pt x="28" y="54"/>
                    <a:pt x="28" y="94"/>
                  </a:cubicBezTo>
                  <a:cubicBezTo>
                    <a:pt x="28" y="107"/>
                    <a:pt x="28" y="107"/>
                    <a:pt x="28" y="107"/>
                  </a:cubicBezTo>
                  <a:cubicBezTo>
                    <a:pt x="28" y="149"/>
                    <a:pt x="68" y="184"/>
                    <a:pt x="116" y="184"/>
                  </a:cubicBezTo>
                  <a:cubicBezTo>
                    <a:pt x="1016" y="184"/>
                    <a:pt x="1016" y="184"/>
                    <a:pt x="1016" y="184"/>
                  </a:cubicBezTo>
                  <a:lnTo>
                    <a:pt x="1016" y="204"/>
                  </a:lnTo>
                  <a:close/>
                </a:path>
              </a:pathLst>
            </a:custGeom>
            <a:solidFill>
              <a:srgbClr val="593F3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0" name="i$ḻîdé"/>
            <p:cNvSpPr/>
            <p:nvPr/>
          </p:nvSpPr>
          <p:spPr bwMode="auto">
            <a:xfrm>
              <a:off x="1594120" y="2575375"/>
              <a:ext cx="2164636" cy="461016"/>
            </a:xfrm>
            <a:custGeom>
              <a:avLst/>
              <a:gdLst>
                <a:gd name="T0" fmla="*/ 653 w 653"/>
                <a:gd name="T1" fmla="*/ 140 h 140"/>
                <a:gd name="T2" fmla="*/ 76 w 653"/>
                <a:gd name="T3" fmla="*/ 140 h 140"/>
                <a:gd name="T4" fmla="*/ 0 w 653"/>
                <a:gd name="T5" fmla="*/ 71 h 140"/>
                <a:gd name="T6" fmla="*/ 0 w 653"/>
                <a:gd name="T7" fmla="*/ 61 h 140"/>
                <a:gd name="T8" fmla="*/ 76 w 653"/>
                <a:gd name="T9" fmla="*/ 0 h 140"/>
                <a:gd name="T10" fmla="*/ 653 w 653"/>
                <a:gd name="T11" fmla="*/ 0 h 140"/>
                <a:gd name="T12" fmla="*/ 634 w 653"/>
                <a:gd name="T13" fmla="*/ 67 h 140"/>
                <a:gd name="T14" fmla="*/ 653 w 653"/>
                <a:gd name="T15" fmla="*/ 14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3" h="140">
                  <a:moveTo>
                    <a:pt x="653" y="140"/>
                  </a:moveTo>
                  <a:cubicBezTo>
                    <a:pt x="76" y="140"/>
                    <a:pt x="76" y="140"/>
                    <a:pt x="76" y="140"/>
                  </a:cubicBezTo>
                  <a:cubicBezTo>
                    <a:pt x="35" y="140"/>
                    <a:pt x="0" y="106"/>
                    <a:pt x="0" y="71"/>
                  </a:cubicBezTo>
                  <a:cubicBezTo>
                    <a:pt x="0" y="61"/>
                    <a:pt x="0" y="61"/>
                    <a:pt x="0" y="61"/>
                  </a:cubicBezTo>
                  <a:cubicBezTo>
                    <a:pt x="0" y="25"/>
                    <a:pt x="35" y="0"/>
                    <a:pt x="76" y="0"/>
                  </a:cubicBezTo>
                  <a:cubicBezTo>
                    <a:pt x="653" y="0"/>
                    <a:pt x="653" y="0"/>
                    <a:pt x="653" y="0"/>
                  </a:cubicBezTo>
                  <a:cubicBezTo>
                    <a:pt x="653" y="0"/>
                    <a:pt x="634" y="23"/>
                    <a:pt x="634" y="67"/>
                  </a:cubicBezTo>
                  <a:cubicBezTo>
                    <a:pt x="634" y="117"/>
                    <a:pt x="653" y="140"/>
                    <a:pt x="653" y="140"/>
                  </a:cubicBezTo>
                  <a:close/>
                </a:path>
              </a:pathLst>
            </a:custGeom>
            <a:solidFill>
              <a:srgbClr val="FCFC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1" name="işļîḋé"/>
            <p:cNvSpPr/>
            <p:nvPr/>
          </p:nvSpPr>
          <p:spPr bwMode="auto">
            <a:xfrm>
              <a:off x="2256638" y="2575375"/>
              <a:ext cx="1523489" cy="461016"/>
            </a:xfrm>
            <a:custGeom>
              <a:avLst/>
              <a:gdLst>
                <a:gd name="T0" fmla="*/ 460 w 460"/>
                <a:gd name="T1" fmla="*/ 140 h 140"/>
                <a:gd name="T2" fmla="*/ 0 w 460"/>
                <a:gd name="T3" fmla="*/ 140 h 140"/>
                <a:gd name="T4" fmla="*/ 0 w 460"/>
                <a:gd name="T5" fmla="*/ 0 h 140"/>
                <a:gd name="T6" fmla="*/ 460 w 460"/>
                <a:gd name="T7" fmla="*/ 0 h 140"/>
                <a:gd name="T8" fmla="*/ 442 w 460"/>
                <a:gd name="T9" fmla="*/ 67 h 140"/>
                <a:gd name="T10" fmla="*/ 460 w 460"/>
                <a:gd name="T11" fmla="*/ 140 h 140"/>
              </a:gdLst>
              <a:ahLst/>
              <a:cxnLst>
                <a:cxn ang="0">
                  <a:pos x="T0" y="T1"/>
                </a:cxn>
                <a:cxn ang="0">
                  <a:pos x="T2" y="T3"/>
                </a:cxn>
                <a:cxn ang="0">
                  <a:pos x="T4" y="T5"/>
                </a:cxn>
                <a:cxn ang="0">
                  <a:pos x="T6" y="T7"/>
                </a:cxn>
                <a:cxn ang="0">
                  <a:pos x="T8" y="T9"/>
                </a:cxn>
                <a:cxn ang="0">
                  <a:pos x="T10" y="T11"/>
                </a:cxn>
              </a:cxnLst>
              <a:rect l="0" t="0" r="r" b="b"/>
              <a:pathLst>
                <a:path w="460" h="140">
                  <a:moveTo>
                    <a:pt x="460" y="140"/>
                  </a:moveTo>
                  <a:cubicBezTo>
                    <a:pt x="0" y="140"/>
                    <a:pt x="0" y="140"/>
                    <a:pt x="0" y="140"/>
                  </a:cubicBezTo>
                  <a:cubicBezTo>
                    <a:pt x="0" y="0"/>
                    <a:pt x="0" y="0"/>
                    <a:pt x="0" y="0"/>
                  </a:cubicBezTo>
                  <a:cubicBezTo>
                    <a:pt x="460" y="0"/>
                    <a:pt x="460" y="0"/>
                    <a:pt x="460" y="0"/>
                  </a:cubicBezTo>
                  <a:cubicBezTo>
                    <a:pt x="460" y="0"/>
                    <a:pt x="442" y="23"/>
                    <a:pt x="442" y="67"/>
                  </a:cubicBezTo>
                  <a:cubicBezTo>
                    <a:pt x="442" y="117"/>
                    <a:pt x="460" y="140"/>
                    <a:pt x="460" y="140"/>
                  </a:cubicBezTo>
                  <a:close/>
                </a:path>
              </a:pathLst>
            </a:custGeom>
            <a:solidFill>
              <a:srgbClr val="F0F0E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2" name="i$ḻíḋé"/>
            <p:cNvSpPr/>
            <p:nvPr/>
          </p:nvSpPr>
          <p:spPr bwMode="auto">
            <a:xfrm>
              <a:off x="1621597" y="2557056"/>
              <a:ext cx="283938" cy="476281"/>
            </a:xfrm>
            <a:custGeom>
              <a:avLst/>
              <a:gdLst>
                <a:gd name="T0" fmla="*/ 81 w 86"/>
                <a:gd name="T1" fmla="*/ 144 h 144"/>
                <a:gd name="T2" fmla="*/ 0 w 86"/>
                <a:gd name="T3" fmla="*/ 77 h 144"/>
                <a:gd name="T4" fmla="*/ 0 w 86"/>
                <a:gd name="T5" fmla="*/ 67 h 144"/>
                <a:gd name="T6" fmla="*/ 24 w 86"/>
                <a:gd name="T7" fmla="*/ 19 h 144"/>
                <a:gd name="T8" fmla="*/ 81 w 86"/>
                <a:gd name="T9" fmla="*/ 0 h 144"/>
                <a:gd name="T10" fmla="*/ 86 w 86"/>
                <a:gd name="T11" fmla="*/ 5 h 144"/>
                <a:gd name="T12" fmla="*/ 79 w 86"/>
                <a:gd name="T13" fmla="*/ 10 h 144"/>
                <a:gd name="T14" fmla="*/ 8 w 86"/>
                <a:gd name="T15" fmla="*/ 67 h 144"/>
                <a:gd name="T16" fmla="*/ 8 w 86"/>
                <a:gd name="T17" fmla="*/ 77 h 144"/>
                <a:gd name="T18" fmla="*/ 79 w 86"/>
                <a:gd name="T19" fmla="*/ 134 h 144"/>
                <a:gd name="T20" fmla="*/ 85 w 86"/>
                <a:gd name="T21" fmla="*/ 139 h 144"/>
                <a:gd name="T22" fmla="*/ 81 w 86"/>
                <a:gd name="T2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144">
                  <a:moveTo>
                    <a:pt x="81" y="144"/>
                  </a:moveTo>
                  <a:cubicBezTo>
                    <a:pt x="35" y="144"/>
                    <a:pt x="0" y="115"/>
                    <a:pt x="0" y="77"/>
                  </a:cubicBezTo>
                  <a:cubicBezTo>
                    <a:pt x="0" y="67"/>
                    <a:pt x="0" y="67"/>
                    <a:pt x="0" y="67"/>
                  </a:cubicBezTo>
                  <a:cubicBezTo>
                    <a:pt x="0" y="49"/>
                    <a:pt x="8" y="32"/>
                    <a:pt x="24" y="19"/>
                  </a:cubicBezTo>
                  <a:cubicBezTo>
                    <a:pt x="39" y="7"/>
                    <a:pt x="59" y="0"/>
                    <a:pt x="81" y="0"/>
                  </a:cubicBezTo>
                  <a:cubicBezTo>
                    <a:pt x="84" y="0"/>
                    <a:pt x="86" y="3"/>
                    <a:pt x="86" y="5"/>
                  </a:cubicBezTo>
                  <a:cubicBezTo>
                    <a:pt x="86" y="8"/>
                    <a:pt x="82" y="10"/>
                    <a:pt x="79" y="10"/>
                  </a:cubicBezTo>
                  <a:cubicBezTo>
                    <a:pt x="40" y="10"/>
                    <a:pt x="8" y="35"/>
                    <a:pt x="8" y="67"/>
                  </a:cubicBezTo>
                  <a:cubicBezTo>
                    <a:pt x="8" y="77"/>
                    <a:pt x="8" y="77"/>
                    <a:pt x="8" y="77"/>
                  </a:cubicBezTo>
                  <a:cubicBezTo>
                    <a:pt x="8" y="109"/>
                    <a:pt x="40" y="134"/>
                    <a:pt x="79" y="134"/>
                  </a:cubicBezTo>
                  <a:cubicBezTo>
                    <a:pt x="82" y="134"/>
                    <a:pt x="85" y="136"/>
                    <a:pt x="85" y="139"/>
                  </a:cubicBezTo>
                  <a:cubicBezTo>
                    <a:pt x="85" y="142"/>
                    <a:pt x="84" y="144"/>
                    <a:pt x="81" y="144"/>
                  </a:cubicBezTo>
                  <a:close/>
                </a:path>
              </a:pathLst>
            </a:custGeom>
            <a:solidFill>
              <a:srgbClr val="C4757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3" name="íṧ1ïḋe"/>
            <p:cNvSpPr/>
            <p:nvPr/>
          </p:nvSpPr>
          <p:spPr bwMode="auto">
            <a:xfrm>
              <a:off x="1566641" y="2535686"/>
              <a:ext cx="2228750" cy="515972"/>
            </a:xfrm>
            <a:custGeom>
              <a:avLst/>
              <a:gdLst>
                <a:gd name="T0" fmla="*/ 672 w 672"/>
                <a:gd name="T1" fmla="*/ 156 h 156"/>
                <a:gd name="T2" fmla="*/ 82 w 672"/>
                <a:gd name="T3" fmla="*/ 156 h 156"/>
                <a:gd name="T4" fmla="*/ 0 w 672"/>
                <a:gd name="T5" fmla="*/ 83 h 156"/>
                <a:gd name="T6" fmla="*/ 0 w 672"/>
                <a:gd name="T7" fmla="*/ 73 h 156"/>
                <a:gd name="T8" fmla="*/ 82 w 672"/>
                <a:gd name="T9" fmla="*/ 0 h 156"/>
                <a:gd name="T10" fmla="*/ 672 w 672"/>
                <a:gd name="T11" fmla="*/ 0 h 156"/>
                <a:gd name="T12" fmla="*/ 672 w 672"/>
                <a:gd name="T13" fmla="*/ 16 h 156"/>
                <a:gd name="T14" fmla="*/ 82 w 672"/>
                <a:gd name="T15" fmla="*/ 16 h 156"/>
                <a:gd name="T16" fmla="*/ 16 w 672"/>
                <a:gd name="T17" fmla="*/ 73 h 156"/>
                <a:gd name="T18" fmla="*/ 16 w 672"/>
                <a:gd name="T19" fmla="*/ 83 h 156"/>
                <a:gd name="T20" fmla="*/ 82 w 672"/>
                <a:gd name="T21" fmla="*/ 144 h 156"/>
                <a:gd name="T22" fmla="*/ 672 w 672"/>
                <a:gd name="T23" fmla="*/ 144 h 156"/>
                <a:gd name="T24" fmla="*/ 672 w 672"/>
                <a:gd name="T25"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2" h="156">
                  <a:moveTo>
                    <a:pt x="672" y="156"/>
                  </a:moveTo>
                  <a:cubicBezTo>
                    <a:pt x="82" y="156"/>
                    <a:pt x="82" y="156"/>
                    <a:pt x="82" y="156"/>
                  </a:cubicBezTo>
                  <a:cubicBezTo>
                    <a:pt x="36" y="156"/>
                    <a:pt x="0" y="123"/>
                    <a:pt x="0" y="83"/>
                  </a:cubicBezTo>
                  <a:cubicBezTo>
                    <a:pt x="0" y="73"/>
                    <a:pt x="0" y="73"/>
                    <a:pt x="0" y="73"/>
                  </a:cubicBezTo>
                  <a:cubicBezTo>
                    <a:pt x="0" y="33"/>
                    <a:pt x="35" y="0"/>
                    <a:pt x="82" y="0"/>
                  </a:cubicBezTo>
                  <a:cubicBezTo>
                    <a:pt x="672" y="0"/>
                    <a:pt x="672" y="0"/>
                    <a:pt x="672" y="0"/>
                  </a:cubicBezTo>
                  <a:cubicBezTo>
                    <a:pt x="672" y="16"/>
                    <a:pt x="672" y="16"/>
                    <a:pt x="672" y="16"/>
                  </a:cubicBezTo>
                  <a:cubicBezTo>
                    <a:pt x="82" y="16"/>
                    <a:pt x="82" y="16"/>
                    <a:pt x="82" y="16"/>
                  </a:cubicBezTo>
                  <a:cubicBezTo>
                    <a:pt x="46" y="16"/>
                    <a:pt x="16" y="43"/>
                    <a:pt x="16" y="73"/>
                  </a:cubicBezTo>
                  <a:cubicBezTo>
                    <a:pt x="16" y="83"/>
                    <a:pt x="16" y="83"/>
                    <a:pt x="16" y="83"/>
                  </a:cubicBezTo>
                  <a:cubicBezTo>
                    <a:pt x="16" y="114"/>
                    <a:pt x="47" y="144"/>
                    <a:pt x="82" y="144"/>
                  </a:cubicBezTo>
                  <a:cubicBezTo>
                    <a:pt x="672" y="144"/>
                    <a:pt x="672" y="144"/>
                    <a:pt x="672" y="144"/>
                  </a:cubicBezTo>
                  <a:lnTo>
                    <a:pt x="672" y="156"/>
                  </a:lnTo>
                  <a:close/>
                </a:path>
              </a:pathLst>
            </a:custGeom>
            <a:solidFill>
              <a:schemeClr val="accent2"/>
            </a:solidFill>
            <a:ln>
              <a:noFill/>
            </a:ln>
          </p:spPr>
          <p:txBody>
            <a:bodyPr anchor="ctr"/>
            <a:lstStyle/>
            <a:p>
              <a:pPr algn="ctr"/>
              <a:endParaRPr/>
            </a:p>
          </p:txBody>
        </p:sp>
        <p:sp>
          <p:nvSpPr>
            <p:cNvPr id="55" name="ïṥḷíḍé"/>
            <p:cNvSpPr/>
            <p:nvPr/>
          </p:nvSpPr>
          <p:spPr bwMode="auto">
            <a:xfrm>
              <a:off x="1316288" y="3408867"/>
              <a:ext cx="3196578" cy="488493"/>
            </a:xfrm>
            <a:custGeom>
              <a:avLst/>
              <a:gdLst>
                <a:gd name="T0" fmla="*/ 965 w 965"/>
                <a:gd name="T1" fmla="*/ 148 h 148"/>
                <a:gd name="T2" fmla="*/ 73 w 965"/>
                <a:gd name="T3" fmla="*/ 148 h 148"/>
                <a:gd name="T4" fmla="*/ 0 w 965"/>
                <a:gd name="T5" fmla="*/ 77 h 148"/>
                <a:gd name="T6" fmla="*/ 0 w 965"/>
                <a:gd name="T7" fmla="*/ 67 h 148"/>
                <a:gd name="T8" fmla="*/ 73 w 965"/>
                <a:gd name="T9" fmla="*/ 0 h 148"/>
                <a:gd name="T10" fmla="*/ 965 w 965"/>
                <a:gd name="T11" fmla="*/ 0 h 148"/>
                <a:gd name="T12" fmla="*/ 946 w 965"/>
                <a:gd name="T13" fmla="*/ 71 h 148"/>
                <a:gd name="T14" fmla="*/ 965 w 965"/>
                <a:gd name="T15" fmla="*/ 148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5" h="148">
                  <a:moveTo>
                    <a:pt x="965" y="148"/>
                  </a:moveTo>
                  <a:cubicBezTo>
                    <a:pt x="73" y="148"/>
                    <a:pt x="73" y="148"/>
                    <a:pt x="73" y="148"/>
                  </a:cubicBezTo>
                  <a:cubicBezTo>
                    <a:pt x="31" y="148"/>
                    <a:pt x="0" y="114"/>
                    <a:pt x="0" y="77"/>
                  </a:cubicBezTo>
                  <a:cubicBezTo>
                    <a:pt x="0" y="67"/>
                    <a:pt x="0" y="67"/>
                    <a:pt x="0" y="67"/>
                  </a:cubicBezTo>
                  <a:cubicBezTo>
                    <a:pt x="0" y="30"/>
                    <a:pt x="31" y="0"/>
                    <a:pt x="73" y="0"/>
                  </a:cubicBezTo>
                  <a:cubicBezTo>
                    <a:pt x="965" y="0"/>
                    <a:pt x="965" y="0"/>
                    <a:pt x="965" y="0"/>
                  </a:cubicBezTo>
                  <a:cubicBezTo>
                    <a:pt x="965" y="0"/>
                    <a:pt x="946" y="25"/>
                    <a:pt x="946" y="71"/>
                  </a:cubicBezTo>
                  <a:cubicBezTo>
                    <a:pt x="946" y="123"/>
                    <a:pt x="965" y="148"/>
                    <a:pt x="965" y="148"/>
                  </a:cubicBezTo>
                  <a:close/>
                </a:path>
              </a:pathLst>
            </a:custGeom>
            <a:solidFill>
              <a:srgbClr val="FCFC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6" name="í$ļiḍè"/>
            <p:cNvSpPr/>
            <p:nvPr/>
          </p:nvSpPr>
          <p:spPr bwMode="auto">
            <a:xfrm>
              <a:off x="2357390" y="3418026"/>
              <a:ext cx="2155476" cy="473229"/>
            </a:xfrm>
            <a:custGeom>
              <a:avLst/>
              <a:gdLst>
                <a:gd name="T0" fmla="*/ 651 w 651"/>
                <a:gd name="T1" fmla="*/ 0 h 143"/>
                <a:gd name="T2" fmla="*/ 0 w 651"/>
                <a:gd name="T3" fmla="*/ 0 h 143"/>
                <a:gd name="T4" fmla="*/ 0 w 651"/>
                <a:gd name="T5" fmla="*/ 143 h 143"/>
                <a:gd name="T6" fmla="*/ 651 w 651"/>
                <a:gd name="T7" fmla="*/ 143 h 143"/>
                <a:gd name="T8" fmla="*/ 632 w 651"/>
                <a:gd name="T9" fmla="*/ 68 h 143"/>
                <a:gd name="T10" fmla="*/ 651 w 651"/>
                <a:gd name="T11" fmla="*/ 0 h 143"/>
              </a:gdLst>
              <a:ahLst/>
              <a:cxnLst>
                <a:cxn ang="0">
                  <a:pos x="T0" y="T1"/>
                </a:cxn>
                <a:cxn ang="0">
                  <a:pos x="T2" y="T3"/>
                </a:cxn>
                <a:cxn ang="0">
                  <a:pos x="T4" y="T5"/>
                </a:cxn>
                <a:cxn ang="0">
                  <a:pos x="T6" y="T7"/>
                </a:cxn>
                <a:cxn ang="0">
                  <a:pos x="T8" y="T9"/>
                </a:cxn>
                <a:cxn ang="0">
                  <a:pos x="T10" y="T11"/>
                </a:cxn>
              </a:cxnLst>
              <a:rect l="0" t="0" r="r" b="b"/>
              <a:pathLst>
                <a:path w="651" h="143">
                  <a:moveTo>
                    <a:pt x="651" y="0"/>
                  </a:moveTo>
                  <a:cubicBezTo>
                    <a:pt x="0" y="0"/>
                    <a:pt x="0" y="0"/>
                    <a:pt x="0" y="0"/>
                  </a:cubicBezTo>
                  <a:cubicBezTo>
                    <a:pt x="0" y="143"/>
                    <a:pt x="0" y="143"/>
                    <a:pt x="0" y="143"/>
                  </a:cubicBezTo>
                  <a:cubicBezTo>
                    <a:pt x="651" y="143"/>
                    <a:pt x="651" y="143"/>
                    <a:pt x="651" y="143"/>
                  </a:cubicBezTo>
                  <a:cubicBezTo>
                    <a:pt x="651" y="143"/>
                    <a:pt x="632" y="120"/>
                    <a:pt x="632" y="68"/>
                  </a:cubicBezTo>
                  <a:cubicBezTo>
                    <a:pt x="632" y="23"/>
                    <a:pt x="651" y="0"/>
                    <a:pt x="651" y="0"/>
                  </a:cubicBezTo>
                  <a:close/>
                </a:path>
              </a:pathLst>
            </a:custGeom>
            <a:solidFill>
              <a:srgbClr val="F0F0E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7" name="íṥḷîḍe"/>
            <p:cNvSpPr/>
            <p:nvPr/>
          </p:nvSpPr>
          <p:spPr bwMode="auto">
            <a:xfrm>
              <a:off x="1328501" y="3396655"/>
              <a:ext cx="296150" cy="515972"/>
            </a:xfrm>
            <a:custGeom>
              <a:avLst/>
              <a:gdLst>
                <a:gd name="T0" fmla="*/ 80 w 89"/>
                <a:gd name="T1" fmla="*/ 156 h 156"/>
                <a:gd name="T2" fmla="*/ 0 w 89"/>
                <a:gd name="T3" fmla="*/ 82 h 156"/>
                <a:gd name="T4" fmla="*/ 0 w 89"/>
                <a:gd name="T5" fmla="*/ 72 h 156"/>
                <a:gd name="T6" fmla="*/ 82 w 89"/>
                <a:gd name="T7" fmla="*/ 0 h 156"/>
                <a:gd name="T8" fmla="*/ 89 w 89"/>
                <a:gd name="T9" fmla="*/ 6 h 156"/>
                <a:gd name="T10" fmla="*/ 79 w 89"/>
                <a:gd name="T11" fmla="*/ 13 h 156"/>
                <a:gd name="T12" fmla="*/ 8 w 89"/>
                <a:gd name="T13" fmla="*/ 72 h 156"/>
                <a:gd name="T14" fmla="*/ 8 w 89"/>
                <a:gd name="T15" fmla="*/ 82 h 156"/>
                <a:gd name="T16" fmla="*/ 76 w 89"/>
                <a:gd name="T17" fmla="*/ 143 h 156"/>
                <a:gd name="T18" fmla="*/ 86 w 89"/>
                <a:gd name="T19" fmla="*/ 150 h 156"/>
                <a:gd name="T20" fmla="*/ 80 w 89"/>
                <a:gd name="T2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 h="156">
                  <a:moveTo>
                    <a:pt x="80" y="156"/>
                  </a:moveTo>
                  <a:cubicBezTo>
                    <a:pt x="35" y="156"/>
                    <a:pt x="0" y="123"/>
                    <a:pt x="0" y="82"/>
                  </a:cubicBezTo>
                  <a:cubicBezTo>
                    <a:pt x="0" y="72"/>
                    <a:pt x="0" y="72"/>
                    <a:pt x="0" y="72"/>
                  </a:cubicBezTo>
                  <a:cubicBezTo>
                    <a:pt x="0" y="32"/>
                    <a:pt x="36" y="0"/>
                    <a:pt x="82" y="0"/>
                  </a:cubicBezTo>
                  <a:cubicBezTo>
                    <a:pt x="86" y="0"/>
                    <a:pt x="89" y="2"/>
                    <a:pt x="89" y="6"/>
                  </a:cubicBezTo>
                  <a:cubicBezTo>
                    <a:pt x="89" y="10"/>
                    <a:pt x="84" y="13"/>
                    <a:pt x="79" y="13"/>
                  </a:cubicBezTo>
                  <a:cubicBezTo>
                    <a:pt x="41" y="13"/>
                    <a:pt x="8" y="39"/>
                    <a:pt x="8" y="72"/>
                  </a:cubicBezTo>
                  <a:cubicBezTo>
                    <a:pt x="8" y="82"/>
                    <a:pt x="8" y="82"/>
                    <a:pt x="8" y="82"/>
                  </a:cubicBezTo>
                  <a:cubicBezTo>
                    <a:pt x="8" y="116"/>
                    <a:pt x="39" y="143"/>
                    <a:pt x="76" y="143"/>
                  </a:cubicBezTo>
                  <a:cubicBezTo>
                    <a:pt x="81" y="143"/>
                    <a:pt x="86" y="146"/>
                    <a:pt x="86" y="150"/>
                  </a:cubicBezTo>
                  <a:cubicBezTo>
                    <a:pt x="86" y="153"/>
                    <a:pt x="84" y="156"/>
                    <a:pt x="80" y="156"/>
                  </a:cubicBezTo>
                  <a:close/>
                </a:path>
              </a:pathLst>
            </a:custGeom>
            <a:solidFill>
              <a:srgbClr val="A5A47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8" name="ïṩľiḋe"/>
            <p:cNvSpPr/>
            <p:nvPr/>
          </p:nvSpPr>
          <p:spPr bwMode="auto">
            <a:xfrm>
              <a:off x="1261333" y="3393601"/>
              <a:ext cx="3315647" cy="531236"/>
            </a:xfrm>
            <a:custGeom>
              <a:avLst/>
              <a:gdLst>
                <a:gd name="T0" fmla="*/ 1000 w 1000"/>
                <a:gd name="T1" fmla="*/ 160 h 160"/>
                <a:gd name="T2" fmla="*/ 87 w 1000"/>
                <a:gd name="T3" fmla="*/ 160 h 160"/>
                <a:gd name="T4" fmla="*/ 0 w 1000"/>
                <a:gd name="T5" fmla="*/ 81 h 160"/>
                <a:gd name="T6" fmla="*/ 0 w 1000"/>
                <a:gd name="T7" fmla="*/ 71 h 160"/>
                <a:gd name="T8" fmla="*/ 87 w 1000"/>
                <a:gd name="T9" fmla="*/ 0 h 160"/>
                <a:gd name="T10" fmla="*/ 1000 w 1000"/>
                <a:gd name="T11" fmla="*/ 0 h 160"/>
                <a:gd name="T12" fmla="*/ 1000 w 1000"/>
                <a:gd name="T13" fmla="*/ 16 h 160"/>
                <a:gd name="T14" fmla="*/ 87 w 1000"/>
                <a:gd name="T15" fmla="*/ 16 h 160"/>
                <a:gd name="T16" fmla="*/ 20 w 1000"/>
                <a:gd name="T17" fmla="*/ 71 h 160"/>
                <a:gd name="T18" fmla="*/ 20 w 1000"/>
                <a:gd name="T19" fmla="*/ 81 h 160"/>
                <a:gd name="T20" fmla="*/ 87 w 1000"/>
                <a:gd name="T21" fmla="*/ 148 h 160"/>
                <a:gd name="T22" fmla="*/ 1000 w 1000"/>
                <a:gd name="T23" fmla="*/ 148 h 160"/>
                <a:gd name="T24" fmla="*/ 1000 w 1000"/>
                <a:gd name="T25"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0" h="160">
                  <a:moveTo>
                    <a:pt x="1000" y="160"/>
                  </a:moveTo>
                  <a:cubicBezTo>
                    <a:pt x="87" y="160"/>
                    <a:pt x="87" y="160"/>
                    <a:pt x="87" y="160"/>
                  </a:cubicBezTo>
                  <a:cubicBezTo>
                    <a:pt x="41" y="160"/>
                    <a:pt x="0" y="123"/>
                    <a:pt x="0" y="81"/>
                  </a:cubicBezTo>
                  <a:cubicBezTo>
                    <a:pt x="0" y="71"/>
                    <a:pt x="0" y="71"/>
                    <a:pt x="0" y="71"/>
                  </a:cubicBezTo>
                  <a:cubicBezTo>
                    <a:pt x="0" y="31"/>
                    <a:pt x="38" y="0"/>
                    <a:pt x="87" y="0"/>
                  </a:cubicBezTo>
                  <a:cubicBezTo>
                    <a:pt x="1000" y="0"/>
                    <a:pt x="1000" y="0"/>
                    <a:pt x="1000" y="0"/>
                  </a:cubicBezTo>
                  <a:cubicBezTo>
                    <a:pt x="1000" y="16"/>
                    <a:pt x="1000" y="16"/>
                    <a:pt x="1000" y="16"/>
                  </a:cubicBezTo>
                  <a:cubicBezTo>
                    <a:pt x="87" y="16"/>
                    <a:pt x="87" y="16"/>
                    <a:pt x="87" y="16"/>
                  </a:cubicBezTo>
                  <a:cubicBezTo>
                    <a:pt x="59" y="16"/>
                    <a:pt x="20" y="50"/>
                    <a:pt x="20" y="71"/>
                  </a:cubicBezTo>
                  <a:cubicBezTo>
                    <a:pt x="20" y="81"/>
                    <a:pt x="20" y="81"/>
                    <a:pt x="20" y="81"/>
                  </a:cubicBezTo>
                  <a:cubicBezTo>
                    <a:pt x="20" y="115"/>
                    <a:pt x="50" y="148"/>
                    <a:pt x="87" y="148"/>
                  </a:cubicBezTo>
                  <a:cubicBezTo>
                    <a:pt x="1000" y="148"/>
                    <a:pt x="1000" y="148"/>
                    <a:pt x="1000" y="148"/>
                  </a:cubicBezTo>
                  <a:lnTo>
                    <a:pt x="1000" y="160"/>
                  </a:lnTo>
                  <a:close/>
                </a:path>
              </a:pathLst>
            </a:custGeom>
            <a:solidFill>
              <a:schemeClr val="accent2"/>
            </a:solidFill>
            <a:ln>
              <a:noFill/>
            </a:ln>
          </p:spPr>
          <p:txBody>
            <a:bodyPr anchor="ctr"/>
            <a:lstStyle/>
            <a:p>
              <a:pPr algn="ctr"/>
              <a:endParaRPr/>
            </a:p>
          </p:txBody>
        </p:sp>
        <p:sp>
          <p:nvSpPr>
            <p:cNvPr id="61" name="ï$lidê"/>
            <p:cNvSpPr/>
            <p:nvPr/>
          </p:nvSpPr>
          <p:spPr bwMode="auto">
            <a:xfrm>
              <a:off x="1679606" y="4425543"/>
              <a:ext cx="1001411" cy="424379"/>
            </a:xfrm>
            <a:custGeom>
              <a:avLst/>
              <a:gdLst>
                <a:gd name="T0" fmla="*/ 0 w 302"/>
                <a:gd name="T1" fmla="*/ 128 h 128"/>
                <a:gd name="T2" fmla="*/ 237 w 302"/>
                <a:gd name="T3" fmla="*/ 128 h 128"/>
                <a:gd name="T4" fmla="*/ 302 w 302"/>
                <a:gd name="T5" fmla="*/ 66 h 128"/>
                <a:gd name="T6" fmla="*/ 302 w 302"/>
                <a:gd name="T7" fmla="*/ 57 h 128"/>
                <a:gd name="T8" fmla="*/ 237 w 302"/>
                <a:gd name="T9" fmla="*/ 0 h 128"/>
                <a:gd name="T10" fmla="*/ 0 w 302"/>
                <a:gd name="T11" fmla="*/ 0 h 128"/>
                <a:gd name="T12" fmla="*/ 17 w 302"/>
                <a:gd name="T13" fmla="*/ 61 h 128"/>
                <a:gd name="T14" fmla="*/ 0 w 302"/>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2" h="128">
                  <a:moveTo>
                    <a:pt x="0" y="128"/>
                  </a:moveTo>
                  <a:cubicBezTo>
                    <a:pt x="237" y="128"/>
                    <a:pt x="237" y="128"/>
                    <a:pt x="237" y="128"/>
                  </a:cubicBezTo>
                  <a:cubicBezTo>
                    <a:pt x="274" y="128"/>
                    <a:pt x="302" y="99"/>
                    <a:pt x="302" y="66"/>
                  </a:cubicBezTo>
                  <a:cubicBezTo>
                    <a:pt x="302" y="57"/>
                    <a:pt x="302" y="57"/>
                    <a:pt x="302" y="57"/>
                  </a:cubicBezTo>
                  <a:cubicBezTo>
                    <a:pt x="302" y="24"/>
                    <a:pt x="274" y="0"/>
                    <a:pt x="237" y="0"/>
                  </a:cubicBezTo>
                  <a:cubicBezTo>
                    <a:pt x="0" y="0"/>
                    <a:pt x="0" y="0"/>
                    <a:pt x="0" y="0"/>
                  </a:cubicBezTo>
                  <a:cubicBezTo>
                    <a:pt x="0" y="0"/>
                    <a:pt x="17" y="21"/>
                    <a:pt x="17" y="61"/>
                  </a:cubicBezTo>
                  <a:cubicBezTo>
                    <a:pt x="17" y="107"/>
                    <a:pt x="0" y="128"/>
                    <a:pt x="0" y="128"/>
                  </a:cubicBezTo>
                  <a:close/>
                </a:path>
              </a:pathLst>
            </a:custGeom>
            <a:solidFill>
              <a:srgbClr val="FCFC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3" name="iśḻïḓé"/>
            <p:cNvSpPr/>
            <p:nvPr/>
          </p:nvSpPr>
          <p:spPr bwMode="auto">
            <a:xfrm>
              <a:off x="2448983" y="4404172"/>
              <a:ext cx="164866" cy="454910"/>
            </a:xfrm>
            <a:custGeom>
              <a:avLst/>
              <a:gdLst>
                <a:gd name="T0" fmla="*/ 6 w 50"/>
                <a:gd name="T1" fmla="*/ 138 h 138"/>
                <a:gd name="T2" fmla="*/ 2 w 50"/>
                <a:gd name="T3" fmla="*/ 135 h 138"/>
                <a:gd name="T4" fmla="*/ 3 w 50"/>
                <a:gd name="T5" fmla="*/ 129 h 138"/>
                <a:gd name="T6" fmla="*/ 39 w 50"/>
                <a:gd name="T7" fmla="*/ 66 h 138"/>
                <a:gd name="T8" fmla="*/ 3 w 50"/>
                <a:gd name="T9" fmla="*/ 9 h 138"/>
                <a:gd name="T10" fmla="*/ 2 w 50"/>
                <a:gd name="T11" fmla="*/ 2 h 138"/>
                <a:gd name="T12" fmla="*/ 9 w 50"/>
                <a:gd name="T13" fmla="*/ 1 h 138"/>
                <a:gd name="T14" fmla="*/ 50 w 50"/>
                <a:gd name="T15" fmla="*/ 66 h 138"/>
                <a:gd name="T16" fmla="*/ 9 w 50"/>
                <a:gd name="T17" fmla="*/ 137 h 138"/>
                <a:gd name="T18" fmla="*/ 6 w 50"/>
                <a:gd name="T19"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138">
                  <a:moveTo>
                    <a:pt x="6" y="138"/>
                  </a:moveTo>
                  <a:cubicBezTo>
                    <a:pt x="4" y="138"/>
                    <a:pt x="3" y="137"/>
                    <a:pt x="2" y="135"/>
                  </a:cubicBezTo>
                  <a:cubicBezTo>
                    <a:pt x="0" y="133"/>
                    <a:pt x="1" y="130"/>
                    <a:pt x="3" y="129"/>
                  </a:cubicBezTo>
                  <a:cubicBezTo>
                    <a:pt x="15" y="122"/>
                    <a:pt x="39" y="125"/>
                    <a:pt x="39" y="66"/>
                  </a:cubicBezTo>
                  <a:cubicBezTo>
                    <a:pt x="39" y="29"/>
                    <a:pt x="4" y="9"/>
                    <a:pt x="3" y="9"/>
                  </a:cubicBezTo>
                  <a:cubicBezTo>
                    <a:pt x="1" y="7"/>
                    <a:pt x="0" y="5"/>
                    <a:pt x="2" y="2"/>
                  </a:cubicBezTo>
                  <a:cubicBezTo>
                    <a:pt x="3" y="0"/>
                    <a:pt x="6" y="0"/>
                    <a:pt x="9" y="1"/>
                  </a:cubicBezTo>
                  <a:cubicBezTo>
                    <a:pt x="11" y="2"/>
                    <a:pt x="50" y="23"/>
                    <a:pt x="50" y="66"/>
                  </a:cubicBezTo>
                  <a:cubicBezTo>
                    <a:pt x="50" y="114"/>
                    <a:pt x="11" y="136"/>
                    <a:pt x="9" y="137"/>
                  </a:cubicBezTo>
                  <a:cubicBezTo>
                    <a:pt x="8" y="137"/>
                    <a:pt x="7" y="138"/>
                    <a:pt x="6" y="138"/>
                  </a:cubicBezTo>
                  <a:close/>
                </a:path>
              </a:pathLst>
            </a:custGeom>
            <a:solidFill>
              <a:srgbClr val="A5A47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4" name="ïṣľïḋe"/>
            <p:cNvSpPr/>
            <p:nvPr/>
          </p:nvSpPr>
          <p:spPr bwMode="auto">
            <a:xfrm>
              <a:off x="1633809" y="4413331"/>
              <a:ext cx="2320343" cy="464069"/>
            </a:xfrm>
            <a:custGeom>
              <a:avLst/>
              <a:gdLst>
                <a:gd name="T0" fmla="*/ 624 w 700"/>
                <a:gd name="T1" fmla="*/ 0 h 140"/>
                <a:gd name="T2" fmla="*/ 0 w 700"/>
                <a:gd name="T3" fmla="*/ 0 h 140"/>
                <a:gd name="T4" fmla="*/ 0 w 700"/>
                <a:gd name="T5" fmla="*/ 8 h 140"/>
                <a:gd name="T6" fmla="*/ 269 w 700"/>
                <a:gd name="T7" fmla="*/ 8 h 140"/>
                <a:gd name="T8" fmla="*/ 295 w 700"/>
                <a:gd name="T9" fmla="*/ 61 h 140"/>
                <a:gd name="T10" fmla="*/ 264 w 700"/>
                <a:gd name="T11" fmla="*/ 124 h 140"/>
                <a:gd name="T12" fmla="*/ 0 w 700"/>
                <a:gd name="T13" fmla="*/ 124 h 140"/>
                <a:gd name="T14" fmla="*/ 0 w 700"/>
                <a:gd name="T15" fmla="*/ 140 h 140"/>
                <a:gd name="T16" fmla="*/ 624 w 700"/>
                <a:gd name="T17" fmla="*/ 140 h 140"/>
                <a:gd name="T18" fmla="*/ 700 w 700"/>
                <a:gd name="T19" fmla="*/ 68 h 140"/>
                <a:gd name="T20" fmla="*/ 700 w 700"/>
                <a:gd name="T21" fmla="*/ 59 h 140"/>
                <a:gd name="T22" fmla="*/ 624 w 700"/>
                <a:gd name="T23"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0" h="140">
                  <a:moveTo>
                    <a:pt x="624" y="0"/>
                  </a:moveTo>
                  <a:cubicBezTo>
                    <a:pt x="0" y="0"/>
                    <a:pt x="0" y="0"/>
                    <a:pt x="0" y="0"/>
                  </a:cubicBezTo>
                  <a:cubicBezTo>
                    <a:pt x="0" y="8"/>
                    <a:pt x="0" y="8"/>
                    <a:pt x="0" y="8"/>
                  </a:cubicBezTo>
                  <a:cubicBezTo>
                    <a:pt x="269" y="8"/>
                    <a:pt x="269" y="8"/>
                    <a:pt x="269" y="8"/>
                  </a:cubicBezTo>
                  <a:cubicBezTo>
                    <a:pt x="280" y="20"/>
                    <a:pt x="295" y="36"/>
                    <a:pt x="295" y="61"/>
                  </a:cubicBezTo>
                  <a:cubicBezTo>
                    <a:pt x="295" y="94"/>
                    <a:pt x="276" y="116"/>
                    <a:pt x="264" y="124"/>
                  </a:cubicBezTo>
                  <a:cubicBezTo>
                    <a:pt x="0" y="124"/>
                    <a:pt x="0" y="124"/>
                    <a:pt x="0" y="124"/>
                  </a:cubicBezTo>
                  <a:cubicBezTo>
                    <a:pt x="0" y="140"/>
                    <a:pt x="0" y="140"/>
                    <a:pt x="0" y="140"/>
                  </a:cubicBezTo>
                  <a:cubicBezTo>
                    <a:pt x="624" y="140"/>
                    <a:pt x="624" y="140"/>
                    <a:pt x="624" y="140"/>
                  </a:cubicBezTo>
                  <a:cubicBezTo>
                    <a:pt x="665" y="140"/>
                    <a:pt x="700" y="114"/>
                    <a:pt x="700" y="68"/>
                  </a:cubicBezTo>
                  <a:cubicBezTo>
                    <a:pt x="700" y="59"/>
                    <a:pt x="700" y="59"/>
                    <a:pt x="700" y="59"/>
                  </a:cubicBezTo>
                  <a:cubicBezTo>
                    <a:pt x="700" y="23"/>
                    <a:pt x="668" y="0"/>
                    <a:pt x="624" y="0"/>
                  </a:cubicBezTo>
                  <a:close/>
                </a:path>
              </a:pathLst>
            </a:custGeom>
            <a:solidFill>
              <a:schemeClr val="accent1"/>
            </a:solidFill>
            <a:ln>
              <a:noFill/>
            </a:ln>
          </p:spPr>
          <p:txBody>
            <a:bodyPr anchor="ctr"/>
            <a:lstStyle/>
            <a:p>
              <a:pPr algn="ctr"/>
              <a:endParaRPr/>
            </a:p>
          </p:txBody>
        </p:sp>
        <p:sp>
          <p:nvSpPr>
            <p:cNvPr id="65" name="iSḷîďé"/>
            <p:cNvSpPr/>
            <p:nvPr/>
          </p:nvSpPr>
          <p:spPr bwMode="auto">
            <a:xfrm>
              <a:off x="2842830" y="4413331"/>
              <a:ext cx="201503" cy="464069"/>
            </a:xfrm>
            <a:custGeom>
              <a:avLst/>
              <a:gdLst>
                <a:gd name="T0" fmla="*/ 61 w 61"/>
                <a:gd name="T1" fmla="*/ 71 h 140"/>
                <a:gd name="T2" fmla="*/ 40 w 61"/>
                <a:gd name="T3" fmla="*/ 0 h 140"/>
                <a:gd name="T4" fmla="*/ 0 w 61"/>
                <a:gd name="T5" fmla="*/ 0 h 140"/>
                <a:gd name="T6" fmla="*/ 21 w 61"/>
                <a:gd name="T7" fmla="*/ 71 h 140"/>
                <a:gd name="T8" fmla="*/ 0 w 61"/>
                <a:gd name="T9" fmla="*/ 140 h 140"/>
                <a:gd name="T10" fmla="*/ 40 w 61"/>
                <a:gd name="T11" fmla="*/ 140 h 140"/>
                <a:gd name="T12" fmla="*/ 61 w 61"/>
                <a:gd name="T13" fmla="*/ 71 h 140"/>
              </a:gdLst>
              <a:ahLst/>
              <a:cxnLst>
                <a:cxn ang="0">
                  <a:pos x="T0" y="T1"/>
                </a:cxn>
                <a:cxn ang="0">
                  <a:pos x="T2" y="T3"/>
                </a:cxn>
                <a:cxn ang="0">
                  <a:pos x="T4" y="T5"/>
                </a:cxn>
                <a:cxn ang="0">
                  <a:pos x="T6" y="T7"/>
                </a:cxn>
                <a:cxn ang="0">
                  <a:pos x="T8" y="T9"/>
                </a:cxn>
                <a:cxn ang="0">
                  <a:pos x="T10" y="T11"/>
                </a:cxn>
                <a:cxn ang="0">
                  <a:pos x="T12" y="T13"/>
                </a:cxn>
              </a:cxnLst>
              <a:rect l="0" t="0" r="r" b="b"/>
              <a:pathLst>
                <a:path w="61" h="140">
                  <a:moveTo>
                    <a:pt x="61" y="71"/>
                  </a:moveTo>
                  <a:cubicBezTo>
                    <a:pt x="61" y="30"/>
                    <a:pt x="40" y="0"/>
                    <a:pt x="40" y="0"/>
                  </a:cubicBezTo>
                  <a:cubicBezTo>
                    <a:pt x="0" y="0"/>
                    <a:pt x="0" y="0"/>
                    <a:pt x="0" y="0"/>
                  </a:cubicBezTo>
                  <a:cubicBezTo>
                    <a:pt x="0" y="0"/>
                    <a:pt x="21" y="30"/>
                    <a:pt x="21" y="71"/>
                  </a:cubicBezTo>
                  <a:cubicBezTo>
                    <a:pt x="21" y="117"/>
                    <a:pt x="0" y="140"/>
                    <a:pt x="0" y="140"/>
                  </a:cubicBezTo>
                  <a:cubicBezTo>
                    <a:pt x="40" y="140"/>
                    <a:pt x="40" y="140"/>
                    <a:pt x="40" y="140"/>
                  </a:cubicBezTo>
                  <a:cubicBezTo>
                    <a:pt x="40" y="140"/>
                    <a:pt x="61" y="117"/>
                    <a:pt x="61" y="71"/>
                  </a:cubicBezTo>
                  <a:close/>
                </a:path>
              </a:pathLst>
            </a:custGeom>
            <a:solidFill>
              <a:srgbClr val="EFEB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6" name="ïṣľïďê"/>
            <p:cNvSpPr/>
            <p:nvPr/>
          </p:nvSpPr>
          <p:spPr bwMode="auto">
            <a:xfrm>
              <a:off x="3474819" y="4413331"/>
              <a:ext cx="207610" cy="464069"/>
            </a:xfrm>
            <a:custGeom>
              <a:avLst/>
              <a:gdLst>
                <a:gd name="T0" fmla="*/ 62 w 62"/>
                <a:gd name="T1" fmla="*/ 71 h 140"/>
                <a:gd name="T2" fmla="*/ 40 w 62"/>
                <a:gd name="T3" fmla="*/ 0 h 140"/>
                <a:gd name="T4" fmla="*/ 0 w 62"/>
                <a:gd name="T5" fmla="*/ 0 h 140"/>
                <a:gd name="T6" fmla="*/ 21 w 62"/>
                <a:gd name="T7" fmla="*/ 71 h 140"/>
                <a:gd name="T8" fmla="*/ 0 w 62"/>
                <a:gd name="T9" fmla="*/ 140 h 140"/>
                <a:gd name="T10" fmla="*/ 40 w 62"/>
                <a:gd name="T11" fmla="*/ 140 h 140"/>
                <a:gd name="T12" fmla="*/ 62 w 62"/>
                <a:gd name="T13" fmla="*/ 71 h 140"/>
              </a:gdLst>
              <a:ahLst/>
              <a:cxnLst>
                <a:cxn ang="0">
                  <a:pos x="T0" y="T1"/>
                </a:cxn>
                <a:cxn ang="0">
                  <a:pos x="T2" y="T3"/>
                </a:cxn>
                <a:cxn ang="0">
                  <a:pos x="T4" y="T5"/>
                </a:cxn>
                <a:cxn ang="0">
                  <a:pos x="T6" y="T7"/>
                </a:cxn>
                <a:cxn ang="0">
                  <a:pos x="T8" y="T9"/>
                </a:cxn>
                <a:cxn ang="0">
                  <a:pos x="T10" y="T11"/>
                </a:cxn>
                <a:cxn ang="0">
                  <a:pos x="T12" y="T13"/>
                </a:cxn>
              </a:cxnLst>
              <a:rect l="0" t="0" r="r" b="b"/>
              <a:pathLst>
                <a:path w="62" h="140">
                  <a:moveTo>
                    <a:pt x="62" y="71"/>
                  </a:moveTo>
                  <a:cubicBezTo>
                    <a:pt x="62" y="30"/>
                    <a:pt x="40" y="0"/>
                    <a:pt x="40" y="0"/>
                  </a:cubicBezTo>
                  <a:cubicBezTo>
                    <a:pt x="0" y="0"/>
                    <a:pt x="0" y="0"/>
                    <a:pt x="0" y="0"/>
                  </a:cubicBezTo>
                  <a:cubicBezTo>
                    <a:pt x="0" y="0"/>
                    <a:pt x="21" y="30"/>
                    <a:pt x="21" y="71"/>
                  </a:cubicBezTo>
                  <a:cubicBezTo>
                    <a:pt x="21" y="117"/>
                    <a:pt x="0" y="140"/>
                    <a:pt x="0" y="140"/>
                  </a:cubicBezTo>
                  <a:cubicBezTo>
                    <a:pt x="40" y="140"/>
                    <a:pt x="40" y="140"/>
                    <a:pt x="40" y="140"/>
                  </a:cubicBezTo>
                  <a:cubicBezTo>
                    <a:pt x="40" y="140"/>
                    <a:pt x="62" y="117"/>
                    <a:pt x="62" y="71"/>
                  </a:cubicBezTo>
                  <a:close/>
                </a:path>
              </a:pathLst>
            </a:custGeom>
            <a:solidFill>
              <a:srgbClr val="EFEB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7" name="îšlîḍè"/>
            <p:cNvSpPr/>
            <p:nvPr/>
          </p:nvSpPr>
          <p:spPr bwMode="auto">
            <a:xfrm>
              <a:off x="2693230" y="1925069"/>
              <a:ext cx="961722" cy="293096"/>
            </a:xfrm>
            <a:custGeom>
              <a:avLst/>
              <a:gdLst>
                <a:gd name="T0" fmla="*/ 290 w 290"/>
                <a:gd name="T1" fmla="*/ 88 h 88"/>
                <a:gd name="T2" fmla="*/ 51 w 290"/>
                <a:gd name="T3" fmla="*/ 88 h 88"/>
                <a:gd name="T4" fmla="*/ 0 w 290"/>
                <a:gd name="T5" fmla="*/ 45 h 88"/>
                <a:gd name="T6" fmla="*/ 0 w 290"/>
                <a:gd name="T7" fmla="*/ 39 h 88"/>
                <a:gd name="T8" fmla="*/ 51 w 290"/>
                <a:gd name="T9" fmla="*/ 0 h 88"/>
                <a:gd name="T10" fmla="*/ 290 w 290"/>
                <a:gd name="T11" fmla="*/ 0 h 88"/>
                <a:gd name="T12" fmla="*/ 279 w 290"/>
                <a:gd name="T13" fmla="*/ 42 h 88"/>
                <a:gd name="T14" fmla="*/ 290 w 290"/>
                <a:gd name="T15" fmla="*/ 88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88">
                  <a:moveTo>
                    <a:pt x="290" y="88"/>
                  </a:moveTo>
                  <a:cubicBezTo>
                    <a:pt x="51" y="88"/>
                    <a:pt x="51" y="88"/>
                    <a:pt x="51" y="88"/>
                  </a:cubicBezTo>
                  <a:cubicBezTo>
                    <a:pt x="25" y="88"/>
                    <a:pt x="0" y="67"/>
                    <a:pt x="0" y="45"/>
                  </a:cubicBezTo>
                  <a:cubicBezTo>
                    <a:pt x="0" y="39"/>
                    <a:pt x="0" y="39"/>
                    <a:pt x="0" y="39"/>
                  </a:cubicBezTo>
                  <a:cubicBezTo>
                    <a:pt x="0" y="17"/>
                    <a:pt x="25" y="0"/>
                    <a:pt x="51" y="0"/>
                  </a:cubicBezTo>
                  <a:cubicBezTo>
                    <a:pt x="290" y="0"/>
                    <a:pt x="290" y="0"/>
                    <a:pt x="290" y="0"/>
                  </a:cubicBezTo>
                  <a:cubicBezTo>
                    <a:pt x="290" y="0"/>
                    <a:pt x="279" y="15"/>
                    <a:pt x="279" y="42"/>
                  </a:cubicBezTo>
                  <a:cubicBezTo>
                    <a:pt x="279" y="73"/>
                    <a:pt x="290" y="88"/>
                    <a:pt x="290" y="88"/>
                  </a:cubicBezTo>
                  <a:close/>
                </a:path>
              </a:pathLst>
            </a:custGeom>
            <a:solidFill>
              <a:srgbClr val="FCFC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8" name="íś1îďe"/>
            <p:cNvSpPr/>
            <p:nvPr/>
          </p:nvSpPr>
          <p:spPr bwMode="auto">
            <a:xfrm>
              <a:off x="1871949" y="1925069"/>
              <a:ext cx="976986" cy="277831"/>
            </a:xfrm>
            <a:custGeom>
              <a:avLst/>
              <a:gdLst>
                <a:gd name="T0" fmla="*/ 295 w 295"/>
                <a:gd name="T1" fmla="*/ 84 h 84"/>
                <a:gd name="T2" fmla="*/ 47 w 295"/>
                <a:gd name="T3" fmla="*/ 84 h 84"/>
                <a:gd name="T4" fmla="*/ 0 w 295"/>
                <a:gd name="T5" fmla="*/ 44 h 84"/>
                <a:gd name="T6" fmla="*/ 0 w 295"/>
                <a:gd name="T7" fmla="*/ 38 h 84"/>
                <a:gd name="T8" fmla="*/ 47 w 295"/>
                <a:gd name="T9" fmla="*/ 0 h 84"/>
                <a:gd name="T10" fmla="*/ 295 w 295"/>
                <a:gd name="T11" fmla="*/ 0 h 84"/>
                <a:gd name="T12" fmla="*/ 269 w 295"/>
                <a:gd name="T13" fmla="*/ 40 h 84"/>
                <a:gd name="T14" fmla="*/ 295 w 295"/>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5" h="84">
                  <a:moveTo>
                    <a:pt x="295" y="84"/>
                  </a:moveTo>
                  <a:cubicBezTo>
                    <a:pt x="47" y="84"/>
                    <a:pt x="47" y="84"/>
                    <a:pt x="47" y="84"/>
                  </a:cubicBezTo>
                  <a:cubicBezTo>
                    <a:pt x="22" y="84"/>
                    <a:pt x="0" y="66"/>
                    <a:pt x="0" y="44"/>
                  </a:cubicBezTo>
                  <a:cubicBezTo>
                    <a:pt x="0" y="38"/>
                    <a:pt x="0" y="38"/>
                    <a:pt x="0" y="38"/>
                  </a:cubicBezTo>
                  <a:cubicBezTo>
                    <a:pt x="0" y="16"/>
                    <a:pt x="22" y="0"/>
                    <a:pt x="47" y="0"/>
                  </a:cubicBezTo>
                  <a:cubicBezTo>
                    <a:pt x="295" y="0"/>
                    <a:pt x="295" y="0"/>
                    <a:pt x="295" y="0"/>
                  </a:cubicBezTo>
                  <a:cubicBezTo>
                    <a:pt x="295" y="0"/>
                    <a:pt x="269" y="13"/>
                    <a:pt x="269" y="40"/>
                  </a:cubicBezTo>
                  <a:cubicBezTo>
                    <a:pt x="269" y="71"/>
                    <a:pt x="295" y="84"/>
                    <a:pt x="295" y="84"/>
                  </a:cubicBezTo>
                  <a:close/>
                </a:path>
              </a:pathLst>
            </a:custGeom>
            <a:solidFill>
              <a:srgbClr val="593F3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9" name="íŝḷiḓé"/>
            <p:cNvSpPr/>
            <p:nvPr/>
          </p:nvSpPr>
          <p:spPr bwMode="auto">
            <a:xfrm>
              <a:off x="2760397" y="1912857"/>
              <a:ext cx="112965" cy="305308"/>
            </a:xfrm>
            <a:custGeom>
              <a:avLst/>
              <a:gdLst>
                <a:gd name="T0" fmla="*/ 30 w 34"/>
                <a:gd name="T1" fmla="*/ 92 h 92"/>
                <a:gd name="T2" fmla="*/ 33 w 34"/>
                <a:gd name="T3" fmla="*/ 91 h 92"/>
                <a:gd name="T4" fmla="*/ 32 w 34"/>
                <a:gd name="T5" fmla="*/ 87 h 92"/>
                <a:gd name="T6" fmla="*/ 7 w 34"/>
                <a:gd name="T7" fmla="*/ 44 h 92"/>
                <a:gd name="T8" fmla="*/ 32 w 34"/>
                <a:gd name="T9" fmla="*/ 6 h 92"/>
                <a:gd name="T10" fmla="*/ 33 w 34"/>
                <a:gd name="T11" fmla="*/ 1 h 92"/>
                <a:gd name="T12" fmla="*/ 27 w 34"/>
                <a:gd name="T13" fmla="*/ 1 h 92"/>
                <a:gd name="T14" fmla="*/ 0 w 34"/>
                <a:gd name="T15" fmla="*/ 44 h 92"/>
                <a:gd name="T16" fmla="*/ 28 w 34"/>
                <a:gd name="T17" fmla="*/ 92 h 92"/>
                <a:gd name="T18" fmla="*/ 30 w 34"/>
                <a:gd name="T19"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92">
                  <a:moveTo>
                    <a:pt x="30" y="92"/>
                  </a:moveTo>
                  <a:cubicBezTo>
                    <a:pt x="31" y="92"/>
                    <a:pt x="32" y="92"/>
                    <a:pt x="33" y="91"/>
                  </a:cubicBezTo>
                  <a:cubicBezTo>
                    <a:pt x="34" y="89"/>
                    <a:pt x="33" y="88"/>
                    <a:pt x="32" y="87"/>
                  </a:cubicBezTo>
                  <a:cubicBezTo>
                    <a:pt x="31" y="86"/>
                    <a:pt x="7" y="73"/>
                    <a:pt x="7" y="44"/>
                  </a:cubicBezTo>
                  <a:cubicBezTo>
                    <a:pt x="7" y="19"/>
                    <a:pt x="31" y="6"/>
                    <a:pt x="32" y="6"/>
                  </a:cubicBezTo>
                  <a:cubicBezTo>
                    <a:pt x="33" y="5"/>
                    <a:pt x="34" y="3"/>
                    <a:pt x="33" y="1"/>
                  </a:cubicBezTo>
                  <a:cubicBezTo>
                    <a:pt x="32" y="0"/>
                    <a:pt x="29" y="0"/>
                    <a:pt x="27" y="1"/>
                  </a:cubicBezTo>
                  <a:cubicBezTo>
                    <a:pt x="26" y="1"/>
                    <a:pt x="0" y="16"/>
                    <a:pt x="0" y="44"/>
                  </a:cubicBezTo>
                  <a:cubicBezTo>
                    <a:pt x="0" y="77"/>
                    <a:pt x="27" y="91"/>
                    <a:pt x="28" y="92"/>
                  </a:cubicBezTo>
                  <a:cubicBezTo>
                    <a:pt x="28" y="92"/>
                    <a:pt x="29" y="92"/>
                    <a:pt x="30" y="92"/>
                  </a:cubicBezTo>
                  <a:close/>
                </a:path>
              </a:pathLst>
            </a:custGeom>
            <a:solidFill>
              <a:srgbClr val="4A60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0" name="îSlíďè"/>
            <p:cNvSpPr/>
            <p:nvPr/>
          </p:nvSpPr>
          <p:spPr bwMode="auto">
            <a:xfrm>
              <a:off x="1859737" y="1912857"/>
              <a:ext cx="1828797" cy="317521"/>
            </a:xfrm>
            <a:custGeom>
              <a:avLst/>
              <a:gdLst>
                <a:gd name="T0" fmla="*/ 51 w 552"/>
                <a:gd name="T1" fmla="*/ 96 h 96"/>
                <a:gd name="T2" fmla="*/ 552 w 552"/>
                <a:gd name="T3" fmla="*/ 96 h 96"/>
                <a:gd name="T4" fmla="*/ 552 w 552"/>
                <a:gd name="T5" fmla="*/ 88 h 96"/>
                <a:gd name="T6" fmla="*/ 51 w 552"/>
                <a:gd name="T7" fmla="*/ 88 h 96"/>
                <a:gd name="T8" fmla="*/ 8 w 552"/>
                <a:gd name="T9" fmla="*/ 48 h 96"/>
                <a:gd name="T10" fmla="*/ 8 w 552"/>
                <a:gd name="T11" fmla="*/ 42 h 96"/>
                <a:gd name="T12" fmla="*/ 51 w 552"/>
                <a:gd name="T13" fmla="*/ 8 h 96"/>
                <a:gd name="T14" fmla="*/ 552 w 552"/>
                <a:gd name="T15" fmla="*/ 8 h 96"/>
                <a:gd name="T16" fmla="*/ 552 w 552"/>
                <a:gd name="T17" fmla="*/ 0 h 96"/>
                <a:gd name="T18" fmla="*/ 51 w 552"/>
                <a:gd name="T19" fmla="*/ 0 h 96"/>
                <a:gd name="T20" fmla="*/ 0 w 552"/>
                <a:gd name="T21" fmla="*/ 42 h 96"/>
                <a:gd name="T22" fmla="*/ 0 w 552"/>
                <a:gd name="T23" fmla="*/ 48 h 96"/>
                <a:gd name="T24" fmla="*/ 51 w 552"/>
                <a:gd name="T25"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52" h="96">
                  <a:moveTo>
                    <a:pt x="51" y="96"/>
                  </a:moveTo>
                  <a:cubicBezTo>
                    <a:pt x="552" y="96"/>
                    <a:pt x="552" y="96"/>
                    <a:pt x="552" y="96"/>
                  </a:cubicBezTo>
                  <a:cubicBezTo>
                    <a:pt x="552" y="88"/>
                    <a:pt x="552" y="88"/>
                    <a:pt x="552" y="88"/>
                  </a:cubicBezTo>
                  <a:cubicBezTo>
                    <a:pt x="51" y="88"/>
                    <a:pt x="51" y="88"/>
                    <a:pt x="51" y="88"/>
                  </a:cubicBezTo>
                  <a:cubicBezTo>
                    <a:pt x="30" y="88"/>
                    <a:pt x="8" y="68"/>
                    <a:pt x="8" y="48"/>
                  </a:cubicBezTo>
                  <a:cubicBezTo>
                    <a:pt x="8" y="42"/>
                    <a:pt x="8" y="42"/>
                    <a:pt x="8" y="42"/>
                  </a:cubicBezTo>
                  <a:cubicBezTo>
                    <a:pt x="8" y="23"/>
                    <a:pt x="29" y="8"/>
                    <a:pt x="51" y="8"/>
                  </a:cubicBezTo>
                  <a:cubicBezTo>
                    <a:pt x="552" y="8"/>
                    <a:pt x="552" y="8"/>
                    <a:pt x="552" y="8"/>
                  </a:cubicBezTo>
                  <a:cubicBezTo>
                    <a:pt x="552" y="0"/>
                    <a:pt x="552" y="0"/>
                    <a:pt x="552" y="0"/>
                  </a:cubicBezTo>
                  <a:cubicBezTo>
                    <a:pt x="51" y="0"/>
                    <a:pt x="51" y="0"/>
                    <a:pt x="51" y="0"/>
                  </a:cubicBezTo>
                  <a:cubicBezTo>
                    <a:pt x="22" y="0"/>
                    <a:pt x="0" y="17"/>
                    <a:pt x="0" y="42"/>
                  </a:cubicBezTo>
                  <a:cubicBezTo>
                    <a:pt x="0" y="48"/>
                    <a:pt x="0" y="48"/>
                    <a:pt x="0" y="48"/>
                  </a:cubicBezTo>
                  <a:cubicBezTo>
                    <a:pt x="0" y="74"/>
                    <a:pt x="24" y="96"/>
                    <a:pt x="51" y="96"/>
                  </a:cubicBezTo>
                  <a:close/>
                </a:path>
              </a:pathLst>
            </a:custGeom>
            <a:solidFill>
              <a:srgbClr val="593F3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1" name="íṡlîḋè"/>
            <p:cNvSpPr/>
            <p:nvPr/>
          </p:nvSpPr>
          <p:spPr bwMode="auto">
            <a:xfrm>
              <a:off x="2171151" y="1674716"/>
              <a:ext cx="1013623" cy="238140"/>
            </a:xfrm>
            <a:custGeom>
              <a:avLst/>
              <a:gdLst>
                <a:gd name="T0" fmla="*/ 0 w 306"/>
                <a:gd name="T1" fmla="*/ 72 h 72"/>
                <a:gd name="T2" fmla="*/ 277 w 306"/>
                <a:gd name="T3" fmla="*/ 72 h 72"/>
                <a:gd name="T4" fmla="*/ 306 w 306"/>
                <a:gd name="T5" fmla="*/ 36 h 72"/>
                <a:gd name="T6" fmla="*/ 306 w 306"/>
                <a:gd name="T7" fmla="*/ 31 h 72"/>
                <a:gd name="T8" fmla="*/ 277 w 306"/>
                <a:gd name="T9" fmla="*/ 0 h 72"/>
                <a:gd name="T10" fmla="*/ 0 w 306"/>
                <a:gd name="T11" fmla="*/ 0 h 72"/>
                <a:gd name="T12" fmla="*/ 8 w 306"/>
                <a:gd name="T13" fmla="*/ 34 h 72"/>
                <a:gd name="T14" fmla="*/ 0 w 306"/>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6" h="72">
                  <a:moveTo>
                    <a:pt x="0" y="72"/>
                  </a:moveTo>
                  <a:cubicBezTo>
                    <a:pt x="277" y="72"/>
                    <a:pt x="277" y="72"/>
                    <a:pt x="277" y="72"/>
                  </a:cubicBezTo>
                  <a:cubicBezTo>
                    <a:pt x="294" y="72"/>
                    <a:pt x="306" y="53"/>
                    <a:pt x="306" y="36"/>
                  </a:cubicBezTo>
                  <a:cubicBezTo>
                    <a:pt x="306" y="31"/>
                    <a:pt x="306" y="31"/>
                    <a:pt x="306" y="31"/>
                  </a:cubicBezTo>
                  <a:cubicBezTo>
                    <a:pt x="306" y="14"/>
                    <a:pt x="294" y="0"/>
                    <a:pt x="277" y="0"/>
                  </a:cubicBezTo>
                  <a:cubicBezTo>
                    <a:pt x="0" y="0"/>
                    <a:pt x="0" y="0"/>
                    <a:pt x="0" y="0"/>
                  </a:cubicBezTo>
                  <a:cubicBezTo>
                    <a:pt x="0" y="0"/>
                    <a:pt x="8" y="13"/>
                    <a:pt x="8" y="34"/>
                  </a:cubicBezTo>
                  <a:cubicBezTo>
                    <a:pt x="8" y="59"/>
                    <a:pt x="0" y="72"/>
                    <a:pt x="0" y="72"/>
                  </a:cubicBezTo>
                  <a:close/>
                </a:path>
              </a:pathLst>
            </a:custGeom>
            <a:solidFill>
              <a:srgbClr val="FCFC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2" name="íśľidê"/>
            <p:cNvSpPr/>
            <p:nvPr/>
          </p:nvSpPr>
          <p:spPr bwMode="auto">
            <a:xfrm>
              <a:off x="3087076" y="1677769"/>
              <a:ext cx="67168" cy="228982"/>
            </a:xfrm>
            <a:custGeom>
              <a:avLst/>
              <a:gdLst>
                <a:gd name="T0" fmla="*/ 4 w 20"/>
                <a:gd name="T1" fmla="*/ 69 h 69"/>
                <a:gd name="T2" fmla="*/ 2 w 20"/>
                <a:gd name="T3" fmla="*/ 68 h 69"/>
                <a:gd name="T4" fmla="*/ 1 w 20"/>
                <a:gd name="T5" fmla="*/ 67 h 69"/>
                <a:gd name="T6" fmla="*/ 16 w 20"/>
                <a:gd name="T7" fmla="*/ 33 h 69"/>
                <a:gd name="T8" fmla="*/ 3 w 20"/>
                <a:gd name="T9" fmla="*/ 5 h 69"/>
                <a:gd name="T10" fmla="*/ 2 w 20"/>
                <a:gd name="T11" fmla="*/ 1 h 69"/>
                <a:gd name="T12" fmla="*/ 7 w 20"/>
                <a:gd name="T13" fmla="*/ 3 h 69"/>
                <a:gd name="T14" fmla="*/ 20 w 20"/>
                <a:gd name="T15" fmla="*/ 33 h 69"/>
                <a:gd name="T16" fmla="*/ 5 w 20"/>
                <a:gd name="T17" fmla="*/ 69 h 69"/>
                <a:gd name="T18" fmla="*/ 4 w 20"/>
                <a:gd name="T19"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69">
                  <a:moveTo>
                    <a:pt x="4" y="69"/>
                  </a:moveTo>
                  <a:cubicBezTo>
                    <a:pt x="3" y="69"/>
                    <a:pt x="3" y="69"/>
                    <a:pt x="2" y="68"/>
                  </a:cubicBezTo>
                  <a:cubicBezTo>
                    <a:pt x="2" y="67"/>
                    <a:pt x="0" y="67"/>
                    <a:pt x="1" y="67"/>
                  </a:cubicBezTo>
                  <a:cubicBezTo>
                    <a:pt x="2" y="66"/>
                    <a:pt x="16" y="55"/>
                    <a:pt x="16" y="33"/>
                  </a:cubicBezTo>
                  <a:cubicBezTo>
                    <a:pt x="16" y="15"/>
                    <a:pt x="3" y="5"/>
                    <a:pt x="3" y="5"/>
                  </a:cubicBezTo>
                  <a:cubicBezTo>
                    <a:pt x="2" y="4"/>
                    <a:pt x="2" y="2"/>
                    <a:pt x="2" y="1"/>
                  </a:cubicBezTo>
                  <a:cubicBezTo>
                    <a:pt x="3" y="0"/>
                    <a:pt x="6" y="2"/>
                    <a:pt x="7" y="3"/>
                  </a:cubicBezTo>
                  <a:cubicBezTo>
                    <a:pt x="7" y="3"/>
                    <a:pt x="20" y="12"/>
                    <a:pt x="20" y="33"/>
                  </a:cubicBezTo>
                  <a:cubicBezTo>
                    <a:pt x="20" y="58"/>
                    <a:pt x="6" y="69"/>
                    <a:pt x="5" y="69"/>
                  </a:cubicBezTo>
                  <a:lnTo>
                    <a:pt x="4" y="69"/>
                  </a:lnTo>
                  <a:close/>
                </a:path>
              </a:pathLst>
            </a:custGeom>
            <a:solidFill>
              <a:srgbClr val="C4757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3" name="íṡliḑê"/>
            <p:cNvSpPr/>
            <p:nvPr/>
          </p:nvSpPr>
          <p:spPr bwMode="auto">
            <a:xfrm>
              <a:off x="2152833" y="1656398"/>
              <a:ext cx="1587603" cy="259513"/>
            </a:xfrm>
            <a:custGeom>
              <a:avLst/>
              <a:gdLst>
                <a:gd name="T0" fmla="*/ 447 w 479"/>
                <a:gd name="T1" fmla="*/ 0 h 78"/>
                <a:gd name="T2" fmla="*/ 0 w 479"/>
                <a:gd name="T3" fmla="*/ 0 h 78"/>
                <a:gd name="T4" fmla="*/ 0 w 479"/>
                <a:gd name="T5" fmla="*/ 12 h 78"/>
                <a:gd name="T6" fmla="*/ 291 w 479"/>
                <a:gd name="T7" fmla="*/ 12 h 78"/>
                <a:gd name="T8" fmla="*/ 301 w 479"/>
                <a:gd name="T9" fmla="*/ 40 h 78"/>
                <a:gd name="T10" fmla="*/ 290 w 479"/>
                <a:gd name="T11" fmla="*/ 72 h 78"/>
                <a:gd name="T12" fmla="*/ 0 w 479"/>
                <a:gd name="T13" fmla="*/ 72 h 78"/>
                <a:gd name="T14" fmla="*/ 0 w 479"/>
                <a:gd name="T15" fmla="*/ 78 h 78"/>
                <a:gd name="T16" fmla="*/ 284 w 479"/>
                <a:gd name="T17" fmla="*/ 78 h 78"/>
                <a:gd name="T18" fmla="*/ 447 w 479"/>
                <a:gd name="T19" fmla="*/ 78 h 78"/>
                <a:gd name="T20" fmla="*/ 447 w 479"/>
                <a:gd name="T21" fmla="*/ 78 h 78"/>
                <a:gd name="T22" fmla="*/ 448 w 479"/>
                <a:gd name="T23" fmla="*/ 78 h 78"/>
                <a:gd name="T24" fmla="*/ 479 w 479"/>
                <a:gd name="T25" fmla="*/ 41 h 78"/>
                <a:gd name="T26" fmla="*/ 479 w 479"/>
                <a:gd name="T27" fmla="*/ 36 h 78"/>
                <a:gd name="T28" fmla="*/ 447 w 479"/>
                <a:gd name="T2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9" h="78">
                  <a:moveTo>
                    <a:pt x="447" y="0"/>
                  </a:moveTo>
                  <a:cubicBezTo>
                    <a:pt x="0" y="0"/>
                    <a:pt x="0" y="0"/>
                    <a:pt x="0" y="0"/>
                  </a:cubicBezTo>
                  <a:cubicBezTo>
                    <a:pt x="0" y="12"/>
                    <a:pt x="0" y="12"/>
                    <a:pt x="0" y="12"/>
                  </a:cubicBezTo>
                  <a:cubicBezTo>
                    <a:pt x="291" y="12"/>
                    <a:pt x="291" y="12"/>
                    <a:pt x="291" y="12"/>
                  </a:cubicBezTo>
                  <a:cubicBezTo>
                    <a:pt x="295" y="18"/>
                    <a:pt x="301" y="27"/>
                    <a:pt x="301" y="40"/>
                  </a:cubicBezTo>
                  <a:cubicBezTo>
                    <a:pt x="301" y="55"/>
                    <a:pt x="295" y="66"/>
                    <a:pt x="290" y="72"/>
                  </a:cubicBezTo>
                  <a:cubicBezTo>
                    <a:pt x="0" y="72"/>
                    <a:pt x="0" y="72"/>
                    <a:pt x="0" y="72"/>
                  </a:cubicBezTo>
                  <a:cubicBezTo>
                    <a:pt x="0" y="78"/>
                    <a:pt x="0" y="78"/>
                    <a:pt x="0" y="78"/>
                  </a:cubicBezTo>
                  <a:cubicBezTo>
                    <a:pt x="284" y="78"/>
                    <a:pt x="284" y="78"/>
                    <a:pt x="284" y="78"/>
                  </a:cubicBezTo>
                  <a:cubicBezTo>
                    <a:pt x="447" y="78"/>
                    <a:pt x="447" y="78"/>
                    <a:pt x="447" y="78"/>
                  </a:cubicBezTo>
                  <a:cubicBezTo>
                    <a:pt x="447" y="78"/>
                    <a:pt x="447" y="78"/>
                    <a:pt x="447" y="78"/>
                  </a:cubicBezTo>
                  <a:cubicBezTo>
                    <a:pt x="448" y="78"/>
                    <a:pt x="448" y="78"/>
                    <a:pt x="448" y="78"/>
                  </a:cubicBezTo>
                  <a:cubicBezTo>
                    <a:pt x="466" y="77"/>
                    <a:pt x="479" y="61"/>
                    <a:pt x="479" y="41"/>
                  </a:cubicBezTo>
                  <a:cubicBezTo>
                    <a:pt x="479" y="36"/>
                    <a:pt x="479" y="36"/>
                    <a:pt x="479" y="36"/>
                  </a:cubicBezTo>
                  <a:cubicBezTo>
                    <a:pt x="479" y="16"/>
                    <a:pt x="467" y="0"/>
                    <a:pt x="447" y="0"/>
                  </a:cubicBezTo>
                  <a:close/>
                </a:path>
              </a:pathLst>
            </a:custGeom>
            <a:solidFill>
              <a:schemeClr val="accent2"/>
            </a:solidFill>
            <a:ln>
              <a:noFill/>
            </a:ln>
          </p:spPr>
          <p:txBody>
            <a:bodyPr anchor="ctr"/>
            <a:lstStyle/>
            <a:p>
              <a:pPr algn="ctr"/>
              <a:endParaRPr/>
            </a:p>
          </p:txBody>
        </p:sp>
        <p:sp>
          <p:nvSpPr>
            <p:cNvPr id="74" name="ïṩ1îde"/>
            <p:cNvSpPr/>
            <p:nvPr/>
          </p:nvSpPr>
          <p:spPr bwMode="auto">
            <a:xfrm>
              <a:off x="1475049" y="3924837"/>
              <a:ext cx="2808836" cy="488493"/>
            </a:xfrm>
            <a:prstGeom prst="rect">
              <a:avLst/>
            </a:prstGeom>
            <a:solidFill>
              <a:schemeClr val="accent1"/>
            </a:solidFill>
            <a:ln>
              <a:noFill/>
            </a:ln>
          </p:spPr>
          <p:txBody>
            <a:bodyPr anchor="ctr"/>
            <a:lstStyle/>
            <a:p>
              <a:pPr algn="ctr"/>
              <a:endParaRPr dirty="0"/>
            </a:p>
          </p:txBody>
        </p:sp>
        <p:sp>
          <p:nvSpPr>
            <p:cNvPr id="75" name="ïŝḻîḋê"/>
            <p:cNvSpPr/>
            <p:nvPr/>
          </p:nvSpPr>
          <p:spPr bwMode="auto">
            <a:xfrm>
              <a:off x="1633809" y="3924837"/>
              <a:ext cx="91592" cy="488493"/>
            </a:xfrm>
            <a:prstGeom prst="rect">
              <a:avLst/>
            </a:prstGeom>
            <a:solidFill>
              <a:srgbClr val="EFEBE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6" name="îṡḻiḋe"/>
            <p:cNvSpPr/>
            <p:nvPr/>
          </p:nvSpPr>
          <p:spPr bwMode="auto">
            <a:xfrm>
              <a:off x="1792569" y="3924837"/>
              <a:ext cx="119071" cy="488493"/>
            </a:xfrm>
            <a:prstGeom prst="rect">
              <a:avLst/>
            </a:prstGeom>
            <a:solidFill>
              <a:srgbClr val="EFEBE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7" name="ïš1îḋé"/>
            <p:cNvSpPr/>
            <p:nvPr/>
          </p:nvSpPr>
          <p:spPr bwMode="auto">
            <a:xfrm>
              <a:off x="1542217" y="2230378"/>
              <a:ext cx="2610386" cy="305308"/>
            </a:xfrm>
            <a:prstGeom prst="rect">
              <a:avLst/>
            </a:prstGeom>
            <a:solidFill>
              <a:schemeClr val="accent1"/>
            </a:solidFill>
            <a:ln>
              <a:noFill/>
            </a:ln>
          </p:spPr>
          <p:txBody>
            <a:bodyPr anchor="ctr"/>
            <a:lstStyle/>
            <a:p>
              <a:pPr algn="ctr"/>
              <a:endParaRPr dirty="0"/>
            </a:p>
          </p:txBody>
        </p:sp>
        <p:sp>
          <p:nvSpPr>
            <p:cNvPr id="78" name="îṡļïďè"/>
            <p:cNvSpPr/>
            <p:nvPr/>
          </p:nvSpPr>
          <p:spPr bwMode="auto">
            <a:xfrm>
              <a:off x="3966364" y="2230378"/>
              <a:ext cx="106859" cy="305308"/>
            </a:xfrm>
            <a:prstGeom prst="rect">
              <a:avLst/>
            </a:prstGeom>
            <a:solidFill>
              <a:srgbClr val="EFEBE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9" name="îṥļiḍè"/>
            <p:cNvSpPr/>
            <p:nvPr/>
          </p:nvSpPr>
          <p:spPr bwMode="auto">
            <a:xfrm>
              <a:off x="3835082" y="2230378"/>
              <a:ext cx="103805" cy="305308"/>
            </a:xfrm>
            <a:prstGeom prst="rect">
              <a:avLst/>
            </a:prstGeom>
            <a:solidFill>
              <a:srgbClr val="EFEBE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0" name="iŝliḓè"/>
            <p:cNvSpPr/>
            <p:nvPr/>
          </p:nvSpPr>
          <p:spPr bwMode="auto">
            <a:xfrm>
              <a:off x="2216949" y="3076080"/>
              <a:ext cx="2082202" cy="305308"/>
            </a:xfrm>
            <a:custGeom>
              <a:avLst/>
              <a:gdLst>
                <a:gd name="T0" fmla="*/ 628 w 628"/>
                <a:gd name="T1" fmla="*/ 92 h 92"/>
                <a:gd name="T2" fmla="*/ 66 w 628"/>
                <a:gd name="T3" fmla="*/ 92 h 92"/>
                <a:gd name="T4" fmla="*/ 0 w 628"/>
                <a:gd name="T5" fmla="*/ 46 h 92"/>
                <a:gd name="T6" fmla="*/ 0 w 628"/>
                <a:gd name="T7" fmla="*/ 37 h 92"/>
                <a:gd name="T8" fmla="*/ 66 w 628"/>
                <a:gd name="T9" fmla="*/ 0 h 92"/>
                <a:gd name="T10" fmla="*/ 628 w 628"/>
                <a:gd name="T11" fmla="*/ 0 h 92"/>
                <a:gd name="T12" fmla="*/ 628 w 628"/>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628" h="92">
                  <a:moveTo>
                    <a:pt x="628" y="92"/>
                  </a:moveTo>
                  <a:cubicBezTo>
                    <a:pt x="66" y="92"/>
                    <a:pt x="66" y="92"/>
                    <a:pt x="66" y="92"/>
                  </a:cubicBezTo>
                  <a:cubicBezTo>
                    <a:pt x="29" y="92"/>
                    <a:pt x="0" y="77"/>
                    <a:pt x="0" y="46"/>
                  </a:cubicBezTo>
                  <a:cubicBezTo>
                    <a:pt x="0" y="37"/>
                    <a:pt x="0" y="37"/>
                    <a:pt x="0" y="37"/>
                  </a:cubicBezTo>
                  <a:cubicBezTo>
                    <a:pt x="0" y="5"/>
                    <a:pt x="29" y="0"/>
                    <a:pt x="66" y="0"/>
                  </a:cubicBezTo>
                  <a:cubicBezTo>
                    <a:pt x="628" y="0"/>
                    <a:pt x="628" y="0"/>
                    <a:pt x="628" y="0"/>
                  </a:cubicBezTo>
                  <a:lnTo>
                    <a:pt x="628" y="92"/>
                  </a:lnTo>
                  <a:close/>
                </a:path>
              </a:pathLst>
            </a:custGeom>
            <a:solidFill>
              <a:srgbClr val="FCFC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1" name="îŝ1îḍé"/>
            <p:cNvSpPr/>
            <p:nvPr/>
          </p:nvSpPr>
          <p:spPr bwMode="auto">
            <a:xfrm>
              <a:off x="3184775" y="3076080"/>
              <a:ext cx="1218181" cy="305308"/>
            </a:xfrm>
            <a:custGeom>
              <a:avLst/>
              <a:gdLst>
                <a:gd name="T0" fmla="*/ 368 w 368"/>
                <a:gd name="T1" fmla="*/ 92 h 92"/>
                <a:gd name="T2" fmla="*/ 0 w 368"/>
                <a:gd name="T3" fmla="*/ 92 h 92"/>
                <a:gd name="T4" fmla="*/ 0 w 368"/>
                <a:gd name="T5" fmla="*/ 0 h 92"/>
                <a:gd name="T6" fmla="*/ 368 w 368"/>
                <a:gd name="T7" fmla="*/ 0 h 92"/>
                <a:gd name="T8" fmla="*/ 359 w 368"/>
                <a:gd name="T9" fmla="*/ 46 h 92"/>
                <a:gd name="T10" fmla="*/ 368 w 368"/>
                <a:gd name="T11" fmla="*/ 92 h 92"/>
              </a:gdLst>
              <a:ahLst/>
              <a:cxnLst>
                <a:cxn ang="0">
                  <a:pos x="T0" y="T1"/>
                </a:cxn>
                <a:cxn ang="0">
                  <a:pos x="T2" y="T3"/>
                </a:cxn>
                <a:cxn ang="0">
                  <a:pos x="T4" y="T5"/>
                </a:cxn>
                <a:cxn ang="0">
                  <a:pos x="T6" y="T7"/>
                </a:cxn>
                <a:cxn ang="0">
                  <a:pos x="T8" y="T9"/>
                </a:cxn>
                <a:cxn ang="0">
                  <a:pos x="T10" y="T11"/>
                </a:cxn>
              </a:cxnLst>
              <a:rect l="0" t="0" r="r" b="b"/>
              <a:pathLst>
                <a:path w="368" h="92">
                  <a:moveTo>
                    <a:pt x="368" y="92"/>
                  </a:moveTo>
                  <a:cubicBezTo>
                    <a:pt x="0" y="92"/>
                    <a:pt x="0" y="92"/>
                    <a:pt x="0" y="92"/>
                  </a:cubicBezTo>
                  <a:cubicBezTo>
                    <a:pt x="0" y="0"/>
                    <a:pt x="0" y="0"/>
                    <a:pt x="0" y="0"/>
                  </a:cubicBezTo>
                  <a:cubicBezTo>
                    <a:pt x="368" y="0"/>
                    <a:pt x="368" y="0"/>
                    <a:pt x="368" y="0"/>
                  </a:cubicBezTo>
                  <a:cubicBezTo>
                    <a:pt x="368" y="0"/>
                    <a:pt x="359" y="19"/>
                    <a:pt x="359" y="46"/>
                  </a:cubicBezTo>
                  <a:cubicBezTo>
                    <a:pt x="359" y="74"/>
                    <a:pt x="368" y="92"/>
                    <a:pt x="368" y="92"/>
                  </a:cubicBezTo>
                  <a:close/>
                </a:path>
              </a:pathLst>
            </a:custGeom>
            <a:solidFill>
              <a:srgbClr val="F0F0E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2" name="ïśliḋé"/>
            <p:cNvSpPr/>
            <p:nvPr/>
          </p:nvSpPr>
          <p:spPr bwMode="auto">
            <a:xfrm>
              <a:off x="2216949" y="3051656"/>
              <a:ext cx="2225698" cy="341945"/>
            </a:xfrm>
            <a:custGeom>
              <a:avLst/>
              <a:gdLst>
                <a:gd name="T0" fmla="*/ 68 w 672"/>
                <a:gd name="T1" fmla="*/ 104 h 104"/>
                <a:gd name="T2" fmla="*/ 672 w 672"/>
                <a:gd name="T3" fmla="*/ 104 h 104"/>
                <a:gd name="T4" fmla="*/ 672 w 672"/>
                <a:gd name="T5" fmla="*/ 96 h 104"/>
                <a:gd name="T6" fmla="*/ 68 w 672"/>
                <a:gd name="T7" fmla="*/ 96 h 104"/>
                <a:gd name="T8" fmla="*/ 8 w 672"/>
                <a:gd name="T9" fmla="*/ 54 h 104"/>
                <a:gd name="T10" fmla="*/ 8 w 672"/>
                <a:gd name="T11" fmla="*/ 45 h 104"/>
                <a:gd name="T12" fmla="*/ 68 w 672"/>
                <a:gd name="T13" fmla="*/ 12 h 104"/>
                <a:gd name="T14" fmla="*/ 672 w 672"/>
                <a:gd name="T15" fmla="*/ 12 h 104"/>
                <a:gd name="T16" fmla="*/ 672 w 672"/>
                <a:gd name="T17" fmla="*/ 0 h 104"/>
                <a:gd name="T18" fmla="*/ 68 w 672"/>
                <a:gd name="T19" fmla="*/ 0 h 104"/>
                <a:gd name="T20" fmla="*/ 0 w 672"/>
                <a:gd name="T21" fmla="*/ 45 h 104"/>
                <a:gd name="T22" fmla="*/ 0 w 672"/>
                <a:gd name="T23" fmla="*/ 54 h 104"/>
                <a:gd name="T24" fmla="*/ 68 w 672"/>
                <a:gd name="T25"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2" h="104">
                  <a:moveTo>
                    <a:pt x="68" y="104"/>
                  </a:moveTo>
                  <a:cubicBezTo>
                    <a:pt x="672" y="104"/>
                    <a:pt x="672" y="104"/>
                    <a:pt x="672" y="104"/>
                  </a:cubicBezTo>
                  <a:cubicBezTo>
                    <a:pt x="672" y="96"/>
                    <a:pt x="672" y="96"/>
                    <a:pt x="672" y="96"/>
                  </a:cubicBezTo>
                  <a:cubicBezTo>
                    <a:pt x="68" y="96"/>
                    <a:pt x="68" y="96"/>
                    <a:pt x="68" y="96"/>
                  </a:cubicBezTo>
                  <a:cubicBezTo>
                    <a:pt x="26" y="96"/>
                    <a:pt x="8" y="81"/>
                    <a:pt x="8" y="54"/>
                  </a:cubicBezTo>
                  <a:cubicBezTo>
                    <a:pt x="8" y="45"/>
                    <a:pt x="8" y="45"/>
                    <a:pt x="8" y="45"/>
                  </a:cubicBezTo>
                  <a:cubicBezTo>
                    <a:pt x="8" y="21"/>
                    <a:pt x="24" y="12"/>
                    <a:pt x="68" y="12"/>
                  </a:cubicBezTo>
                  <a:cubicBezTo>
                    <a:pt x="672" y="12"/>
                    <a:pt x="672" y="12"/>
                    <a:pt x="672" y="12"/>
                  </a:cubicBezTo>
                  <a:cubicBezTo>
                    <a:pt x="672" y="0"/>
                    <a:pt x="672" y="0"/>
                    <a:pt x="672" y="0"/>
                  </a:cubicBezTo>
                  <a:cubicBezTo>
                    <a:pt x="68" y="0"/>
                    <a:pt x="68" y="0"/>
                    <a:pt x="68" y="0"/>
                  </a:cubicBezTo>
                  <a:cubicBezTo>
                    <a:pt x="36" y="0"/>
                    <a:pt x="0" y="6"/>
                    <a:pt x="0" y="45"/>
                  </a:cubicBezTo>
                  <a:cubicBezTo>
                    <a:pt x="0" y="54"/>
                    <a:pt x="0" y="54"/>
                    <a:pt x="0" y="54"/>
                  </a:cubicBezTo>
                  <a:cubicBezTo>
                    <a:pt x="0" y="76"/>
                    <a:pt x="7" y="104"/>
                    <a:pt x="68" y="104"/>
                  </a:cubicBezTo>
                  <a:close/>
                </a:path>
              </a:pathLst>
            </a:custGeom>
            <a:solidFill>
              <a:schemeClr val="accent6"/>
            </a:solidFill>
            <a:ln>
              <a:noFill/>
            </a:ln>
          </p:spPr>
          <p:txBody>
            <a:bodyPr anchor="ctr"/>
            <a:lstStyle/>
            <a:p>
              <a:pPr algn="ctr"/>
              <a:endParaRPr/>
            </a:p>
          </p:txBody>
        </p:sp>
      </p:grpSp>
      <p:sp>
        <p:nvSpPr>
          <p:cNvPr id="83" name="矩形 82"/>
          <p:cNvSpPr/>
          <p:nvPr/>
        </p:nvSpPr>
        <p:spPr>
          <a:xfrm>
            <a:off x="4971574" y="1334315"/>
            <a:ext cx="877163" cy="369332"/>
          </a:xfrm>
          <a:prstGeom prst="rect">
            <a:avLst/>
          </a:prstGeom>
        </p:spPr>
        <p:txBody>
          <a:bodyPr wrap="none">
            <a:spAutoFit/>
          </a:bodyPr>
          <a:lstStyle/>
          <a:p>
            <a:pPr algn="ctr"/>
            <a:r>
              <a:rPr lang="zh-CN" altLang="en-US" b="1" dirty="0">
                <a:solidFill>
                  <a:schemeClr val="accent1"/>
                </a:solidFill>
                <a:latin typeface="+mj-ea"/>
                <a:ea typeface="+mj-ea"/>
              </a:rPr>
              <a:t>结论一</a:t>
            </a:r>
          </a:p>
        </p:txBody>
      </p:sp>
      <p:sp>
        <p:nvSpPr>
          <p:cNvPr id="84" name="矩形 83"/>
          <p:cNvSpPr/>
          <p:nvPr/>
        </p:nvSpPr>
        <p:spPr>
          <a:xfrm>
            <a:off x="4971573" y="2251361"/>
            <a:ext cx="877163" cy="369332"/>
          </a:xfrm>
          <a:prstGeom prst="rect">
            <a:avLst/>
          </a:prstGeom>
        </p:spPr>
        <p:txBody>
          <a:bodyPr wrap="none">
            <a:spAutoFit/>
          </a:bodyPr>
          <a:lstStyle/>
          <a:p>
            <a:pPr algn="ctr"/>
            <a:r>
              <a:rPr lang="zh-CN" altLang="en-US" b="1" dirty="0">
                <a:solidFill>
                  <a:schemeClr val="accent1"/>
                </a:solidFill>
                <a:latin typeface="+mj-ea"/>
                <a:ea typeface="+mj-ea"/>
              </a:rPr>
              <a:t>结论二</a:t>
            </a:r>
          </a:p>
        </p:txBody>
      </p:sp>
      <p:sp>
        <p:nvSpPr>
          <p:cNvPr id="85" name="矩形 84"/>
          <p:cNvSpPr/>
          <p:nvPr/>
        </p:nvSpPr>
        <p:spPr>
          <a:xfrm>
            <a:off x="4971574" y="3168407"/>
            <a:ext cx="877163" cy="369332"/>
          </a:xfrm>
          <a:prstGeom prst="rect">
            <a:avLst/>
          </a:prstGeom>
        </p:spPr>
        <p:txBody>
          <a:bodyPr wrap="none">
            <a:spAutoFit/>
          </a:bodyPr>
          <a:lstStyle/>
          <a:p>
            <a:pPr algn="ctr"/>
            <a:r>
              <a:rPr lang="zh-CN" altLang="en-US" b="1" dirty="0">
                <a:solidFill>
                  <a:schemeClr val="accent1"/>
                </a:solidFill>
                <a:latin typeface="+mj-ea"/>
                <a:ea typeface="+mj-ea"/>
              </a:rPr>
              <a:t>结论三</a:t>
            </a:r>
          </a:p>
        </p:txBody>
      </p:sp>
      <p:sp>
        <p:nvSpPr>
          <p:cNvPr id="86" name="矩形 85"/>
          <p:cNvSpPr/>
          <p:nvPr/>
        </p:nvSpPr>
        <p:spPr>
          <a:xfrm>
            <a:off x="4971574" y="4085453"/>
            <a:ext cx="877163" cy="369332"/>
          </a:xfrm>
          <a:prstGeom prst="rect">
            <a:avLst/>
          </a:prstGeom>
        </p:spPr>
        <p:txBody>
          <a:bodyPr wrap="none">
            <a:spAutoFit/>
          </a:bodyPr>
          <a:lstStyle/>
          <a:p>
            <a:pPr algn="ctr"/>
            <a:r>
              <a:rPr lang="zh-CN" altLang="en-US" b="1" dirty="0">
                <a:solidFill>
                  <a:schemeClr val="accent1"/>
                </a:solidFill>
                <a:latin typeface="+mj-ea"/>
                <a:ea typeface="+mj-ea"/>
              </a:rPr>
              <a:t>结论四</a:t>
            </a:r>
          </a:p>
        </p:txBody>
      </p:sp>
      <p:sp>
        <p:nvSpPr>
          <p:cNvPr id="87" name="矩形 86"/>
          <p:cNvSpPr/>
          <p:nvPr/>
        </p:nvSpPr>
        <p:spPr>
          <a:xfrm>
            <a:off x="4971574" y="5002498"/>
            <a:ext cx="877163" cy="369332"/>
          </a:xfrm>
          <a:prstGeom prst="rect">
            <a:avLst/>
          </a:prstGeom>
        </p:spPr>
        <p:txBody>
          <a:bodyPr wrap="none">
            <a:spAutoFit/>
          </a:bodyPr>
          <a:lstStyle/>
          <a:p>
            <a:pPr algn="ctr"/>
            <a:r>
              <a:rPr lang="zh-CN" altLang="en-US" b="1" dirty="0">
                <a:solidFill>
                  <a:schemeClr val="accent1"/>
                </a:solidFill>
                <a:latin typeface="+mj-ea"/>
                <a:ea typeface="+mj-ea"/>
              </a:rPr>
              <a:t>结论五</a:t>
            </a:r>
          </a:p>
        </p:txBody>
      </p:sp>
      <p:sp>
        <p:nvSpPr>
          <p:cNvPr id="88" name="文本框 87"/>
          <p:cNvSpPr txBox="1"/>
          <p:nvPr/>
        </p:nvSpPr>
        <p:spPr>
          <a:xfrm>
            <a:off x="6096074" y="1208210"/>
            <a:ext cx="5270426" cy="663258"/>
          </a:xfrm>
          <a:prstGeom prst="rect">
            <a:avLst/>
          </a:prstGeom>
          <a:noFill/>
        </p:spPr>
        <p:txBody>
          <a:bodyPr wrap="square" rtlCol="0">
            <a:spAutoFit/>
          </a:bodyPr>
          <a:lstStyle/>
          <a:p>
            <a:pPr>
              <a:lnSpc>
                <a:spcPct val="130000"/>
              </a:lnSpc>
            </a:pPr>
            <a:r>
              <a:rPr lang="zh-CN" altLang="en-US" sz="1500" dirty="0">
                <a:solidFill>
                  <a:schemeClr val="tx1">
                    <a:lumMod val="50000"/>
                    <a:lumOff val="50000"/>
                  </a:schemeClr>
                </a:solidFill>
              </a:rPr>
              <a:t>学校已经成为国家人才培养、科学研究、社会服务、文化传承创新和国际合作交流的重要基地。</a:t>
            </a:r>
            <a:endParaRPr lang="zh-CN" altLang="en-US" sz="1500" dirty="0">
              <a:solidFill>
                <a:schemeClr val="tx1">
                  <a:lumMod val="50000"/>
                  <a:lumOff val="50000"/>
                </a:schemeClr>
              </a:solidFill>
              <a:latin typeface="+mn-ea"/>
            </a:endParaRPr>
          </a:p>
        </p:txBody>
      </p:sp>
      <p:cxnSp>
        <p:nvCxnSpPr>
          <p:cNvPr id="93" name="直接连接符 92"/>
          <p:cNvCxnSpPr/>
          <p:nvPr/>
        </p:nvCxnSpPr>
        <p:spPr>
          <a:xfrm>
            <a:off x="2351488"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4" name="文本框 93"/>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59" name="文本框 58"/>
          <p:cNvSpPr txBox="1"/>
          <p:nvPr/>
        </p:nvSpPr>
        <p:spPr>
          <a:xfrm>
            <a:off x="6096074" y="2147561"/>
            <a:ext cx="5270426" cy="662874"/>
          </a:xfrm>
          <a:prstGeom prst="rect">
            <a:avLst/>
          </a:prstGeom>
          <a:noFill/>
        </p:spPr>
        <p:txBody>
          <a:bodyPr wrap="square" rtlCol="0">
            <a:spAutoFit/>
          </a:bodyPr>
          <a:lstStyle>
            <a:defPPr>
              <a:defRPr lang="zh-CN"/>
            </a:defPPr>
            <a:lvl1pPr>
              <a:lnSpc>
                <a:spcPct val="130000"/>
              </a:lnSpc>
              <a:defRPr sz="1600">
                <a:solidFill>
                  <a:schemeClr val="bg2">
                    <a:lumMod val="50000"/>
                  </a:schemeClr>
                </a:solidFill>
              </a:defRPr>
            </a:lvl1pPr>
          </a:lstStyle>
          <a:p>
            <a:r>
              <a:rPr lang="zh-CN" altLang="en-US" sz="1500" dirty="0">
                <a:solidFill>
                  <a:schemeClr val="tx1">
                    <a:lumMod val="50000"/>
                    <a:lumOff val="50000"/>
                  </a:schemeClr>
                </a:solidFill>
              </a:rPr>
              <a:t>学校坚持依靠教师办学，大力实施“人才强校”战略，现有专任教师</a:t>
            </a:r>
            <a:r>
              <a:rPr lang="en-US" altLang="zh-CN" sz="1500" dirty="0">
                <a:solidFill>
                  <a:schemeClr val="tx1">
                    <a:lumMod val="50000"/>
                    <a:lumOff val="50000"/>
                  </a:schemeClr>
                </a:solidFill>
              </a:rPr>
              <a:t>2100</a:t>
            </a:r>
            <a:r>
              <a:rPr lang="zh-CN" altLang="en-US" sz="1500" dirty="0">
                <a:solidFill>
                  <a:schemeClr val="tx1">
                    <a:lumMod val="50000"/>
                    <a:lumOff val="50000"/>
                  </a:schemeClr>
                </a:solidFill>
              </a:rPr>
              <a:t>余人。</a:t>
            </a:r>
          </a:p>
        </p:txBody>
      </p:sp>
      <p:sp>
        <p:nvSpPr>
          <p:cNvPr id="60" name="文本框 59"/>
          <p:cNvSpPr txBox="1"/>
          <p:nvPr/>
        </p:nvSpPr>
        <p:spPr>
          <a:xfrm>
            <a:off x="6096074" y="3086464"/>
            <a:ext cx="5270426" cy="662874"/>
          </a:xfrm>
          <a:prstGeom prst="rect">
            <a:avLst/>
          </a:prstGeom>
          <a:noFill/>
        </p:spPr>
        <p:txBody>
          <a:bodyPr wrap="square" rtlCol="0">
            <a:spAutoFit/>
          </a:bodyPr>
          <a:lstStyle>
            <a:defPPr>
              <a:defRPr lang="zh-CN"/>
            </a:defPPr>
            <a:lvl1pPr>
              <a:lnSpc>
                <a:spcPct val="130000"/>
              </a:lnSpc>
              <a:defRPr sz="1600">
                <a:solidFill>
                  <a:schemeClr val="bg2">
                    <a:lumMod val="50000"/>
                  </a:schemeClr>
                </a:solidFill>
              </a:defRPr>
            </a:lvl1pPr>
          </a:lstStyle>
          <a:p>
            <a:r>
              <a:rPr lang="zh-CN" altLang="en-US" sz="1500" dirty="0">
                <a:solidFill>
                  <a:schemeClr val="tx1">
                    <a:lumMod val="50000"/>
                    <a:lumOff val="50000"/>
                  </a:schemeClr>
                </a:solidFill>
              </a:rPr>
              <a:t>学校现有</a:t>
            </a:r>
            <a:r>
              <a:rPr lang="en-US" altLang="zh-CN" sz="1500" dirty="0">
                <a:solidFill>
                  <a:schemeClr val="tx1">
                    <a:lumMod val="50000"/>
                    <a:lumOff val="50000"/>
                  </a:schemeClr>
                </a:solidFill>
              </a:rPr>
              <a:t>4</a:t>
            </a:r>
            <a:r>
              <a:rPr lang="zh-CN" altLang="en-US" sz="1500" dirty="0">
                <a:solidFill>
                  <a:schemeClr val="tx1">
                    <a:lumMod val="50000"/>
                    <a:lumOff val="50000"/>
                  </a:schemeClr>
                </a:solidFill>
              </a:rPr>
              <a:t>个国家级实验教学示范中心、</a:t>
            </a:r>
            <a:r>
              <a:rPr lang="en-US" altLang="zh-CN" sz="1500" dirty="0">
                <a:solidFill>
                  <a:schemeClr val="tx1">
                    <a:lumMod val="50000"/>
                    <a:lumOff val="50000"/>
                  </a:schemeClr>
                </a:solidFill>
              </a:rPr>
              <a:t>1</a:t>
            </a:r>
            <a:r>
              <a:rPr lang="zh-CN" altLang="en-US" sz="1500" dirty="0">
                <a:solidFill>
                  <a:schemeClr val="tx1">
                    <a:lumMod val="50000"/>
                    <a:lumOff val="50000"/>
                  </a:schemeClr>
                </a:solidFill>
              </a:rPr>
              <a:t>个国家级虚拟仿真实验教学中心、</a:t>
            </a:r>
            <a:r>
              <a:rPr lang="en-US" altLang="zh-CN" sz="1500" dirty="0">
                <a:solidFill>
                  <a:schemeClr val="tx1">
                    <a:lumMod val="50000"/>
                    <a:lumOff val="50000"/>
                  </a:schemeClr>
                </a:solidFill>
              </a:rPr>
              <a:t>3</a:t>
            </a:r>
            <a:r>
              <a:rPr lang="zh-CN" altLang="en-US" sz="1500" dirty="0">
                <a:solidFill>
                  <a:schemeClr val="tx1">
                    <a:lumMod val="50000"/>
                    <a:lumOff val="50000"/>
                  </a:schemeClr>
                </a:solidFill>
              </a:rPr>
              <a:t>个国家级工程实践教育中心。</a:t>
            </a:r>
          </a:p>
        </p:txBody>
      </p:sp>
      <p:sp>
        <p:nvSpPr>
          <p:cNvPr id="62" name="文本框 61"/>
          <p:cNvSpPr txBox="1"/>
          <p:nvPr/>
        </p:nvSpPr>
        <p:spPr>
          <a:xfrm>
            <a:off x="6096074" y="4025367"/>
            <a:ext cx="5270426" cy="662874"/>
          </a:xfrm>
          <a:prstGeom prst="rect">
            <a:avLst/>
          </a:prstGeom>
          <a:noFill/>
        </p:spPr>
        <p:txBody>
          <a:bodyPr wrap="square" rtlCol="0">
            <a:spAutoFit/>
          </a:bodyPr>
          <a:lstStyle>
            <a:defPPr>
              <a:defRPr lang="zh-CN"/>
            </a:defPPr>
            <a:lvl1pPr>
              <a:lnSpc>
                <a:spcPct val="130000"/>
              </a:lnSpc>
              <a:defRPr sz="1600">
                <a:solidFill>
                  <a:schemeClr val="bg2">
                    <a:lumMod val="50000"/>
                  </a:schemeClr>
                </a:solidFill>
              </a:defRPr>
            </a:lvl1pPr>
          </a:lstStyle>
          <a:p>
            <a:r>
              <a:rPr lang="zh-CN" altLang="en-US" sz="1500" dirty="0">
                <a:solidFill>
                  <a:schemeClr val="tx1">
                    <a:lumMod val="50000"/>
                    <a:lumOff val="50000"/>
                  </a:schemeClr>
                </a:solidFill>
              </a:rPr>
              <a:t>学校与美国、俄罗斯、加拿大、澳大利亚等国家和港澳台地区的五十多所世界知名大学建立了交流合作关系。</a:t>
            </a:r>
          </a:p>
        </p:txBody>
      </p:sp>
      <p:sp>
        <p:nvSpPr>
          <p:cNvPr id="95" name="文本框 94"/>
          <p:cNvSpPr txBox="1"/>
          <p:nvPr/>
        </p:nvSpPr>
        <p:spPr>
          <a:xfrm>
            <a:off x="6096074" y="4964271"/>
            <a:ext cx="5270426" cy="662874"/>
          </a:xfrm>
          <a:prstGeom prst="rect">
            <a:avLst/>
          </a:prstGeom>
          <a:noFill/>
        </p:spPr>
        <p:txBody>
          <a:bodyPr wrap="square" rtlCol="0">
            <a:spAutoFit/>
          </a:bodyPr>
          <a:lstStyle>
            <a:defPPr>
              <a:defRPr lang="zh-CN"/>
            </a:defPPr>
            <a:lvl1pPr>
              <a:lnSpc>
                <a:spcPct val="130000"/>
              </a:lnSpc>
              <a:defRPr sz="1600">
                <a:solidFill>
                  <a:schemeClr val="bg2">
                    <a:lumMod val="50000"/>
                  </a:schemeClr>
                </a:solidFill>
              </a:defRPr>
            </a:lvl1pPr>
          </a:lstStyle>
          <a:p>
            <a:r>
              <a:rPr lang="zh-CN" altLang="en-US" sz="1500" dirty="0">
                <a:solidFill>
                  <a:schemeClr val="tx1">
                    <a:lumMod val="50000"/>
                    <a:lumOff val="50000"/>
                  </a:schemeClr>
                </a:solidFill>
              </a:rPr>
              <a:t>学校坚持面向国家战略需求和国际学术前沿，大力加强需求引导型基础研究，聚焦前沿技术和颠覆性技术创新。</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0"/>
          </p:nvPr>
        </p:nvSpPr>
        <p:spPr/>
        <p:txBody>
          <a:bodyPr/>
          <a:lstStyle/>
          <a:p>
            <a:r>
              <a:rPr lang="zh-CN" altLang="en-US" dirty="0">
                <a:solidFill>
                  <a:schemeClr val="accent1"/>
                </a:solidFill>
              </a:rPr>
              <a:t>六段文字</a:t>
            </a:r>
          </a:p>
        </p:txBody>
      </p:sp>
      <p:sp>
        <p:nvSpPr>
          <p:cNvPr id="85" name="矩形 84"/>
          <p:cNvSpPr/>
          <p:nvPr/>
        </p:nvSpPr>
        <p:spPr>
          <a:xfrm>
            <a:off x="795688" y="3871544"/>
            <a:ext cx="3361622" cy="1875520"/>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5" name="矩形 44"/>
          <p:cNvSpPr/>
          <p:nvPr/>
        </p:nvSpPr>
        <p:spPr>
          <a:xfrm>
            <a:off x="785716" y="5719100"/>
            <a:ext cx="33840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8" name="矩形 87"/>
          <p:cNvSpPr/>
          <p:nvPr/>
        </p:nvSpPr>
        <p:spPr>
          <a:xfrm>
            <a:off x="4402916" y="3871544"/>
            <a:ext cx="3361622" cy="1875520"/>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3" name="矩形 42"/>
          <p:cNvSpPr/>
          <p:nvPr/>
        </p:nvSpPr>
        <p:spPr>
          <a:xfrm>
            <a:off x="4391744" y="5719100"/>
            <a:ext cx="33876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1" name="矩形 90"/>
          <p:cNvSpPr/>
          <p:nvPr/>
        </p:nvSpPr>
        <p:spPr>
          <a:xfrm>
            <a:off x="8010144" y="3871544"/>
            <a:ext cx="3361622" cy="1875520"/>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矩形 43"/>
          <p:cNvSpPr/>
          <p:nvPr/>
        </p:nvSpPr>
        <p:spPr>
          <a:xfrm>
            <a:off x="8001324" y="5719100"/>
            <a:ext cx="33840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0" name="矩形 79"/>
          <p:cNvSpPr/>
          <p:nvPr/>
        </p:nvSpPr>
        <p:spPr>
          <a:xfrm>
            <a:off x="4397072" y="1448532"/>
            <a:ext cx="3361622" cy="1875520"/>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9" name="矩形 38"/>
          <p:cNvSpPr/>
          <p:nvPr/>
        </p:nvSpPr>
        <p:spPr>
          <a:xfrm>
            <a:off x="4381514" y="3301191"/>
            <a:ext cx="33948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8010144" y="1448532"/>
            <a:ext cx="3361622" cy="1875520"/>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0" name="矩形 39"/>
          <p:cNvSpPr/>
          <p:nvPr/>
        </p:nvSpPr>
        <p:spPr>
          <a:xfrm>
            <a:off x="7999031" y="3301191"/>
            <a:ext cx="33876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矩形 1"/>
          <p:cNvSpPr/>
          <p:nvPr/>
        </p:nvSpPr>
        <p:spPr>
          <a:xfrm>
            <a:off x="795688" y="1448532"/>
            <a:ext cx="3361622" cy="1875520"/>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矩形 2"/>
          <p:cNvSpPr/>
          <p:nvPr/>
        </p:nvSpPr>
        <p:spPr>
          <a:xfrm>
            <a:off x="788186" y="3301191"/>
            <a:ext cx="33840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37" name="直接连接符 36"/>
          <p:cNvCxnSpPr/>
          <p:nvPr/>
        </p:nvCxnSpPr>
        <p:spPr>
          <a:xfrm>
            <a:off x="2351488"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4" name="文本框 3"/>
          <p:cNvSpPr txBox="1"/>
          <p:nvPr/>
        </p:nvSpPr>
        <p:spPr>
          <a:xfrm>
            <a:off x="2991027" y="2545946"/>
            <a:ext cx="1205344" cy="830997"/>
          </a:xfrm>
          <a:prstGeom prst="rect">
            <a:avLst/>
          </a:prstGeom>
          <a:noFill/>
        </p:spPr>
        <p:txBody>
          <a:bodyPr wrap="square" rtlCol="0">
            <a:spAutoFit/>
          </a:bodyPr>
          <a:lstStyle/>
          <a:p>
            <a:pPr algn="ctr"/>
            <a:r>
              <a:rPr lang="en-US" altLang="zh-CN" sz="4800" b="1" i="1" dirty="0">
                <a:gradFill>
                  <a:gsLst>
                    <a:gs pos="0">
                      <a:schemeClr val="accent1"/>
                    </a:gs>
                    <a:gs pos="40000">
                      <a:schemeClr val="accent1"/>
                    </a:gs>
                    <a:gs pos="75000">
                      <a:schemeClr val="accent1">
                        <a:alpha val="0"/>
                      </a:schemeClr>
                    </a:gs>
                  </a:gsLst>
                  <a:lin ang="5400000" scaled="1"/>
                </a:gradFill>
              </a:rPr>
              <a:t>01</a:t>
            </a:r>
            <a:endParaRPr lang="zh-CN" altLang="en-US" sz="4800" b="1" i="1" dirty="0">
              <a:gradFill>
                <a:gsLst>
                  <a:gs pos="0">
                    <a:schemeClr val="accent1"/>
                  </a:gs>
                  <a:gs pos="40000">
                    <a:schemeClr val="accent1"/>
                  </a:gs>
                  <a:gs pos="75000">
                    <a:schemeClr val="accent1">
                      <a:alpha val="0"/>
                    </a:schemeClr>
                  </a:gs>
                </a:gsLst>
                <a:lin ang="5400000" scaled="1"/>
              </a:gradFill>
            </a:endParaRPr>
          </a:p>
        </p:txBody>
      </p:sp>
      <p:sp>
        <p:nvSpPr>
          <p:cNvPr id="23" name="文本框 22"/>
          <p:cNvSpPr txBox="1"/>
          <p:nvPr/>
        </p:nvSpPr>
        <p:spPr>
          <a:xfrm>
            <a:off x="6610786" y="2545945"/>
            <a:ext cx="1205344" cy="830997"/>
          </a:xfrm>
          <a:prstGeom prst="rect">
            <a:avLst/>
          </a:prstGeom>
          <a:noFill/>
        </p:spPr>
        <p:txBody>
          <a:bodyPr wrap="square" rtlCol="0">
            <a:spAutoFit/>
          </a:bodyPr>
          <a:lstStyle/>
          <a:p>
            <a:pPr algn="ctr"/>
            <a:r>
              <a:rPr lang="en-US" altLang="zh-CN" sz="4800" b="1" i="1" dirty="0">
                <a:gradFill>
                  <a:gsLst>
                    <a:gs pos="0">
                      <a:schemeClr val="accent1"/>
                    </a:gs>
                    <a:gs pos="40000">
                      <a:schemeClr val="accent1"/>
                    </a:gs>
                    <a:gs pos="75000">
                      <a:schemeClr val="accent1">
                        <a:alpha val="0"/>
                      </a:schemeClr>
                    </a:gs>
                  </a:gsLst>
                  <a:lin ang="5400000" scaled="1"/>
                </a:gradFill>
              </a:rPr>
              <a:t>02</a:t>
            </a:r>
            <a:endParaRPr lang="zh-CN" altLang="en-US" sz="4800" b="1" i="1" dirty="0">
              <a:gradFill>
                <a:gsLst>
                  <a:gs pos="0">
                    <a:schemeClr val="accent1"/>
                  </a:gs>
                  <a:gs pos="40000">
                    <a:schemeClr val="accent1"/>
                  </a:gs>
                  <a:gs pos="75000">
                    <a:schemeClr val="accent1">
                      <a:alpha val="0"/>
                    </a:schemeClr>
                  </a:gs>
                </a:gsLst>
                <a:lin ang="5400000" scaled="1"/>
              </a:gradFill>
            </a:endParaRPr>
          </a:p>
        </p:txBody>
      </p:sp>
      <p:sp>
        <p:nvSpPr>
          <p:cNvPr id="24" name="文本框 23"/>
          <p:cNvSpPr txBox="1"/>
          <p:nvPr/>
        </p:nvSpPr>
        <p:spPr>
          <a:xfrm>
            <a:off x="10230545" y="2545944"/>
            <a:ext cx="1205344" cy="830997"/>
          </a:xfrm>
          <a:prstGeom prst="rect">
            <a:avLst/>
          </a:prstGeom>
          <a:noFill/>
        </p:spPr>
        <p:txBody>
          <a:bodyPr wrap="square" rtlCol="0">
            <a:spAutoFit/>
          </a:bodyPr>
          <a:lstStyle/>
          <a:p>
            <a:pPr algn="ctr"/>
            <a:r>
              <a:rPr lang="en-US" altLang="zh-CN" sz="4800" b="1" i="1" dirty="0">
                <a:gradFill>
                  <a:gsLst>
                    <a:gs pos="0">
                      <a:schemeClr val="accent1"/>
                    </a:gs>
                    <a:gs pos="40000">
                      <a:schemeClr val="accent1"/>
                    </a:gs>
                    <a:gs pos="75000">
                      <a:schemeClr val="accent1">
                        <a:alpha val="0"/>
                      </a:schemeClr>
                    </a:gs>
                  </a:gsLst>
                  <a:lin ang="5400000" scaled="1"/>
                </a:gradFill>
              </a:rPr>
              <a:t>03</a:t>
            </a:r>
            <a:endParaRPr lang="zh-CN" altLang="en-US" sz="4800" b="1" i="1" dirty="0">
              <a:gradFill>
                <a:gsLst>
                  <a:gs pos="0">
                    <a:schemeClr val="accent1"/>
                  </a:gs>
                  <a:gs pos="40000">
                    <a:schemeClr val="accent1"/>
                  </a:gs>
                  <a:gs pos="75000">
                    <a:schemeClr val="accent1">
                      <a:alpha val="0"/>
                    </a:schemeClr>
                  </a:gs>
                </a:gsLst>
                <a:lin ang="5400000" scaled="1"/>
              </a:gradFill>
            </a:endParaRPr>
          </a:p>
        </p:txBody>
      </p:sp>
      <p:sp>
        <p:nvSpPr>
          <p:cNvPr id="28" name="文本框 27"/>
          <p:cNvSpPr txBox="1"/>
          <p:nvPr/>
        </p:nvSpPr>
        <p:spPr>
          <a:xfrm>
            <a:off x="2995439" y="5004142"/>
            <a:ext cx="1205344" cy="830997"/>
          </a:xfrm>
          <a:prstGeom prst="rect">
            <a:avLst/>
          </a:prstGeom>
          <a:noFill/>
        </p:spPr>
        <p:txBody>
          <a:bodyPr wrap="square" rtlCol="0">
            <a:spAutoFit/>
          </a:bodyPr>
          <a:lstStyle/>
          <a:p>
            <a:pPr algn="ctr"/>
            <a:r>
              <a:rPr lang="en-US" altLang="zh-CN" sz="4800" b="1" i="1" dirty="0">
                <a:gradFill>
                  <a:gsLst>
                    <a:gs pos="0">
                      <a:schemeClr val="accent1"/>
                    </a:gs>
                    <a:gs pos="40000">
                      <a:schemeClr val="accent1"/>
                    </a:gs>
                    <a:gs pos="75000">
                      <a:schemeClr val="accent1">
                        <a:alpha val="0"/>
                      </a:schemeClr>
                    </a:gs>
                  </a:gsLst>
                  <a:lin ang="5400000" scaled="1"/>
                </a:gradFill>
              </a:rPr>
              <a:t>04</a:t>
            </a:r>
            <a:endParaRPr lang="zh-CN" altLang="en-US" sz="4800" b="1" i="1" dirty="0">
              <a:gradFill>
                <a:gsLst>
                  <a:gs pos="0">
                    <a:schemeClr val="accent1"/>
                  </a:gs>
                  <a:gs pos="40000">
                    <a:schemeClr val="accent1"/>
                  </a:gs>
                  <a:gs pos="75000">
                    <a:schemeClr val="accent1">
                      <a:alpha val="0"/>
                    </a:schemeClr>
                  </a:gs>
                </a:gsLst>
                <a:lin ang="5400000" scaled="1"/>
              </a:gradFill>
            </a:endParaRPr>
          </a:p>
        </p:txBody>
      </p:sp>
      <p:sp>
        <p:nvSpPr>
          <p:cNvPr id="29" name="文本框 28"/>
          <p:cNvSpPr txBox="1"/>
          <p:nvPr/>
        </p:nvSpPr>
        <p:spPr>
          <a:xfrm>
            <a:off x="6615198" y="5004141"/>
            <a:ext cx="1205344" cy="830997"/>
          </a:xfrm>
          <a:prstGeom prst="rect">
            <a:avLst/>
          </a:prstGeom>
          <a:noFill/>
        </p:spPr>
        <p:txBody>
          <a:bodyPr wrap="square" rtlCol="0">
            <a:spAutoFit/>
          </a:bodyPr>
          <a:lstStyle/>
          <a:p>
            <a:pPr algn="ctr"/>
            <a:r>
              <a:rPr lang="en-US" altLang="zh-CN" sz="4800" b="1" i="1" dirty="0">
                <a:gradFill>
                  <a:gsLst>
                    <a:gs pos="0">
                      <a:schemeClr val="accent1"/>
                    </a:gs>
                    <a:gs pos="40000">
                      <a:schemeClr val="accent1"/>
                    </a:gs>
                    <a:gs pos="75000">
                      <a:schemeClr val="accent1">
                        <a:alpha val="0"/>
                      </a:schemeClr>
                    </a:gs>
                  </a:gsLst>
                  <a:lin ang="5400000" scaled="1"/>
                </a:gradFill>
              </a:rPr>
              <a:t>05</a:t>
            </a:r>
            <a:endParaRPr lang="zh-CN" altLang="en-US" sz="4800" b="1" i="1" dirty="0">
              <a:gradFill>
                <a:gsLst>
                  <a:gs pos="0">
                    <a:schemeClr val="accent1"/>
                  </a:gs>
                  <a:gs pos="40000">
                    <a:schemeClr val="accent1"/>
                  </a:gs>
                  <a:gs pos="75000">
                    <a:schemeClr val="accent1">
                      <a:alpha val="0"/>
                    </a:schemeClr>
                  </a:gs>
                </a:gsLst>
                <a:lin ang="5400000" scaled="1"/>
              </a:gradFill>
            </a:endParaRPr>
          </a:p>
        </p:txBody>
      </p:sp>
      <p:sp>
        <p:nvSpPr>
          <p:cNvPr id="30" name="文本框 29"/>
          <p:cNvSpPr txBox="1"/>
          <p:nvPr/>
        </p:nvSpPr>
        <p:spPr>
          <a:xfrm>
            <a:off x="10234957" y="5004140"/>
            <a:ext cx="1205344" cy="830997"/>
          </a:xfrm>
          <a:prstGeom prst="rect">
            <a:avLst/>
          </a:prstGeom>
          <a:noFill/>
        </p:spPr>
        <p:txBody>
          <a:bodyPr wrap="square" rtlCol="0">
            <a:spAutoFit/>
          </a:bodyPr>
          <a:lstStyle/>
          <a:p>
            <a:pPr algn="ctr"/>
            <a:r>
              <a:rPr lang="en-US" altLang="zh-CN" sz="4800" b="1" i="1" dirty="0">
                <a:gradFill>
                  <a:gsLst>
                    <a:gs pos="0">
                      <a:schemeClr val="accent1"/>
                    </a:gs>
                    <a:gs pos="40000">
                      <a:schemeClr val="accent1"/>
                    </a:gs>
                    <a:gs pos="75000">
                      <a:schemeClr val="accent1">
                        <a:alpha val="0"/>
                      </a:schemeClr>
                    </a:gs>
                  </a:gsLst>
                  <a:lin ang="5400000" scaled="1"/>
                </a:gradFill>
              </a:rPr>
              <a:t>06</a:t>
            </a:r>
            <a:endParaRPr lang="zh-CN" altLang="en-US" sz="4800" b="1" i="1" dirty="0">
              <a:gradFill>
                <a:gsLst>
                  <a:gs pos="0">
                    <a:schemeClr val="accent1"/>
                  </a:gs>
                  <a:gs pos="40000">
                    <a:schemeClr val="accent1"/>
                  </a:gs>
                  <a:gs pos="75000">
                    <a:schemeClr val="accent1">
                      <a:alpha val="0"/>
                    </a:schemeClr>
                  </a:gs>
                </a:gsLst>
                <a:lin ang="5400000" scaled="1"/>
              </a:gradFill>
            </a:endParaRPr>
          </a:p>
        </p:txBody>
      </p:sp>
      <p:sp>
        <p:nvSpPr>
          <p:cNvPr id="31" name="矩形 30"/>
          <p:cNvSpPr/>
          <p:nvPr/>
        </p:nvSpPr>
        <p:spPr>
          <a:xfrm>
            <a:off x="981829" y="1578375"/>
            <a:ext cx="2989341" cy="1341521"/>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32" name="矩形 31"/>
          <p:cNvSpPr/>
          <p:nvPr/>
        </p:nvSpPr>
        <p:spPr>
          <a:xfrm>
            <a:off x="981829" y="4095345"/>
            <a:ext cx="2989341" cy="1341521"/>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33" name="矩形 32"/>
          <p:cNvSpPr/>
          <p:nvPr/>
        </p:nvSpPr>
        <p:spPr>
          <a:xfrm>
            <a:off x="4578965" y="1578375"/>
            <a:ext cx="2989341" cy="1341521"/>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34" name="矩形 33"/>
          <p:cNvSpPr/>
          <p:nvPr/>
        </p:nvSpPr>
        <p:spPr>
          <a:xfrm>
            <a:off x="4578965" y="4095345"/>
            <a:ext cx="2989341" cy="1341521"/>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35" name="矩形 34"/>
          <p:cNvSpPr/>
          <p:nvPr/>
        </p:nvSpPr>
        <p:spPr>
          <a:xfrm>
            <a:off x="8176101" y="1578375"/>
            <a:ext cx="2989341" cy="1341521"/>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36" name="矩形 35"/>
          <p:cNvSpPr/>
          <p:nvPr/>
        </p:nvSpPr>
        <p:spPr>
          <a:xfrm>
            <a:off x="8176101" y="4095345"/>
            <a:ext cx="2989341" cy="1341521"/>
          </a:xfrm>
          <a:prstGeom prst="rect">
            <a:avLst/>
          </a:prstGeom>
        </p:spPr>
        <p:txBody>
          <a:bodyPr wrap="square">
            <a:spAutoFit/>
          </a:bodyPr>
          <a:lstStyle/>
          <a:p>
            <a:pPr algn="just">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18" name="文本占位符 17"/>
          <p:cNvSpPr>
            <a:spLocks noGrp="1"/>
          </p:cNvSpPr>
          <p:nvPr>
            <p:ph type="body" sz="quarter" idx="11"/>
          </p:nvPr>
        </p:nvSpPr>
        <p:spPr/>
        <p:txBody>
          <a:bodyP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697230" y="353060"/>
            <a:ext cx="6145530" cy="441325"/>
          </a:xfrm>
        </p:spPr>
        <p:txBody>
          <a:bodyPr/>
          <a:lstStyle/>
          <a:p>
            <a:r>
              <a:rPr lang="zh-CN" altLang="en-US" dirty="0">
                <a:solidFill>
                  <a:schemeClr val="accent1"/>
                </a:solidFill>
              </a:rPr>
              <a:t>以共产党员的标准严格要求自己</a:t>
            </a:r>
          </a:p>
        </p:txBody>
      </p:sp>
      <p:cxnSp>
        <p:nvCxnSpPr>
          <p:cNvPr id="93" name="直接连接符 92"/>
          <p:cNvCxnSpPr/>
          <p:nvPr/>
        </p:nvCxnSpPr>
        <p:spPr>
          <a:xfrm>
            <a:off x="1930864"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任意多边形: 形状 1"/>
          <p:cNvSpPr/>
          <p:nvPr/>
        </p:nvSpPr>
        <p:spPr>
          <a:xfrm>
            <a:off x="-36576" y="881634"/>
            <a:ext cx="12234672" cy="4293870"/>
          </a:xfrm>
          <a:custGeom>
            <a:avLst/>
            <a:gdLst>
              <a:gd name="connsiteX0" fmla="*/ 0 w 12234672"/>
              <a:gd name="connsiteY0" fmla="*/ 3931920 h 3931920"/>
              <a:gd name="connsiteX1" fmla="*/ 1389888 w 12234672"/>
              <a:gd name="connsiteY1" fmla="*/ 2670048 h 3931920"/>
              <a:gd name="connsiteX2" fmla="*/ 2926080 w 12234672"/>
              <a:gd name="connsiteY2" fmla="*/ 3200400 h 3931920"/>
              <a:gd name="connsiteX3" fmla="*/ 4370832 w 12234672"/>
              <a:gd name="connsiteY3" fmla="*/ 1737360 h 3931920"/>
              <a:gd name="connsiteX4" fmla="*/ 6437376 w 12234672"/>
              <a:gd name="connsiteY4" fmla="*/ 2523744 h 3931920"/>
              <a:gd name="connsiteX5" fmla="*/ 8503920 w 12234672"/>
              <a:gd name="connsiteY5" fmla="*/ 804672 h 3931920"/>
              <a:gd name="connsiteX6" fmla="*/ 10241280 w 12234672"/>
              <a:gd name="connsiteY6" fmla="*/ 1554480 h 3931920"/>
              <a:gd name="connsiteX7" fmla="*/ 12234672 w 12234672"/>
              <a:gd name="connsiteY7" fmla="*/ 0 h 3931920"/>
              <a:gd name="connsiteX0-1" fmla="*/ 0 w 12234672"/>
              <a:gd name="connsiteY0-2" fmla="*/ 3931920 h 3931920"/>
              <a:gd name="connsiteX1-3" fmla="*/ 1389888 w 12234672"/>
              <a:gd name="connsiteY1-4" fmla="*/ 2670048 h 3931920"/>
              <a:gd name="connsiteX2-5" fmla="*/ 2926080 w 12234672"/>
              <a:gd name="connsiteY2-6" fmla="*/ 3200400 h 3931920"/>
              <a:gd name="connsiteX3-7" fmla="*/ 4370832 w 12234672"/>
              <a:gd name="connsiteY3-8" fmla="*/ 1737360 h 3931920"/>
              <a:gd name="connsiteX4-9" fmla="*/ 6437376 w 12234672"/>
              <a:gd name="connsiteY4-10" fmla="*/ 2523744 h 3931920"/>
              <a:gd name="connsiteX5-11" fmla="*/ 8503920 w 12234672"/>
              <a:gd name="connsiteY5-12" fmla="*/ 804672 h 3931920"/>
              <a:gd name="connsiteX6-13" fmla="*/ 10241280 w 12234672"/>
              <a:gd name="connsiteY6-14" fmla="*/ 1554480 h 3931920"/>
              <a:gd name="connsiteX7-15" fmla="*/ 12234672 w 12234672"/>
              <a:gd name="connsiteY7-16" fmla="*/ 0 h 3931920"/>
              <a:gd name="connsiteX0-17" fmla="*/ 0 w 12234672"/>
              <a:gd name="connsiteY0-18" fmla="*/ 3931920 h 3931920"/>
              <a:gd name="connsiteX1-19" fmla="*/ 1389888 w 12234672"/>
              <a:gd name="connsiteY1-20" fmla="*/ 2670048 h 3931920"/>
              <a:gd name="connsiteX2-21" fmla="*/ 2926080 w 12234672"/>
              <a:gd name="connsiteY2-22" fmla="*/ 3200400 h 3931920"/>
              <a:gd name="connsiteX3-23" fmla="*/ 4370832 w 12234672"/>
              <a:gd name="connsiteY3-24" fmla="*/ 1737360 h 3931920"/>
              <a:gd name="connsiteX4-25" fmla="*/ 6437376 w 12234672"/>
              <a:gd name="connsiteY4-26" fmla="*/ 2523744 h 3931920"/>
              <a:gd name="connsiteX5-27" fmla="*/ 8503920 w 12234672"/>
              <a:gd name="connsiteY5-28" fmla="*/ 804672 h 3931920"/>
              <a:gd name="connsiteX6-29" fmla="*/ 10241280 w 12234672"/>
              <a:gd name="connsiteY6-30" fmla="*/ 1554480 h 3931920"/>
              <a:gd name="connsiteX7-31" fmla="*/ 12234672 w 12234672"/>
              <a:gd name="connsiteY7-32" fmla="*/ 0 h 3931920"/>
              <a:gd name="connsiteX0-33" fmla="*/ 0 w 12234672"/>
              <a:gd name="connsiteY0-34" fmla="*/ 3931920 h 3931920"/>
              <a:gd name="connsiteX1-35" fmla="*/ 1389888 w 12234672"/>
              <a:gd name="connsiteY1-36" fmla="*/ 2670048 h 3931920"/>
              <a:gd name="connsiteX2-37" fmla="*/ 2926080 w 12234672"/>
              <a:gd name="connsiteY2-38" fmla="*/ 3200400 h 3931920"/>
              <a:gd name="connsiteX3-39" fmla="*/ 4370832 w 12234672"/>
              <a:gd name="connsiteY3-40" fmla="*/ 1737360 h 3931920"/>
              <a:gd name="connsiteX4-41" fmla="*/ 6437376 w 12234672"/>
              <a:gd name="connsiteY4-42" fmla="*/ 2523744 h 3931920"/>
              <a:gd name="connsiteX5-43" fmla="*/ 8503920 w 12234672"/>
              <a:gd name="connsiteY5-44" fmla="*/ 804672 h 3931920"/>
              <a:gd name="connsiteX6-45" fmla="*/ 10241280 w 12234672"/>
              <a:gd name="connsiteY6-46" fmla="*/ 1554480 h 3931920"/>
              <a:gd name="connsiteX7-47" fmla="*/ 12234672 w 12234672"/>
              <a:gd name="connsiteY7-48" fmla="*/ 0 h 3931920"/>
              <a:gd name="connsiteX0-49" fmla="*/ 0 w 12234672"/>
              <a:gd name="connsiteY0-50" fmla="*/ 3931920 h 3931920"/>
              <a:gd name="connsiteX1-51" fmla="*/ 1389888 w 12234672"/>
              <a:gd name="connsiteY1-52" fmla="*/ 2670048 h 3931920"/>
              <a:gd name="connsiteX2-53" fmla="*/ 3090672 w 12234672"/>
              <a:gd name="connsiteY2-54" fmla="*/ 2962656 h 3931920"/>
              <a:gd name="connsiteX3-55" fmla="*/ 4370832 w 12234672"/>
              <a:gd name="connsiteY3-56" fmla="*/ 1737360 h 3931920"/>
              <a:gd name="connsiteX4-57" fmla="*/ 6437376 w 12234672"/>
              <a:gd name="connsiteY4-58" fmla="*/ 2523744 h 3931920"/>
              <a:gd name="connsiteX5-59" fmla="*/ 8503920 w 12234672"/>
              <a:gd name="connsiteY5-60" fmla="*/ 804672 h 3931920"/>
              <a:gd name="connsiteX6-61" fmla="*/ 10241280 w 12234672"/>
              <a:gd name="connsiteY6-62" fmla="*/ 1554480 h 3931920"/>
              <a:gd name="connsiteX7-63" fmla="*/ 12234672 w 12234672"/>
              <a:gd name="connsiteY7-64" fmla="*/ 0 h 3931920"/>
              <a:gd name="connsiteX0-65" fmla="*/ 0 w 12234672"/>
              <a:gd name="connsiteY0-66" fmla="*/ 3931920 h 3931920"/>
              <a:gd name="connsiteX1-67" fmla="*/ 1389888 w 12234672"/>
              <a:gd name="connsiteY1-68" fmla="*/ 2670048 h 3931920"/>
              <a:gd name="connsiteX2-69" fmla="*/ 3090672 w 12234672"/>
              <a:gd name="connsiteY2-70" fmla="*/ 2962656 h 3931920"/>
              <a:gd name="connsiteX3-71" fmla="*/ 4370832 w 12234672"/>
              <a:gd name="connsiteY3-72" fmla="*/ 1737360 h 3931920"/>
              <a:gd name="connsiteX4-73" fmla="*/ 6437376 w 12234672"/>
              <a:gd name="connsiteY4-74" fmla="*/ 2523744 h 3931920"/>
              <a:gd name="connsiteX5-75" fmla="*/ 8503920 w 12234672"/>
              <a:gd name="connsiteY5-76" fmla="*/ 804672 h 3931920"/>
              <a:gd name="connsiteX6-77" fmla="*/ 10241280 w 12234672"/>
              <a:gd name="connsiteY6-78" fmla="*/ 1554480 h 3931920"/>
              <a:gd name="connsiteX7-79" fmla="*/ 12234672 w 12234672"/>
              <a:gd name="connsiteY7-80" fmla="*/ 0 h 3931920"/>
              <a:gd name="connsiteX0-81" fmla="*/ 0 w 12234672"/>
              <a:gd name="connsiteY0-82" fmla="*/ 3931920 h 3931920"/>
              <a:gd name="connsiteX1-83" fmla="*/ 1389888 w 12234672"/>
              <a:gd name="connsiteY1-84" fmla="*/ 2670048 h 3931920"/>
              <a:gd name="connsiteX2-85" fmla="*/ 3090672 w 12234672"/>
              <a:gd name="connsiteY2-86" fmla="*/ 2962656 h 3931920"/>
              <a:gd name="connsiteX3-87" fmla="*/ 4370832 w 12234672"/>
              <a:gd name="connsiteY3-88" fmla="*/ 1737360 h 3931920"/>
              <a:gd name="connsiteX4-89" fmla="*/ 6437376 w 12234672"/>
              <a:gd name="connsiteY4-90" fmla="*/ 2523744 h 3931920"/>
              <a:gd name="connsiteX5-91" fmla="*/ 8503920 w 12234672"/>
              <a:gd name="connsiteY5-92" fmla="*/ 804672 h 3931920"/>
              <a:gd name="connsiteX6-93" fmla="*/ 10241280 w 12234672"/>
              <a:gd name="connsiteY6-94" fmla="*/ 1554480 h 3931920"/>
              <a:gd name="connsiteX7-95" fmla="*/ 12234672 w 12234672"/>
              <a:gd name="connsiteY7-96" fmla="*/ 0 h 3931920"/>
              <a:gd name="connsiteX0-97" fmla="*/ 0 w 12234672"/>
              <a:gd name="connsiteY0-98" fmla="*/ 3931920 h 3931920"/>
              <a:gd name="connsiteX1-99" fmla="*/ 1389888 w 12234672"/>
              <a:gd name="connsiteY1-100" fmla="*/ 2670048 h 3931920"/>
              <a:gd name="connsiteX2-101" fmla="*/ 3090672 w 12234672"/>
              <a:gd name="connsiteY2-102" fmla="*/ 2962656 h 3931920"/>
              <a:gd name="connsiteX3-103" fmla="*/ 4645152 w 12234672"/>
              <a:gd name="connsiteY3-104" fmla="*/ 1536192 h 3931920"/>
              <a:gd name="connsiteX4-105" fmla="*/ 6437376 w 12234672"/>
              <a:gd name="connsiteY4-106" fmla="*/ 2523744 h 3931920"/>
              <a:gd name="connsiteX5-107" fmla="*/ 8503920 w 12234672"/>
              <a:gd name="connsiteY5-108" fmla="*/ 804672 h 3931920"/>
              <a:gd name="connsiteX6-109" fmla="*/ 10241280 w 12234672"/>
              <a:gd name="connsiteY6-110" fmla="*/ 1554480 h 3931920"/>
              <a:gd name="connsiteX7-111" fmla="*/ 12234672 w 12234672"/>
              <a:gd name="connsiteY7-112" fmla="*/ 0 h 3931920"/>
              <a:gd name="connsiteX0-113" fmla="*/ 0 w 12234672"/>
              <a:gd name="connsiteY0-114" fmla="*/ 3931920 h 3931920"/>
              <a:gd name="connsiteX1-115" fmla="*/ 1389888 w 12234672"/>
              <a:gd name="connsiteY1-116" fmla="*/ 2670048 h 3931920"/>
              <a:gd name="connsiteX2-117" fmla="*/ 3090672 w 12234672"/>
              <a:gd name="connsiteY2-118" fmla="*/ 2962656 h 3931920"/>
              <a:gd name="connsiteX3-119" fmla="*/ 4645152 w 12234672"/>
              <a:gd name="connsiteY3-120" fmla="*/ 1536192 h 3931920"/>
              <a:gd name="connsiteX4-121" fmla="*/ 6437376 w 12234672"/>
              <a:gd name="connsiteY4-122" fmla="*/ 2523744 h 3931920"/>
              <a:gd name="connsiteX5-123" fmla="*/ 8503920 w 12234672"/>
              <a:gd name="connsiteY5-124" fmla="*/ 804672 h 3931920"/>
              <a:gd name="connsiteX6-125" fmla="*/ 10241280 w 12234672"/>
              <a:gd name="connsiteY6-126" fmla="*/ 1554480 h 3931920"/>
              <a:gd name="connsiteX7-127" fmla="*/ 12234672 w 12234672"/>
              <a:gd name="connsiteY7-128" fmla="*/ 0 h 3931920"/>
              <a:gd name="connsiteX0-129" fmla="*/ 0 w 12234672"/>
              <a:gd name="connsiteY0-130" fmla="*/ 3931920 h 3931920"/>
              <a:gd name="connsiteX1-131" fmla="*/ 1389888 w 12234672"/>
              <a:gd name="connsiteY1-132" fmla="*/ 2670048 h 3931920"/>
              <a:gd name="connsiteX2-133" fmla="*/ 3090672 w 12234672"/>
              <a:gd name="connsiteY2-134" fmla="*/ 2962656 h 3931920"/>
              <a:gd name="connsiteX3-135" fmla="*/ 4645152 w 12234672"/>
              <a:gd name="connsiteY3-136" fmla="*/ 1536192 h 3931920"/>
              <a:gd name="connsiteX4-137" fmla="*/ 7004304 w 12234672"/>
              <a:gd name="connsiteY4-138" fmla="*/ 2414016 h 3931920"/>
              <a:gd name="connsiteX5-139" fmla="*/ 8503920 w 12234672"/>
              <a:gd name="connsiteY5-140" fmla="*/ 804672 h 3931920"/>
              <a:gd name="connsiteX6-141" fmla="*/ 10241280 w 12234672"/>
              <a:gd name="connsiteY6-142" fmla="*/ 1554480 h 3931920"/>
              <a:gd name="connsiteX7-143" fmla="*/ 12234672 w 12234672"/>
              <a:gd name="connsiteY7-144" fmla="*/ 0 h 3931920"/>
              <a:gd name="connsiteX0-145" fmla="*/ 0 w 12234672"/>
              <a:gd name="connsiteY0-146" fmla="*/ 3931920 h 3931920"/>
              <a:gd name="connsiteX1-147" fmla="*/ 1389888 w 12234672"/>
              <a:gd name="connsiteY1-148" fmla="*/ 2670048 h 3931920"/>
              <a:gd name="connsiteX2-149" fmla="*/ 3090672 w 12234672"/>
              <a:gd name="connsiteY2-150" fmla="*/ 2962656 h 3931920"/>
              <a:gd name="connsiteX3-151" fmla="*/ 4645152 w 12234672"/>
              <a:gd name="connsiteY3-152" fmla="*/ 1536192 h 3931920"/>
              <a:gd name="connsiteX4-153" fmla="*/ 7004304 w 12234672"/>
              <a:gd name="connsiteY4-154" fmla="*/ 2414016 h 3931920"/>
              <a:gd name="connsiteX5-155" fmla="*/ 8503920 w 12234672"/>
              <a:gd name="connsiteY5-156" fmla="*/ 804672 h 3931920"/>
              <a:gd name="connsiteX6-157" fmla="*/ 10241280 w 12234672"/>
              <a:gd name="connsiteY6-158" fmla="*/ 1554480 h 3931920"/>
              <a:gd name="connsiteX7-159" fmla="*/ 12234672 w 12234672"/>
              <a:gd name="connsiteY7-160" fmla="*/ 0 h 3931920"/>
              <a:gd name="connsiteX0-161" fmla="*/ 0 w 12234672"/>
              <a:gd name="connsiteY0-162" fmla="*/ 3931920 h 3931920"/>
              <a:gd name="connsiteX1-163" fmla="*/ 1389888 w 12234672"/>
              <a:gd name="connsiteY1-164" fmla="*/ 2670048 h 3931920"/>
              <a:gd name="connsiteX2-165" fmla="*/ 3090672 w 12234672"/>
              <a:gd name="connsiteY2-166" fmla="*/ 2962656 h 3931920"/>
              <a:gd name="connsiteX3-167" fmla="*/ 4645152 w 12234672"/>
              <a:gd name="connsiteY3-168" fmla="*/ 1536192 h 3931920"/>
              <a:gd name="connsiteX4-169" fmla="*/ 7004304 w 12234672"/>
              <a:gd name="connsiteY4-170" fmla="*/ 2414016 h 3931920"/>
              <a:gd name="connsiteX5-171" fmla="*/ 8503920 w 12234672"/>
              <a:gd name="connsiteY5-172" fmla="*/ 804672 h 3931920"/>
              <a:gd name="connsiteX6-173" fmla="*/ 10241280 w 12234672"/>
              <a:gd name="connsiteY6-174" fmla="*/ 1554480 h 3931920"/>
              <a:gd name="connsiteX7-175" fmla="*/ 12234672 w 12234672"/>
              <a:gd name="connsiteY7-176" fmla="*/ 0 h 3931920"/>
              <a:gd name="connsiteX0-177" fmla="*/ 0 w 12234672"/>
              <a:gd name="connsiteY0-178" fmla="*/ 3931920 h 3931920"/>
              <a:gd name="connsiteX1-179" fmla="*/ 1389888 w 12234672"/>
              <a:gd name="connsiteY1-180" fmla="*/ 2670048 h 3931920"/>
              <a:gd name="connsiteX2-181" fmla="*/ 3090672 w 12234672"/>
              <a:gd name="connsiteY2-182" fmla="*/ 2962656 h 3931920"/>
              <a:gd name="connsiteX3-183" fmla="*/ 4645152 w 12234672"/>
              <a:gd name="connsiteY3-184" fmla="*/ 1536192 h 3931920"/>
              <a:gd name="connsiteX4-185" fmla="*/ 7004304 w 12234672"/>
              <a:gd name="connsiteY4-186" fmla="*/ 2267712 h 3931920"/>
              <a:gd name="connsiteX5-187" fmla="*/ 8503920 w 12234672"/>
              <a:gd name="connsiteY5-188" fmla="*/ 804672 h 3931920"/>
              <a:gd name="connsiteX6-189" fmla="*/ 10241280 w 12234672"/>
              <a:gd name="connsiteY6-190" fmla="*/ 1554480 h 3931920"/>
              <a:gd name="connsiteX7-191" fmla="*/ 12234672 w 12234672"/>
              <a:gd name="connsiteY7-192" fmla="*/ 0 h 3931920"/>
              <a:gd name="connsiteX0-193" fmla="*/ 0 w 12234672"/>
              <a:gd name="connsiteY0-194" fmla="*/ 3931920 h 3931920"/>
              <a:gd name="connsiteX1-195" fmla="*/ 1389888 w 12234672"/>
              <a:gd name="connsiteY1-196" fmla="*/ 2670048 h 3931920"/>
              <a:gd name="connsiteX2-197" fmla="*/ 3090672 w 12234672"/>
              <a:gd name="connsiteY2-198" fmla="*/ 2962656 h 3931920"/>
              <a:gd name="connsiteX3-199" fmla="*/ 4645152 w 12234672"/>
              <a:gd name="connsiteY3-200" fmla="*/ 1536192 h 3931920"/>
              <a:gd name="connsiteX4-201" fmla="*/ 7004304 w 12234672"/>
              <a:gd name="connsiteY4-202" fmla="*/ 2267712 h 3931920"/>
              <a:gd name="connsiteX5-203" fmla="*/ 8503920 w 12234672"/>
              <a:gd name="connsiteY5-204" fmla="*/ 804672 h 3931920"/>
              <a:gd name="connsiteX6-205" fmla="*/ 10241280 w 12234672"/>
              <a:gd name="connsiteY6-206" fmla="*/ 1554480 h 3931920"/>
              <a:gd name="connsiteX7-207" fmla="*/ 12234672 w 12234672"/>
              <a:gd name="connsiteY7-208" fmla="*/ 0 h 3931920"/>
              <a:gd name="connsiteX0-209" fmla="*/ 0 w 12234672"/>
              <a:gd name="connsiteY0-210" fmla="*/ 3931920 h 3931920"/>
              <a:gd name="connsiteX1-211" fmla="*/ 1389888 w 12234672"/>
              <a:gd name="connsiteY1-212" fmla="*/ 2670048 h 3931920"/>
              <a:gd name="connsiteX2-213" fmla="*/ 3090672 w 12234672"/>
              <a:gd name="connsiteY2-214" fmla="*/ 2962656 h 3931920"/>
              <a:gd name="connsiteX3-215" fmla="*/ 4645152 w 12234672"/>
              <a:gd name="connsiteY3-216" fmla="*/ 1536192 h 3931920"/>
              <a:gd name="connsiteX4-217" fmla="*/ 7004304 w 12234672"/>
              <a:gd name="connsiteY4-218" fmla="*/ 2267712 h 3931920"/>
              <a:gd name="connsiteX5-219" fmla="*/ 8503920 w 12234672"/>
              <a:gd name="connsiteY5-220" fmla="*/ 804672 h 3931920"/>
              <a:gd name="connsiteX6-221" fmla="*/ 10241280 w 12234672"/>
              <a:gd name="connsiteY6-222" fmla="*/ 1554480 h 3931920"/>
              <a:gd name="connsiteX7-223" fmla="*/ 12234672 w 12234672"/>
              <a:gd name="connsiteY7-224" fmla="*/ 0 h 3931920"/>
              <a:gd name="connsiteX0-225" fmla="*/ 0 w 12234672"/>
              <a:gd name="connsiteY0-226" fmla="*/ 3931920 h 3931920"/>
              <a:gd name="connsiteX1-227" fmla="*/ 1389888 w 12234672"/>
              <a:gd name="connsiteY1-228" fmla="*/ 2670048 h 3931920"/>
              <a:gd name="connsiteX2-229" fmla="*/ 3090672 w 12234672"/>
              <a:gd name="connsiteY2-230" fmla="*/ 2962656 h 3931920"/>
              <a:gd name="connsiteX3-231" fmla="*/ 4645152 w 12234672"/>
              <a:gd name="connsiteY3-232" fmla="*/ 1536192 h 3931920"/>
              <a:gd name="connsiteX4-233" fmla="*/ 7004304 w 12234672"/>
              <a:gd name="connsiteY4-234" fmla="*/ 2267712 h 3931920"/>
              <a:gd name="connsiteX5-235" fmla="*/ 8778240 w 12234672"/>
              <a:gd name="connsiteY5-236" fmla="*/ 713232 h 3931920"/>
              <a:gd name="connsiteX6-237" fmla="*/ 10241280 w 12234672"/>
              <a:gd name="connsiteY6-238" fmla="*/ 1554480 h 3931920"/>
              <a:gd name="connsiteX7-239" fmla="*/ 12234672 w 12234672"/>
              <a:gd name="connsiteY7-240" fmla="*/ 0 h 3931920"/>
              <a:gd name="connsiteX0-241" fmla="*/ 0 w 12234672"/>
              <a:gd name="connsiteY0-242" fmla="*/ 3931920 h 3931920"/>
              <a:gd name="connsiteX1-243" fmla="*/ 1389888 w 12234672"/>
              <a:gd name="connsiteY1-244" fmla="*/ 2670048 h 3931920"/>
              <a:gd name="connsiteX2-245" fmla="*/ 3090672 w 12234672"/>
              <a:gd name="connsiteY2-246" fmla="*/ 2962656 h 3931920"/>
              <a:gd name="connsiteX3-247" fmla="*/ 4645152 w 12234672"/>
              <a:gd name="connsiteY3-248" fmla="*/ 1536192 h 3931920"/>
              <a:gd name="connsiteX4-249" fmla="*/ 7004304 w 12234672"/>
              <a:gd name="connsiteY4-250" fmla="*/ 2267712 h 3931920"/>
              <a:gd name="connsiteX5-251" fmla="*/ 8778240 w 12234672"/>
              <a:gd name="connsiteY5-252" fmla="*/ 713232 h 3931920"/>
              <a:gd name="connsiteX6-253" fmla="*/ 10241280 w 12234672"/>
              <a:gd name="connsiteY6-254" fmla="*/ 1554480 h 3931920"/>
              <a:gd name="connsiteX7-255" fmla="*/ 12234672 w 12234672"/>
              <a:gd name="connsiteY7-256" fmla="*/ 0 h 3931920"/>
              <a:gd name="connsiteX0-257" fmla="*/ 0 w 12234672"/>
              <a:gd name="connsiteY0-258" fmla="*/ 3931920 h 3931920"/>
              <a:gd name="connsiteX1-259" fmla="*/ 1389888 w 12234672"/>
              <a:gd name="connsiteY1-260" fmla="*/ 2670048 h 3931920"/>
              <a:gd name="connsiteX2-261" fmla="*/ 3090672 w 12234672"/>
              <a:gd name="connsiteY2-262" fmla="*/ 2962656 h 3931920"/>
              <a:gd name="connsiteX3-263" fmla="*/ 4645152 w 12234672"/>
              <a:gd name="connsiteY3-264" fmla="*/ 1536192 h 3931920"/>
              <a:gd name="connsiteX4-265" fmla="*/ 7004304 w 12234672"/>
              <a:gd name="connsiteY4-266" fmla="*/ 2267712 h 3931920"/>
              <a:gd name="connsiteX5-267" fmla="*/ 8778240 w 12234672"/>
              <a:gd name="connsiteY5-268" fmla="*/ 713232 h 3931920"/>
              <a:gd name="connsiteX6-269" fmla="*/ 10241280 w 12234672"/>
              <a:gd name="connsiteY6-270" fmla="*/ 1554480 h 3931920"/>
              <a:gd name="connsiteX7-271" fmla="*/ 12234672 w 12234672"/>
              <a:gd name="connsiteY7-272" fmla="*/ 0 h 3931920"/>
              <a:gd name="connsiteX0-273" fmla="*/ 0 w 12234672"/>
              <a:gd name="connsiteY0-274" fmla="*/ 3931920 h 3931920"/>
              <a:gd name="connsiteX1-275" fmla="*/ 1389888 w 12234672"/>
              <a:gd name="connsiteY1-276" fmla="*/ 2670048 h 3931920"/>
              <a:gd name="connsiteX2-277" fmla="*/ 3090672 w 12234672"/>
              <a:gd name="connsiteY2-278" fmla="*/ 2962656 h 3931920"/>
              <a:gd name="connsiteX3-279" fmla="*/ 4645152 w 12234672"/>
              <a:gd name="connsiteY3-280" fmla="*/ 1536192 h 3931920"/>
              <a:gd name="connsiteX4-281" fmla="*/ 7004304 w 12234672"/>
              <a:gd name="connsiteY4-282" fmla="*/ 2267712 h 3931920"/>
              <a:gd name="connsiteX5-283" fmla="*/ 8778240 w 12234672"/>
              <a:gd name="connsiteY5-284" fmla="*/ 713232 h 3931920"/>
              <a:gd name="connsiteX6-285" fmla="*/ 10753344 w 12234672"/>
              <a:gd name="connsiteY6-286" fmla="*/ 1335024 h 3931920"/>
              <a:gd name="connsiteX7-287" fmla="*/ 12234672 w 12234672"/>
              <a:gd name="connsiteY7-288" fmla="*/ 0 h 3931920"/>
              <a:gd name="connsiteX0-289" fmla="*/ 0 w 12234672"/>
              <a:gd name="connsiteY0-290" fmla="*/ 3931920 h 3931920"/>
              <a:gd name="connsiteX1-291" fmla="*/ 1389888 w 12234672"/>
              <a:gd name="connsiteY1-292" fmla="*/ 2670048 h 3931920"/>
              <a:gd name="connsiteX2-293" fmla="*/ 3090672 w 12234672"/>
              <a:gd name="connsiteY2-294" fmla="*/ 2962656 h 3931920"/>
              <a:gd name="connsiteX3-295" fmla="*/ 4645152 w 12234672"/>
              <a:gd name="connsiteY3-296" fmla="*/ 1536192 h 3931920"/>
              <a:gd name="connsiteX4-297" fmla="*/ 7004304 w 12234672"/>
              <a:gd name="connsiteY4-298" fmla="*/ 2267712 h 3931920"/>
              <a:gd name="connsiteX5-299" fmla="*/ 8778240 w 12234672"/>
              <a:gd name="connsiteY5-300" fmla="*/ 713232 h 3931920"/>
              <a:gd name="connsiteX6-301" fmla="*/ 12234672 w 12234672"/>
              <a:gd name="connsiteY6-302" fmla="*/ 0 h 3931920"/>
              <a:gd name="connsiteX0-303" fmla="*/ 0 w 12234672"/>
              <a:gd name="connsiteY0-304" fmla="*/ 3946322 h 3946322"/>
              <a:gd name="connsiteX1-305" fmla="*/ 1389888 w 12234672"/>
              <a:gd name="connsiteY1-306" fmla="*/ 2684450 h 3946322"/>
              <a:gd name="connsiteX2-307" fmla="*/ 3090672 w 12234672"/>
              <a:gd name="connsiteY2-308" fmla="*/ 2977058 h 3946322"/>
              <a:gd name="connsiteX3-309" fmla="*/ 4645152 w 12234672"/>
              <a:gd name="connsiteY3-310" fmla="*/ 1550594 h 3946322"/>
              <a:gd name="connsiteX4-311" fmla="*/ 7004304 w 12234672"/>
              <a:gd name="connsiteY4-312" fmla="*/ 2282114 h 3946322"/>
              <a:gd name="connsiteX5-313" fmla="*/ 9784080 w 12234672"/>
              <a:gd name="connsiteY5-314" fmla="*/ 178994 h 3946322"/>
              <a:gd name="connsiteX6-315" fmla="*/ 12234672 w 12234672"/>
              <a:gd name="connsiteY6-316" fmla="*/ 14402 h 3946322"/>
              <a:gd name="connsiteX0-317" fmla="*/ 0 w 12234672"/>
              <a:gd name="connsiteY0-318" fmla="*/ 3931920 h 3931920"/>
              <a:gd name="connsiteX1-319" fmla="*/ 1389888 w 12234672"/>
              <a:gd name="connsiteY1-320" fmla="*/ 2670048 h 3931920"/>
              <a:gd name="connsiteX2-321" fmla="*/ 3090672 w 12234672"/>
              <a:gd name="connsiteY2-322" fmla="*/ 2962656 h 3931920"/>
              <a:gd name="connsiteX3-323" fmla="*/ 4645152 w 12234672"/>
              <a:gd name="connsiteY3-324" fmla="*/ 1536192 h 3931920"/>
              <a:gd name="connsiteX4-325" fmla="*/ 7004304 w 12234672"/>
              <a:gd name="connsiteY4-326" fmla="*/ 2267712 h 3931920"/>
              <a:gd name="connsiteX5-327" fmla="*/ 9747504 w 12234672"/>
              <a:gd name="connsiteY5-328" fmla="*/ 347472 h 3931920"/>
              <a:gd name="connsiteX6-329" fmla="*/ 12234672 w 12234672"/>
              <a:gd name="connsiteY6-330" fmla="*/ 0 h 3931920"/>
              <a:gd name="connsiteX0-331" fmla="*/ 0 w 12234672"/>
              <a:gd name="connsiteY0-332" fmla="*/ 3931920 h 3931920"/>
              <a:gd name="connsiteX1-333" fmla="*/ 1389888 w 12234672"/>
              <a:gd name="connsiteY1-334" fmla="*/ 2670048 h 3931920"/>
              <a:gd name="connsiteX2-335" fmla="*/ 3090672 w 12234672"/>
              <a:gd name="connsiteY2-336" fmla="*/ 2962656 h 3931920"/>
              <a:gd name="connsiteX3-337" fmla="*/ 4645152 w 12234672"/>
              <a:gd name="connsiteY3-338" fmla="*/ 1536192 h 3931920"/>
              <a:gd name="connsiteX4-339" fmla="*/ 7004304 w 12234672"/>
              <a:gd name="connsiteY4-340" fmla="*/ 2267712 h 3931920"/>
              <a:gd name="connsiteX5-341" fmla="*/ 9747504 w 12234672"/>
              <a:gd name="connsiteY5-342" fmla="*/ 347472 h 3931920"/>
              <a:gd name="connsiteX6-343" fmla="*/ 12234672 w 12234672"/>
              <a:gd name="connsiteY6-344" fmla="*/ 0 h 3931920"/>
              <a:gd name="connsiteX0-345" fmla="*/ 0 w 12234672"/>
              <a:gd name="connsiteY0-346" fmla="*/ 3931920 h 3931920"/>
              <a:gd name="connsiteX1-347" fmla="*/ 1389888 w 12234672"/>
              <a:gd name="connsiteY1-348" fmla="*/ 2670048 h 3931920"/>
              <a:gd name="connsiteX2-349" fmla="*/ 3090672 w 12234672"/>
              <a:gd name="connsiteY2-350" fmla="*/ 2962656 h 3931920"/>
              <a:gd name="connsiteX3-351" fmla="*/ 4645152 w 12234672"/>
              <a:gd name="connsiteY3-352" fmla="*/ 1536192 h 3931920"/>
              <a:gd name="connsiteX4-353" fmla="*/ 7004304 w 12234672"/>
              <a:gd name="connsiteY4-354" fmla="*/ 2267712 h 3931920"/>
              <a:gd name="connsiteX5-355" fmla="*/ 9509760 w 12234672"/>
              <a:gd name="connsiteY5-356" fmla="*/ 164592 h 3931920"/>
              <a:gd name="connsiteX6-357" fmla="*/ 12234672 w 12234672"/>
              <a:gd name="connsiteY6-358" fmla="*/ 0 h 3931920"/>
              <a:gd name="connsiteX0-359" fmla="*/ 0 w 12234672"/>
              <a:gd name="connsiteY0-360" fmla="*/ 3931920 h 3931920"/>
              <a:gd name="connsiteX1-361" fmla="*/ 1389888 w 12234672"/>
              <a:gd name="connsiteY1-362" fmla="*/ 2670048 h 3931920"/>
              <a:gd name="connsiteX2-363" fmla="*/ 3090672 w 12234672"/>
              <a:gd name="connsiteY2-364" fmla="*/ 2962656 h 3931920"/>
              <a:gd name="connsiteX3-365" fmla="*/ 4645152 w 12234672"/>
              <a:gd name="connsiteY3-366" fmla="*/ 1536192 h 3931920"/>
              <a:gd name="connsiteX4-367" fmla="*/ 7004304 w 12234672"/>
              <a:gd name="connsiteY4-368" fmla="*/ 2267712 h 3931920"/>
              <a:gd name="connsiteX5-369" fmla="*/ 9509760 w 12234672"/>
              <a:gd name="connsiteY5-370" fmla="*/ 164592 h 3931920"/>
              <a:gd name="connsiteX6-371" fmla="*/ 12234672 w 12234672"/>
              <a:gd name="connsiteY6-372" fmla="*/ 0 h 3931920"/>
              <a:gd name="connsiteX0-373" fmla="*/ 0 w 12234672"/>
              <a:gd name="connsiteY0-374" fmla="*/ 3931920 h 3931920"/>
              <a:gd name="connsiteX1-375" fmla="*/ 1389888 w 12234672"/>
              <a:gd name="connsiteY1-376" fmla="*/ 2670048 h 3931920"/>
              <a:gd name="connsiteX2-377" fmla="*/ 3090672 w 12234672"/>
              <a:gd name="connsiteY2-378" fmla="*/ 2962656 h 3931920"/>
              <a:gd name="connsiteX3-379" fmla="*/ 4645152 w 12234672"/>
              <a:gd name="connsiteY3-380" fmla="*/ 1536192 h 3931920"/>
              <a:gd name="connsiteX4-381" fmla="*/ 7370064 w 12234672"/>
              <a:gd name="connsiteY4-382" fmla="*/ 2048256 h 3931920"/>
              <a:gd name="connsiteX5-383" fmla="*/ 9509760 w 12234672"/>
              <a:gd name="connsiteY5-384" fmla="*/ 164592 h 3931920"/>
              <a:gd name="connsiteX6-385" fmla="*/ 12234672 w 12234672"/>
              <a:gd name="connsiteY6-386" fmla="*/ 0 h 3931920"/>
              <a:gd name="connsiteX0-387" fmla="*/ 0 w 12234672"/>
              <a:gd name="connsiteY0-388" fmla="*/ 3931920 h 3931920"/>
              <a:gd name="connsiteX1-389" fmla="*/ 1389888 w 12234672"/>
              <a:gd name="connsiteY1-390" fmla="*/ 2670048 h 3931920"/>
              <a:gd name="connsiteX2-391" fmla="*/ 3090672 w 12234672"/>
              <a:gd name="connsiteY2-392" fmla="*/ 2962656 h 3931920"/>
              <a:gd name="connsiteX3-393" fmla="*/ 4992624 w 12234672"/>
              <a:gd name="connsiteY3-394" fmla="*/ 1499616 h 3931920"/>
              <a:gd name="connsiteX4-395" fmla="*/ 7370064 w 12234672"/>
              <a:gd name="connsiteY4-396" fmla="*/ 2048256 h 3931920"/>
              <a:gd name="connsiteX5-397" fmla="*/ 9509760 w 12234672"/>
              <a:gd name="connsiteY5-398" fmla="*/ 164592 h 3931920"/>
              <a:gd name="connsiteX6-399" fmla="*/ 12234672 w 12234672"/>
              <a:gd name="connsiteY6-400" fmla="*/ 0 h 3931920"/>
              <a:gd name="connsiteX0-401" fmla="*/ 0 w 12234672"/>
              <a:gd name="connsiteY0-402" fmla="*/ 3931920 h 3931920"/>
              <a:gd name="connsiteX1-403" fmla="*/ 1389888 w 12234672"/>
              <a:gd name="connsiteY1-404" fmla="*/ 2670048 h 3931920"/>
              <a:gd name="connsiteX2-405" fmla="*/ 3090672 w 12234672"/>
              <a:gd name="connsiteY2-406" fmla="*/ 2962656 h 3931920"/>
              <a:gd name="connsiteX3-407" fmla="*/ 4992624 w 12234672"/>
              <a:gd name="connsiteY3-408" fmla="*/ 1682496 h 3931920"/>
              <a:gd name="connsiteX4-409" fmla="*/ 7370064 w 12234672"/>
              <a:gd name="connsiteY4-410" fmla="*/ 2048256 h 3931920"/>
              <a:gd name="connsiteX5-411" fmla="*/ 9509760 w 12234672"/>
              <a:gd name="connsiteY5-412" fmla="*/ 164592 h 3931920"/>
              <a:gd name="connsiteX6-413" fmla="*/ 12234672 w 12234672"/>
              <a:gd name="connsiteY6-414" fmla="*/ 0 h 3931920"/>
              <a:gd name="connsiteX0-415" fmla="*/ 0 w 12234672"/>
              <a:gd name="connsiteY0-416" fmla="*/ 3931920 h 3931920"/>
              <a:gd name="connsiteX1-417" fmla="*/ 1389888 w 12234672"/>
              <a:gd name="connsiteY1-418" fmla="*/ 2670048 h 3931920"/>
              <a:gd name="connsiteX2-419" fmla="*/ 3090672 w 12234672"/>
              <a:gd name="connsiteY2-420" fmla="*/ 2962656 h 3931920"/>
              <a:gd name="connsiteX3-421" fmla="*/ 4992624 w 12234672"/>
              <a:gd name="connsiteY3-422" fmla="*/ 1682496 h 3931920"/>
              <a:gd name="connsiteX4-423" fmla="*/ 7589520 w 12234672"/>
              <a:gd name="connsiteY4-424" fmla="*/ 2048256 h 3931920"/>
              <a:gd name="connsiteX5-425" fmla="*/ 9509760 w 12234672"/>
              <a:gd name="connsiteY5-426" fmla="*/ 164592 h 3931920"/>
              <a:gd name="connsiteX6-427" fmla="*/ 12234672 w 12234672"/>
              <a:gd name="connsiteY6-428" fmla="*/ 0 h 3931920"/>
              <a:gd name="connsiteX0-429" fmla="*/ 0 w 12234672"/>
              <a:gd name="connsiteY0-430" fmla="*/ 3931920 h 3931920"/>
              <a:gd name="connsiteX1-431" fmla="*/ 1389888 w 12234672"/>
              <a:gd name="connsiteY1-432" fmla="*/ 2670048 h 3931920"/>
              <a:gd name="connsiteX2-433" fmla="*/ 3090672 w 12234672"/>
              <a:gd name="connsiteY2-434" fmla="*/ 2962656 h 3931920"/>
              <a:gd name="connsiteX3-435" fmla="*/ 4992624 w 12234672"/>
              <a:gd name="connsiteY3-436" fmla="*/ 1682496 h 3931920"/>
              <a:gd name="connsiteX4-437" fmla="*/ 7607808 w 12234672"/>
              <a:gd name="connsiteY4-438" fmla="*/ 2157984 h 3931920"/>
              <a:gd name="connsiteX5-439" fmla="*/ 9509760 w 12234672"/>
              <a:gd name="connsiteY5-440" fmla="*/ 164592 h 3931920"/>
              <a:gd name="connsiteX6-441" fmla="*/ 12234672 w 12234672"/>
              <a:gd name="connsiteY6-442" fmla="*/ 0 h 3931920"/>
              <a:gd name="connsiteX0-443" fmla="*/ 0 w 12234672"/>
              <a:gd name="connsiteY0-444" fmla="*/ 3931920 h 3931920"/>
              <a:gd name="connsiteX1-445" fmla="*/ 1389888 w 12234672"/>
              <a:gd name="connsiteY1-446" fmla="*/ 2670048 h 3931920"/>
              <a:gd name="connsiteX2-447" fmla="*/ 3090672 w 12234672"/>
              <a:gd name="connsiteY2-448" fmla="*/ 2962656 h 3931920"/>
              <a:gd name="connsiteX3-449" fmla="*/ 5321808 w 12234672"/>
              <a:gd name="connsiteY3-450" fmla="*/ 1664208 h 3931920"/>
              <a:gd name="connsiteX4-451" fmla="*/ 7607808 w 12234672"/>
              <a:gd name="connsiteY4-452" fmla="*/ 2157984 h 3931920"/>
              <a:gd name="connsiteX5-453" fmla="*/ 9509760 w 12234672"/>
              <a:gd name="connsiteY5-454" fmla="*/ 164592 h 3931920"/>
              <a:gd name="connsiteX6-455" fmla="*/ 12234672 w 12234672"/>
              <a:gd name="connsiteY6-456" fmla="*/ 0 h 3931920"/>
              <a:gd name="connsiteX0-457" fmla="*/ 0 w 12234672"/>
              <a:gd name="connsiteY0-458" fmla="*/ 3931920 h 3931920"/>
              <a:gd name="connsiteX1-459" fmla="*/ 1389888 w 12234672"/>
              <a:gd name="connsiteY1-460" fmla="*/ 2670048 h 3931920"/>
              <a:gd name="connsiteX2-461" fmla="*/ 3090672 w 12234672"/>
              <a:gd name="connsiteY2-462" fmla="*/ 2962656 h 3931920"/>
              <a:gd name="connsiteX3-463" fmla="*/ 5321808 w 12234672"/>
              <a:gd name="connsiteY3-464" fmla="*/ 1664208 h 3931920"/>
              <a:gd name="connsiteX4-465" fmla="*/ 7790688 w 12234672"/>
              <a:gd name="connsiteY4-466" fmla="*/ 2048256 h 3931920"/>
              <a:gd name="connsiteX5-467" fmla="*/ 9509760 w 12234672"/>
              <a:gd name="connsiteY5-468" fmla="*/ 164592 h 3931920"/>
              <a:gd name="connsiteX6-469" fmla="*/ 12234672 w 12234672"/>
              <a:gd name="connsiteY6-470" fmla="*/ 0 h 3931920"/>
              <a:gd name="connsiteX0-471" fmla="*/ 0 w 12234672"/>
              <a:gd name="connsiteY0-472" fmla="*/ 3931920 h 3931920"/>
              <a:gd name="connsiteX1-473" fmla="*/ 1389888 w 12234672"/>
              <a:gd name="connsiteY1-474" fmla="*/ 2670048 h 3931920"/>
              <a:gd name="connsiteX2-475" fmla="*/ 3090672 w 12234672"/>
              <a:gd name="connsiteY2-476" fmla="*/ 2962656 h 3931920"/>
              <a:gd name="connsiteX3-477" fmla="*/ 5321808 w 12234672"/>
              <a:gd name="connsiteY3-478" fmla="*/ 1664208 h 3931920"/>
              <a:gd name="connsiteX4-479" fmla="*/ 7790688 w 12234672"/>
              <a:gd name="connsiteY4-480" fmla="*/ 2048256 h 3931920"/>
              <a:gd name="connsiteX5-481" fmla="*/ 9656064 w 12234672"/>
              <a:gd name="connsiteY5-482" fmla="*/ 128016 h 3931920"/>
              <a:gd name="connsiteX6-483" fmla="*/ 12234672 w 12234672"/>
              <a:gd name="connsiteY6-484" fmla="*/ 0 h 3931920"/>
              <a:gd name="connsiteX0-485" fmla="*/ 0 w 12234672"/>
              <a:gd name="connsiteY0-486" fmla="*/ 3931920 h 3931920"/>
              <a:gd name="connsiteX1-487" fmla="*/ 1389888 w 12234672"/>
              <a:gd name="connsiteY1-488" fmla="*/ 2670048 h 3931920"/>
              <a:gd name="connsiteX2-489" fmla="*/ 3438144 w 12234672"/>
              <a:gd name="connsiteY2-490" fmla="*/ 2944368 h 3931920"/>
              <a:gd name="connsiteX3-491" fmla="*/ 5321808 w 12234672"/>
              <a:gd name="connsiteY3-492" fmla="*/ 1664208 h 3931920"/>
              <a:gd name="connsiteX4-493" fmla="*/ 7790688 w 12234672"/>
              <a:gd name="connsiteY4-494" fmla="*/ 2048256 h 3931920"/>
              <a:gd name="connsiteX5-495" fmla="*/ 9656064 w 12234672"/>
              <a:gd name="connsiteY5-496" fmla="*/ 128016 h 3931920"/>
              <a:gd name="connsiteX6-497" fmla="*/ 12234672 w 12234672"/>
              <a:gd name="connsiteY6-498" fmla="*/ 0 h 3931920"/>
              <a:gd name="connsiteX0-499" fmla="*/ 0 w 12234672"/>
              <a:gd name="connsiteY0-500" fmla="*/ 3931920 h 3931920"/>
              <a:gd name="connsiteX1-501" fmla="*/ 1389888 w 12234672"/>
              <a:gd name="connsiteY1-502" fmla="*/ 2670048 h 3931920"/>
              <a:gd name="connsiteX2-503" fmla="*/ 3438144 w 12234672"/>
              <a:gd name="connsiteY2-504" fmla="*/ 2944368 h 3931920"/>
              <a:gd name="connsiteX3-505" fmla="*/ 5359908 w 12234672"/>
              <a:gd name="connsiteY3-506" fmla="*/ 1835658 h 3931920"/>
              <a:gd name="connsiteX4-507" fmla="*/ 7790688 w 12234672"/>
              <a:gd name="connsiteY4-508" fmla="*/ 2048256 h 3931920"/>
              <a:gd name="connsiteX5-509" fmla="*/ 9656064 w 12234672"/>
              <a:gd name="connsiteY5-510" fmla="*/ 128016 h 3931920"/>
              <a:gd name="connsiteX6-511" fmla="*/ 12234672 w 12234672"/>
              <a:gd name="connsiteY6-512" fmla="*/ 0 h 3931920"/>
              <a:gd name="connsiteX0-513" fmla="*/ 0 w 12234672"/>
              <a:gd name="connsiteY0-514" fmla="*/ 3931920 h 3931920"/>
              <a:gd name="connsiteX1-515" fmla="*/ 1389888 w 12234672"/>
              <a:gd name="connsiteY1-516" fmla="*/ 2670048 h 3931920"/>
              <a:gd name="connsiteX2-517" fmla="*/ 3552444 w 12234672"/>
              <a:gd name="connsiteY2-518" fmla="*/ 3039618 h 3931920"/>
              <a:gd name="connsiteX3-519" fmla="*/ 5359908 w 12234672"/>
              <a:gd name="connsiteY3-520" fmla="*/ 1835658 h 3931920"/>
              <a:gd name="connsiteX4-521" fmla="*/ 7790688 w 12234672"/>
              <a:gd name="connsiteY4-522" fmla="*/ 2048256 h 3931920"/>
              <a:gd name="connsiteX5-523" fmla="*/ 9656064 w 12234672"/>
              <a:gd name="connsiteY5-524" fmla="*/ 128016 h 3931920"/>
              <a:gd name="connsiteX6-525" fmla="*/ 12234672 w 12234672"/>
              <a:gd name="connsiteY6-526" fmla="*/ 0 h 3931920"/>
              <a:gd name="connsiteX0-527" fmla="*/ 0 w 12234672"/>
              <a:gd name="connsiteY0-528" fmla="*/ 3931920 h 3931920"/>
              <a:gd name="connsiteX1-529" fmla="*/ 1389888 w 12234672"/>
              <a:gd name="connsiteY1-530" fmla="*/ 2670048 h 3931920"/>
              <a:gd name="connsiteX2-531" fmla="*/ 3552444 w 12234672"/>
              <a:gd name="connsiteY2-532" fmla="*/ 3001518 h 3931920"/>
              <a:gd name="connsiteX3-533" fmla="*/ 5359908 w 12234672"/>
              <a:gd name="connsiteY3-534" fmla="*/ 1835658 h 3931920"/>
              <a:gd name="connsiteX4-535" fmla="*/ 7790688 w 12234672"/>
              <a:gd name="connsiteY4-536" fmla="*/ 2048256 h 3931920"/>
              <a:gd name="connsiteX5-537" fmla="*/ 9656064 w 12234672"/>
              <a:gd name="connsiteY5-538" fmla="*/ 128016 h 3931920"/>
              <a:gd name="connsiteX6-539" fmla="*/ 12234672 w 12234672"/>
              <a:gd name="connsiteY6-540" fmla="*/ 0 h 3931920"/>
              <a:gd name="connsiteX0-541" fmla="*/ 0 w 12234672"/>
              <a:gd name="connsiteY0-542" fmla="*/ 3931920 h 3931920"/>
              <a:gd name="connsiteX1-543" fmla="*/ 1389888 w 12234672"/>
              <a:gd name="connsiteY1-544" fmla="*/ 2670048 h 3931920"/>
              <a:gd name="connsiteX2-545" fmla="*/ 3552444 w 12234672"/>
              <a:gd name="connsiteY2-546" fmla="*/ 3001518 h 3931920"/>
              <a:gd name="connsiteX3-547" fmla="*/ 5359908 w 12234672"/>
              <a:gd name="connsiteY3-548" fmla="*/ 1759458 h 3931920"/>
              <a:gd name="connsiteX4-549" fmla="*/ 7790688 w 12234672"/>
              <a:gd name="connsiteY4-550" fmla="*/ 2048256 h 3931920"/>
              <a:gd name="connsiteX5-551" fmla="*/ 9656064 w 12234672"/>
              <a:gd name="connsiteY5-552" fmla="*/ 128016 h 3931920"/>
              <a:gd name="connsiteX6-553" fmla="*/ 12234672 w 12234672"/>
              <a:gd name="connsiteY6-554" fmla="*/ 0 h 3931920"/>
              <a:gd name="connsiteX0-555" fmla="*/ 0 w 12234672"/>
              <a:gd name="connsiteY0-556" fmla="*/ 3931920 h 3931920"/>
              <a:gd name="connsiteX1-557" fmla="*/ 1389888 w 12234672"/>
              <a:gd name="connsiteY1-558" fmla="*/ 2670048 h 3931920"/>
              <a:gd name="connsiteX2-559" fmla="*/ 3552444 w 12234672"/>
              <a:gd name="connsiteY2-560" fmla="*/ 3001518 h 3931920"/>
              <a:gd name="connsiteX3-561" fmla="*/ 5359908 w 12234672"/>
              <a:gd name="connsiteY3-562" fmla="*/ 1759458 h 3931920"/>
              <a:gd name="connsiteX4-563" fmla="*/ 8000238 w 12234672"/>
              <a:gd name="connsiteY4-564" fmla="*/ 2181606 h 3931920"/>
              <a:gd name="connsiteX5-565" fmla="*/ 9656064 w 12234672"/>
              <a:gd name="connsiteY5-566" fmla="*/ 128016 h 3931920"/>
              <a:gd name="connsiteX6-567" fmla="*/ 12234672 w 12234672"/>
              <a:gd name="connsiteY6-568" fmla="*/ 0 h 3931920"/>
              <a:gd name="connsiteX0-569" fmla="*/ 0 w 12234672"/>
              <a:gd name="connsiteY0-570" fmla="*/ 3931920 h 3931920"/>
              <a:gd name="connsiteX1-571" fmla="*/ 1389888 w 12234672"/>
              <a:gd name="connsiteY1-572" fmla="*/ 2670048 h 3931920"/>
              <a:gd name="connsiteX2-573" fmla="*/ 3552444 w 12234672"/>
              <a:gd name="connsiteY2-574" fmla="*/ 3001518 h 3931920"/>
              <a:gd name="connsiteX3-575" fmla="*/ 5359908 w 12234672"/>
              <a:gd name="connsiteY3-576" fmla="*/ 1759458 h 3931920"/>
              <a:gd name="connsiteX4-577" fmla="*/ 8000238 w 12234672"/>
              <a:gd name="connsiteY4-578" fmla="*/ 2181606 h 3931920"/>
              <a:gd name="connsiteX5-579" fmla="*/ 9656064 w 12234672"/>
              <a:gd name="connsiteY5-580" fmla="*/ 128016 h 3931920"/>
              <a:gd name="connsiteX6-581" fmla="*/ 12234672 w 12234672"/>
              <a:gd name="connsiteY6-582" fmla="*/ 0 h 3931920"/>
              <a:gd name="connsiteX0-583" fmla="*/ 0 w 12234672"/>
              <a:gd name="connsiteY0-584" fmla="*/ 3931920 h 3931920"/>
              <a:gd name="connsiteX1-585" fmla="*/ 1389888 w 12234672"/>
              <a:gd name="connsiteY1-586" fmla="*/ 2670048 h 3931920"/>
              <a:gd name="connsiteX2-587" fmla="*/ 3552444 w 12234672"/>
              <a:gd name="connsiteY2-588" fmla="*/ 3001518 h 3931920"/>
              <a:gd name="connsiteX3-589" fmla="*/ 5359908 w 12234672"/>
              <a:gd name="connsiteY3-590" fmla="*/ 1759458 h 3931920"/>
              <a:gd name="connsiteX4-591" fmla="*/ 7866888 w 12234672"/>
              <a:gd name="connsiteY4-592" fmla="*/ 2162556 h 3931920"/>
              <a:gd name="connsiteX5-593" fmla="*/ 9656064 w 12234672"/>
              <a:gd name="connsiteY5-594" fmla="*/ 128016 h 3931920"/>
              <a:gd name="connsiteX6-595" fmla="*/ 12234672 w 12234672"/>
              <a:gd name="connsiteY6-596" fmla="*/ 0 h 3931920"/>
              <a:gd name="connsiteX0-597" fmla="*/ 0 w 12234672"/>
              <a:gd name="connsiteY0-598" fmla="*/ 3931920 h 3931920"/>
              <a:gd name="connsiteX1-599" fmla="*/ 1389888 w 12234672"/>
              <a:gd name="connsiteY1-600" fmla="*/ 2670048 h 3931920"/>
              <a:gd name="connsiteX2-601" fmla="*/ 3552444 w 12234672"/>
              <a:gd name="connsiteY2-602" fmla="*/ 3001518 h 3931920"/>
              <a:gd name="connsiteX3-603" fmla="*/ 5359908 w 12234672"/>
              <a:gd name="connsiteY3-604" fmla="*/ 1759458 h 3931920"/>
              <a:gd name="connsiteX4-605" fmla="*/ 7866888 w 12234672"/>
              <a:gd name="connsiteY4-606" fmla="*/ 2162556 h 3931920"/>
              <a:gd name="connsiteX5-607" fmla="*/ 9541764 w 12234672"/>
              <a:gd name="connsiteY5-608" fmla="*/ 261366 h 3931920"/>
              <a:gd name="connsiteX6-609" fmla="*/ 12234672 w 12234672"/>
              <a:gd name="connsiteY6-610" fmla="*/ 0 h 3931920"/>
              <a:gd name="connsiteX0-611" fmla="*/ 0 w 12234672"/>
              <a:gd name="connsiteY0-612" fmla="*/ 3931920 h 3931920"/>
              <a:gd name="connsiteX1-613" fmla="*/ 1389888 w 12234672"/>
              <a:gd name="connsiteY1-614" fmla="*/ 2670048 h 3931920"/>
              <a:gd name="connsiteX2-615" fmla="*/ 3552444 w 12234672"/>
              <a:gd name="connsiteY2-616" fmla="*/ 3001518 h 3931920"/>
              <a:gd name="connsiteX3-617" fmla="*/ 5359908 w 12234672"/>
              <a:gd name="connsiteY3-618" fmla="*/ 1759458 h 3931920"/>
              <a:gd name="connsiteX4-619" fmla="*/ 7866888 w 12234672"/>
              <a:gd name="connsiteY4-620" fmla="*/ 2162556 h 3931920"/>
              <a:gd name="connsiteX5-621" fmla="*/ 9541764 w 12234672"/>
              <a:gd name="connsiteY5-622" fmla="*/ 261366 h 3931920"/>
              <a:gd name="connsiteX6-623" fmla="*/ 12234672 w 12234672"/>
              <a:gd name="connsiteY6-624" fmla="*/ 0 h 3931920"/>
              <a:gd name="connsiteX0-625" fmla="*/ 0 w 12234672"/>
              <a:gd name="connsiteY0-626" fmla="*/ 3931920 h 3931920"/>
              <a:gd name="connsiteX1-627" fmla="*/ 1389888 w 12234672"/>
              <a:gd name="connsiteY1-628" fmla="*/ 2670048 h 3931920"/>
              <a:gd name="connsiteX2-629" fmla="*/ 3571494 w 12234672"/>
              <a:gd name="connsiteY2-630" fmla="*/ 2849118 h 3931920"/>
              <a:gd name="connsiteX3-631" fmla="*/ 5359908 w 12234672"/>
              <a:gd name="connsiteY3-632" fmla="*/ 1759458 h 3931920"/>
              <a:gd name="connsiteX4-633" fmla="*/ 7866888 w 12234672"/>
              <a:gd name="connsiteY4-634" fmla="*/ 2162556 h 3931920"/>
              <a:gd name="connsiteX5-635" fmla="*/ 9541764 w 12234672"/>
              <a:gd name="connsiteY5-636" fmla="*/ 261366 h 3931920"/>
              <a:gd name="connsiteX6-637" fmla="*/ 12234672 w 12234672"/>
              <a:gd name="connsiteY6-638" fmla="*/ 0 h 3931920"/>
              <a:gd name="connsiteX0-639" fmla="*/ 0 w 12234672"/>
              <a:gd name="connsiteY0-640" fmla="*/ 3931920 h 3931920"/>
              <a:gd name="connsiteX1-641" fmla="*/ 1389888 w 12234672"/>
              <a:gd name="connsiteY1-642" fmla="*/ 2670048 h 3931920"/>
              <a:gd name="connsiteX2-643" fmla="*/ 3571494 w 12234672"/>
              <a:gd name="connsiteY2-644" fmla="*/ 2849118 h 3931920"/>
              <a:gd name="connsiteX3-645" fmla="*/ 5359908 w 12234672"/>
              <a:gd name="connsiteY3-646" fmla="*/ 1759458 h 3931920"/>
              <a:gd name="connsiteX4-647" fmla="*/ 7866888 w 12234672"/>
              <a:gd name="connsiteY4-648" fmla="*/ 1953006 h 3931920"/>
              <a:gd name="connsiteX5-649" fmla="*/ 9541764 w 12234672"/>
              <a:gd name="connsiteY5-650" fmla="*/ 261366 h 3931920"/>
              <a:gd name="connsiteX6-651" fmla="*/ 12234672 w 12234672"/>
              <a:gd name="connsiteY6-652" fmla="*/ 0 h 3931920"/>
              <a:gd name="connsiteX0-653" fmla="*/ 0 w 12234672"/>
              <a:gd name="connsiteY0-654" fmla="*/ 4293870 h 4293870"/>
              <a:gd name="connsiteX1-655" fmla="*/ 1389888 w 12234672"/>
              <a:gd name="connsiteY1-656" fmla="*/ 3031998 h 4293870"/>
              <a:gd name="connsiteX2-657" fmla="*/ 3571494 w 12234672"/>
              <a:gd name="connsiteY2-658" fmla="*/ 3211068 h 4293870"/>
              <a:gd name="connsiteX3-659" fmla="*/ 5359908 w 12234672"/>
              <a:gd name="connsiteY3-660" fmla="*/ 2121408 h 4293870"/>
              <a:gd name="connsiteX4-661" fmla="*/ 7866888 w 12234672"/>
              <a:gd name="connsiteY4-662" fmla="*/ 2314956 h 4293870"/>
              <a:gd name="connsiteX5-663" fmla="*/ 9541764 w 12234672"/>
              <a:gd name="connsiteY5-664" fmla="*/ 623316 h 4293870"/>
              <a:gd name="connsiteX6-665" fmla="*/ 12234672 w 12234672"/>
              <a:gd name="connsiteY6-666" fmla="*/ 0 h 429387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234672" h="4293870">
                <a:moveTo>
                  <a:pt x="0" y="4293870"/>
                </a:moveTo>
                <a:cubicBezTo>
                  <a:pt x="463296" y="3873246"/>
                  <a:pt x="794639" y="3212465"/>
                  <a:pt x="1389888" y="3031998"/>
                </a:cubicBezTo>
                <a:cubicBezTo>
                  <a:pt x="1985137" y="2851531"/>
                  <a:pt x="2909824" y="3362833"/>
                  <a:pt x="3571494" y="3211068"/>
                </a:cubicBezTo>
                <a:cubicBezTo>
                  <a:pt x="4233164" y="3059303"/>
                  <a:pt x="4644009" y="2270760"/>
                  <a:pt x="5359908" y="2121408"/>
                </a:cubicBezTo>
                <a:cubicBezTo>
                  <a:pt x="6075807" y="1972056"/>
                  <a:pt x="7169912" y="2564638"/>
                  <a:pt x="7866888" y="2314956"/>
                </a:cubicBezTo>
                <a:cubicBezTo>
                  <a:pt x="8563864" y="2065274"/>
                  <a:pt x="8813800" y="1009142"/>
                  <a:pt x="9541764" y="623316"/>
                </a:cubicBezTo>
                <a:cubicBezTo>
                  <a:pt x="10269728" y="237490"/>
                  <a:pt x="11478006" y="660654"/>
                  <a:pt x="12234672" y="0"/>
                </a:cubicBezTo>
              </a:path>
            </a:pathLst>
          </a:cu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205866" y="3831336"/>
            <a:ext cx="183895" cy="183895"/>
            <a:chOff x="2997454" y="2542286"/>
            <a:chExt cx="3631946" cy="3631946"/>
          </a:xfrm>
        </p:grpSpPr>
        <p:sp>
          <p:nvSpPr>
            <p:cNvPr id="3" name="椭圆 2"/>
            <p:cNvSpPr/>
            <p:nvPr/>
          </p:nvSpPr>
          <p:spPr>
            <a:xfrm>
              <a:off x="2997454" y="2542286"/>
              <a:ext cx="3631946" cy="3631946"/>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椭圆 3"/>
            <p:cNvSpPr/>
            <p:nvPr/>
          </p:nvSpPr>
          <p:spPr>
            <a:xfrm>
              <a:off x="3896893" y="3441725"/>
              <a:ext cx="1833068" cy="1833068"/>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104" name="组合 103"/>
          <p:cNvGrpSpPr/>
          <p:nvPr/>
        </p:nvGrpSpPr>
        <p:grpSpPr>
          <a:xfrm>
            <a:off x="3168016" y="4021511"/>
            <a:ext cx="183895" cy="183895"/>
            <a:chOff x="2997454" y="2542286"/>
            <a:chExt cx="3631946" cy="3631946"/>
          </a:xfrm>
        </p:grpSpPr>
        <p:sp>
          <p:nvSpPr>
            <p:cNvPr id="105" name="椭圆 104"/>
            <p:cNvSpPr/>
            <p:nvPr/>
          </p:nvSpPr>
          <p:spPr>
            <a:xfrm>
              <a:off x="2997454" y="2542286"/>
              <a:ext cx="3631946" cy="3631946"/>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6" name="椭圆 105"/>
            <p:cNvSpPr/>
            <p:nvPr/>
          </p:nvSpPr>
          <p:spPr>
            <a:xfrm>
              <a:off x="3896893" y="3441725"/>
              <a:ext cx="1833068" cy="1833068"/>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107" name="组合 106"/>
          <p:cNvGrpSpPr/>
          <p:nvPr/>
        </p:nvGrpSpPr>
        <p:grpSpPr>
          <a:xfrm>
            <a:off x="4901566" y="3006599"/>
            <a:ext cx="183895" cy="183895"/>
            <a:chOff x="2997454" y="2542286"/>
            <a:chExt cx="3631946" cy="3631946"/>
          </a:xfrm>
        </p:grpSpPr>
        <p:sp>
          <p:nvSpPr>
            <p:cNvPr id="108" name="椭圆 107"/>
            <p:cNvSpPr/>
            <p:nvPr/>
          </p:nvSpPr>
          <p:spPr>
            <a:xfrm>
              <a:off x="2997454" y="2542286"/>
              <a:ext cx="3631946" cy="3631946"/>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9" name="椭圆 108"/>
            <p:cNvSpPr/>
            <p:nvPr/>
          </p:nvSpPr>
          <p:spPr>
            <a:xfrm>
              <a:off x="3896893" y="3441725"/>
              <a:ext cx="1833068" cy="1833068"/>
            </a:xfrm>
            <a:prstGeom prst="ellipse">
              <a:avLst/>
            </a:prstGeom>
            <a:solidFill>
              <a:srgbClr val="AE282F"/>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grpSp>
        <p:nvGrpSpPr>
          <p:cNvPr id="110" name="组合 109"/>
          <p:cNvGrpSpPr/>
          <p:nvPr/>
        </p:nvGrpSpPr>
        <p:grpSpPr>
          <a:xfrm>
            <a:off x="7587616" y="3121735"/>
            <a:ext cx="183895" cy="183895"/>
            <a:chOff x="2997454" y="2542286"/>
            <a:chExt cx="3631946" cy="3631946"/>
          </a:xfrm>
        </p:grpSpPr>
        <p:sp>
          <p:nvSpPr>
            <p:cNvPr id="111" name="椭圆 110"/>
            <p:cNvSpPr/>
            <p:nvPr/>
          </p:nvSpPr>
          <p:spPr>
            <a:xfrm>
              <a:off x="2997454" y="2542286"/>
              <a:ext cx="3631946" cy="3631946"/>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2" name="椭圆 111"/>
            <p:cNvSpPr/>
            <p:nvPr/>
          </p:nvSpPr>
          <p:spPr>
            <a:xfrm>
              <a:off x="3896893" y="3441725"/>
              <a:ext cx="1833068" cy="1833068"/>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grpSp>
        <p:nvGrpSpPr>
          <p:cNvPr id="113" name="组合 112"/>
          <p:cNvGrpSpPr/>
          <p:nvPr/>
        </p:nvGrpSpPr>
        <p:grpSpPr>
          <a:xfrm>
            <a:off x="9454516" y="1402737"/>
            <a:ext cx="183895" cy="183895"/>
            <a:chOff x="2997454" y="2542286"/>
            <a:chExt cx="3631946" cy="3631946"/>
          </a:xfrm>
        </p:grpSpPr>
        <p:sp>
          <p:nvSpPr>
            <p:cNvPr id="114" name="椭圆 113"/>
            <p:cNvSpPr/>
            <p:nvPr/>
          </p:nvSpPr>
          <p:spPr>
            <a:xfrm>
              <a:off x="2997454" y="2542286"/>
              <a:ext cx="3631946" cy="3631946"/>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15" name="椭圆 114"/>
            <p:cNvSpPr/>
            <p:nvPr/>
          </p:nvSpPr>
          <p:spPr>
            <a:xfrm>
              <a:off x="3896893" y="3441725"/>
              <a:ext cx="1833068" cy="1833068"/>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3" name="矩形 12"/>
          <p:cNvSpPr/>
          <p:nvPr/>
        </p:nvSpPr>
        <p:spPr>
          <a:xfrm>
            <a:off x="721570" y="2729695"/>
            <a:ext cx="1209675" cy="460375"/>
          </a:xfrm>
          <a:prstGeom prst="rect">
            <a:avLst/>
          </a:prstGeom>
        </p:spPr>
        <p:txBody>
          <a:bodyPr wrap="none">
            <a:spAutoFit/>
          </a:bodyPr>
          <a:lstStyle/>
          <a:p>
            <a:r>
              <a:rPr lang="en-US" altLang="zh-CN" sz="2400" b="1" dirty="0">
                <a:solidFill>
                  <a:schemeClr val="accent1"/>
                </a:solidFill>
                <a:latin typeface="微软雅黑" panose="020B0503020204020204" pitchFamily="34" charset="-122"/>
                <a:ea typeface="微软雅黑" panose="020B0503020204020204" pitchFamily="34" charset="-122"/>
              </a:rPr>
              <a:t>2019.9</a:t>
            </a:r>
            <a:endParaRPr lang="zh-CN" altLang="en-US" sz="2400" b="1" dirty="0">
              <a:solidFill>
                <a:schemeClr val="accent1"/>
              </a:solidFill>
            </a:endParaRPr>
          </a:p>
        </p:txBody>
      </p:sp>
      <p:sp>
        <p:nvSpPr>
          <p:cNvPr id="14" name="矩形 13"/>
          <p:cNvSpPr/>
          <p:nvPr/>
        </p:nvSpPr>
        <p:spPr>
          <a:xfrm>
            <a:off x="697230" y="3189605"/>
            <a:ext cx="2077720" cy="478155"/>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入读合肥工业大学</a:t>
            </a:r>
          </a:p>
        </p:txBody>
      </p:sp>
      <p:sp>
        <p:nvSpPr>
          <p:cNvPr id="15" name="矩形 14"/>
          <p:cNvSpPr/>
          <p:nvPr/>
        </p:nvSpPr>
        <p:spPr>
          <a:xfrm>
            <a:off x="3000070" y="4366309"/>
            <a:ext cx="1209675" cy="460375"/>
          </a:xfrm>
          <a:prstGeom prst="rect">
            <a:avLst/>
          </a:prstGeom>
        </p:spPr>
        <p:txBody>
          <a:bodyPr wrap="none">
            <a:spAutoFit/>
          </a:bodyPr>
          <a:lstStyle/>
          <a:p>
            <a:r>
              <a:rPr lang="en-US" altLang="zh-CN" sz="2400" b="1" dirty="0">
                <a:solidFill>
                  <a:schemeClr val="accent1"/>
                </a:solidFill>
                <a:latin typeface="微软雅黑" panose="020B0503020204020204" pitchFamily="34" charset="-122"/>
                <a:ea typeface="微软雅黑" panose="020B0503020204020204" pitchFamily="34" charset="-122"/>
              </a:rPr>
              <a:t>2020.3</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p:nvSpPr>
        <p:spPr>
          <a:xfrm>
            <a:off x="3000375" y="4742180"/>
            <a:ext cx="1838325" cy="865505"/>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疫情攻坚战</a:t>
            </a:r>
          </a:p>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递交入党申请书</a:t>
            </a:r>
          </a:p>
        </p:txBody>
      </p:sp>
      <p:sp>
        <p:nvSpPr>
          <p:cNvPr id="17" name="矩形 16"/>
          <p:cNvSpPr/>
          <p:nvPr/>
        </p:nvSpPr>
        <p:spPr>
          <a:xfrm>
            <a:off x="4901367" y="1817068"/>
            <a:ext cx="1209675" cy="460375"/>
          </a:xfrm>
          <a:prstGeom prst="rect">
            <a:avLst/>
          </a:prstGeom>
        </p:spPr>
        <p:txBody>
          <a:bodyPr wrap="none">
            <a:spAutoFit/>
          </a:bodyPr>
          <a:lstStyle/>
          <a:p>
            <a:r>
              <a:rPr lang="en-US" altLang="zh-CN" sz="2400" b="1" dirty="0">
                <a:solidFill>
                  <a:schemeClr val="accent1"/>
                </a:solidFill>
                <a:latin typeface="微软雅黑" panose="020B0503020204020204" pitchFamily="34" charset="-122"/>
                <a:ea typeface="微软雅黑" panose="020B0503020204020204" pitchFamily="34" charset="-122"/>
              </a:rPr>
              <a:t>2021.3</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18" name="矩形 17"/>
          <p:cNvSpPr/>
          <p:nvPr/>
        </p:nvSpPr>
        <p:spPr>
          <a:xfrm>
            <a:off x="4876800" y="2277745"/>
            <a:ext cx="2126615" cy="478155"/>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选为入党积极分子</a:t>
            </a:r>
          </a:p>
        </p:txBody>
      </p:sp>
      <p:sp>
        <p:nvSpPr>
          <p:cNvPr id="120" name="矩形 119"/>
          <p:cNvSpPr/>
          <p:nvPr/>
        </p:nvSpPr>
        <p:spPr>
          <a:xfrm>
            <a:off x="7520380" y="3436165"/>
            <a:ext cx="1209675" cy="460375"/>
          </a:xfrm>
          <a:prstGeom prst="rect">
            <a:avLst/>
          </a:prstGeom>
        </p:spPr>
        <p:txBody>
          <a:bodyPr wrap="none">
            <a:spAutoFit/>
          </a:bodyPr>
          <a:lstStyle/>
          <a:p>
            <a:r>
              <a:rPr lang="en-US" altLang="zh-CN" sz="2400" b="1" dirty="0">
                <a:solidFill>
                  <a:schemeClr val="accent1"/>
                </a:solidFill>
                <a:latin typeface="微软雅黑" panose="020B0503020204020204" pitchFamily="34" charset="-122"/>
                <a:ea typeface="微软雅黑" panose="020B0503020204020204" pitchFamily="34" charset="-122"/>
              </a:rPr>
              <a:t>2022.9</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121" name="矩形 120"/>
          <p:cNvSpPr/>
          <p:nvPr/>
        </p:nvSpPr>
        <p:spPr>
          <a:xfrm>
            <a:off x="7520305" y="3812540"/>
            <a:ext cx="2072640" cy="478155"/>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选拔成为发展对象</a:t>
            </a:r>
          </a:p>
        </p:txBody>
      </p:sp>
      <p:sp>
        <p:nvSpPr>
          <p:cNvPr id="122" name="矩形 121"/>
          <p:cNvSpPr/>
          <p:nvPr/>
        </p:nvSpPr>
        <p:spPr>
          <a:xfrm>
            <a:off x="9362450" y="1690696"/>
            <a:ext cx="1397635" cy="460375"/>
          </a:xfrm>
          <a:prstGeom prst="rect">
            <a:avLst/>
          </a:prstGeom>
        </p:spPr>
        <p:txBody>
          <a:bodyPr wrap="none">
            <a:spAutoFit/>
          </a:bodyPr>
          <a:lstStyle/>
          <a:p>
            <a:r>
              <a:rPr lang="en-US" altLang="zh-CN" sz="2400" b="1" dirty="0">
                <a:solidFill>
                  <a:schemeClr val="accent1"/>
                </a:solidFill>
                <a:latin typeface="微软雅黑" panose="020B0503020204020204" pitchFamily="34" charset="-122"/>
                <a:ea typeface="微软雅黑" panose="020B0503020204020204" pitchFamily="34" charset="-122"/>
              </a:rPr>
              <a:t>2022.12</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123" name="矩形 122"/>
          <p:cNvSpPr/>
          <p:nvPr/>
        </p:nvSpPr>
        <p:spPr>
          <a:xfrm>
            <a:off x="9362450" y="2066817"/>
            <a:ext cx="2440745" cy="478155"/>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成为中共预备党员</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r>
              <a:rPr lang="zh-CN" altLang="en-US" dirty="0">
                <a:solidFill>
                  <a:schemeClr val="accent1"/>
                </a:solidFill>
              </a:rPr>
              <a:t>时间轴</a:t>
            </a:r>
          </a:p>
        </p:txBody>
      </p:sp>
      <p:sp>
        <p:nvSpPr>
          <p:cNvPr id="12" name="文本占位符 11"/>
          <p:cNvSpPr>
            <a:spLocks noGrp="1"/>
          </p:cNvSpPr>
          <p:nvPr>
            <p:ph type="body" sz="quarter" idx="11"/>
          </p:nvPr>
        </p:nvSpPr>
        <p:spPr/>
        <p:txBody>
          <a:bodyPr/>
          <a:lstStyle/>
          <a:p>
            <a:endParaRPr lang="zh-CN" altLang="en-US"/>
          </a:p>
        </p:txBody>
      </p:sp>
      <p:cxnSp>
        <p:nvCxnSpPr>
          <p:cNvPr id="93" name="直接连接符 92"/>
          <p:cNvCxnSpPr/>
          <p:nvPr/>
        </p:nvCxnSpPr>
        <p:spPr>
          <a:xfrm>
            <a:off x="1930864"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4" name="文本框 93"/>
          <p:cNvSpPr txBox="1"/>
          <p:nvPr/>
        </p:nvSpPr>
        <p:spPr>
          <a:xfrm>
            <a:off x="1930864"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21" name="矩形: 圆角 20"/>
          <p:cNvSpPr/>
          <p:nvPr/>
        </p:nvSpPr>
        <p:spPr bwMode="auto">
          <a:xfrm>
            <a:off x="-11112" y="3089519"/>
            <a:ext cx="12214224" cy="907563"/>
          </a:xfrm>
          <a:prstGeom prst="roundRect">
            <a:avLst>
              <a:gd name="adj" fmla="val 0"/>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cxnSp>
        <p:nvCxnSpPr>
          <p:cNvPr id="7" name="直接连接符 6"/>
          <p:cNvCxnSpPr/>
          <p:nvPr/>
        </p:nvCxnSpPr>
        <p:spPr>
          <a:xfrm>
            <a:off x="839788" y="1733550"/>
            <a:ext cx="0" cy="1714500"/>
          </a:xfrm>
          <a:prstGeom prst="line">
            <a:avLst/>
          </a:prstGeom>
          <a:ln w="12700">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a:off x="5106988" y="1733550"/>
            <a:ext cx="0" cy="1714500"/>
          </a:xfrm>
          <a:prstGeom prst="line">
            <a:avLst/>
          </a:prstGeom>
          <a:ln w="12700">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9374188" y="1733550"/>
            <a:ext cx="0" cy="1714500"/>
          </a:xfrm>
          <a:prstGeom prst="line">
            <a:avLst/>
          </a:prstGeom>
          <a:ln w="12700">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flipV="1">
            <a:off x="2935288" y="3856503"/>
            <a:ext cx="0" cy="1714500"/>
          </a:xfrm>
          <a:prstGeom prst="line">
            <a:avLst/>
          </a:prstGeom>
          <a:ln w="12700">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flipV="1">
            <a:off x="7259638" y="3856503"/>
            <a:ext cx="0" cy="1714500"/>
          </a:xfrm>
          <a:prstGeom prst="line">
            <a:avLst/>
          </a:prstGeom>
          <a:ln w="12700">
            <a:solidFill>
              <a:schemeClr val="accent1"/>
            </a:solidFill>
            <a:headEnd type="oval"/>
          </a:ln>
        </p:spPr>
        <p:style>
          <a:lnRef idx="1">
            <a:schemeClr val="accent1"/>
          </a:lnRef>
          <a:fillRef idx="0">
            <a:schemeClr val="accent1"/>
          </a:fillRef>
          <a:effectRef idx="0">
            <a:schemeClr val="accent1"/>
          </a:effectRef>
          <a:fontRef idx="minor">
            <a:schemeClr val="tx1"/>
          </a:fontRef>
        </p:style>
      </p:cxnSp>
      <p:sp>
        <p:nvSpPr>
          <p:cNvPr id="10" name="矩形: 圆角 9"/>
          <p:cNvSpPr/>
          <p:nvPr/>
        </p:nvSpPr>
        <p:spPr>
          <a:xfrm>
            <a:off x="803275" y="3336245"/>
            <a:ext cx="1263264" cy="414110"/>
          </a:xfrm>
          <a:prstGeom prst="roundRect">
            <a:avLst>
              <a:gd name="adj" fmla="val 50000"/>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000" b="1" dirty="0">
                <a:solidFill>
                  <a:schemeClr val="accent1"/>
                </a:solidFill>
                <a:latin typeface="微软雅黑" panose="020B0503020204020204" pitchFamily="34" charset="-122"/>
                <a:ea typeface="微软雅黑" panose="020B0503020204020204" pitchFamily="34" charset="-122"/>
              </a:rPr>
              <a:t>1945</a:t>
            </a:r>
            <a:endParaRPr lang="zh-CN" altLang="en-US" sz="2000" b="1" dirty="0">
              <a:solidFill>
                <a:schemeClr val="accent1"/>
              </a:solidFill>
            </a:endParaRPr>
          </a:p>
        </p:txBody>
      </p:sp>
      <p:sp>
        <p:nvSpPr>
          <p:cNvPr id="206" name="矩形: 圆角 205"/>
          <p:cNvSpPr/>
          <p:nvPr/>
        </p:nvSpPr>
        <p:spPr>
          <a:xfrm>
            <a:off x="2941241" y="3336245"/>
            <a:ext cx="1263264" cy="414110"/>
          </a:xfrm>
          <a:prstGeom prst="roundRect">
            <a:avLst>
              <a:gd name="adj" fmla="val 50000"/>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000" b="1" dirty="0">
                <a:solidFill>
                  <a:schemeClr val="accent1"/>
                </a:solidFill>
                <a:latin typeface="微软雅黑" panose="020B0503020204020204" pitchFamily="34" charset="-122"/>
                <a:ea typeface="微软雅黑" panose="020B0503020204020204" pitchFamily="34" charset="-122"/>
              </a:rPr>
              <a:t>1960</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07" name="矩形: 圆角 206"/>
          <p:cNvSpPr/>
          <p:nvPr/>
        </p:nvSpPr>
        <p:spPr>
          <a:xfrm>
            <a:off x="5079207" y="3336245"/>
            <a:ext cx="1263264" cy="414110"/>
          </a:xfrm>
          <a:prstGeom prst="roundRect">
            <a:avLst>
              <a:gd name="adj" fmla="val 50000"/>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000" b="1" dirty="0">
                <a:solidFill>
                  <a:schemeClr val="accent1"/>
                </a:solidFill>
                <a:latin typeface="微软雅黑" panose="020B0503020204020204" pitchFamily="34" charset="-122"/>
                <a:ea typeface="微软雅黑" panose="020B0503020204020204" pitchFamily="34" charset="-122"/>
              </a:rPr>
              <a:t>2005</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08" name="矩形: 圆角 207"/>
          <p:cNvSpPr/>
          <p:nvPr/>
        </p:nvSpPr>
        <p:spPr>
          <a:xfrm>
            <a:off x="7217173" y="3336245"/>
            <a:ext cx="1263264" cy="414110"/>
          </a:xfrm>
          <a:prstGeom prst="roundRect">
            <a:avLst>
              <a:gd name="adj" fmla="val 50000"/>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000" b="1" dirty="0">
                <a:solidFill>
                  <a:schemeClr val="accent1"/>
                </a:solidFill>
                <a:latin typeface="微软雅黑" panose="020B0503020204020204" pitchFamily="34" charset="-122"/>
                <a:ea typeface="微软雅黑" panose="020B0503020204020204" pitchFamily="34" charset="-122"/>
              </a:rPr>
              <a:t>2009</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09" name="矩形: 圆角 208"/>
          <p:cNvSpPr/>
          <p:nvPr/>
        </p:nvSpPr>
        <p:spPr>
          <a:xfrm>
            <a:off x="9355138" y="3336245"/>
            <a:ext cx="1263264" cy="414110"/>
          </a:xfrm>
          <a:prstGeom prst="roundRect">
            <a:avLst>
              <a:gd name="adj" fmla="val 50000"/>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000" b="1" dirty="0">
                <a:solidFill>
                  <a:schemeClr val="accent1"/>
                </a:solidFill>
                <a:latin typeface="微软雅黑" panose="020B0503020204020204" pitchFamily="34" charset="-122"/>
                <a:ea typeface="微软雅黑" panose="020B0503020204020204" pitchFamily="34" charset="-122"/>
              </a:rPr>
              <a:t>2017</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11" name="矩形 210"/>
          <p:cNvSpPr/>
          <p:nvPr/>
        </p:nvSpPr>
        <p:spPr>
          <a:xfrm>
            <a:off x="981735" y="1502951"/>
            <a:ext cx="1627438" cy="825482"/>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合肥工业大学正式创建</a:t>
            </a:r>
          </a:p>
        </p:txBody>
      </p:sp>
      <p:sp>
        <p:nvSpPr>
          <p:cNvPr id="212" name="矩形 211"/>
          <p:cNvSpPr/>
          <p:nvPr/>
        </p:nvSpPr>
        <p:spPr>
          <a:xfrm>
            <a:off x="5865616" y="585088"/>
            <a:ext cx="184731" cy="461665"/>
          </a:xfrm>
          <a:prstGeom prst="rect">
            <a:avLst/>
          </a:prstGeom>
        </p:spPr>
        <p:txBody>
          <a:bodyPr wrap="none">
            <a:spAutoFit/>
          </a:bodyPr>
          <a:lstStyle/>
          <a:p>
            <a:endParaRPr lang="zh-CN" altLang="en-US" sz="2400" b="1" dirty="0">
              <a:solidFill>
                <a:srgbClr val="AE282F"/>
              </a:solidFill>
              <a:latin typeface="微软雅黑" panose="020B0503020204020204" pitchFamily="34" charset="-122"/>
              <a:ea typeface="微软雅黑" panose="020B0503020204020204" pitchFamily="34" charset="-122"/>
            </a:endParaRPr>
          </a:p>
        </p:txBody>
      </p:sp>
      <p:sp>
        <p:nvSpPr>
          <p:cNvPr id="213" name="矩形 212"/>
          <p:cNvSpPr/>
          <p:nvPr/>
        </p:nvSpPr>
        <p:spPr>
          <a:xfrm>
            <a:off x="3025639" y="4849471"/>
            <a:ext cx="2709215" cy="825482"/>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合肥工业大学被中共中央批准为全国重点大学</a:t>
            </a:r>
            <a:endParaRPr lang="zh-CN" altLang="en-US" dirty="0">
              <a:solidFill>
                <a:schemeClr val="tx1">
                  <a:lumMod val="50000"/>
                  <a:lumOff val="50000"/>
                </a:schemeClr>
              </a:solidFill>
            </a:endParaRPr>
          </a:p>
        </p:txBody>
      </p:sp>
      <p:sp>
        <p:nvSpPr>
          <p:cNvPr id="215" name="矩形 214"/>
          <p:cNvSpPr/>
          <p:nvPr/>
        </p:nvSpPr>
        <p:spPr>
          <a:xfrm>
            <a:off x="5259293" y="1502951"/>
            <a:ext cx="2643486" cy="825932"/>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正式成为国家“</a:t>
            </a:r>
            <a:r>
              <a:rPr lang="en-US" altLang="zh-CN" dirty="0">
                <a:solidFill>
                  <a:schemeClr val="tx1">
                    <a:lumMod val="50000"/>
                    <a:lumOff val="50000"/>
                  </a:schemeClr>
                </a:solidFill>
                <a:latin typeface="微软雅黑" panose="020B0503020204020204" pitchFamily="34" charset="-122"/>
                <a:ea typeface="微软雅黑" panose="020B0503020204020204" pitchFamily="34" charset="-122"/>
              </a:rPr>
              <a:t>211</a:t>
            </a: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工程”重点建设高校</a:t>
            </a:r>
          </a:p>
        </p:txBody>
      </p:sp>
      <p:sp>
        <p:nvSpPr>
          <p:cNvPr id="216" name="矩形 215"/>
          <p:cNvSpPr/>
          <p:nvPr/>
        </p:nvSpPr>
        <p:spPr>
          <a:xfrm>
            <a:off x="10385926" y="-345056"/>
            <a:ext cx="184731" cy="461665"/>
          </a:xfrm>
          <a:prstGeom prst="rect">
            <a:avLst/>
          </a:prstGeom>
        </p:spPr>
        <p:txBody>
          <a:bodyPr wrap="none">
            <a:spAutoFit/>
          </a:bodyPr>
          <a:lstStyle/>
          <a:p>
            <a:endParaRPr lang="zh-CN" altLang="en-US" sz="2400" b="1" dirty="0">
              <a:solidFill>
                <a:srgbClr val="AE282F"/>
              </a:solidFill>
              <a:latin typeface="微软雅黑" panose="020B0503020204020204" pitchFamily="34" charset="-122"/>
              <a:ea typeface="微软雅黑" panose="020B0503020204020204" pitchFamily="34" charset="-122"/>
            </a:endParaRPr>
          </a:p>
        </p:txBody>
      </p:sp>
      <p:sp>
        <p:nvSpPr>
          <p:cNvPr id="217" name="矩形 216"/>
          <p:cNvSpPr/>
          <p:nvPr/>
        </p:nvSpPr>
        <p:spPr>
          <a:xfrm>
            <a:off x="7391855" y="4849471"/>
            <a:ext cx="2709215" cy="825482"/>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成为国家“</a:t>
            </a:r>
            <a:r>
              <a:rPr lang="en-US" altLang="zh-CN" dirty="0">
                <a:solidFill>
                  <a:schemeClr val="tx1">
                    <a:lumMod val="50000"/>
                    <a:lumOff val="50000"/>
                  </a:schemeClr>
                </a:solidFill>
                <a:latin typeface="微软雅黑" panose="020B0503020204020204" pitchFamily="34" charset="-122"/>
                <a:ea typeface="微软雅黑" panose="020B0503020204020204" pitchFamily="34" charset="-122"/>
              </a:rPr>
              <a:t>985</a:t>
            </a: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工程”优势学科创新平台建设高校</a:t>
            </a:r>
            <a:endParaRPr lang="zh-CN" altLang="en-US" dirty="0">
              <a:solidFill>
                <a:schemeClr val="tx1">
                  <a:lumMod val="50000"/>
                  <a:lumOff val="50000"/>
                </a:schemeClr>
              </a:solidFill>
            </a:endParaRPr>
          </a:p>
        </p:txBody>
      </p:sp>
      <p:sp>
        <p:nvSpPr>
          <p:cNvPr id="219" name="矩形 218"/>
          <p:cNvSpPr/>
          <p:nvPr/>
        </p:nvSpPr>
        <p:spPr>
          <a:xfrm>
            <a:off x="9457568" y="1502951"/>
            <a:ext cx="2060172" cy="825482"/>
          </a:xfrm>
          <a:prstGeom prst="rect">
            <a:avLst/>
          </a:prstGeom>
        </p:spPr>
        <p:txBody>
          <a:bodyPr wrap="square">
            <a:spAutoFit/>
          </a:bodyPr>
          <a:lstStyle/>
          <a:p>
            <a:pPr>
              <a:lnSpc>
                <a:spcPct val="140000"/>
              </a:lnSpc>
            </a:pP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rPr>
              <a:t>进入国家“双一流”建设高校行列</a:t>
            </a:r>
            <a:endParaRPr lang="zh-CN" altLang="en-US" dirty="0">
              <a:solidFill>
                <a:schemeClr val="tx1">
                  <a:lumMod val="50000"/>
                  <a:lumOff val="50000"/>
                </a:schemeClr>
              </a:solidFill>
            </a:endParaRPr>
          </a:p>
        </p:txBody>
      </p:sp>
      <p:grpSp>
        <p:nvGrpSpPr>
          <p:cNvPr id="11" name="组合 10"/>
          <p:cNvGrpSpPr/>
          <p:nvPr/>
        </p:nvGrpSpPr>
        <p:grpSpPr>
          <a:xfrm>
            <a:off x="2358530" y="3386070"/>
            <a:ext cx="298634" cy="314459"/>
            <a:chOff x="5930673" y="3133591"/>
            <a:chExt cx="1387939" cy="1461488"/>
          </a:xfrm>
          <a:solidFill>
            <a:schemeClr val="bg1"/>
          </a:solidFill>
        </p:grpSpPr>
        <p:sp>
          <p:nvSpPr>
            <p:cNvPr id="220" name="iconfont-11910-5686947"/>
            <p:cNvSpPr>
              <a:spLocks noChangeAspect="1"/>
            </p:cNvSpPr>
            <p:nvPr/>
          </p:nvSpPr>
          <p:spPr bwMode="auto">
            <a:xfrm rot="16200000">
              <a:off x="5596238"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sp>
          <p:nvSpPr>
            <p:cNvPr id="221" name="iconfont-11910-5686947"/>
            <p:cNvSpPr>
              <a:spLocks noChangeAspect="1"/>
            </p:cNvSpPr>
            <p:nvPr/>
          </p:nvSpPr>
          <p:spPr bwMode="auto">
            <a:xfrm rot="16200000">
              <a:off x="6191560"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grpSp>
      <p:grpSp>
        <p:nvGrpSpPr>
          <p:cNvPr id="222" name="组合 221"/>
          <p:cNvGrpSpPr/>
          <p:nvPr/>
        </p:nvGrpSpPr>
        <p:grpSpPr>
          <a:xfrm>
            <a:off x="4510912" y="3386070"/>
            <a:ext cx="298634" cy="314459"/>
            <a:chOff x="5930673" y="3133591"/>
            <a:chExt cx="1387939" cy="1461488"/>
          </a:xfrm>
          <a:solidFill>
            <a:schemeClr val="bg1"/>
          </a:solidFill>
        </p:grpSpPr>
        <p:sp>
          <p:nvSpPr>
            <p:cNvPr id="223" name="iconfont-11910-5686947"/>
            <p:cNvSpPr>
              <a:spLocks noChangeAspect="1"/>
            </p:cNvSpPr>
            <p:nvPr/>
          </p:nvSpPr>
          <p:spPr bwMode="auto">
            <a:xfrm rot="16200000">
              <a:off x="5596238"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sp>
          <p:nvSpPr>
            <p:cNvPr id="224" name="iconfont-11910-5686947"/>
            <p:cNvSpPr>
              <a:spLocks noChangeAspect="1"/>
            </p:cNvSpPr>
            <p:nvPr/>
          </p:nvSpPr>
          <p:spPr bwMode="auto">
            <a:xfrm rot="16200000">
              <a:off x="6191560"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grpSp>
      <p:grpSp>
        <p:nvGrpSpPr>
          <p:cNvPr id="225" name="组合 224"/>
          <p:cNvGrpSpPr/>
          <p:nvPr/>
        </p:nvGrpSpPr>
        <p:grpSpPr>
          <a:xfrm>
            <a:off x="6663294" y="3386070"/>
            <a:ext cx="298634" cy="314459"/>
            <a:chOff x="5930673" y="3133591"/>
            <a:chExt cx="1387939" cy="1461488"/>
          </a:xfrm>
          <a:solidFill>
            <a:schemeClr val="bg1"/>
          </a:solidFill>
        </p:grpSpPr>
        <p:sp>
          <p:nvSpPr>
            <p:cNvPr id="226" name="iconfont-11910-5686947"/>
            <p:cNvSpPr>
              <a:spLocks noChangeAspect="1"/>
            </p:cNvSpPr>
            <p:nvPr/>
          </p:nvSpPr>
          <p:spPr bwMode="auto">
            <a:xfrm rot="16200000">
              <a:off x="5596238"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sp>
          <p:nvSpPr>
            <p:cNvPr id="227" name="iconfont-11910-5686947"/>
            <p:cNvSpPr>
              <a:spLocks noChangeAspect="1"/>
            </p:cNvSpPr>
            <p:nvPr/>
          </p:nvSpPr>
          <p:spPr bwMode="auto">
            <a:xfrm rot="16200000">
              <a:off x="6191560"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grpSp>
      <p:grpSp>
        <p:nvGrpSpPr>
          <p:cNvPr id="228" name="组合 227"/>
          <p:cNvGrpSpPr/>
          <p:nvPr/>
        </p:nvGrpSpPr>
        <p:grpSpPr>
          <a:xfrm>
            <a:off x="8815676" y="3386070"/>
            <a:ext cx="298634" cy="314459"/>
            <a:chOff x="5930673" y="3133591"/>
            <a:chExt cx="1387939" cy="1461488"/>
          </a:xfrm>
          <a:solidFill>
            <a:schemeClr val="bg1"/>
          </a:solidFill>
        </p:grpSpPr>
        <p:sp>
          <p:nvSpPr>
            <p:cNvPr id="229" name="iconfont-11910-5686947"/>
            <p:cNvSpPr>
              <a:spLocks noChangeAspect="1"/>
            </p:cNvSpPr>
            <p:nvPr/>
          </p:nvSpPr>
          <p:spPr bwMode="auto">
            <a:xfrm rot="16200000">
              <a:off x="5596238"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sp>
          <p:nvSpPr>
            <p:cNvPr id="230" name="iconfont-11910-5686947"/>
            <p:cNvSpPr>
              <a:spLocks noChangeAspect="1"/>
            </p:cNvSpPr>
            <p:nvPr/>
          </p:nvSpPr>
          <p:spPr bwMode="auto">
            <a:xfrm rot="16200000">
              <a:off x="6191560"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grpSp>
      <p:grpSp>
        <p:nvGrpSpPr>
          <p:cNvPr id="231" name="组合 230"/>
          <p:cNvGrpSpPr/>
          <p:nvPr/>
        </p:nvGrpSpPr>
        <p:grpSpPr>
          <a:xfrm>
            <a:off x="10968058" y="3386070"/>
            <a:ext cx="298634" cy="314459"/>
            <a:chOff x="5930673" y="3133591"/>
            <a:chExt cx="1387939" cy="1461488"/>
          </a:xfrm>
          <a:solidFill>
            <a:schemeClr val="bg1"/>
          </a:solidFill>
        </p:grpSpPr>
        <p:sp>
          <p:nvSpPr>
            <p:cNvPr id="232" name="iconfont-11910-5686947"/>
            <p:cNvSpPr>
              <a:spLocks noChangeAspect="1"/>
            </p:cNvSpPr>
            <p:nvPr/>
          </p:nvSpPr>
          <p:spPr bwMode="auto">
            <a:xfrm rot="16200000">
              <a:off x="5596238"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sp>
          <p:nvSpPr>
            <p:cNvPr id="233" name="iconfont-11910-5686947"/>
            <p:cNvSpPr>
              <a:spLocks noChangeAspect="1"/>
            </p:cNvSpPr>
            <p:nvPr/>
          </p:nvSpPr>
          <p:spPr bwMode="auto">
            <a:xfrm rot="16200000">
              <a:off x="6191560" y="3468026"/>
              <a:ext cx="1461488" cy="792617"/>
            </a:xfrm>
            <a:custGeom>
              <a:avLst/>
              <a:gdLst>
                <a:gd name="T0" fmla="*/ 10314 w 10874"/>
                <a:gd name="T1" fmla="*/ 560 h 5896"/>
                <a:gd name="T2" fmla="*/ 10753 w 10874"/>
                <a:gd name="T3" fmla="*/ 560 h 5896"/>
                <a:gd name="T4" fmla="*/ 10753 w 10874"/>
                <a:gd name="T5" fmla="*/ 121 h 5896"/>
                <a:gd name="T6" fmla="*/ 10314 w 10874"/>
                <a:gd name="T7" fmla="*/ 121 h 5896"/>
                <a:gd name="T8" fmla="*/ 10314 w 10874"/>
                <a:gd name="T9" fmla="*/ 560 h 5896"/>
                <a:gd name="T10" fmla="*/ 563 w 10874"/>
                <a:gd name="T11" fmla="*/ 173 h 5896"/>
                <a:gd name="T12" fmla="*/ 122 w 10874"/>
                <a:gd name="T13" fmla="*/ 615 h 5896"/>
                <a:gd name="T14" fmla="*/ 5403 w 10874"/>
                <a:gd name="T15" fmla="*/ 5896 h 5896"/>
                <a:gd name="T16" fmla="*/ 10748 w 10874"/>
                <a:gd name="T17" fmla="*/ 550 h 5896"/>
                <a:gd name="T18" fmla="*/ 10366 w 10874"/>
                <a:gd name="T19" fmla="*/ 167 h 5896"/>
                <a:gd name="T20" fmla="*/ 10268 w 10874"/>
                <a:gd name="T21" fmla="*/ 167 h 5896"/>
                <a:gd name="T22" fmla="*/ 5413 w 10874"/>
                <a:gd name="T23" fmla="*/ 5024 h 5896"/>
                <a:gd name="T24" fmla="*/ 563 w 10874"/>
                <a:gd name="T25" fmla="*/ 173 h 5896"/>
                <a:gd name="T26" fmla="*/ 121 w 10874"/>
                <a:gd name="T27" fmla="*/ 613 h 5896"/>
                <a:gd name="T28" fmla="*/ 560 w 10874"/>
                <a:gd name="T29" fmla="*/ 613 h 5896"/>
                <a:gd name="T30" fmla="*/ 560 w 10874"/>
                <a:gd name="T31" fmla="*/ 175 h 5896"/>
                <a:gd name="T32" fmla="*/ 121 w 10874"/>
                <a:gd name="T33" fmla="*/ 175 h 5896"/>
                <a:gd name="T34" fmla="*/ 121 w 10874"/>
                <a:gd name="T35" fmla="*/ 613 h 5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74" h="5896">
                  <a:moveTo>
                    <a:pt x="10314" y="560"/>
                  </a:moveTo>
                  <a:cubicBezTo>
                    <a:pt x="10435" y="681"/>
                    <a:pt x="10632" y="681"/>
                    <a:pt x="10753" y="560"/>
                  </a:cubicBezTo>
                  <a:cubicBezTo>
                    <a:pt x="10874" y="439"/>
                    <a:pt x="10874" y="242"/>
                    <a:pt x="10753" y="121"/>
                  </a:cubicBezTo>
                  <a:cubicBezTo>
                    <a:pt x="10632" y="0"/>
                    <a:pt x="10435" y="0"/>
                    <a:pt x="10314" y="121"/>
                  </a:cubicBezTo>
                  <a:cubicBezTo>
                    <a:pt x="10193" y="242"/>
                    <a:pt x="10193" y="439"/>
                    <a:pt x="10314" y="560"/>
                  </a:cubicBezTo>
                  <a:close/>
                  <a:moveTo>
                    <a:pt x="563" y="173"/>
                  </a:moveTo>
                  <a:lnTo>
                    <a:pt x="122" y="615"/>
                  </a:lnTo>
                  <a:lnTo>
                    <a:pt x="5403" y="5896"/>
                  </a:lnTo>
                  <a:lnTo>
                    <a:pt x="10748" y="550"/>
                  </a:lnTo>
                  <a:lnTo>
                    <a:pt x="10366" y="167"/>
                  </a:lnTo>
                  <a:lnTo>
                    <a:pt x="10268" y="167"/>
                  </a:lnTo>
                  <a:lnTo>
                    <a:pt x="5413" y="5024"/>
                  </a:lnTo>
                  <a:lnTo>
                    <a:pt x="563" y="173"/>
                  </a:lnTo>
                  <a:close/>
                  <a:moveTo>
                    <a:pt x="121" y="613"/>
                  </a:moveTo>
                  <a:cubicBezTo>
                    <a:pt x="242" y="734"/>
                    <a:pt x="439" y="734"/>
                    <a:pt x="560" y="613"/>
                  </a:cubicBezTo>
                  <a:cubicBezTo>
                    <a:pt x="681" y="492"/>
                    <a:pt x="681" y="296"/>
                    <a:pt x="560" y="175"/>
                  </a:cubicBezTo>
                  <a:cubicBezTo>
                    <a:pt x="439" y="54"/>
                    <a:pt x="242" y="54"/>
                    <a:pt x="121" y="175"/>
                  </a:cubicBezTo>
                  <a:cubicBezTo>
                    <a:pt x="0" y="296"/>
                    <a:pt x="0" y="492"/>
                    <a:pt x="121" y="613"/>
                  </a:cubicBezTo>
                  <a:close/>
                </a:path>
              </a:pathLst>
            </a:custGeom>
            <a:grpFill/>
            <a:ln>
              <a:noFill/>
            </a:ln>
          </p:spPr>
        </p:sp>
      </p:gr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r>
              <a:rPr lang="zh-CN" altLang="en-US" dirty="0">
                <a:solidFill>
                  <a:schemeClr val="accent1"/>
                </a:solidFill>
              </a:rPr>
              <a:t>文献综述</a:t>
            </a:r>
          </a:p>
        </p:txBody>
      </p:sp>
      <p:sp>
        <p:nvSpPr>
          <p:cNvPr id="4" name="文本占位符 3"/>
          <p:cNvSpPr>
            <a:spLocks noGrp="1"/>
          </p:cNvSpPr>
          <p:nvPr>
            <p:ph type="body" sz="quarter" idx="11"/>
          </p:nvPr>
        </p:nvSpPr>
        <p:spPr/>
        <p:txBody>
          <a:bodyPr/>
          <a:lstStyle/>
          <a:p>
            <a:endParaRPr lang="zh-CN" altLang="en-US"/>
          </a:p>
        </p:txBody>
      </p:sp>
      <p:cxnSp>
        <p:nvCxnSpPr>
          <p:cNvPr id="93" name="直接连接符 92"/>
          <p:cNvCxnSpPr/>
          <p:nvPr/>
        </p:nvCxnSpPr>
        <p:spPr>
          <a:xfrm>
            <a:off x="2270076"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4" name="文本框 93"/>
          <p:cNvSpPr txBox="1"/>
          <p:nvPr/>
        </p:nvSpPr>
        <p:spPr>
          <a:xfrm>
            <a:off x="2270076"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212" name="矩形 211"/>
          <p:cNvSpPr/>
          <p:nvPr/>
        </p:nvSpPr>
        <p:spPr>
          <a:xfrm>
            <a:off x="5865616" y="585088"/>
            <a:ext cx="184731" cy="461665"/>
          </a:xfrm>
          <a:prstGeom prst="rect">
            <a:avLst/>
          </a:prstGeom>
        </p:spPr>
        <p:txBody>
          <a:bodyPr wrap="none">
            <a:spAutoFit/>
          </a:bodyPr>
          <a:lstStyle/>
          <a:p>
            <a:endParaRPr lang="zh-CN" altLang="en-US" sz="2400" b="1" dirty="0">
              <a:solidFill>
                <a:srgbClr val="AE282F"/>
              </a:solidFill>
              <a:latin typeface="微软雅黑" panose="020B0503020204020204" pitchFamily="34" charset="-122"/>
              <a:ea typeface="微软雅黑" panose="020B0503020204020204" pitchFamily="34" charset="-122"/>
            </a:endParaRPr>
          </a:p>
        </p:txBody>
      </p:sp>
      <p:sp>
        <p:nvSpPr>
          <p:cNvPr id="216" name="矩形 215"/>
          <p:cNvSpPr/>
          <p:nvPr/>
        </p:nvSpPr>
        <p:spPr>
          <a:xfrm>
            <a:off x="10385926" y="-345056"/>
            <a:ext cx="184731" cy="461665"/>
          </a:xfrm>
          <a:prstGeom prst="rect">
            <a:avLst/>
          </a:prstGeom>
        </p:spPr>
        <p:txBody>
          <a:bodyPr wrap="none">
            <a:spAutoFit/>
          </a:bodyPr>
          <a:lstStyle/>
          <a:p>
            <a:endParaRPr lang="zh-CN" altLang="en-US" sz="2400" b="1" dirty="0">
              <a:solidFill>
                <a:srgbClr val="AE282F"/>
              </a:solidFill>
              <a:latin typeface="微软雅黑" panose="020B0503020204020204" pitchFamily="34" charset="-122"/>
              <a:ea typeface="微软雅黑" panose="020B0503020204020204" pitchFamily="34" charset="-122"/>
            </a:endParaRPr>
          </a:p>
        </p:txBody>
      </p:sp>
      <p:graphicFrame>
        <p:nvGraphicFramePr>
          <p:cNvPr id="2" name="表格 2"/>
          <p:cNvGraphicFramePr>
            <a:graphicFrameLocks noGrp="1"/>
          </p:cNvGraphicFramePr>
          <p:nvPr/>
        </p:nvGraphicFramePr>
        <p:xfrm>
          <a:off x="774700" y="1271916"/>
          <a:ext cx="10615195" cy="4551363"/>
        </p:xfrm>
        <a:graphic>
          <a:graphicData uri="http://schemas.openxmlformats.org/drawingml/2006/table">
            <a:tbl>
              <a:tblPr firstRow="1" bandRow="1">
                <a:tableStyleId>{5C22544A-7EE6-4342-B048-85BDC9FD1C3A}</a:tableStyleId>
              </a:tblPr>
              <a:tblGrid>
                <a:gridCol w="669089">
                  <a:extLst>
                    <a:ext uri="{9D8B030D-6E8A-4147-A177-3AD203B41FA5}">
                      <a16:colId xmlns:a16="http://schemas.microsoft.com/office/drawing/2014/main" val="20000"/>
                    </a:ext>
                  </a:extLst>
                </a:gridCol>
                <a:gridCol w="9946106">
                  <a:extLst>
                    <a:ext uri="{9D8B030D-6E8A-4147-A177-3AD203B41FA5}">
                      <a16:colId xmlns:a16="http://schemas.microsoft.com/office/drawing/2014/main" val="20001"/>
                    </a:ext>
                  </a:extLst>
                </a:gridCol>
              </a:tblGrid>
              <a:tr h="505707">
                <a:tc>
                  <a:txBody>
                    <a:bodyPr/>
                    <a:lstStyle/>
                    <a:p>
                      <a:pPr algn="ctr">
                        <a:lnSpc>
                          <a:spcPct val="130000"/>
                        </a:lnSpc>
                      </a:pPr>
                      <a:r>
                        <a:rPr lang="en-US" altLang="zh-CN" sz="1500" b="0" dirty="0">
                          <a:solidFill>
                            <a:schemeClr val="accent1"/>
                          </a:solidFill>
                        </a:rPr>
                        <a:t>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30000"/>
                        </a:lnSpc>
                      </a:pPr>
                      <a:r>
                        <a:rPr lang="zh-CN" altLang="en-US" sz="1450" b="0" dirty="0">
                          <a:solidFill>
                            <a:schemeClr val="tx1">
                              <a:lumMod val="50000"/>
                              <a:lumOff val="50000"/>
                            </a:schemeClr>
                          </a:solidFill>
                          <a:latin typeface="+mn-ea"/>
                          <a:ea typeface="+mn-ea"/>
                        </a:rPr>
                        <a:t>山东省威海市生态环境局乳山分局  王龙</a:t>
                      </a:r>
                      <a:r>
                        <a:rPr lang="en-US" altLang="zh-CN" sz="1450" b="0" dirty="0">
                          <a:solidFill>
                            <a:schemeClr val="tx1">
                              <a:lumMod val="50000"/>
                              <a:lumOff val="50000"/>
                            </a:schemeClr>
                          </a:solidFill>
                          <a:latin typeface="+mn-ea"/>
                          <a:ea typeface="+mn-ea"/>
                        </a:rPr>
                        <a:t>. 5</a:t>
                      </a:r>
                      <a:r>
                        <a:rPr lang="zh-CN" altLang="en-US" sz="1450" b="0" dirty="0">
                          <a:solidFill>
                            <a:schemeClr val="tx1">
                              <a:lumMod val="50000"/>
                              <a:lumOff val="50000"/>
                            </a:schemeClr>
                          </a:solidFill>
                          <a:latin typeface="+mn-ea"/>
                          <a:ea typeface="+mn-ea"/>
                        </a:rPr>
                        <a:t>万以下还是</a:t>
                      </a:r>
                      <a:r>
                        <a:rPr lang="en-US" altLang="zh-CN" sz="1450" b="0" dirty="0">
                          <a:solidFill>
                            <a:schemeClr val="tx1">
                              <a:lumMod val="50000"/>
                              <a:lumOff val="50000"/>
                            </a:schemeClr>
                          </a:solidFill>
                          <a:latin typeface="+mn-ea"/>
                          <a:ea typeface="+mn-ea"/>
                        </a:rPr>
                        <a:t>100</a:t>
                      </a:r>
                      <a:r>
                        <a:rPr lang="zh-CN" altLang="en-US" sz="1450" b="0" dirty="0">
                          <a:solidFill>
                            <a:schemeClr val="tx1">
                              <a:lumMod val="50000"/>
                              <a:lumOff val="50000"/>
                            </a:schemeClr>
                          </a:solidFill>
                          <a:latin typeface="+mn-ea"/>
                          <a:ea typeface="+mn-ea"/>
                        </a:rPr>
                        <a:t>万元以下？</a:t>
                      </a:r>
                      <a:r>
                        <a:rPr lang="en-US" altLang="zh-CN" sz="1450" b="0" dirty="0">
                          <a:solidFill>
                            <a:schemeClr val="tx1">
                              <a:lumMod val="50000"/>
                              <a:lumOff val="50000"/>
                            </a:schemeClr>
                          </a:solidFill>
                          <a:latin typeface="+mn-ea"/>
                          <a:ea typeface="+mn-ea"/>
                        </a:rPr>
                        <a:t>[N]. </a:t>
                      </a:r>
                      <a:r>
                        <a:rPr lang="zh-CN" altLang="en-US" sz="1450" b="0" dirty="0">
                          <a:solidFill>
                            <a:schemeClr val="tx1">
                              <a:lumMod val="50000"/>
                              <a:lumOff val="50000"/>
                            </a:schemeClr>
                          </a:solidFill>
                          <a:latin typeface="+mn-ea"/>
                          <a:ea typeface="+mn-ea"/>
                        </a:rPr>
                        <a:t>中国环境报</a:t>
                      </a:r>
                      <a:r>
                        <a:rPr lang="en-US" altLang="zh-CN" sz="1450" b="0" dirty="0">
                          <a:solidFill>
                            <a:schemeClr val="tx1">
                              <a:lumMod val="50000"/>
                              <a:lumOff val="50000"/>
                            </a:schemeClr>
                          </a:solidFill>
                          <a:latin typeface="+mn-ea"/>
                          <a:ea typeface="+mn-ea"/>
                        </a:rPr>
                        <a:t>,2020-04-17(006).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5707">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500" b="0" dirty="0">
                          <a:solidFill>
                            <a:schemeClr val="accent1"/>
                          </a:solidFill>
                        </a:rPr>
                        <a:t>02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450" b="0" dirty="0">
                          <a:solidFill>
                            <a:schemeClr val="tx1">
                              <a:lumMod val="50000"/>
                              <a:lumOff val="50000"/>
                            </a:schemeClr>
                          </a:solidFill>
                          <a:latin typeface="+mn-ea"/>
                          <a:ea typeface="+mn-ea"/>
                        </a:rPr>
                        <a:t>糜志彬</a:t>
                      </a:r>
                      <a:r>
                        <a:rPr lang="en-US" altLang="zh-CN" sz="1450" b="0" dirty="0">
                          <a:solidFill>
                            <a:schemeClr val="tx1">
                              <a:lumMod val="50000"/>
                              <a:lumOff val="50000"/>
                            </a:schemeClr>
                          </a:solidFill>
                          <a:latin typeface="+mn-ea"/>
                          <a:ea typeface="+mn-ea"/>
                        </a:rPr>
                        <a:t>. </a:t>
                      </a:r>
                      <a:r>
                        <a:rPr lang="zh-CN" altLang="en-US" sz="1450" b="0" dirty="0">
                          <a:solidFill>
                            <a:schemeClr val="tx1">
                              <a:lumMod val="50000"/>
                              <a:lumOff val="50000"/>
                            </a:schemeClr>
                          </a:solidFill>
                          <a:latin typeface="+mn-ea"/>
                          <a:ea typeface="+mn-ea"/>
                        </a:rPr>
                        <a:t>从天眼查诉企查查不正当竞争案看广告语的法律保护</a:t>
                      </a:r>
                      <a:r>
                        <a:rPr lang="en-US" altLang="zh-CN" sz="1450" b="0" dirty="0">
                          <a:solidFill>
                            <a:schemeClr val="tx1">
                              <a:lumMod val="50000"/>
                              <a:lumOff val="50000"/>
                            </a:schemeClr>
                          </a:solidFill>
                          <a:latin typeface="+mn-ea"/>
                          <a:ea typeface="+mn-ea"/>
                        </a:rPr>
                        <a:t>[N]. </a:t>
                      </a:r>
                      <a:r>
                        <a:rPr lang="zh-CN" altLang="en-US" sz="1450" b="0" dirty="0">
                          <a:solidFill>
                            <a:schemeClr val="tx1">
                              <a:lumMod val="50000"/>
                              <a:lumOff val="50000"/>
                            </a:schemeClr>
                          </a:solidFill>
                          <a:latin typeface="+mn-ea"/>
                          <a:ea typeface="+mn-ea"/>
                        </a:rPr>
                        <a:t>中国市场监管报</a:t>
                      </a:r>
                      <a:r>
                        <a:rPr lang="en-US" altLang="zh-CN" sz="1450" b="0" dirty="0">
                          <a:solidFill>
                            <a:schemeClr val="tx1">
                              <a:lumMod val="50000"/>
                              <a:lumOff val="50000"/>
                            </a:schemeClr>
                          </a:solidFill>
                          <a:latin typeface="+mn-ea"/>
                          <a:ea typeface="+mn-ea"/>
                        </a:rPr>
                        <a:t>,2020-04-16(004).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05707">
                <a:tc>
                  <a:txBody>
                    <a:bodyPr/>
                    <a:lstStyle/>
                    <a:p>
                      <a:pPr algn="ctr">
                        <a:lnSpc>
                          <a:spcPct val="130000"/>
                        </a:lnSpc>
                      </a:pPr>
                      <a:r>
                        <a:rPr lang="en-US" altLang="zh-CN" sz="1500" b="0" dirty="0">
                          <a:solidFill>
                            <a:schemeClr val="accent1"/>
                          </a:solidFill>
                        </a:rPr>
                        <a:t>03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30000"/>
                        </a:lnSpc>
                      </a:pPr>
                      <a:r>
                        <a:rPr lang="zh-CN" altLang="en-US" sz="1450" b="0" dirty="0">
                          <a:solidFill>
                            <a:schemeClr val="tx1">
                              <a:lumMod val="50000"/>
                              <a:lumOff val="50000"/>
                            </a:schemeClr>
                          </a:solidFill>
                          <a:latin typeface="+mn-ea"/>
                          <a:ea typeface="+mn-ea"/>
                        </a:rPr>
                        <a:t>林秀琪</a:t>
                      </a:r>
                      <a:r>
                        <a:rPr lang="en-US" altLang="zh-CN" sz="1450" b="0" dirty="0">
                          <a:solidFill>
                            <a:schemeClr val="tx1">
                              <a:lumMod val="50000"/>
                              <a:lumOff val="50000"/>
                            </a:schemeClr>
                          </a:solidFill>
                          <a:latin typeface="+mn-ea"/>
                          <a:ea typeface="+mn-ea"/>
                        </a:rPr>
                        <a:t>.《</a:t>
                      </a:r>
                      <a:r>
                        <a:rPr lang="zh-CN" altLang="en-US" sz="1450" b="0" dirty="0">
                          <a:solidFill>
                            <a:schemeClr val="tx1">
                              <a:lumMod val="50000"/>
                              <a:lumOff val="50000"/>
                            </a:schemeClr>
                          </a:solidFill>
                          <a:latin typeface="+mn-ea"/>
                          <a:ea typeface="+mn-ea"/>
                        </a:rPr>
                        <a:t>思想道德修养与法律基础</a:t>
                      </a:r>
                      <a:r>
                        <a:rPr lang="en-US" altLang="zh-CN" sz="1450" b="0" dirty="0">
                          <a:solidFill>
                            <a:schemeClr val="tx1">
                              <a:lumMod val="50000"/>
                              <a:lumOff val="50000"/>
                            </a:schemeClr>
                          </a:solidFill>
                          <a:latin typeface="+mn-ea"/>
                          <a:ea typeface="+mn-ea"/>
                        </a:rPr>
                        <a:t>》</a:t>
                      </a:r>
                      <a:r>
                        <a:rPr lang="zh-CN" altLang="en-US" sz="1450" b="0" dirty="0">
                          <a:solidFill>
                            <a:schemeClr val="tx1">
                              <a:lumMod val="50000"/>
                              <a:lumOff val="50000"/>
                            </a:schemeClr>
                          </a:solidFill>
                          <a:latin typeface="+mn-ea"/>
                          <a:ea typeface="+mn-ea"/>
                        </a:rPr>
                        <a:t>实践教学活动方式的探讨</a:t>
                      </a:r>
                      <a:r>
                        <a:rPr lang="en-US" altLang="zh-CN" sz="1450" b="0" dirty="0">
                          <a:solidFill>
                            <a:schemeClr val="tx1">
                              <a:lumMod val="50000"/>
                              <a:lumOff val="50000"/>
                            </a:schemeClr>
                          </a:solidFill>
                          <a:latin typeface="+mn-ea"/>
                          <a:ea typeface="+mn-ea"/>
                        </a:rPr>
                        <a:t>[J].</a:t>
                      </a:r>
                      <a:r>
                        <a:rPr lang="zh-CN" altLang="en-US" sz="1450" b="0" dirty="0">
                          <a:solidFill>
                            <a:schemeClr val="tx1">
                              <a:lumMod val="50000"/>
                              <a:lumOff val="50000"/>
                            </a:schemeClr>
                          </a:solidFill>
                          <a:latin typeface="+mn-ea"/>
                          <a:ea typeface="+mn-ea"/>
                        </a:rPr>
                        <a:t>中国多媒体与网络教学学报</a:t>
                      </a:r>
                      <a:r>
                        <a:rPr lang="en-US" altLang="zh-CN" sz="1450" b="0" dirty="0">
                          <a:solidFill>
                            <a:schemeClr val="tx1">
                              <a:lumMod val="50000"/>
                              <a:lumOff val="50000"/>
                            </a:schemeClr>
                          </a:solidFill>
                          <a:latin typeface="+mn-ea"/>
                          <a:ea typeface="+mn-ea"/>
                        </a:rPr>
                        <a:t>(</a:t>
                      </a:r>
                      <a:r>
                        <a:rPr lang="zh-CN" altLang="en-US" sz="1450" b="0" dirty="0">
                          <a:solidFill>
                            <a:schemeClr val="tx1">
                              <a:lumMod val="50000"/>
                              <a:lumOff val="50000"/>
                            </a:schemeClr>
                          </a:solidFill>
                          <a:latin typeface="+mn-ea"/>
                          <a:ea typeface="+mn-ea"/>
                        </a:rPr>
                        <a:t>上旬刊</a:t>
                      </a:r>
                      <a:r>
                        <a:rPr lang="en-US" altLang="zh-CN" sz="1450" b="0" dirty="0">
                          <a:solidFill>
                            <a:schemeClr val="tx1">
                              <a:lumMod val="50000"/>
                              <a:lumOff val="50000"/>
                            </a:schemeClr>
                          </a:solidFill>
                          <a:latin typeface="+mn-ea"/>
                          <a:ea typeface="+mn-ea"/>
                        </a:rPr>
                        <a:t>),2020(05)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05707">
                <a:tc>
                  <a:txBody>
                    <a:bodyPr/>
                    <a:lstStyle/>
                    <a:p>
                      <a:pPr algn="ctr">
                        <a:lnSpc>
                          <a:spcPct val="130000"/>
                        </a:lnSpc>
                      </a:pPr>
                      <a:r>
                        <a:rPr lang="en-US" altLang="zh-CN" sz="1500" b="0" dirty="0">
                          <a:solidFill>
                            <a:schemeClr val="accent1"/>
                          </a:solidFill>
                        </a:rPr>
                        <a:t>04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30000"/>
                        </a:lnSpc>
                      </a:pPr>
                      <a:r>
                        <a:rPr lang="zh-CN" altLang="en-US" sz="1450" b="0" dirty="0">
                          <a:solidFill>
                            <a:schemeClr val="tx1">
                              <a:lumMod val="50000"/>
                              <a:lumOff val="50000"/>
                            </a:schemeClr>
                          </a:solidFill>
                          <a:latin typeface="+mn-ea"/>
                          <a:ea typeface="+mn-ea"/>
                        </a:rPr>
                        <a:t>李莉</a:t>
                      </a:r>
                      <a:r>
                        <a:rPr lang="en-US" altLang="zh-CN" sz="1450" b="0" dirty="0">
                          <a:solidFill>
                            <a:schemeClr val="tx1">
                              <a:lumMod val="50000"/>
                              <a:lumOff val="50000"/>
                            </a:schemeClr>
                          </a:solidFill>
                          <a:latin typeface="+mn-ea"/>
                          <a:ea typeface="+mn-ea"/>
                        </a:rPr>
                        <a:t>,</a:t>
                      </a:r>
                      <a:r>
                        <a:rPr lang="zh-CN" altLang="en-US" sz="1450" b="0" dirty="0">
                          <a:solidFill>
                            <a:schemeClr val="tx1">
                              <a:lumMod val="50000"/>
                              <a:lumOff val="50000"/>
                            </a:schemeClr>
                          </a:solidFill>
                          <a:latin typeface="+mn-ea"/>
                          <a:ea typeface="+mn-ea"/>
                        </a:rPr>
                        <a:t>张婷</a:t>
                      </a:r>
                      <a:r>
                        <a:rPr lang="en-US" altLang="zh-CN" sz="1450" b="0" dirty="0">
                          <a:solidFill>
                            <a:schemeClr val="tx1">
                              <a:lumMod val="50000"/>
                              <a:lumOff val="50000"/>
                            </a:schemeClr>
                          </a:solidFill>
                          <a:latin typeface="+mn-ea"/>
                          <a:ea typeface="+mn-ea"/>
                        </a:rPr>
                        <a:t>.</a:t>
                      </a:r>
                      <a:r>
                        <a:rPr lang="zh-CN" altLang="en-US" sz="1450" b="0" dirty="0">
                          <a:solidFill>
                            <a:schemeClr val="tx1">
                              <a:lumMod val="50000"/>
                              <a:lumOff val="50000"/>
                            </a:schemeClr>
                          </a:solidFill>
                          <a:latin typeface="+mn-ea"/>
                          <a:ea typeface="+mn-ea"/>
                        </a:rPr>
                        <a:t>旅游中零负团费的法律规制</a:t>
                      </a:r>
                      <a:r>
                        <a:rPr lang="en-US" altLang="zh-CN" sz="1450" b="0" dirty="0">
                          <a:solidFill>
                            <a:schemeClr val="tx1">
                              <a:lumMod val="50000"/>
                              <a:lumOff val="50000"/>
                            </a:schemeClr>
                          </a:solidFill>
                          <a:latin typeface="+mn-ea"/>
                          <a:ea typeface="+mn-ea"/>
                        </a:rPr>
                        <a:t>[J].</a:t>
                      </a:r>
                      <a:r>
                        <a:rPr lang="zh-CN" altLang="en-US" sz="1450" b="0" dirty="0">
                          <a:solidFill>
                            <a:schemeClr val="tx1">
                              <a:lumMod val="50000"/>
                              <a:lumOff val="50000"/>
                            </a:schemeClr>
                          </a:solidFill>
                          <a:latin typeface="+mn-ea"/>
                          <a:ea typeface="+mn-ea"/>
                        </a:rPr>
                        <a:t>北京科技大学学报</a:t>
                      </a:r>
                      <a:r>
                        <a:rPr lang="en-US" altLang="zh-CN" sz="1450" b="0" dirty="0">
                          <a:solidFill>
                            <a:schemeClr val="tx1">
                              <a:lumMod val="50000"/>
                              <a:lumOff val="50000"/>
                            </a:schemeClr>
                          </a:solidFill>
                          <a:latin typeface="+mn-ea"/>
                          <a:ea typeface="+mn-ea"/>
                        </a:rPr>
                        <a:t>(</a:t>
                      </a:r>
                      <a:r>
                        <a:rPr lang="zh-CN" altLang="en-US" sz="1450" b="0" dirty="0">
                          <a:solidFill>
                            <a:schemeClr val="tx1">
                              <a:lumMod val="50000"/>
                              <a:lumOff val="50000"/>
                            </a:schemeClr>
                          </a:solidFill>
                          <a:latin typeface="+mn-ea"/>
                          <a:ea typeface="+mn-ea"/>
                        </a:rPr>
                        <a:t>社会科学版</a:t>
                      </a:r>
                      <a:r>
                        <a:rPr lang="en-US" altLang="zh-CN" sz="1450" b="0" dirty="0">
                          <a:solidFill>
                            <a:schemeClr val="tx1">
                              <a:lumMod val="50000"/>
                              <a:lumOff val="50000"/>
                            </a:schemeClr>
                          </a:solidFill>
                          <a:latin typeface="+mn-ea"/>
                          <a:ea typeface="+mn-ea"/>
                        </a:rPr>
                        <a:t>),2020,36(02):113-118.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05707">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500" b="0" dirty="0">
                          <a:solidFill>
                            <a:schemeClr val="accent1"/>
                          </a:solidFill>
                        </a:rPr>
                        <a:t>05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450" b="0" dirty="0">
                          <a:solidFill>
                            <a:schemeClr val="tx1">
                              <a:lumMod val="50000"/>
                              <a:lumOff val="50000"/>
                            </a:schemeClr>
                          </a:solidFill>
                          <a:latin typeface="+mn-ea"/>
                          <a:ea typeface="+mn-ea"/>
                        </a:rPr>
                        <a:t>何勇</a:t>
                      </a:r>
                      <a:r>
                        <a:rPr lang="en-US" altLang="zh-CN" sz="1450" b="0" dirty="0">
                          <a:solidFill>
                            <a:schemeClr val="tx1">
                              <a:lumMod val="50000"/>
                              <a:lumOff val="50000"/>
                            </a:schemeClr>
                          </a:solidFill>
                          <a:latin typeface="+mn-ea"/>
                          <a:ea typeface="+mn-ea"/>
                        </a:rPr>
                        <a:t>. </a:t>
                      </a:r>
                      <a:r>
                        <a:rPr lang="zh-CN" altLang="en-US" sz="1450" b="0" dirty="0">
                          <a:solidFill>
                            <a:schemeClr val="tx1">
                              <a:lumMod val="50000"/>
                              <a:lumOff val="50000"/>
                            </a:schemeClr>
                          </a:solidFill>
                          <a:latin typeface="+mn-ea"/>
                          <a:ea typeface="+mn-ea"/>
                        </a:rPr>
                        <a:t>餐企要抱团也需法律撑腰</a:t>
                      </a:r>
                      <a:r>
                        <a:rPr lang="en-US" altLang="zh-CN" sz="1450" b="0" dirty="0">
                          <a:solidFill>
                            <a:schemeClr val="tx1">
                              <a:lumMod val="50000"/>
                              <a:lumOff val="50000"/>
                            </a:schemeClr>
                          </a:solidFill>
                          <a:latin typeface="+mn-ea"/>
                          <a:ea typeface="+mn-ea"/>
                        </a:rPr>
                        <a:t>[N]. </a:t>
                      </a:r>
                      <a:r>
                        <a:rPr lang="zh-CN" altLang="en-US" sz="1450" b="0" dirty="0">
                          <a:solidFill>
                            <a:schemeClr val="tx1">
                              <a:lumMod val="50000"/>
                              <a:lumOff val="50000"/>
                            </a:schemeClr>
                          </a:solidFill>
                          <a:latin typeface="+mn-ea"/>
                          <a:ea typeface="+mn-ea"/>
                        </a:rPr>
                        <a:t>海南日报</a:t>
                      </a:r>
                      <a:r>
                        <a:rPr lang="en-US" altLang="zh-CN" sz="1450" b="0" dirty="0">
                          <a:solidFill>
                            <a:schemeClr val="tx1">
                              <a:lumMod val="50000"/>
                              <a:lumOff val="50000"/>
                            </a:schemeClr>
                          </a:solidFill>
                          <a:latin typeface="+mn-ea"/>
                          <a:ea typeface="+mn-ea"/>
                        </a:rPr>
                        <a:t>,2020-04-16(A09).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505707">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500" b="0" dirty="0">
                          <a:solidFill>
                            <a:schemeClr val="accent1"/>
                          </a:solidFill>
                        </a:rPr>
                        <a:t>06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450" b="0" dirty="0">
                          <a:solidFill>
                            <a:schemeClr val="tx1">
                              <a:lumMod val="50000"/>
                              <a:lumOff val="50000"/>
                            </a:schemeClr>
                          </a:solidFill>
                          <a:latin typeface="+mn-ea"/>
                          <a:ea typeface="+mn-ea"/>
                        </a:rPr>
                        <a:t>糜志彬</a:t>
                      </a:r>
                      <a:r>
                        <a:rPr lang="en-US" altLang="zh-CN" sz="1450" b="0" dirty="0">
                          <a:solidFill>
                            <a:schemeClr val="tx1">
                              <a:lumMod val="50000"/>
                              <a:lumOff val="50000"/>
                            </a:schemeClr>
                          </a:solidFill>
                          <a:latin typeface="+mn-ea"/>
                          <a:ea typeface="+mn-ea"/>
                        </a:rPr>
                        <a:t>. </a:t>
                      </a:r>
                      <a:r>
                        <a:rPr lang="zh-CN" altLang="en-US" sz="1450" b="0" dirty="0">
                          <a:solidFill>
                            <a:schemeClr val="tx1">
                              <a:lumMod val="50000"/>
                              <a:lumOff val="50000"/>
                            </a:schemeClr>
                          </a:solidFill>
                          <a:latin typeface="+mn-ea"/>
                          <a:ea typeface="+mn-ea"/>
                        </a:rPr>
                        <a:t>从天眼查诉企查查不正当竞争案看广告语的法律保护</a:t>
                      </a:r>
                      <a:r>
                        <a:rPr lang="en-US" altLang="zh-CN" sz="1450" b="0" dirty="0">
                          <a:solidFill>
                            <a:schemeClr val="tx1">
                              <a:lumMod val="50000"/>
                              <a:lumOff val="50000"/>
                            </a:schemeClr>
                          </a:solidFill>
                          <a:latin typeface="+mn-ea"/>
                          <a:ea typeface="+mn-ea"/>
                        </a:rPr>
                        <a:t>[N]. </a:t>
                      </a:r>
                      <a:r>
                        <a:rPr lang="zh-CN" altLang="en-US" sz="1450" b="0" dirty="0">
                          <a:solidFill>
                            <a:schemeClr val="tx1">
                              <a:lumMod val="50000"/>
                              <a:lumOff val="50000"/>
                            </a:schemeClr>
                          </a:solidFill>
                          <a:latin typeface="+mn-ea"/>
                          <a:ea typeface="+mn-ea"/>
                        </a:rPr>
                        <a:t>中国市场监管报</a:t>
                      </a:r>
                      <a:r>
                        <a:rPr lang="en-US" altLang="zh-CN" sz="1450" b="0" dirty="0">
                          <a:solidFill>
                            <a:schemeClr val="tx1">
                              <a:lumMod val="50000"/>
                              <a:lumOff val="50000"/>
                            </a:schemeClr>
                          </a:solidFill>
                          <a:latin typeface="+mn-ea"/>
                          <a:ea typeface="+mn-ea"/>
                        </a:rPr>
                        <a:t>,2020-04-16(004).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505707">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500" b="0" dirty="0">
                          <a:solidFill>
                            <a:schemeClr val="accent1"/>
                          </a:solidFill>
                        </a:rPr>
                        <a:t>07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450" b="0" dirty="0">
                          <a:solidFill>
                            <a:schemeClr val="tx1">
                              <a:lumMod val="50000"/>
                              <a:lumOff val="50000"/>
                            </a:schemeClr>
                          </a:solidFill>
                          <a:latin typeface="+mn-ea"/>
                          <a:ea typeface="+mn-ea"/>
                        </a:rPr>
                        <a:t>重庆市版权服务中心  高露  向芷苇</a:t>
                      </a:r>
                      <a:r>
                        <a:rPr lang="en-US" altLang="zh-CN" sz="1450" b="0" dirty="0">
                          <a:solidFill>
                            <a:schemeClr val="tx1">
                              <a:lumMod val="50000"/>
                              <a:lumOff val="50000"/>
                            </a:schemeClr>
                          </a:solidFill>
                          <a:latin typeface="+mn-ea"/>
                          <a:ea typeface="+mn-ea"/>
                        </a:rPr>
                        <a:t>. </a:t>
                      </a:r>
                      <a:r>
                        <a:rPr lang="zh-CN" altLang="en-US" sz="1450" b="0" dirty="0">
                          <a:solidFill>
                            <a:schemeClr val="tx1">
                              <a:lumMod val="50000"/>
                              <a:lumOff val="50000"/>
                            </a:schemeClr>
                          </a:solidFill>
                          <a:latin typeface="+mn-ea"/>
                          <a:ea typeface="+mn-ea"/>
                        </a:rPr>
                        <a:t>重庆“三招”助推著作权登记量质同升</a:t>
                      </a:r>
                      <a:r>
                        <a:rPr lang="en-US" altLang="zh-CN" sz="1450" b="0" dirty="0">
                          <a:solidFill>
                            <a:schemeClr val="tx1">
                              <a:lumMod val="50000"/>
                              <a:lumOff val="50000"/>
                            </a:schemeClr>
                          </a:solidFill>
                          <a:latin typeface="+mn-ea"/>
                          <a:ea typeface="+mn-ea"/>
                        </a:rPr>
                        <a:t>[N]. </a:t>
                      </a:r>
                      <a:r>
                        <a:rPr lang="zh-CN" altLang="en-US" sz="1450" b="0" dirty="0">
                          <a:solidFill>
                            <a:schemeClr val="tx1">
                              <a:lumMod val="50000"/>
                              <a:lumOff val="50000"/>
                            </a:schemeClr>
                          </a:solidFill>
                          <a:latin typeface="+mn-ea"/>
                          <a:ea typeface="+mn-ea"/>
                        </a:rPr>
                        <a:t>中国新闻出版广电报</a:t>
                      </a:r>
                      <a:r>
                        <a:rPr lang="en-US" altLang="zh-CN" sz="1450" b="0" dirty="0">
                          <a:solidFill>
                            <a:schemeClr val="tx1">
                              <a:lumMod val="50000"/>
                              <a:lumOff val="50000"/>
                            </a:schemeClr>
                          </a:solidFill>
                          <a:latin typeface="+mn-ea"/>
                          <a:ea typeface="+mn-ea"/>
                        </a:rPr>
                        <a:t>,2020-04-16(006).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505707">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500" b="0" dirty="0">
                          <a:solidFill>
                            <a:schemeClr val="accent1"/>
                          </a:solidFill>
                        </a:rPr>
                        <a:t>08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450" b="0" dirty="0">
                          <a:solidFill>
                            <a:schemeClr val="tx1">
                              <a:lumMod val="50000"/>
                              <a:lumOff val="50000"/>
                            </a:schemeClr>
                          </a:solidFill>
                          <a:latin typeface="+mn-ea"/>
                          <a:ea typeface="+mn-ea"/>
                        </a:rPr>
                        <a:t>北京互联网法院  鲁宁</a:t>
                      </a:r>
                      <a:r>
                        <a:rPr lang="en-US" altLang="zh-CN" sz="1450" b="0" dirty="0">
                          <a:solidFill>
                            <a:schemeClr val="tx1">
                              <a:lumMod val="50000"/>
                              <a:lumOff val="50000"/>
                            </a:schemeClr>
                          </a:solidFill>
                          <a:latin typeface="+mn-ea"/>
                          <a:ea typeface="+mn-ea"/>
                        </a:rPr>
                        <a:t>. “AI</a:t>
                      </a:r>
                      <a:r>
                        <a:rPr lang="zh-CN" altLang="en-US" sz="1450" b="0" dirty="0">
                          <a:solidFill>
                            <a:schemeClr val="tx1">
                              <a:lumMod val="50000"/>
                              <a:lumOff val="50000"/>
                            </a:schemeClr>
                          </a:solidFill>
                          <a:latin typeface="+mn-ea"/>
                          <a:ea typeface="+mn-ea"/>
                        </a:rPr>
                        <a:t>换脸”虽热，法律风险应知道</a:t>
                      </a:r>
                      <a:r>
                        <a:rPr lang="en-US" altLang="zh-CN" sz="1450" b="0" dirty="0">
                          <a:solidFill>
                            <a:schemeClr val="tx1">
                              <a:lumMod val="50000"/>
                              <a:lumOff val="50000"/>
                            </a:schemeClr>
                          </a:solidFill>
                          <a:latin typeface="+mn-ea"/>
                          <a:ea typeface="+mn-ea"/>
                        </a:rPr>
                        <a:t>[N]. </a:t>
                      </a:r>
                      <a:r>
                        <a:rPr lang="zh-CN" altLang="en-US" sz="1450" b="0" dirty="0">
                          <a:solidFill>
                            <a:schemeClr val="tx1">
                              <a:lumMod val="50000"/>
                              <a:lumOff val="50000"/>
                            </a:schemeClr>
                          </a:solidFill>
                          <a:latin typeface="+mn-ea"/>
                          <a:ea typeface="+mn-ea"/>
                        </a:rPr>
                        <a:t>中国新闻出版广电报</a:t>
                      </a:r>
                      <a:r>
                        <a:rPr lang="en-US" altLang="zh-CN" sz="1450" b="0" dirty="0">
                          <a:solidFill>
                            <a:schemeClr val="tx1">
                              <a:lumMod val="50000"/>
                              <a:lumOff val="50000"/>
                            </a:schemeClr>
                          </a:solidFill>
                          <a:latin typeface="+mn-ea"/>
                          <a:ea typeface="+mn-ea"/>
                        </a:rPr>
                        <a:t>,2020-04-16(007).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505707">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500" b="0" dirty="0">
                          <a:solidFill>
                            <a:schemeClr val="accent1"/>
                          </a:solidFill>
                        </a:rPr>
                        <a:t>09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450" b="0" dirty="0">
                          <a:solidFill>
                            <a:schemeClr val="tx1">
                              <a:lumMod val="50000"/>
                              <a:lumOff val="50000"/>
                            </a:schemeClr>
                          </a:solidFill>
                          <a:latin typeface="+mn-ea"/>
                          <a:ea typeface="+mn-ea"/>
                        </a:rPr>
                        <a:t>中国文字著作权协会总干事  张洪波</a:t>
                      </a:r>
                      <a:r>
                        <a:rPr lang="en-US" altLang="zh-CN" sz="1450" b="0" dirty="0">
                          <a:solidFill>
                            <a:schemeClr val="tx1">
                              <a:lumMod val="50000"/>
                              <a:lumOff val="50000"/>
                            </a:schemeClr>
                          </a:solidFill>
                          <a:latin typeface="+mn-ea"/>
                          <a:ea typeface="+mn-ea"/>
                        </a:rPr>
                        <a:t>. </a:t>
                      </a:r>
                      <a:r>
                        <a:rPr lang="zh-CN" altLang="en-US" sz="1450" b="0" dirty="0">
                          <a:solidFill>
                            <a:schemeClr val="tx1">
                              <a:lumMod val="50000"/>
                              <a:lumOff val="50000"/>
                            </a:schemeClr>
                          </a:solidFill>
                          <a:latin typeface="+mn-ea"/>
                          <a:ea typeface="+mn-ea"/>
                        </a:rPr>
                        <a:t>抗疫图书海外出版不能忽视版权保护</a:t>
                      </a:r>
                      <a:r>
                        <a:rPr lang="en-US" altLang="zh-CN" sz="1450" b="0" dirty="0">
                          <a:solidFill>
                            <a:schemeClr val="tx1">
                              <a:lumMod val="50000"/>
                              <a:lumOff val="50000"/>
                            </a:schemeClr>
                          </a:solidFill>
                          <a:latin typeface="+mn-ea"/>
                          <a:ea typeface="+mn-ea"/>
                        </a:rPr>
                        <a:t>[N]. </a:t>
                      </a:r>
                      <a:r>
                        <a:rPr lang="zh-CN" altLang="en-US" sz="1450" b="0" dirty="0">
                          <a:solidFill>
                            <a:schemeClr val="tx1">
                              <a:lumMod val="50000"/>
                              <a:lumOff val="50000"/>
                            </a:schemeClr>
                          </a:solidFill>
                          <a:latin typeface="+mn-ea"/>
                          <a:ea typeface="+mn-ea"/>
                        </a:rPr>
                        <a:t>中国新闻出版广电报</a:t>
                      </a:r>
                      <a:r>
                        <a:rPr lang="en-US" altLang="zh-CN" sz="1450" b="0" dirty="0">
                          <a:solidFill>
                            <a:schemeClr val="tx1">
                              <a:lumMod val="50000"/>
                              <a:lumOff val="50000"/>
                            </a:schemeClr>
                          </a:solidFill>
                          <a:latin typeface="+mn-ea"/>
                          <a:ea typeface="+mn-ea"/>
                        </a:rPr>
                        <a:t>,2020-04-16(007).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bl>
          </a:graphicData>
        </a:graphic>
      </p:graphicFrame>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矩形 13"/>
          <p:cNvSpPr/>
          <p:nvPr/>
        </p:nvSpPr>
        <p:spPr>
          <a:xfrm>
            <a:off x="0" y="-613274"/>
            <a:ext cx="4026746" cy="7985624"/>
          </a:xfrm>
          <a:prstGeom prst="rect">
            <a:avLst/>
          </a:prstGeom>
          <a:blipFill dpi="0" rotWithShape="1">
            <a:blip r:embed="rId3" cstate="email">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4268487" y="-14209"/>
            <a:ext cx="7939086" cy="6892294"/>
            <a:chOff x="4268487" y="-14209"/>
            <a:chExt cx="7939086" cy="6892294"/>
          </a:xfrm>
        </p:grpSpPr>
        <p:sp>
          <p:nvSpPr>
            <p:cNvPr id="17" name="任意多边形: 形状 16"/>
            <p:cNvSpPr/>
            <p:nvPr/>
          </p:nvSpPr>
          <p:spPr>
            <a:xfrm>
              <a:off x="4268487" y="-14209"/>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blipFill dpi="0" rotWithShape="1">
              <a:blip r:embed="rId4"/>
              <a:srcRect/>
              <a:tile tx="0" ty="0" sx="100000" sy="100000" flip="none" algn="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4268487" y="-14209"/>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rot="5400000">
            <a:off x="1638018" y="2416780"/>
            <a:ext cx="7010395" cy="1872051"/>
            <a:chOff x="-58742" y="3255247"/>
            <a:chExt cx="12140519" cy="1790840"/>
          </a:xfrm>
        </p:grpSpPr>
        <p:sp>
          <p:nvSpPr>
            <p:cNvPr id="16" name="任意多边形: 形状 15"/>
            <p:cNvSpPr/>
            <p:nvPr/>
          </p:nvSpPr>
          <p:spPr>
            <a:xfrm>
              <a:off x="5985776" y="3335434"/>
              <a:ext cx="6096001"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p:cNvSpPr/>
            <p:nvPr/>
          </p:nvSpPr>
          <p:spPr>
            <a:xfrm flipH="1">
              <a:off x="-58742" y="3255247"/>
              <a:ext cx="6127974"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组合 2"/>
          <p:cNvGrpSpPr/>
          <p:nvPr/>
        </p:nvGrpSpPr>
        <p:grpSpPr>
          <a:xfrm>
            <a:off x="3998161" y="2880682"/>
            <a:ext cx="1085850" cy="1085850"/>
            <a:chOff x="5553075" y="2996436"/>
            <a:chExt cx="1085850" cy="1085850"/>
          </a:xfrm>
        </p:grpSpPr>
        <p:sp>
          <p:nvSpPr>
            <p:cNvPr id="33" name="椭圆 32"/>
            <p:cNvSpPr/>
            <p:nvPr/>
          </p:nvSpPr>
          <p:spPr>
            <a:xfrm>
              <a:off x="5553075" y="2996436"/>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rotWithShape="1">
            <a:blip r:embed="rId5"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3041810"/>
              <a:ext cx="1033202" cy="1033202"/>
            </a:xfrm>
            <a:prstGeom prst="ellipse">
              <a:avLst/>
            </a:prstGeom>
          </p:spPr>
        </p:pic>
      </p:grpSp>
      <p:sp>
        <p:nvSpPr>
          <p:cNvPr id="10" name="文本框 9"/>
          <p:cNvSpPr txBox="1"/>
          <p:nvPr/>
        </p:nvSpPr>
        <p:spPr>
          <a:xfrm>
            <a:off x="1084734" y="2105561"/>
            <a:ext cx="3100127" cy="2646878"/>
          </a:xfrm>
          <a:prstGeom prst="rect">
            <a:avLst/>
          </a:prstGeom>
          <a:noFill/>
        </p:spPr>
        <p:txBody>
          <a:bodyPr wrap="square" rtlCol="0">
            <a:spAutoFit/>
          </a:bodyPr>
          <a:lstStyle/>
          <a:p>
            <a:pPr algn="ctr"/>
            <a:r>
              <a:rPr lang="en-US" altLang="zh-CN" sz="16600" b="1" dirty="0">
                <a:solidFill>
                  <a:schemeClr val="accent1"/>
                </a:solidFill>
              </a:rPr>
              <a:t>02</a:t>
            </a:r>
            <a:endParaRPr lang="zh-CN" altLang="en-US" sz="16600" b="1" dirty="0">
              <a:solidFill>
                <a:schemeClr val="accent1"/>
              </a:solidFill>
            </a:endParaRPr>
          </a:p>
        </p:txBody>
      </p:sp>
      <p:sp>
        <p:nvSpPr>
          <p:cNvPr id="11" name="矩形 10"/>
          <p:cNvSpPr/>
          <p:nvPr/>
        </p:nvSpPr>
        <p:spPr>
          <a:xfrm>
            <a:off x="1489320" y="3383558"/>
            <a:ext cx="2282671" cy="449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sz="2400" dirty="0">
                <a:solidFill>
                  <a:schemeClr val="accent1"/>
                </a:solidFill>
              </a:rPr>
              <a:t>PART</a:t>
            </a:r>
            <a:r>
              <a:rPr lang="zh-CN" altLang="en-US" sz="2400" dirty="0">
                <a:solidFill>
                  <a:schemeClr val="accent1"/>
                </a:solidFill>
              </a:rPr>
              <a:t> </a:t>
            </a:r>
            <a:r>
              <a:rPr lang="en-US" altLang="zh-CN" sz="2400" dirty="0">
                <a:solidFill>
                  <a:schemeClr val="accent1"/>
                </a:solidFill>
              </a:rPr>
              <a:t>TWO</a:t>
            </a:r>
            <a:endParaRPr lang="zh-CN" altLang="en-US" sz="2400" dirty="0">
              <a:solidFill>
                <a:schemeClr val="accent1"/>
              </a:solidFill>
            </a:endParaRPr>
          </a:p>
        </p:txBody>
      </p:sp>
      <p:sp>
        <p:nvSpPr>
          <p:cNvPr id="25" name="文本框 24"/>
          <p:cNvSpPr txBox="1"/>
          <p:nvPr/>
        </p:nvSpPr>
        <p:spPr>
          <a:xfrm>
            <a:off x="5748421" y="2921169"/>
            <a:ext cx="4954259" cy="1015663"/>
          </a:xfrm>
          <a:prstGeom prst="rect">
            <a:avLst/>
          </a:prstGeom>
          <a:noFill/>
        </p:spPr>
        <p:txBody>
          <a:bodyPr wrap="square" rtlCol="0">
            <a:spAutoFit/>
          </a:bodyPr>
          <a:lstStyle/>
          <a:p>
            <a:pPr algn="ctr"/>
            <a:r>
              <a:rPr lang="zh-CN" altLang="en-US" sz="6000" b="1" dirty="0">
                <a:solidFill>
                  <a:schemeClr val="bg1"/>
                </a:solidFill>
                <a:latin typeface="微软雅黑" panose="020B0503020204020204" pitchFamily="34" charset="-122"/>
                <a:ea typeface="微软雅黑" panose="020B0503020204020204" pitchFamily="34" charset="-122"/>
              </a:rPr>
              <a:t>图文结合页面</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olidFill>
                  <a:schemeClr val="accent1"/>
                </a:solidFill>
              </a:rPr>
              <a:t>一张图加一段文字</a:t>
            </a:r>
          </a:p>
        </p:txBody>
      </p:sp>
      <p:sp>
        <p:nvSpPr>
          <p:cNvPr id="11" name="文本占位符 10"/>
          <p:cNvSpPr>
            <a:spLocks noGrp="1"/>
          </p:cNvSpPr>
          <p:nvPr>
            <p:ph type="body" sz="quarter" idx="11"/>
          </p:nvPr>
        </p:nvSpPr>
        <p:spPr/>
        <p:txBody>
          <a:bodyPr/>
          <a:lstStyle/>
          <a:p>
            <a:endParaRPr lang="zh-CN" altLang="en-US"/>
          </a:p>
        </p:txBody>
      </p:sp>
      <p:sp>
        <p:nvSpPr>
          <p:cNvPr id="30" name="矩形 29"/>
          <p:cNvSpPr/>
          <p:nvPr/>
        </p:nvSpPr>
        <p:spPr>
          <a:xfrm>
            <a:off x="5662686" y="2261030"/>
            <a:ext cx="5703814" cy="298895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825500" y="1750248"/>
            <a:ext cx="4868181" cy="4030934"/>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37448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7448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pic>
        <p:nvPicPr>
          <p:cNvPr id="24" name="图形 23" descr="左引号"/>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63769" y="1378905"/>
            <a:ext cx="1407111" cy="1407111"/>
          </a:xfrm>
          <a:prstGeom prst="rect">
            <a:avLst/>
          </a:prstGeom>
        </p:spPr>
      </p:pic>
      <p:pic>
        <p:nvPicPr>
          <p:cNvPr id="26" name="图形 25" descr="后引号"/>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28550" y="4609576"/>
            <a:ext cx="1227365" cy="1227365"/>
          </a:xfrm>
          <a:prstGeom prst="rect">
            <a:avLst/>
          </a:prstGeom>
        </p:spPr>
      </p:pic>
      <p:sp>
        <p:nvSpPr>
          <p:cNvPr id="31" name="矩形 30"/>
          <p:cNvSpPr/>
          <p:nvPr/>
        </p:nvSpPr>
        <p:spPr>
          <a:xfrm>
            <a:off x="6419292" y="2563643"/>
            <a:ext cx="4494529" cy="2383729"/>
          </a:xfrm>
          <a:prstGeom prst="rect">
            <a:avLst/>
          </a:prstGeom>
        </p:spPr>
        <p:txBody>
          <a:bodyPr wrap="square">
            <a:spAutoFit/>
          </a:bodyPr>
          <a:lstStyle/>
          <a:p>
            <a:pPr algn="just">
              <a:lnSpc>
                <a:spcPct val="140000"/>
              </a:lnSpc>
            </a:pPr>
            <a:r>
              <a:rPr lang="zh-CN" altLang="en-US" b="1" dirty="0">
                <a:solidFill>
                  <a:schemeClr val="accent1"/>
                </a:solidFill>
                <a:latin typeface="微软雅黑" panose="020B0503020204020204" pitchFamily="34" charset="-122"/>
                <a:ea typeface="微软雅黑" panose="020B0503020204020204" pitchFamily="34" charset="-122"/>
              </a:rPr>
              <a:t>合肥工业大学</a:t>
            </a:r>
            <a:r>
              <a:rPr lang="zh-CN" altLang="en-US" b="1" dirty="0">
                <a:solidFill>
                  <a:srgbClr val="AE282F"/>
                </a:solidFill>
                <a:latin typeface="微软雅黑" panose="020B0503020204020204" pitchFamily="34" charset="-122"/>
                <a:ea typeface="微软雅黑" panose="020B0503020204020204" pitchFamily="34" charset="-122"/>
              </a:rPr>
              <a:t> </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是中华人民共和国教育部直属全国重点大学，教育部、工信部和安徽省政府共建高校，国防科工局与教育部共建高校。学校创建于</a:t>
            </a:r>
            <a:r>
              <a:rPr lang="en-US" altLang="zh-CN" sz="1500" dirty="0">
                <a:solidFill>
                  <a:schemeClr val="tx1">
                    <a:lumMod val="50000"/>
                    <a:lumOff val="50000"/>
                  </a:schemeClr>
                </a:solidFill>
                <a:latin typeface="微软雅黑" panose="020B0503020204020204" pitchFamily="34" charset="-122"/>
                <a:ea typeface="微软雅黑" panose="020B0503020204020204" pitchFamily="34" charset="-122"/>
              </a:rPr>
              <a:t>1945</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年，</a:t>
            </a:r>
            <a:r>
              <a:rPr lang="en-US" altLang="zh-CN" sz="1500" dirty="0">
                <a:solidFill>
                  <a:schemeClr val="tx1">
                    <a:lumMod val="50000"/>
                    <a:lumOff val="50000"/>
                  </a:schemeClr>
                </a:solidFill>
                <a:latin typeface="微软雅黑" panose="020B0503020204020204" pitchFamily="34" charset="-122"/>
                <a:ea typeface="微软雅黑" panose="020B0503020204020204" pitchFamily="34" charset="-122"/>
              </a:rPr>
              <a:t>1960</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年被中共中央批准为全国重点大学。</a:t>
            </a:r>
            <a:r>
              <a:rPr lang="en-US" altLang="zh-CN" sz="1500" dirty="0">
                <a:solidFill>
                  <a:schemeClr val="tx1">
                    <a:lumMod val="50000"/>
                    <a:lumOff val="50000"/>
                  </a:schemeClr>
                </a:solidFill>
                <a:latin typeface="微软雅黑" panose="020B0503020204020204" pitchFamily="34" charset="-122"/>
                <a:ea typeface="微软雅黑" panose="020B0503020204020204" pitchFamily="34" charset="-122"/>
              </a:rPr>
              <a:t>2005</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500" dirty="0">
                <a:solidFill>
                  <a:schemeClr val="tx1">
                    <a:lumMod val="50000"/>
                    <a:lumOff val="50000"/>
                  </a:schemeClr>
                </a:solidFill>
                <a:latin typeface="微软雅黑" panose="020B0503020204020204" pitchFamily="34" charset="-122"/>
                <a:ea typeface="微软雅黑" panose="020B0503020204020204" pitchFamily="34" charset="-122"/>
              </a:rPr>
              <a:t>211</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工程”重点建设高校，</a:t>
            </a:r>
            <a:r>
              <a:rPr lang="en-US" altLang="zh-CN" sz="1500" dirty="0">
                <a:solidFill>
                  <a:schemeClr val="tx1">
                    <a:lumMod val="50000"/>
                    <a:lumOff val="50000"/>
                  </a:schemeClr>
                </a:solidFill>
                <a:latin typeface="微软雅黑" panose="020B0503020204020204" pitchFamily="34" charset="-122"/>
                <a:ea typeface="微软雅黑" panose="020B0503020204020204" pitchFamily="34" charset="-122"/>
              </a:rPr>
              <a:t>2009</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500" dirty="0">
                <a:solidFill>
                  <a:schemeClr val="tx1">
                    <a:lumMod val="50000"/>
                    <a:lumOff val="50000"/>
                  </a:schemeClr>
                </a:solidFill>
                <a:latin typeface="微软雅黑" panose="020B0503020204020204" pitchFamily="34" charset="-122"/>
                <a:ea typeface="微软雅黑" panose="020B0503020204020204" pitchFamily="34" charset="-122"/>
              </a:rPr>
              <a:t>985</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工程”优势学科创新平台建设高校，</a:t>
            </a:r>
            <a:r>
              <a:rPr lang="en-US" altLang="zh-CN" sz="1500" dirty="0">
                <a:solidFill>
                  <a:schemeClr val="tx1">
                    <a:lumMod val="50000"/>
                    <a:lumOff val="50000"/>
                  </a:schemeClr>
                </a:solidFill>
                <a:latin typeface="微软雅黑" panose="020B0503020204020204" pitchFamily="34" charset="-122"/>
                <a:ea typeface="微软雅黑" panose="020B0503020204020204" pitchFamily="34" charset="-122"/>
              </a:rPr>
              <a:t>2017</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年进入国家“双一流”建设高校行列。</a:t>
            </a:r>
            <a:endParaRPr lang="zh-CN" altLang="en-US" sz="1500" dirty="0">
              <a:solidFill>
                <a:schemeClr val="tx1">
                  <a:lumMod val="50000"/>
                  <a:lumOff val="50000"/>
                </a:schemeClr>
              </a:solidFill>
            </a:endParaRPr>
          </a:p>
        </p:txBody>
      </p:sp>
      <p:pic>
        <p:nvPicPr>
          <p:cNvPr id="15" name="图片占位符 14"/>
          <p:cNvPicPr>
            <a:picLocks noGrp="1" noChangeAspect="1"/>
          </p:cNvPicPr>
          <p:nvPr>
            <p:ph type="pic" sz="quarter" idx="12"/>
          </p:nvPr>
        </p:nvPicPr>
        <p:blipFill>
          <a:blip r:embed="rId6">
            <a:extLst>
              <a:ext uri="{28A0092B-C50C-407E-A947-70E740481C1C}">
                <a14:useLocalDpi xmlns:a14="http://schemas.microsoft.com/office/drawing/2010/main" val="0"/>
              </a:ext>
            </a:extLst>
          </a:blip>
          <a:srcRect t="431" b="431"/>
          <a:stretch>
            <a:fillRect/>
          </a:stretch>
        </p:blipFill>
        <p:spPr>
          <a:ln>
            <a:solidFill>
              <a:schemeClr val="accent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占位符 10"/>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20671" b="20671"/>
          <a:stretch>
            <a:fillRect/>
          </a:stretch>
        </p:blipFill>
        <p:spPr>
          <a:xfrm flipH="1">
            <a:off x="812800" y="1408113"/>
            <a:ext cx="10553700" cy="1916112"/>
          </a:xfrm>
          <a:ln>
            <a:solidFill>
              <a:schemeClr val="accent1"/>
            </a:solidFill>
          </a:ln>
        </p:spPr>
      </p:pic>
      <p:sp>
        <p:nvSpPr>
          <p:cNvPr id="42" name="文本占位符 41"/>
          <p:cNvSpPr>
            <a:spLocks noGrp="1"/>
          </p:cNvSpPr>
          <p:nvPr>
            <p:ph type="body" sz="quarter" idx="10"/>
          </p:nvPr>
        </p:nvSpPr>
        <p:spPr/>
        <p:txBody>
          <a:bodyPr/>
          <a:lstStyle/>
          <a:p>
            <a:r>
              <a:rPr lang="zh-CN" altLang="en-US" dirty="0">
                <a:solidFill>
                  <a:schemeClr val="accent1"/>
                </a:solidFill>
              </a:rPr>
              <a:t>一张图加三段文字</a:t>
            </a:r>
            <a:endParaRPr lang="en-US" altLang="zh-CN" dirty="0">
              <a:solidFill>
                <a:schemeClr val="accent1"/>
              </a:solidFill>
            </a:endParaRPr>
          </a:p>
        </p:txBody>
      </p:sp>
      <p:sp>
        <p:nvSpPr>
          <p:cNvPr id="2" name="文本占位符 1"/>
          <p:cNvSpPr>
            <a:spLocks noGrp="1"/>
          </p:cNvSpPr>
          <p:nvPr>
            <p:ph type="body" sz="quarter" idx="11"/>
          </p:nvPr>
        </p:nvSpPr>
        <p:spPr/>
        <p:txBody>
          <a:bodyPr/>
          <a:lstStyle/>
          <a:p>
            <a:endParaRPr lang="zh-CN" altLang="en-US"/>
          </a:p>
        </p:txBody>
      </p:sp>
      <p:cxnSp>
        <p:nvCxnSpPr>
          <p:cNvPr id="10" name="直接连接符 9"/>
          <p:cNvCxnSpPr/>
          <p:nvPr/>
        </p:nvCxnSpPr>
        <p:spPr>
          <a:xfrm rot="5400000">
            <a:off x="1395539" y="3033484"/>
            <a:ext cx="0" cy="1368000"/>
          </a:xfrm>
          <a:prstGeom prst="line">
            <a:avLst/>
          </a:prstGeom>
          <a:ln w="22225">
            <a:gradFill>
              <a:gsLst>
                <a:gs pos="56600">
                  <a:schemeClr val="accent1"/>
                </a:gs>
                <a:gs pos="0">
                  <a:schemeClr val="accent1">
                    <a:alpha val="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rot="5400000">
            <a:off x="1133819" y="3652102"/>
            <a:ext cx="523439" cy="654204"/>
          </a:xfrm>
          <a:prstGeom prst="rect">
            <a:avLst/>
          </a:prstGeom>
          <a:solidFill>
            <a:schemeClr val="accent1"/>
          </a:solidFill>
          <a:ln w="25400">
            <a:noFill/>
          </a:ln>
          <a:effectLst>
            <a:innerShdw blurRad="63500" dist="50800" dir="108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800" dirty="0"/>
          </a:p>
        </p:txBody>
      </p:sp>
      <p:cxnSp>
        <p:nvCxnSpPr>
          <p:cNvPr id="22" name="直接连接符 21"/>
          <p:cNvCxnSpPr/>
          <p:nvPr/>
        </p:nvCxnSpPr>
        <p:spPr>
          <a:xfrm rot="5400000">
            <a:off x="5145835" y="3033484"/>
            <a:ext cx="0" cy="1368000"/>
          </a:xfrm>
          <a:prstGeom prst="line">
            <a:avLst/>
          </a:prstGeom>
          <a:ln w="22225">
            <a:gradFill>
              <a:gsLst>
                <a:gs pos="56600">
                  <a:schemeClr val="accent1"/>
                </a:gs>
                <a:gs pos="0">
                  <a:schemeClr val="accent1">
                    <a:alpha val="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rot="5400000">
            <a:off x="4884115" y="3652102"/>
            <a:ext cx="523439" cy="654204"/>
          </a:xfrm>
          <a:prstGeom prst="rect">
            <a:avLst/>
          </a:prstGeom>
          <a:solidFill>
            <a:schemeClr val="accent1"/>
          </a:solidFill>
          <a:ln w="25400">
            <a:noFill/>
          </a:ln>
          <a:effectLst>
            <a:innerShdw blurRad="63500" dist="50800" dir="108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800" dirty="0"/>
          </a:p>
        </p:txBody>
      </p:sp>
      <p:sp>
        <p:nvSpPr>
          <p:cNvPr id="28" name="矩形 27"/>
          <p:cNvSpPr/>
          <p:nvPr/>
        </p:nvSpPr>
        <p:spPr>
          <a:xfrm rot="5400000">
            <a:off x="8634410" y="3652102"/>
            <a:ext cx="523439" cy="654204"/>
          </a:xfrm>
          <a:prstGeom prst="rect">
            <a:avLst/>
          </a:prstGeom>
          <a:solidFill>
            <a:schemeClr val="accent1"/>
          </a:solidFill>
          <a:ln w="25400">
            <a:noFill/>
          </a:ln>
          <a:effectLst>
            <a:innerShdw blurRad="63500" dist="50800" dir="108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800" dirty="0"/>
          </a:p>
        </p:txBody>
      </p:sp>
      <p:sp>
        <p:nvSpPr>
          <p:cNvPr id="3" name="矩形 2"/>
          <p:cNvSpPr/>
          <p:nvPr/>
        </p:nvSpPr>
        <p:spPr>
          <a:xfrm>
            <a:off x="971586" y="1540264"/>
            <a:ext cx="2603541" cy="1646644"/>
          </a:xfrm>
          <a:prstGeom prst="rect">
            <a:avLst/>
          </a:prstGeom>
          <a:solidFill>
            <a:schemeClr val="accent1">
              <a:alpha val="90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2000" dirty="0"/>
              <a:t>在此输入文章内容</a:t>
            </a:r>
          </a:p>
        </p:txBody>
      </p:sp>
      <p:sp>
        <p:nvSpPr>
          <p:cNvPr id="20" name="文本框 19"/>
          <p:cNvSpPr txBox="1"/>
          <p:nvPr/>
        </p:nvSpPr>
        <p:spPr>
          <a:xfrm>
            <a:off x="1132052" y="3733247"/>
            <a:ext cx="526971" cy="461665"/>
          </a:xfrm>
          <a:prstGeom prst="rect">
            <a:avLst/>
          </a:prstGeom>
          <a:noFill/>
        </p:spPr>
        <p:txBody>
          <a:bodyPr wrap="square" rtlCol="0">
            <a:spAutoFit/>
          </a:bodyPr>
          <a:lstStyle/>
          <a:p>
            <a:r>
              <a:rPr lang="en-US" altLang="zh-CN" sz="2400" b="1" dirty="0">
                <a:solidFill>
                  <a:schemeClr val="bg1"/>
                </a:solidFill>
              </a:rPr>
              <a:t>01</a:t>
            </a:r>
            <a:endParaRPr lang="zh-CN" altLang="en-US" sz="2400" b="1" dirty="0">
              <a:solidFill>
                <a:schemeClr val="bg1"/>
              </a:solidFill>
            </a:endParaRPr>
          </a:p>
        </p:txBody>
      </p:sp>
      <p:sp>
        <p:nvSpPr>
          <p:cNvPr id="30" name="文本框 29"/>
          <p:cNvSpPr txBox="1"/>
          <p:nvPr/>
        </p:nvSpPr>
        <p:spPr>
          <a:xfrm>
            <a:off x="4882348" y="3733247"/>
            <a:ext cx="526971" cy="461665"/>
          </a:xfrm>
          <a:prstGeom prst="rect">
            <a:avLst/>
          </a:prstGeom>
          <a:noFill/>
        </p:spPr>
        <p:txBody>
          <a:bodyPr wrap="square" rtlCol="0">
            <a:spAutoFit/>
          </a:bodyPr>
          <a:lstStyle/>
          <a:p>
            <a:r>
              <a:rPr lang="en-US" altLang="zh-CN" sz="2400" b="1" dirty="0">
                <a:solidFill>
                  <a:schemeClr val="bg1"/>
                </a:solidFill>
              </a:rPr>
              <a:t>02</a:t>
            </a:r>
            <a:endParaRPr lang="zh-CN" altLang="en-US" sz="2400" b="1" dirty="0">
              <a:solidFill>
                <a:schemeClr val="bg1"/>
              </a:solidFill>
            </a:endParaRPr>
          </a:p>
        </p:txBody>
      </p:sp>
      <p:cxnSp>
        <p:nvCxnSpPr>
          <p:cNvPr id="27" name="直接连接符 26"/>
          <p:cNvCxnSpPr/>
          <p:nvPr/>
        </p:nvCxnSpPr>
        <p:spPr>
          <a:xfrm rot="5400000">
            <a:off x="8896130" y="3033484"/>
            <a:ext cx="0" cy="1368000"/>
          </a:xfrm>
          <a:prstGeom prst="line">
            <a:avLst/>
          </a:prstGeom>
          <a:ln w="22225">
            <a:gradFill>
              <a:gsLst>
                <a:gs pos="56600">
                  <a:schemeClr val="accent1"/>
                </a:gs>
                <a:gs pos="0">
                  <a:schemeClr val="accent1">
                    <a:alpha val="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8632644" y="3733247"/>
            <a:ext cx="526971" cy="461665"/>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39" name="矩形 38"/>
          <p:cNvSpPr/>
          <p:nvPr/>
        </p:nvSpPr>
        <p:spPr>
          <a:xfrm>
            <a:off x="765289" y="4415740"/>
            <a:ext cx="3229935" cy="1414233"/>
          </a:xfrm>
          <a:prstGeom prst="rect">
            <a:avLst/>
          </a:prstGeom>
        </p:spPr>
        <p:txBody>
          <a:bodyPr wrap="square">
            <a:spAutoFit/>
          </a:bodyPr>
          <a:lstStyle/>
          <a:p>
            <a:pPr algn="just">
              <a:lnSpc>
                <a:spcPct val="140000"/>
              </a:lnSpc>
            </a:pPr>
            <a:r>
              <a:rPr lang="zh-CN" altLang="en-US" b="1" dirty="0">
                <a:solidFill>
                  <a:schemeClr val="accent1"/>
                </a:solidFill>
                <a:latin typeface="微软雅黑" panose="020B0503020204020204" pitchFamily="34" charset="-122"/>
                <a:ea typeface="微软雅黑" panose="020B0503020204020204" pitchFamily="34" charset="-122"/>
              </a:rPr>
              <a:t>合肥工业大学</a:t>
            </a:r>
            <a:r>
              <a:rPr lang="zh-CN" altLang="en-US" b="1" dirty="0">
                <a:solidFill>
                  <a:srgbClr val="AE282F"/>
                </a:solidFill>
                <a:latin typeface="微软雅黑" panose="020B0503020204020204" pitchFamily="34" charset="-122"/>
                <a:ea typeface="微软雅黑" panose="020B0503020204020204" pitchFamily="34" charset="-122"/>
              </a:rPr>
              <a:t> </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是中华人民共和国教育部直属全国重点大学，教育部、工信部和安徽省政府共建高校，国防科工局与教育部共建高校。</a:t>
            </a:r>
            <a:endParaRPr lang="zh-CN" altLang="en-US" sz="1500" dirty="0">
              <a:solidFill>
                <a:schemeClr val="tx1">
                  <a:lumMod val="50000"/>
                  <a:lumOff val="50000"/>
                </a:schemeClr>
              </a:solidFill>
            </a:endParaRPr>
          </a:p>
        </p:txBody>
      </p:sp>
      <p:sp>
        <p:nvSpPr>
          <p:cNvPr id="40" name="矩形 39"/>
          <p:cNvSpPr/>
          <p:nvPr/>
        </p:nvSpPr>
        <p:spPr>
          <a:xfrm>
            <a:off x="4481032" y="4427646"/>
            <a:ext cx="3229935" cy="1414233"/>
          </a:xfrm>
          <a:prstGeom prst="rect">
            <a:avLst/>
          </a:prstGeom>
        </p:spPr>
        <p:txBody>
          <a:bodyPr wrap="square">
            <a:spAutoFit/>
          </a:bodyPr>
          <a:lstStyle/>
          <a:p>
            <a:pPr algn="just">
              <a:lnSpc>
                <a:spcPct val="140000"/>
              </a:lnSpc>
            </a:pPr>
            <a:r>
              <a:rPr lang="zh-CN" altLang="en-US" b="1" dirty="0">
                <a:solidFill>
                  <a:schemeClr val="accent1"/>
                </a:solidFill>
                <a:latin typeface="微软雅黑" panose="020B0503020204020204" pitchFamily="34" charset="-122"/>
                <a:ea typeface="微软雅黑" panose="020B0503020204020204" pitchFamily="34" charset="-122"/>
              </a:rPr>
              <a:t>合肥工业大学</a:t>
            </a:r>
            <a:r>
              <a:rPr lang="zh-CN" altLang="en-US" b="1" dirty="0">
                <a:solidFill>
                  <a:srgbClr val="AE282F"/>
                </a:solidFill>
                <a:latin typeface="微软雅黑" panose="020B0503020204020204" pitchFamily="34" charset="-122"/>
                <a:ea typeface="微软雅黑" panose="020B0503020204020204" pitchFamily="34" charset="-122"/>
              </a:rPr>
              <a:t> </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是中华人民共和国教育部直属全国重点大学，教育部、工信部和安徽省政府共建高校，国防科工局与教育部共建高校。</a:t>
            </a:r>
            <a:endParaRPr lang="zh-CN" altLang="en-US" sz="1500" dirty="0">
              <a:solidFill>
                <a:schemeClr val="tx1">
                  <a:lumMod val="50000"/>
                  <a:lumOff val="50000"/>
                </a:schemeClr>
              </a:solidFill>
            </a:endParaRPr>
          </a:p>
        </p:txBody>
      </p:sp>
      <p:sp>
        <p:nvSpPr>
          <p:cNvPr id="41" name="矩形 40"/>
          <p:cNvSpPr/>
          <p:nvPr/>
        </p:nvSpPr>
        <p:spPr>
          <a:xfrm>
            <a:off x="8196775" y="4439552"/>
            <a:ext cx="3229935" cy="1414233"/>
          </a:xfrm>
          <a:prstGeom prst="rect">
            <a:avLst/>
          </a:prstGeom>
        </p:spPr>
        <p:txBody>
          <a:bodyPr wrap="square">
            <a:spAutoFit/>
          </a:bodyPr>
          <a:lstStyle/>
          <a:p>
            <a:pPr algn="just">
              <a:lnSpc>
                <a:spcPct val="140000"/>
              </a:lnSpc>
            </a:pPr>
            <a:r>
              <a:rPr lang="zh-CN" altLang="en-US" b="1" dirty="0">
                <a:solidFill>
                  <a:schemeClr val="accent1"/>
                </a:solidFill>
                <a:latin typeface="微软雅黑" panose="020B0503020204020204" pitchFamily="34" charset="-122"/>
                <a:ea typeface="微软雅黑" panose="020B0503020204020204" pitchFamily="34" charset="-122"/>
              </a:rPr>
              <a:t>合肥工业大学</a:t>
            </a:r>
            <a:r>
              <a:rPr lang="zh-CN" altLang="en-US" b="1" dirty="0">
                <a:solidFill>
                  <a:srgbClr val="AE282F"/>
                </a:solidFill>
                <a:latin typeface="微软雅黑" panose="020B0503020204020204" pitchFamily="34" charset="-122"/>
                <a:ea typeface="微软雅黑" panose="020B0503020204020204" pitchFamily="34" charset="-122"/>
              </a:rPr>
              <a:t> </a:t>
            </a: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rPr>
              <a:t>是中华人民共和国教育部直属全国重点大学，教育部、工信部和安徽省政府共建高校，国防科工局与教育部共建高校。</a:t>
            </a:r>
            <a:endParaRPr lang="zh-CN" altLang="en-US" sz="1500" dirty="0">
              <a:solidFill>
                <a:schemeClr val="tx1">
                  <a:lumMod val="50000"/>
                  <a:lumOff val="50000"/>
                </a:schemeClr>
              </a:solidFill>
            </a:endParaRPr>
          </a:p>
        </p:txBody>
      </p:sp>
      <p:cxnSp>
        <p:nvCxnSpPr>
          <p:cNvPr id="35" name="直接连接符 34"/>
          <p:cNvCxnSpPr/>
          <p:nvPr/>
        </p:nvCxnSpPr>
        <p:spPr>
          <a:xfrm>
            <a:off x="37448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37448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占位符 14"/>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7297" b="7297"/>
          <a:stretch>
            <a:fillRect/>
          </a:stretch>
        </p:blipFill>
        <p:spPr>
          <a:xfrm>
            <a:off x="812800" y="1296273"/>
            <a:ext cx="3787775" cy="2132319"/>
          </a:xfrm>
          <a:ln w="12700">
            <a:noFill/>
          </a:ln>
        </p:spPr>
      </p:pic>
      <p:pic>
        <p:nvPicPr>
          <p:cNvPr id="20" name="图片占位符 19"/>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t="7216" b="7216"/>
          <a:stretch>
            <a:fillRect/>
          </a:stretch>
        </p:blipFill>
        <p:spPr>
          <a:xfrm>
            <a:off x="7578724" y="3628657"/>
            <a:ext cx="3787775" cy="2132319"/>
          </a:xfrm>
          <a:ln w="12700">
            <a:noFill/>
          </a:ln>
        </p:spPr>
      </p:pic>
      <p:sp>
        <p:nvSpPr>
          <p:cNvPr id="3" name="矩形 2"/>
          <p:cNvSpPr/>
          <p:nvPr/>
        </p:nvSpPr>
        <p:spPr>
          <a:xfrm>
            <a:off x="812800" y="1296273"/>
            <a:ext cx="10553700" cy="2132319"/>
          </a:xfrm>
          <a:prstGeom prst="rect">
            <a:avLst/>
          </a:prstGeom>
          <a:gradFill>
            <a:gsLst>
              <a:gs pos="35000">
                <a:srgbClr val="FFFFFF"/>
              </a:gs>
              <a:gs pos="16000">
                <a:schemeClr val="bg1">
                  <a:alpha val="0"/>
                </a:schemeClr>
              </a:gs>
              <a:gs pos="100000">
                <a:schemeClr val="bg1"/>
              </a:gs>
            </a:gsLst>
            <a:lin ang="0" scaled="1"/>
          </a:gra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矩形 13"/>
          <p:cNvSpPr/>
          <p:nvPr/>
        </p:nvSpPr>
        <p:spPr>
          <a:xfrm>
            <a:off x="803275" y="3628657"/>
            <a:ext cx="10553700" cy="2132319"/>
          </a:xfrm>
          <a:prstGeom prst="rect">
            <a:avLst/>
          </a:prstGeom>
          <a:gradFill>
            <a:gsLst>
              <a:gs pos="35000">
                <a:srgbClr val="FFFFFF"/>
              </a:gs>
              <a:gs pos="16000">
                <a:schemeClr val="bg1">
                  <a:alpha val="0"/>
                </a:schemeClr>
              </a:gs>
              <a:gs pos="100000">
                <a:schemeClr val="bg1"/>
              </a:gs>
            </a:gsLst>
            <a:lin ang="10800000" scaled="0"/>
          </a:gra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文本占位符 15"/>
          <p:cNvSpPr>
            <a:spLocks noGrp="1"/>
          </p:cNvSpPr>
          <p:nvPr>
            <p:ph type="body" sz="quarter" idx="10"/>
          </p:nvPr>
        </p:nvSpPr>
        <p:spPr/>
        <p:txBody>
          <a:bodyPr/>
          <a:lstStyle/>
          <a:p>
            <a:r>
              <a:rPr lang="zh-CN" altLang="en-US" dirty="0">
                <a:solidFill>
                  <a:schemeClr val="accent1"/>
                </a:solidFill>
              </a:rPr>
              <a:t>两张图加两段文字</a:t>
            </a:r>
          </a:p>
        </p:txBody>
      </p:sp>
      <p:sp>
        <p:nvSpPr>
          <p:cNvPr id="2" name="文本占位符 1"/>
          <p:cNvSpPr>
            <a:spLocks noGrp="1"/>
          </p:cNvSpPr>
          <p:nvPr>
            <p:ph type="body" sz="quarter" idx="11"/>
          </p:nvPr>
        </p:nvSpPr>
        <p:spPr/>
        <p:txBody>
          <a:bodyPr/>
          <a:lstStyle/>
          <a:p>
            <a:endParaRPr lang="zh-CN" altLang="en-US"/>
          </a:p>
        </p:txBody>
      </p:sp>
      <p:sp>
        <p:nvSpPr>
          <p:cNvPr id="18" name="矩形 17"/>
          <p:cNvSpPr/>
          <p:nvPr/>
        </p:nvSpPr>
        <p:spPr>
          <a:xfrm>
            <a:off x="4886166" y="1602640"/>
            <a:ext cx="6183403" cy="1519583"/>
          </a:xfrm>
          <a:prstGeom prst="rect">
            <a:avLst/>
          </a:prstGeom>
        </p:spPr>
        <p:txBody>
          <a:bodyPr wrap="square">
            <a:spAutoFit/>
          </a:bodyPr>
          <a:lstStyle/>
          <a:p>
            <a:pPr algn="just">
              <a:lnSpc>
                <a:spcPct val="140000"/>
              </a:lnSpc>
            </a:pPr>
            <a:r>
              <a:rPr lang="zh-CN" altLang="en-US" sz="2000" b="1" dirty="0">
                <a:solidFill>
                  <a:schemeClr val="accent1"/>
                </a:solidFill>
                <a:latin typeface="微软雅黑" panose="020B0503020204020204" pitchFamily="34" charset="-122"/>
                <a:ea typeface="微软雅黑" panose="020B0503020204020204" pitchFamily="34" charset="-122"/>
              </a:rPr>
              <a:t>合肥工业大学</a:t>
            </a:r>
            <a:r>
              <a:rPr lang="zh-CN" altLang="en-US" sz="2000" b="1" dirty="0">
                <a:solidFill>
                  <a:srgbClr val="AE282F"/>
                </a:solidFill>
                <a:latin typeface="微软雅黑" panose="020B0503020204020204" pitchFamily="34" charset="-122"/>
                <a:ea typeface="微软雅黑" panose="020B0503020204020204" pitchFamily="34" charset="-122"/>
              </a:rPr>
              <a:t> </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创建于</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1945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1960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年被中共中央批准为全国重点大学。</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2005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211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工程”重点建设高校，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2009</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985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工程”优势学科创新平台建设高校，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2017</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年进入国家“双一流”建设高校行列。</a:t>
            </a:r>
            <a:endParaRPr lang="zh-CN" altLang="en-US" sz="1600" dirty="0">
              <a:solidFill>
                <a:schemeClr val="tx1">
                  <a:lumMod val="50000"/>
                  <a:lumOff val="50000"/>
                </a:schemeClr>
              </a:solidFill>
            </a:endParaRPr>
          </a:p>
        </p:txBody>
      </p:sp>
      <p:sp>
        <p:nvSpPr>
          <p:cNvPr id="22" name="矩形 21"/>
          <p:cNvSpPr/>
          <p:nvPr/>
        </p:nvSpPr>
        <p:spPr>
          <a:xfrm>
            <a:off x="1104061" y="3935024"/>
            <a:ext cx="6183403" cy="1519583"/>
          </a:xfrm>
          <a:prstGeom prst="rect">
            <a:avLst/>
          </a:prstGeom>
        </p:spPr>
        <p:txBody>
          <a:bodyPr wrap="square">
            <a:spAutoFit/>
          </a:bodyPr>
          <a:lstStyle/>
          <a:p>
            <a:pPr algn="just">
              <a:lnSpc>
                <a:spcPct val="140000"/>
              </a:lnSpc>
            </a:pPr>
            <a:r>
              <a:rPr lang="zh-CN" altLang="en-US" sz="2000" b="1" dirty="0">
                <a:solidFill>
                  <a:schemeClr val="accent1"/>
                </a:solidFill>
                <a:latin typeface="微软雅黑" panose="020B0503020204020204" pitchFamily="34" charset="-122"/>
                <a:ea typeface="微软雅黑" panose="020B0503020204020204" pitchFamily="34" charset="-122"/>
              </a:rPr>
              <a:t>合肥工业大学</a:t>
            </a:r>
            <a:r>
              <a:rPr lang="zh-CN" altLang="en-US" sz="2000" b="1" dirty="0">
                <a:solidFill>
                  <a:srgbClr val="AE282F"/>
                </a:solidFill>
                <a:latin typeface="微软雅黑" panose="020B0503020204020204" pitchFamily="34" charset="-122"/>
                <a:ea typeface="微软雅黑" panose="020B0503020204020204" pitchFamily="34" charset="-122"/>
              </a:rPr>
              <a:t> </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创建于</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1945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1960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年被中共中央批准为全国重点大学。</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2005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211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工程”重点建设高校，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2009</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年成为国家“</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985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工程”优势学科创新平台建设高校，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2017</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年进入国家“双一流”建设高校行列。</a:t>
            </a:r>
            <a:endParaRPr lang="zh-CN" altLang="en-US" sz="1600" dirty="0">
              <a:solidFill>
                <a:schemeClr val="tx1">
                  <a:lumMod val="50000"/>
                  <a:lumOff val="50000"/>
                </a:schemeClr>
              </a:solidFill>
            </a:endParaRPr>
          </a:p>
        </p:txBody>
      </p:sp>
      <p:cxnSp>
        <p:nvCxnSpPr>
          <p:cNvPr id="25" name="直接连接符 24"/>
          <p:cNvCxnSpPr/>
          <p:nvPr/>
        </p:nvCxnSpPr>
        <p:spPr>
          <a:xfrm>
            <a:off x="37448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37448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24445" y="2171543"/>
            <a:ext cx="3178175" cy="2100424"/>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矩形 21"/>
          <p:cNvSpPr/>
          <p:nvPr/>
        </p:nvSpPr>
        <p:spPr>
          <a:xfrm>
            <a:off x="4421060" y="2171543"/>
            <a:ext cx="3178175" cy="2100424"/>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矩形 24"/>
          <p:cNvSpPr/>
          <p:nvPr/>
        </p:nvSpPr>
        <p:spPr>
          <a:xfrm>
            <a:off x="8117675" y="2171543"/>
            <a:ext cx="3178175" cy="2100424"/>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1" name="图片占位符 10"/>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136" r="136"/>
          <a:stretch>
            <a:fillRect/>
          </a:stretch>
        </p:blipFill>
        <p:spPr/>
      </p:pic>
      <p:pic>
        <p:nvPicPr>
          <p:cNvPr id="13" name="图片占位符 12"/>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230" r="230"/>
          <a:stretch>
            <a:fillRect/>
          </a:stretch>
        </p:blipFill>
        <p:spPr/>
      </p:pic>
      <p:pic>
        <p:nvPicPr>
          <p:cNvPr id="17" name="图片占位符 16"/>
          <p:cNvPicPr>
            <a:picLocks noGrp="1" noChangeAspect="1"/>
          </p:cNvPicPr>
          <p:nvPr>
            <p:ph type="pic" sz="quarter" idx="14"/>
          </p:nvPr>
        </p:nvPicPr>
        <p:blipFill>
          <a:blip r:embed="rId5">
            <a:extLst>
              <a:ext uri="{28A0092B-C50C-407E-A947-70E740481C1C}">
                <a14:useLocalDpi xmlns:a14="http://schemas.microsoft.com/office/drawing/2010/main" val="0"/>
              </a:ext>
            </a:extLst>
          </a:blip>
          <a:srcRect l="230" r="230"/>
          <a:stretch>
            <a:fillRect/>
          </a:stretch>
        </p:blipFill>
        <p:spPr/>
      </p:pic>
      <p:sp>
        <p:nvSpPr>
          <p:cNvPr id="56" name="文本占位符 55"/>
          <p:cNvSpPr>
            <a:spLocks noGrp="1"/>
          </p:cNvSpPr>
          <p:nvPr>
            <p:ph type="body" sz="quarter" idx="10"/>
          </p:nvPr>
        </p:nvSpPr>
        <p:spPr/>
        <p:txBody>
          <a:bodyPr/>
          <a:lstStyle/>
          <a:p>
            <a:r>
              <a:rPr lang="zh-CN" altLang="en-US" dirty="0">
                <a:solidFill>
                  <a:schemeClr val="accent1"/>
                </a:solidFill>
              </a:rPr>
              <a:t>三张图加三段文字</a:t>
            </a:r>
          </a:p>
        </p:txBody>
      </p:sp>
      <p:sp>
        <p:nvSpPr>
          <p:cNvPr id="2" name="文本占位符 1"/>
          <p:cNvSpPr>
            <a:spLocks noGrp="1"/>
          </p:cNvSpPr>
          <p:nvPr>
            <p:ph type="body" sz="quarter" idx="11"/>
          </p:nvPr>
        </p:nvSpPr>
        <p:spPr/>
        <p:txBody>
          <a:bodyPr/>
          <a:lstStyle/>
          <a:p>
            <a:endParaRPr lang="zh-CN" altLang="en-US"/>
          </a:p>
        </p:txBody>
      </p:sp>
      <p:cxnSp>
        <p:nvCxnSpPr>
          <p:cNvPr id="6" name="直接连接符 5"/>
          <p:cNvCxnSpPr/>
          <p:nvPr/>
        </p:nvCxnSpPr>
        <p:spPr>
          <a:xfrm>
            <a:off x="803273" y="1395251"/>
            <a:ext cx="102196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790131" y="4176551"/>
            <a:ext cx="0" cy="781050"/>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479269" y="4176551"/>
            <a:ext cx="0" cy="781050"/>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181550" y="1395251"/>
            <a:ext cx="1021965" cy="0"/>
          </a:xfrm>
          <a:prstGeom prst="line">
            <a:avLst/>
          </a:prstGeom>
          <a:blipFill dpi="0" rotWithShape="1">
            <a:blip r:embed="rId6"/>
            <a:srcRect/>
            <a:tile tx="0" ty="0" sx="100000" sy="100000" flip="none" algn="ctr"/>
          </a:blipFill>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1168408" y="4176551"/>
            <a:ext cx="0" cy="781050"/>
          </a:xfrm>
          <a:prstGeom prst="line">
            <a:avLst/>
          </a:prstGeom>
          <a:blipFill dpi="0" rotWithShape="1">
            <a:blip r:embed="rId6"/>
            <a:srcRect/>
            <a:tile tx="0" ty="0" sx="100000" sy="100000" flip="none" algn="ctr"/>
          </a:blipFill>
          <a:ln>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flipH="1">
            <a:off x="809090" y="4567076"/>
            <a:ext cx="2763900" cy="1249188"/>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49" name="文本框 48"/>
          <p:cNvSpPr txBox="1"/>
          <p:nvPr/>
        </p:nvSpPr>
        <p:spPr>
          <a:xfrm>
            <a:off x="724445" y="1656962"/>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52" name="文本框 51"/>
          <p:cNvSpPr txBox="1"/>
          <p:nvPr/>
        </p:nvSpPr>
        <p:spPr>
          <a:xfrm>
            <a:off x="4397815" y="1656962"/>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53" name="文本框 52"/>
          <p:cNvSpPr txBox="1"/>
          <p:nvPr/>
        </p:nvSpPr>
        <p:spPr>
          <a:xfrm>
            <a:off x="8071185" y="1656962"/>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54" name="文本框 53"/>
          <p:cNvSpPr txBox="1"/>
          <p:nvPr/>
        </p:nvSpPr>
        <p:spPr>
          <a:xfrm flipH="1">
            <a:off x="4492411" y="4567076"/>
            <a:ext cx="2763900" cy="1249188"/>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55" name="文本框 54"/>
          <p:cNvSpPr txBox="1"/>
          <p:nvPr/>
        </p:nvSpPr>
        <p:spPr>
          <a:xfrm flipH="1">
            <a:off x="8175732" y="4567076"/>
            <a:ext cx="2763900" cy="1249188"/>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cxnSp>
        <p:nvCxnSpPr>
          <p:cNvPr id="37" name="直接连接符 36"/>
          <p:cNvCxnSpPr/>
          <p:nvPr/>
        </p:nvCxnSpPr>
        <p:spPr>
          <a:xfrm>
            <a:off x="37448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37448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cxnSp>
        <p:nvCxnSpPr>
          <p:cNvPr id="27" name="直接连接符 26"/>
          <p:cNvCxnSpPr/>
          <p:nvPr/>
        </p:nvCxnSpPr>
        <p:spPr>
          <a:xfrm>
            <a:off x="4492412" y="1395251"/>
            <a:ext cx="102196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占位符 17"/>
          <p:cNvSpPr>
            <a:spLocks noGrp="1"/>
          </p:cNvSpPr>
          <p:nvPr>
            <p:ph type="body" sz="quarter" idx="10"/>
          </p:nvPr>
        </p:nvSpPr>
        <p:spPr/>
        <p:txBody>
          <a:bodyPr/>
          <a:lstStyle/>
          <a:p>
            <a:r>
              <a:rPr lang="zh-CN" altLang="en-US" dirty="0">
                <a:solidFill>
                  <a:schemeClr val="accent1"/>
                </a:solidFill>
              </a:rPr>
              <a:t>四张图加四段文字</a:t>
            </a:r>
          </a:p>
        </p:txBody>
      </p:sp>
      <p:sp>
        <p:nvSpPr>
          <p:cNvPr id="4" name="椭圆 3"/>
          <p:cNvSpPr/>
          <p:nvPr/>
        </p:nvSpPr>
        <p:spPr>
          <a:xfrm>
            <a:off x="2252880" y="1404270"/>
            <a:ext cx="4190372" cy="4190372"/>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 name="组合 1"/>
          <p:cNvGrpSpPr/>
          <p:nvPr/>
        </p:nvGrpSpPr>
        <p:grpSpPr>
          <a:xfrm>
            <a:off x="5081243" y="1255993"/>
            <a:ext cx="1086158" cy="1086158"/>
            <a:chOff x="5081243" y="1255993"/>
            <a:chExt cx="1086158" cy="1086158"/>
          </a:xfrm>
        </p:grpSpPr>
        <p:sp>
          <p:nvSpPr>
            <p:cNvPr id="43" name="椭圆 42"/>
            <p:cNvSpPr/>
            <p:nvPr/>
          </p:nvSpPr>
          <p:spPr>
            <a:xfrm>
              <a:off x="5217890" y="1392640"/>
              <a:ext cx="812864" cy="812864"/>
            </a:xfrm>
            <a:prstGeom prst="ellipse">
              <a:avLst/>
            </a:prstGeom>
            <a:blipFill dpi="0" rotWithShape="1">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tile tx="0" ty="0" sx="100000" sy="100000" flip="none" algn="t"/>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p:cNvSpPr/>
            <p:nvPr/>
          </p:nvSpPr>
          <p:spPr>
            <a:xfrm>
              <a:off x="5175505" y="1350255"/>
              <a:ext cx="897636" cy="897636"/>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081243" y="1255993"/>
              <a:ext cx="1086158" cy="108615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5834098" y="2927036"/>
            <a:ext cx="1086158" cy="1086158"/>
            <a:chOff x="5834098" y="2927036"/>
            <a:chExt cx="1086158" cy="1086158"/>
          </a:xfrm>
        </p:grpSpPr>
        <p:sp>
          <p:nvSpPr>
            <p:cNvPr id="47" name="椭圆 46"/>
            <p:cNvSpPr/>
            <p:nvPr/>
          </p:nvSpPr>
          <p:spPr>
            <a:xfrm>
              <a:off x="5970745" y="3063683"/>
              <a:ext cx="812864" cy="812864"/>
            </a:xfrm>
            <a:prstGeom prst="ellipse">
              <a:avLst/>
            </a:prstGeom>
            <a:blipFill dpi="0" rotWithShape="1">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tile tx="0" ty="0" sx="100000" sy="100000" flip="none" algn="t"/>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928360" y="3021298"/>
              <a:ext cx="897636" cy="897636"/>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834098" y="2927036"/>
              <a:ext cx="1086158" cy="108615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5081243" y="4598079"/>
            <a:ext cx="1086158" cy="1086158"/>
            <a:chOff x="5081243" y="4598079"/>
            <a:chExt cx="1086158" cy="1086158"/>
          </a:xfrm>
        </p:grpSpPr>
        <p:sp>
          <p:nvSpPr>
            <p:cNvPr id="51" name="椭圆 50"/>
            <p:cNvSpPr/>
            <p:nvPr/>
          </p:nvSpPr>
          <p:spPr>
            <a:xfrm>
              <a:off x="5217890" y="4734726"/>
              <a:ext cx="812864" cy="812864"/>
            </a:xfrm>
            <a:prstGeom prst="ellipse">
              <a:avLst/>
            </a:prstGeom>
            <a:blipFill dpi="0" rotWithShape="1">
              <a:blip r:embed="rId7">
                <a:extLst>
                  <a:ext uri="{BEBA8EAE-BF5A-486C-A8C5-ECC9F3942E4B}">
                    <a14:imgProps xmlns:a14="http://schemas.microsoft.com/office/drawing/2010/main">
                      <a14:imgLayer r:embed="rId8">
                        <a14:imgEffect>
                          <a14:artisticBlur/>
                        </a14:imgEffect>
                      </a14:imgLayer>
                    </a14:imgProps>
                  </a:ext>
                  <a:ext uri="{28A0092B-C50C-407E-A947-70E740481C1C}">
                    <a14:useLocalDpi xmlns:a14="http://schemas.microsoft.com/office/drawing/2010/main" val="0"/>
                  </a:ext>
                </a:extLst>
              </a:blip>
              <a:srcRect/>
              <a:tile tx="0" ty="0" sx="100000" sy="100000" flip="none" algn="t"/>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5175505" y="4692341"/>
              <a:ext cx="897636" cy="897636"/>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5081243" y="4598079"/>
              <a:ext cx="1086158" cy="108615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文本框 57"/>
          <p:cNvSpPr txBox="1"/>
          <p:nvPr/>
        </p:nvSpPr>
        <p:spPr>
          <a:xfrm flipH="1">
            <a:off x="6421234" y="1720343"/>
            <a:ext cx="4877819" cy="609013"/>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59" name="文本框 58"/>
          <p:cNvSpPr txBox="1"/>
          <p:nvPr/>
        </p:nvSpPr>
        <p:spPr>
          <a:xfrm>
            <a:off x="6358170" y="1293226"/>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60" name="文本框 59"/>
          <p:cNvSpPr txBox="1"/>
          <p:nvPr/>
        </p:nvSpPr>
        <p:spPr>
          <a:xfrm flipH="1">
            <a:off x="7229098" y="3371212"/>
            <a:ext cx="4159625" cy="609013"/>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a:t>
            </a:r>
          </a:p>
        </p:txBody>
      </p:sp>
      <p:sp>
        <p:nvSpPr>
          <p:cNvPr id="61" name="文本框 60"/>
          <p:cNvSpPr txBox="1"/>
          <p:nvPr/>
        </p:nvSpPr>
        <p:spPr>
          <a:xfrm>
            <a:off x="7166035" y="2946775"/>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62" name="文本框 61"/>
          <p:cNvSpPr txBox="1"/>
          <p:nvPr/>
        </p:nvSpPr>
        <p:spPr>
          <a:xfrm flipH="1">
            <a:off x="6421234" y="5040339"/>
            <a:ext cx="4877819" cy="609013"/>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63" name="文本框 62"/>
          <p:cNvSpPr txBox="1"/>
          <p:nvPr/>
        </p:nvSpPr>
        <p:spPr>
          <a:xfrm>
            <a:off x="6358170" y="4613222"/>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grpSp>
        <p:nvGrpSpPr>
          <p:cNvPr id="6" name="组合 5"/>
          <p:cNvGrpSpPr/>
          <p:nvPr/>
        </p:nvGrpSpPr>
        <p:grpSpPr>
          <a:xfrm>
            <a:off x="810623" y="1355157"/>
            <a:ext cx="4489111" cy="4489111"/>
            <a:chOff x="810623" y="1355157"/>
            <a:chExt cx="4489111" cy="4489111"/>
          </a:xfrm>
        </p:grpSpPr>
        <p:sp>
          <p:nvSpPr>
            <p:cNvPr id="39" name="椭圆 38"/>
            <p:cNvSpPr/>
            <p:nvPr/>
          </p:nvSpPr>
          <p:spPr>
            <a:xfrm>
              <a:off x="810623" y="1355157"/>
              <a:ext cx="4489111" cy="4489111"/>
            </a:xfrm>
            <a:prstGeom prst="ellipse">
              <a:avLst/>
            </a:prstGeom>
            <a:blipFill dpi="0" rotWithShape="1">
              <a:blip r:embed="rId9">
                <a:extLst>
                  <a:ext uri="{28A0092B-C50C-407E-A947-70E740481C1C}">
                    <a14:useLocalDpi xmlns:a14="http://schemas.microsoft.com/office/drawing/2010/main" val="0"/>
                  </a:ext>
                </a:extLst>
              </a:blip>
              <a:srcRect/>
              <a:tile tx="52070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810623" y="1355157"/>
              <a:ext cx="4489111" cy="4489111"/>
            </a:xfrm>
            <a:prstGeom prst="ellipse">
              <a:avLst/>
            </a:prstGeom>
            <a:solidFill>
              <a:schemeClr val="accent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1769924" y="2531340"/>
            <a:ext cx="2566153" cy="584775"/>
          </a:xfrm>
          <a:prstGeom prst="rect">
            <a:avLst/>
          </a:prstGeom>
          <a:noFill/>
        </p:spPr>
        <p:txBody>
          <a:bodyPr wrap="square" rtlCol="0">
            <a:spAutoFit/>
          </a:bodyPr>
          <a:lstStyle/>
          <a:p>
            <a:pPr algn="dist"/>
            <a:r>
              <a:rPr lang="zh-CN" altLang="en-US" sz="3200" b="1" dirty="0">
                <a:solidFill>
                  <a:schemeClr val="bg1"/>
                </a:solidFill>
              </a:rPr>
              <a:t>我们的团队</a:t>
            </a:r>
          </a:p>
        </p:txBody>
      </p:sp>
      <p:sp>
        <p:nvSpPr>
          <p:cNvPr id="65" name="文本框 64"/>
          <p:cNvSpPr txBox="1"/>
          <p:nvPr/>
        </p:nvSpPr>
        <p:spPr>
          <a:xfrm flipH="1">
            <a:off x="1393710" y="3336019"/>
            <a:ext cx="3318580" cy="1249188"/>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r>
              <a:rPr lang="zh-CN" altLang="en-US" dirty="0">
                <a:solidFill>
                  <a:schemeClr val="bg1">
                    <a:lumMod val="95000"/>
                  </a:schemeClr>
                </a:solidFill>
              </a:rPr>
              <a:t>点击在此输入文章内容点击在此输入文章内容点击在此输入文章内容点击在此输入文章内容点击在此输入文章点击在此输入文章</a:t>
            </a:r>
          </a:p>
        </p:txBody>
      </p:sp>
      <p:sp>
        <p:nvSpPr>
          <p:cNvPr id="66" name="文本占位符 65"/>
          <p:cNvSpPr>
            <a:spLocks noGrp="1"/>
          </p:cNvSpPr>
          <p:nvPr>
            <p:ph type="body" sz="quarter" idx="11"/>
          </p:nvPr>
        </p:nvSpPr>
        <p:spPr/>
        <p:txBody>
          <a:bodyPr/>
          <a:lstStyle/>
          <a:p>
            <a:endParaRPr lang="zh-CN" altLang="en-US"/>
          </a:p>
        </p:txBody>
      </p:sp>
      <p:cxnSp>
        <p:nvCxnSpPr>
          <p:cNvPr id="35" name="直接连接符 34"/>
          <p:cNvCxnSpPr/>
          <p:nvPr/>
        </p:nvCxnSpPr>
        <p:spPr>
          <a:xfrm>
            <a:off x="37448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37448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占位符 17"/>
          <p:cNvSpPr>
            <a:spLocks noGrp="1"/>
          </p:cNvSpPr>
          <p:nvPr>
            <p:ph type="body" sz="quarter" idx="10"/>
          </p:nvPr>
        </p:nvSpPr>
        <p:spPr/>
        <p:txBody>
          <a:bodyPr/>
          <a:lstStyle/>
          <a:p>
            <a:r>
              <a:rPr lang="zh-CN" altLang="en-US" dirty="0">
                <a:solidFill>
                  <a:schemeClr val="accent1"/>
                </a:solidFill>
              </a:rPr>
              <a:t>四张图加四段文字</a:t>
            </a:r>
          </a:p>
        </p:txBody>
      </p:sp>
      <p:grpSp>
        <p:nvGrpSpPr>
          <p:cNvPr id="2" name="组合 1"/>
          <p:cNvGrpSpPr/>
          <p:nvPr/>
        </p:nvGrpSpPr>
        <p:grpSpPr>
          <a:xfrm>
            <a:off x="781458" y="1395335"/>
            <a:ext cx="1341081" cy="1341081"/>
            <a:chOff x="5081243" y="1255993"/>
            <a:chExt cx="1086158" cy="1086158"/>
          </a:xfrm>
        </p:grpSpPr>
        <p:sp>
          <p:nvSpPr>
            <p:cNvPr id="43" name="椭圆 42"/>
            <p:cNvSpPr/>
            <p:nvPr/>
          </p:nvSpPr>
          <p:spPr>
            <a:xfrm>
              <a:off x="5217890" y="1392640"/>
              <a:ext cx="812864" cy="812864"/>
            </a:xfrm>
            <a:prstGeom prst="ellipse">
              <a:avLst/>
            </a:prstGeom>
            <a:blipFill dpi="0" rotWithShape="1">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tile tx="0" ty="0" sx="100000" sy="100000" flip="none" algn="t"/>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p:cNvSpPr/>
            <p:nvPr/>
          </p:nvSpPr>
          <p:spPr>
            <a:xfrm>
              <a:off x="5175505" y="1350255"/>
              <a:ext cx="897636" cy="897636"/>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081243" y="1255993"/>
              <a:ext cx="1086158" cy="108615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6318644" y="1395335"/>
            <a:ext cx="1341081" cy="1341081"/>
            <a:chOff x="5834098" y="2927036"/>
            <a:chExt cx="1086158" cy="1086158"/>
          </a:xfrm>
        </p:grpSpPr>
        <p:sp>
          <p:nvSpPr>
            <p:cNvPr id="47" name="椭圆 46"/>
            <p:cNvSpPr/>
            <p:nvPr/>
          </p:nvSpPr>
          <p:spPr>
            <a:xfrm>
              <a:off x="5970745" y="3063683"/>
              <a:ext cx="812864" cy="812864"/>
            </a:xfrm>
            <a:prstGeom prst="ellipse">
              <a:avLst/>
            </a:prstGeom>
            <a:blipFill dpi="0" rotWithShape="1">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tile tx="0" ty="0" sx="100000" sy="100000" flip="none" algn="t"/>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p:cNvSpPr/>
            <p:nvPr/>
          </p:nvSpPr>
          <p:spPr>
            <a:xfrm>
              <a:off x="5928360" y="3021298"/>
              <a:ext cx="897636" cy="897636"/>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834098" y="2927036"/>
              <a:ext cx="1086158" cy="108615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781458" y="3905250"/>
            <a:ext cx="1341081" cy="1341081"/>
            <a:chOff x="5081243" y="4598079"/>
            <a:chExt cx="1086158" cy="1086158"/>
          </a:xfrm>
        </p:grpSpPr>
        <p:sp>
          <p:nvSpPr>
            <p:cNvPr id="51" name="椭圆 50"/>
            <p:cNvSpPr/>
            <p:nvPr/>
          </p:nvSpPr>
          <p:spPr>
            <a:xfrm>
              <a:off x="5217890" y="4734726"/>
              <a:ext cx="812864" cy="812864"/>
            </a:xfrm>
            <a:prstGeom prst="ellipse">
              <a:avLst/>
            </a:prstGeom>
            <a:blipFill dpi="0" rotWithShape="1">
              <a:blip r:embed="rId7">
                <a:extLst>
                  <a:ext uri="{BEBA8EAE-BF5A-486C-A8C5-ECC9F3942E4B}">
                    <a14:imgProps xmlns:a14="http://schemas.microsoft.com/office/drawing/2010/main">
                      <a14:imgLayer r:embed="rId8">
                        <a14:imgEffect>
                          <a14:artisticBlur/>
                        </a14:imgEffect>
                      </a14:imgLayer>
                    </a14:imgProps>
                  </a:ext>
                  <a:ext uri="{28A0092B-C50C-407E-A947-70E740481C1C}">
                    <a14:useLocalDpi xmlns:a14="http://schemas.microsoft.com/office/drawing/2010/main" val="0"/>
                  </a:ext>
                </a:extLst>
              </a:blip>
              <a:srcRect/>
              <a:tile tx="0" ty="0" sx="100000" sy="100000" flip="none" algn="t"/>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5175505" y="4692341"/>
              <a:ext cx="897636" cy="897636"/>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5081243" y="4598079"/>
              <a:ext cx="1086158" cy="108615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6" name="文本占位符 65"/>
          <p:cNvSpPr>
            <a:spLocks noGrp="1"/>
          </p:cNvSpPr>
          <p:nvPr>
            <p:ph type="body" sz="quarter" idx="11"/>
          </p:nvPr>
        </p:nvSpPr>
        <p:spPr/>
        <p:txBody>
          <a:bodyPr/>
          <a:lstStyle/>
          <a:p>
            <a:endParaRPr lang="zh-CN" altLang="en-US"/>
          </a:p>
        </p:txBody>
      </p:sp>
      <p:cxnSp>
        <p:nvCxnSpPr>
          <p:cNvPr id="35" name="直接连接符 34"/>
          <p:cNvCxnSpPr/>
          <p:nvPr/>
        </p:nvCxnSpPr>
        <p:spPr>
          <a:xfrm>
            <a:off x="37448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37448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58" name="文本框 57"/>
          <p:cNvSpPr txBox="1"/>
          <p:nvPr/>
        </p:nvSpPr>
        <p:spPr>
          <a:xfrm flipH="1">
            <a:off x="2357670" y="1992437"/>
            <a:ext cx="3473725" cy="996811"/>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lnSpc>
                <a:spcPct val="140000"/>
              </a:lnSpc>
            </a:pPr>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59" name="文本框 58"/>
          <p:cNvSpPr txBox="1"/>
          <p:nvPr/>
        </p:nvSpPr>
        <p:spPr>
          <a:xfrm>
            <a:off x="2299615" y="1464156"/>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cxnSp>
        <p:nvCxnSpPr>
          <p:cNvPr id="7" name="直接连接符 6"/>
          <p:cNvCxnSpPr/>
          <p:nvPr/>
        </p:nvCxnSpPr>
        <p:spPr>
          <a:xfrm>
            <a:off x="2356871" y="1900607"/>
            <a:ext cx="2874819" cy="0"/>
          </a:xfrm>
          <a:prstGeom prst="line">
            <a:avLst/>
          </a:prstGeom>
          <a:ln w="1905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a:off x="6318644" y="3905250"/>
            <a:ext cx="1341081" cy="1341081"/>
            <a:chOff x="5834098" y="2927036"/>
            <a:chExt cx="1086158" cy="1086158"/>
          </a:xfrm>
        </p:grpSpPr>
        <p:sp>
          <p:nvSpPr>
            <p:cNvPr id="32" name="椭圆 31"/>
            <p:cNvSpPr/>
            <p:nvPr/>
          </p:nvSpPr>
          <p:spPr>
            <a:xfrm>
              <a:off x="5970745" y="3063683"/>
              <a:ext cx="812864" cy="812864"/>
            </a:xfrm>
            <a:prstGeom prst="ellipse">
              <a:avLst/>
            </a:prstGeom>
            <a:blipFill dpi="0" rotWithShape="1">
              <a:blip r:embed="rId9">
                <a:extLst>
                  <a:ext uri="{BEBA8EAE-BF5A-486C-A8C5-ECC9F3942E4B}">
                    <a14:imgProps xmlns:a14="http://schemas.microsoft.com/office/drawing/2010/main">
                      <a14:imgLayer r:embed="rId10">
                        <a14:imgEffect>
                          <a14:artisticBlur/>
                        </a14:imgEffect>
                      </a14:imgLayer>
                    </a14:imgProps>
                  </a:ext>
                </a:extLst>
              </a:blip>
              <a:srcRect/>
              <a:tile tx="0" ty="0" sx="100000" sy="100000" flip="none" algn="t"/>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5928360" y="3021298"/>
              <a:ext cx="897636" cy="897636"/>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5834098" y="2927036"/>
              <a:ext cx="1086158" cy="108615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文本框 40"/>
          <p:cNvSpPr txBox="1"/>
          <p:nvPr/>
        </p:nvSpPr>
        <p:spPr>
          <a:xfrm flipH="1">
            <a:off x="2357671" y="4422135"/>
            <a:ext cx="3473724" cy="996811"/>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lnSpc>
                <a:spcPct val="140000"/>
              </a:lnSpc>
            </a:pPr>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42" name="文本框 41"/>
          <p:cNvSpPr txBox="1"/>
          <p:nvPr/>
        </p:nvSpPr>
        <p:spPr>
          <a:xfrm>
            <a:off x="2299615" y="3893854"/>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cxnSp>
        <p:nvCxnSpPr>
          <p:cNvPr id="46" name="直接连接符 45"/>
          <p:cNvCxnSpPr/>
          <p:nvPr/>
        </p:nvCxnSpPr>
        <p:spPr>
          <a:xfrm>
            <a:off x="2356871" y="4330305"/>
            <a:ext cx="2874819" cy="0"/>
          </a:xfrm>
          <a:prstGeom prst="line">
            <a:avLst/>
          </a:prstGeom>
          <a:ln w="1905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flipH="1">
            <a:off x="7913156" y="1990508"/>
            <a:ext cx="3473725" cy="996811"/>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lnSpc>
                <a:spcPct val="140000"/>
              </a:lnSpc>
            </a:pPr>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55" name="文本框 54"/>
          <p:cNvSpPr txBox="1"/>
          <p:nvPr/>
        </p:nvSpPr>
        <p:spPr>
          <a:xfrm>
            <a:off x="7855101" y="1462227"/>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cxnSp>
        <p:nvCxnSpPr>
          <p:cNvPr id="56" name="直接连接符 55"/>
          <p:cNvCxnSpPr/>
          <p:nvPr/>
        </p:nvCxnSpPr>
        <p:spPr>
          <a:xfrm>
            <a:off x="7912357" y="1898678"/>
            <a:ext cx="2874819" cy="0"/>
          </a:xfrm>
          <a:prstGeom prst="line">
            <a:avLst/>
          </a:prstGeom>
          <a:ln w="1905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flipH="1">
            <a:off x="7913156" y="4420206"/>
            <a:ext cx="3491443" cy="996811"/>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lnSpc>
                <a:spcPct val="140000"/>
              </a:lnSpc>
            </a:pPr>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68" name="文本框 67"/>
          <p:cNvSpPr txBox="1"/>
          <p:nvPr/>
        </p:nvSpPr>
        <p:spPr>
          <a:xfrm>
            <a:off x="7855101" y="3891925"/>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cxnSp>
        <p:nvCxnSpPr>
          <p:cNvPr id="69" name="直接连接符 68"/>
          <p:cNvCxnSpPr/>
          <p:nvPr/>
        </p:nvCxnSpPr>
        <p:spPr>
          <a:xfrm>
            <a:off x="7912357" y="4328376"/>
            <a:ext cx="2874819" cy="0"/>
          </a:xfrm>
          <a:prstGeom prst="line">
            <a:avLst/>
          </a:prstGeom>
          <a:ln w="1905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占位符 11"/>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19294" r="19294"/>
          <a:stretch>
            <a:fillRect/>
          </a:stretch>
        </p:blipFill>
        <p:spPr>
          <a:xfrm>
            <a:off x="848658" y="1198570"/>
            <a:ext cx="3536950" cy="4638675"/>
          </a:xfrm>
          <a:ln w="25400">
            <a:solidFill>
              <a:schemeClr val="accent1"/>
            </a:solidFill>
          </a:ln>
        </p:spPr>
      </p:pic>
      <p:pic>
        <p:nvPicPr>
          <p:cNvPr id="14" name="图片占位符 13"/>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2225" r="2225"/>
          <a:stretch>
            <a:fillRect/>
          </a:stretch>
        </p:blipFill>
        <p:spPr>
          <a:xfrm>
            <a:off x="4682609" y="1192042"/>
            <a:ext cx="3187702" cy="2199291"/>
          </a:xfrm>
          <a:ln w="25400">
            <a:solidFill>
              <a:schemeClr val="accent1"/>
            </a:solidFill>
          </a:ln>
        </p:spPr>
      </p:pic>
      <p:pic>
        <p:nvPicPr>
          <p:cNvPr id="16" name="图片占位符 15"/>
          <p:cNvPicPr>
            <a:picLocks noGrp="1" noChangeAspect="1"/>
          </p:cNvPicPr>
          <p:nvPr>
            <p:ph type="pic" sz="quarter" idx="14"/>
          </p:nvPr>
        </p:nvPicPr>
        <p:blipFill>
          <a:blip r:embed="rId5" cstate="print">
            <a:extLst>
              <a:ext uri="{28A0092B-C50C-407E-A947-70E740481C1C}">
                <a14:useLocalDpi xmlns:a14="http://schemas.microsoft.com/office/drawing/2010/main" val="0"/>
              </a:ext>
            </a:extLst>
          </a:blip>
          <a:srcRect l="9253" r="9253"/>
          <a:stretch>
            <a:fillRect/>
          </a:stretch>
        </p:blipFill>
        <p:spPr>
          <a:xfrm>
            <a:off x="8167312" y="1199097"/>
            <a:ext cx="3187702" cy="2199291"/>
          </a:xfrm>
          <a:ln w="25400">
            <a:solidFill>
              <a:schemeClr val="accent1"/>
            </a:solidFill>
          </a:ln>
        </p:spPr>
      </p:pic>
      <p:pic>
        <p:nvPicPr>
          <p:cNvPr id="19" name="图片占位符 18"/>
          <p:cNvPicPr>
            <a:picLocks noGrp="1" noChangeAspect="1"/>
          </p:cNvPicPr>
          <p:nvPr>
            <p:ph type="pic" sz="quarter" idx="15"/>
          </p:nvPr>
        </p:nvPicPr>
        <p:blipFill>
          <a:blip r:embed="rId6" cstate="print">
            <a:extLst>
              <a:ext uri="{28A0092B-C50C-407E-A947-70E740481C1C}">
                <a14:useLocalDpi xmlns:a14="http://schemas.microsoft.com/office/drawing/2010/main" val="0"/>
              </a:ext>
            </a:extLst>
          </a:blip>
          <a:srcRect l="1726" r="1726"/>
          <a:stretch>
            <a:fillRect/>
          </a:stretch>
        </p:blipFill>
        <p:spPr>
          <a:xfrm>
            <a:off x="4682609" y="3653626"/>
            <a:ext cx="3187702" cy="2199291"/>
          </a:xfrm>
          <a:ln w="25400">
            <a:solidFill>
              <a:schemeClr val="accent1"/>
            </a:solidFill>
          </a:ln>
        </p:spPr>
      </p:pic>
      <p:pic>
        <p:nvPicPr>
          <p:cNvPr id="23" name="图片占位符 22"/>
          <p:cNvPicPr>
            <a:picLocks noGrp="1" noChangeAspect="1"/>
          </p:cNvPicPr>
          <p:nvPr>
            <p:ph type="pic" sz="quarter" idx="16"/>
          </p:nvPr>
        </p:nvPicPr>
        <p:blipFill>
          <a:blip r:embed="rId7" cstate="print">
            <a:extLst>
              <a:ext uri="{28A0092B-C50C-407E-A947-70E740481C1C}">
                <a14:useLocalDpi xmlns:a14="http://schemas.microsoft.com/office/drawing/2010/main" val="0"/>
              </a:ext>
            </a:extLst>
          </a:blip>
          <a:srcRect l="1692" r="1692"/>
          <a:stretch>
            <a:fillRect/>
          </a:stretch>
        </p:blipFill>
        <p:spPr>
          <a:xfrm>
            <a:off x="8167312" y="3660681"/>
            <a:ext cx="3187702" cy="2199291"/>
          </a:xfrm>
          <a:ln w="25400">
            <a:solidFill>
              <a:schemeClr val="accent1"/>
            </a:solidFill>
          </a:ln>
        </p:spPr>
      </p:pic>
      <p:sp>
        <p:nvSpPr>
          <p:cNvPr id="20" name="文本占位符 19"/>
          <p:cNvSpPr>
            <a:spLocks noGrp="1"/>
          </p:cNvSpPr>
          <p:nvPr>
            <p:ph type="body" sz="quarter" idx="10"/>
          </p:nvPr>
        </p:nvSpPr>
        <p:spPr/>
        <p:txBody>
          <a:bodyPr/>
          <a:lstStyle/>
          <a:p>
            <a:r>
              <a:rPr lang="zh-CN" altLang="en-US" dirty="0">
                <a:solidFill>
                  <a:schemeClr val="accent1"/>
                </a:solidFill>
              </a:rPr>
              <a:t>全图型</a:t>
            </a:r>
          </a:p>
        </p:txBody>
      </p:sp>
      <p:sp>
        <p:nvSpPr>
          <p:cNvPr id="2" name="文本占位符 1"/>
          <p:cNvSpPr>
            <a:spLocks noGrp="1"/>
          </p:cNvSpPr>
          <p:nvPr>
            <p:ph type="body" sz="quarter" idx="11"/>
          </p:nvPr>
        </p:nvSpPr>
        <p:spPr/>
        <p:txBody>
          <a:bodyPr/>
          <a:lstStyle/>
          <a:p>
            <a:endParaRPr lang="zh-CN" altLang="en-US"/>
          </a:p>
        </p:txBody>
      </p:sp>
      <p:cxnSp>
        <p:nvCxnSpPr>
          <p:cNvPr id="7" name="直接连接符 6"/>
          <p:cNvCxnSpPr/>
          <p:nvPr/>
        </p:nvCxnSpPr>
        <p:spPr>
          <a:xfrm>
            <a:off x="1994877"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994877"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18" name="矩形 17"/>
          <p:cNvSpPr/>
          <p:nvPr/>
        </p:nvSpPr>
        <p:spPr>
          <a:xfrm>
            <a:off x="848658" y="5327255"/>
            <a:ext cx="3536549" cy="523220"/>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dirty="0"/>
              <a:t>点击输入标题</a:t>
            </a:r>
          </a:p>
        </p:txBody>
      </p:sp>
      <p:sp>
        <p:nvSpPr>
          <p:cNvPr id="56" name="矩形 55"/>
          <p:cNvSpPr/>
          <p:nvPr/>
        </p:nvSpPr>
        <p:spPr>
          <a:xfrm>
            <a:off x="4674405" y="3002521"/>
            <a:ext cx="3210910" cy="395867"/>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a:t>点击输入标题</a:t>
            </a:r>
            <a:endParaRPr lang="zh-CN" altLang="en-US" sz="1600" b="1" dirty="0"/>
          </a:p>
        </p:txBody>
      </p:sp>
      <p:sp>
        <p:nvSpPr>
          <p:cNvPr id="57" name="矩形 56"/>
          <p:cNvSpPr/>
          <p:nvPr/>
        </p:nvSpPr>
        <p:spPr>
          <a:xfrm>
            <a:off x="8174515" y="3002521"/>
            <a:ext cx="3180499" cy="395867"/>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a:t>点击输入标题</a:t>
            </a:r>
            <a:endParaRPr lang="zh-CN" altLang="en-US" sz="1600" b="1" dirty="0"/>
          </a:p>
        </p:txBody>
      </p:sp>
      <p:sp>
        <p:nvSpPr>
          <p:cNvPr id="66" name="矩形 65"/>
          <p:cNvSpPr/>
          <p:nvPr/>
        </p:nvSpPr>
        <p:spPr>
          <a:xfrm>
            <a:off x="4674405" y="5454608"/>
            <a:ext cx="3210910" cy="395867"/>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a:t>点击输入标题</a:t>
            </a:r>
            <a:endParaRPr lang="zh-CN" altLang="en-US" sz="1600" b="1" dirty="0"/>
          </a:p>
        </p:txBody>
      </p:sp>
      <p:sp>
        <p:nvSpPr>
          <p:cNvPr id="67" name="矩形 66"/>
          <p:cNvSpPr/>
          <p:nvPr/>
        </p:nvSpPr>
        <p:spPr>
          <a:xfrm>
            <a:off x="8174515" y="5454608"/>
            <a:ext cx="3180499" cy="395867"/>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a:t>点击输入标题</a:t>
            </a:r>
            <a:endParaRPr lang="zh-CN" altLang="en-US" sz="16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矩形 13"/>
          <p:cNvSpPr/>
          <p:nvPr/>
        </p:nvSpPr>
        <p:spPr>
          <a:xfrm>
            <a:off x="0" y="-613274"/>
            <a:ext cx="4026746" cy="7985624"/>
          </a:xfrm>
          <a:prstGeom prst="rect">
            <a:avLst/>
          </a:prstGeom>
          <a:blipFill dpi="0" rotWithShape="1">
            <a:blip r:embed="rId3" cstate="email">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4252095" y="-34294"/>
            <a:ext cx="7939086" cy="6892294"/>
            <a:chOff x="4252095" y="-34294"/>
            <a:chExt cx="7939086" cy="6892294"/>
          </a:xfrm>
        </p:grpSpPr>
        <p:sp>
          <p:nvSpPr>
            <p:cNvPr id="17" name="任意多边形: 形状 16"/>
            <p:cNvSpPr/>
            <p:nvPr/>
          </p:nvSpPr>
          <p:spPr>
            <a:xfrm>
              <a:off x="4252095" y="-34294"/>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blipFill dpi="0" rotWithShape="1">
              <a:blip r:embed="rId4"/>
              <a:srcRect/>
              <a:tile tx="0" ty="0" sx="100000" sy="100000" flip="none" algn="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4252095" y="-34294"/>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rot="5400000">
            <a:off x="1628488" y="2426303"/>
            <a:ext cx="7010399" cy="1853000"/>
            <a:chOff x="-58746" y="3273472"/>
            <a:chExt cx="12140523" cy="1772615"/>
          </a:xfrm>
        </p:grpSpPr>
        <p:sp>
          <p:nvSpPr>
            <p:cNvPr id="16" name="任意多边形: 形状 15"/>
            <p:cNvSpPr/>
            <p:nvPr/>
          </p:nvSpPr>
          <p:spPr>
            <a:xfrm>
              <a:off x="5985776" y="3335434"/>
              <a:ext cx="6096001"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p:cNvSpPr/>
            <p:nvPr/>
          </p:nvSpPr>
          <p:spPr>
            <a:xfrm flipH="1">
              <a:off x="-58746" y="3273472"/>
              <a:ext cx="6127972"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组合 2"/>
          <p:cNvGrpSpPr/>
          <p:nvPr/>
        </p:nvGrpSpPr>
        <p:grpSpPr>
          <a:xfrm>
            <a:off x="3998161" y="2880682"/>
            <a:ext cx="1085850" cy="1085850"/>
            <a:chOff x="5553075" y="2996436"/>
            <a:chExt cx="1085850" cy="1085850"/>
          </a:xfrm>
        </p:grpSpPr>
        <p:sp>
          <p:nvSpPr>
            <p:cNvPr id="33" name="椭圆 32"/>
            <p:cNvSpPr/>
            <p:nvPr/>
          </p:nvSpPr>
          <p:spPr>
            <a:xfrm>
              <a:off x="5553075" y="2996436"/>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rotWithShape="1">
            <a:blip r:embed="rId5"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3041810"/>
              <a:ext cx="1033202" cy="1033202"/>
            </a:xfrm>
            <a:prstGeom prst="ellipse">
              <a:avLst/>
            </a:prstGeom>
          </p:spPr>
        </p:pic>
      </p:grpSp>
      <p:sp>
        <p:nvSpPr>
          <p:cNvPr id="10" name="文本框 9"/>
          <p:cNvSpPr txBox="1"/>
          <p:nvPr/>
        </p:nvSpPr>
        <p:spPr>
          <a:xfrm>
            <a:off x="1084734" y="2105561"/>
            <a:ext cx="3100127" cy="2646878"/>
          </a:xfrm>
          <a:prstGeom prst="rect">
            <a:avLst/>
          </a:prstGeom>
          <a:noFill/>
        </p:spPr>
        <p:txBody>
          <a:bodyPr wrap="square" rtlCol="0">
            <a:spAutoFit/>
          </a:bodyPr>
          <a:lstStyle/>
          <a:p>
            <a:pPr algn="ctr"/>
            <a:r>
              <a:rPr lang="en-US" altLang="zh-CN" sz="16600" b="1" dirty="0">
                <a:solidFill>
                  <a:schemeClr val="accent1"/>
                </a:solidFill>
              </a:rPr>
              <a:t>03</a:t>
            </a:r>
            <a:endParaRPr lang="zh-CN" altLang="en-US" sz="16600" b="1" dirty="0">
              <a:solidFill>
                <a:schemeClr val="accent1"/>
              </a:solidFill>
            </a:endParaRPr>
          </a:p>
        </p:txBody>
      </p:sp>
      <p:sp>
        <p:nvSpPr>
          <p:cNvPr id="11" name="矩形 10"/>
          <p:cNvSpPr/>
          <p:nvPr/>
        </p:nvSpPr>
        <p:spPr>
          <a:xfrm>
            <a:off x="1489320" y="3383558"/>
            <a:ext cx="2282671" cy="449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sz="2400" dirty="0">
                <a:solidFill>
                  <a:schemeClr val="accent1"/>
                </a:solidFill>
              </a:rPr>
              <a:t>PART THREE</a:t>
            </a:r>
            <a:endParaRPr lang="zh-CN" altLang="en-US" sz="2400" dirty="0">
              <a:solidFill>
                <a:schemeClr val="accent1"/>
              </a:solidFill>
            </a:endParaRPr>
          </a:p>
        </p:txBody>
      </p:sp>
      <p:sp>
        <p:nvSpPr>
          <p:cNvPr id="25" name="文本框 24"/>
          <p:cNvSpPr txBox="1"/>
          <p:nvPr/>
        </p:nvSpPr>
        <p:spPr>
          <a:xfrm>
            <a:off x="5748421" y="2921169"/>
            <a:ext cx="4954259" cy="1015663"/>
          </a:xfrm>
          <a:prstGeom prst="rect">
            <a:avLst/>
          </a:prstGeom>
          <a:noFill/>
        </p:spPr>
        <p:txBody>
          <a:bodyPr wrap="square" rtlCol="0">
            <a:spAutoFit/>
          </a:bodyPr>
          <a:lstStyle/>
          <a:p>
            <a:pPr algn="ctr"/>
            <a:r>
              <a:rPr lang="zh-CN" altLang="en-US" sz="6000" b="1" dirty="0">
                <a:solidFill>
                  <a:schemeClr val="bg1"/>
                </a:solidFill>
                <a:latin typeface="微软雅黑" panose="020B0503020204020204" pitchFamily="34" charset="-122"/>
                <a:ea typeface="微软雅黑" panose="020B0503020204020204" pitchFamily="34" charset="-122"/>
              </a:rPr>
              <a:t>逻辑图示页面</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占位符 17"/>
          <p:cNvSpPr>
            <a:spLocks noGrp="1"/>
          </p:cNvSpPr>
          <p:nvPr>
            <p:ph type="body" sz="quarter" idx="10"/>
          </p:nvPr>
        </p:nvSpPr>
        <p:spPr/>
        <p:txBody>
          <a:bodyPr/>
          <a:lstStyle/>
          <a:p>
            <a:r>
              <a:rPr lang="zh-CN" altLang="en-US" dirty="0">
                <a:solidFill>
                  <a:schemeClr val="accent1"/>
                </a:solidFill>
              </a:rPr>
              <a:t>循环图</a:t>
            </a:r>
          </a:p>
        </p:txBody>
      </p:sp>
      <p:sp>
        <p:nvSpPr>
          <p:cNvPr id="24" name="任意多边形: 形状 23"/>
          <p:cNvSpPr/>
          <p:nvPr/>
        </p:nvSpPr>
        <p:spPr>
          <a:xfrm>
            <a:off x="2086189" y="1605557"/>
            <a:ext cx="1737524" cy="1737523"/>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solidFill>
            <a:schemeClr val="bg1"/>
          </a:solidFill>
          <a:ln w="25400">
            <a:solidFill>
              <a:schemeClr val="accent1"/>
            </a:solid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433494" tIns="568960" rIns="433493" bIns="1219200" numCol="1" spcCol="1270" anchor="ctr" anchorCtr="0">
            <a:noAutofit/>
          </a:bodyPr>
          <a:lstStyle/>
          <a:p>
            <a:pPr marL="0" lvl="0" indent="0" algn="ctr" defTabSz="2889250">
              <a:lnSpc>
                <a:spcPct val="90000"/>
              </a:lnSpc>
              <a:spcBef>
                <a:spcPct val="0"/>
              </a:spcBef>
              <a:spcAft>
                <a:spcPct val="35000"/>
              </a:spcAft>
              <a:buNone/>
            </a:pPr>
            <a:endParaRPr lang="zh-CN" altLang="en-US" kern="1200" dirty="0"/>
          </a:p>
        </p:txBody>
      </p:sp>
      <p:sp>
        <p:nvSpPr>
          <p:cNvPr id="25" name="任意多边形: 形状 24"/>
          <p:cNvSpPr/>
          <p:nvPr/>
        </p:nvSpPr>
        <p:spPr>
          <a:xfrm>
            <a:off x="3068327" y="3306718"/>
            <a:ext cx="1737524" cy="1737523"/>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solidFill>
            <a:schemeClr val="bg1"/>
          </a:solidFill>
          <a:ln w="25400">
            <a:solidFill>
              <a:schemeClr val="accent1"/>
            </a:solid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994325" tIns="839893" rIns="306155" bIns="623147" numCol="1" spcCol="1270" anchor="ctr" anchorCtr="0">
            <a:noAutofit/>
          </a:bodyPr>
          <a:lstStyle/>
          <a:p>
            <a:pPr marL="0" lvl="0" indent="0" algn="ctr" defTabSz="2889250">
              <a:lnSpc>
                <a:spcPct val="90000"/>
              </a:lnSpc>
              <a:spcBef>
                <a:spcPct val="0"/>
              </a:spcBef>
              <a:spcAft>
                <a:spcPct val="35000"/>
              </a:spcAft>
              <a:buNone/>
            </a:pPr>
            <a:endParaRPr lang="zh-CN" altLang="en-US" sz="6500" kern="1200"/>
          </a:p>
        </p:txBody>
      </p:sp>
      <p:sp>
        <p:nvSpPr>
          <p:cNvPr id="26" name="任意多边形: 形状 25"/>
          <p:cNvSpPr/>
          <p:nvPr/>
        </p:nvSpPr>
        <p:spPr>
          <a:xfrm>
            <a:off x="1104053" y="3306718"/>
            <a:ext cx="1737524" cy="1737523"/>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solidFill>
            <a:schemeClr val="bg1"/>
          </a:solidFill>
          <a:ln w="25400">
            <a:solidFill>
              <a:schemeClr val="accent1"/>
            </a:solid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noAutofit/>
          </a:bodyPr>
          <a:lstStyle/>
          <a:p>
            <a:pPr marL="0" lvl="0" indent="0" algn="ctr" defTabSz="2889250">
              <a:lnSpc>
                <a:spcPct val="90000"/>
              </a:lnSpc>
              <a:spcBef>
                <a:spcPct val="0"/>
              </a:spcBef>
              <a:spcAft>
                <a:spcPct val="35000"/>
              </a:spcAft>
              <a:buNone/>
            </a:pPr>
            <a:endParaRPr lang="zh-CN" altLang="en-US" sz="6500" kern="1200"/>
          </a:p>
        </p:txBody>
      </p:sp>
      <p:grpSp>
        <p:nvGrpSpPr>
          <p:cNvPr id="6" name="组合 5"/>
          <p:cNvGrpSpPr/>
          <p:nvPr/>
        </p:nvGrpSpPr>
        <p:grpSpPr>
          <a:xfrm>
            <a:off x="1869475" y="2693269"/>
            <a:ext cx="1954239" cy="1825165"/>
            <a:chOff x="4853951" y="2649225"/>
            <a:chExt cx="2236122" cy="2088430"/>
          </a:xfrm>
        </p:grpSpPr>
        <p:sp>
          <p:nvSpPr>
            <p:cNvPr id="57" name="图形 38" descr="顺时针弯曲的箭头"/>
            <p:cNvSpPr/>
            <p:nvPr/>
          </p:nvSpPr>
          <p:spPr>
            <a:xfrm rot="20834396" flipH="1" flipV="1">
              <a:off x="6305227" y="2649225"/>
              <a:ext cx="784846" cy="1001392"/>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gradFill>
              <a:gsLst>
                <a:gs pos="49000">
                  <a:schemeClr val="accent1"/>
                </a:gs>
                <a:gs pos="78000">
                  <a:schemeClr val="accent1">
                    <a:alpha val="0"/>
                  </a:schemeClr>
                </a:gs>
              </a:gsLst>
              <a:lin ang="5400000" scaled="0"/>
            </a:gradFill>
            <a:ln w="9525" cap="flat">
              <a:noFill/>
              <a:prstDash val="solid"/>
              <a:miter/>
            </a:ln>
          </p:spPr>
          <p:txBody>
            <a:bodyPr rtlCol="0" anchor="ctr"/>
            <a:lstStyle/>
            <a:p>
              <a:endParaRPr lang="zh-CN" altLang="en-US"/>
            </a:p>
          </p:txBody>
        </p:sp>
        <p:sp>
          <p:nvSpPr>
            <p:cNvPr id="58" name="图形 38" descr="顺时针弯曲的箭头"/>
            <p:cNvSpPr/>
            <p:nvPr/>
          </p:nvSpPr>
          <p:spPr>
            <a:xfrm rot="3024890">
              <a:off x="4962225" y="2755466"/>
              <a:ext cx="784846" cy="1001393"/>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gradFill>
              <a:gsLst>
                <a:gs pos="49000">
                  <a:schemeClr val="accent1"/>
                </a:gs>
                <a:gs pos="78000">
                  <a:schemeClr val="accent1">
                    <a:alpha val="0"/>
                  </a:schemeClr>
                </a:gs>
              </a:gsLst>
              <a:lin ang="5400000" scaled="0"/>
            </a:gradFill>
            <a:ln w="9525" cap="flat">
              <a:noFill/>
              <a:prstDash val="solid"/>
              <a:miter/>
            </a:ln>
          </p:spPr>
          <p:txBody>
            <a:bodyPr rtlCol="0" anchor="ctr"/>
            <a:lstStyle/>
            <a:p>
              <a:endParaRPr lang="zh-CN" altLang="en-US" dirty="0"/>
            </a:p>
          </p:txBody>
        </p:sp>
        <p:sp>
          <p:nvSpPr>
            <p:cNvPr id="59" name="图形 38" descr="顺时针弯曲的箭头"/>
            <p:cNvSpPr/>
            <p:nvPr/>
          </p:nvSpPr>
          <p:spPr>
            <a:xfrm rot="6438039" flipH="1" flipV="1">
              <a:off x="5822607" y="3844535"/>
              <a:ext cx="784846" cy="1001393"/>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gradFill>
              <a:gsLst>
                <a:gs pos="49000">
                  <a:schemeClr val="accent1"/>
                </a:gs>
                <a:gs pos="78000">
                  <a:schemeClr val="accent1">
                    <a:alpha val="0"/>
                  </a:schemeClr>
                </a:gs>
              </a:gsLst>
              <a:lin ang="5400000" scaled="0"/>
            </a:gradFill>
            <a:ln w="9525" cap="flat">
              <a:noFill/>
              <a:prstDash val="solid"/>
              <a:miter/>
            </a:ln>
          </p:spPr>
          <p:txBody>
            <a:bodyPr rtlCol="0" anchor="ctr"/>
            <a:lstStyle/>
            <a:p>
              <a:endParaRPr lang="zh-CN" altLang="en-US"/>
            </a:p>
          </p:txBody>
        </p:sp>
      </p:grpSp>
      <p:sp>
        <p:nvSpPr>
          <p:cNvPr id="64" name="文本框 63"/>
          <p:cNvSpPr txBox="1"/>
          <p:nvPr/>
        </p:nvSpPr>
        <p:spPr>
          <a:xfrm>
            <a:off x="2463474" y="2274263"/>
            <a:ext cx="982955" cy="400110"/>
          </a:xfrm>
          <a:prstGeom prst="rect">
            <a:avLst/>
          </a:prstGeom>
          <a:noFill/>
        </p:spPr>
        <p:txBody>
          <a:bodyPr wrap="square" rtlCol="0">
            <a:spAutoFit/>
          </a:bodyPr>
          <a:lstStyle/>
          <a:p>
            <a:pPr algn="ctr"/>
            <a:r>
              <a:rPr lang="zh-CN" altLang="en-US" sz="2000" b="1" dirty="0">
                <a:solidFill>
                  <a:schemeClr val="accent1"/>
                </a:solidFill>
              </a:rPr>
              <a:t>标题二</a:t>
            </a:r>
          </a:p>
        </p:txBody>
      </p:sp>
      <p:sp>
        <p:nvSpPr>
          <p:cNvPr id="65" name="文本框 64"/>
          <p:cNvSpPr txBox="1"/>
          <p:nvPr/>
        </p:nvSpPr>
        <p:spPr>
          <a:xfrm>
            <a:off x="1481338" y="3989753"/>
            <a:ext cx="982955" cy="400110"/>
          </a:xfrm>
          <a:prstGeom prst="rect">
            <a:avLst/>
          </a:prstGeom>
          <a:noFill/>
        </p:spPr>
        <p:txBody>
          <a:bodyPr wrap="square" rtlCol="0">
            <a:spAutoFit/>
          </a:bodyPr>
          <a:lstStyle/>
          <a:p>
            <a:pPr algn="ctr"/>
            <a:r>
              <a:rPr lang="zh-CN" altLang="en-US" sz="2000" b="1" dirty="0">
                <a:solidFill>
                  <a:schemeClr val="accent1"/>
                </a:solidFill>
              </a:rPr>
              <a:t>标题一</a:t>
            </a:r>
          </a:p>
        </p:txBody>
      </p:sp>
      <p:sp>
        <p:nvSpPr>
          <p:cNvPr id="66" name="文本框 65"/>
          <p:cNvSpPr txBox="1"/>
          <p:nvPr/>
        </p:nvSpPr>
        <p:spPr>
          <a:xfrm>
            <a:off x="3445612" y="3989753"/>
            <a:ext cx="982955" cy="400110"/>
          </a:xfrm>
          <a:prstGeom prst="rect">
            <a:avLst/>
          </a:prstGeom>
          <a:noFill/>
        </p:spPr>
        <p:txBody>
          <a:bodyPr wrap="square" rtlCol="0">
            <a:spAutoFit/>
          </a:bodyPr>
          <a:lstStyle/>
          <a:p>
            <a:pPr algn="ctr"/>
            <a:r>
              <a:rPr lang="zh-CN" altLang="en-US" sz="2000" b="1" dirty="0">
                <a:solidFill>
                  <a:schemeClr val="accent1"/>
                </a:solidFill>
              </a:rPr>
              <a:t>标题三</a:t>
            </a:r>
          </a:p>
        </p:txBody>
      </p:sp>
      <p:sp>
        <p:nvSpPr>
          <p:cNvPr id="73" name="文本框 72"/>
          <p:cNvSpPr txBox="1"/>
          <p:nvPr/>
        </p:nvSpPr>
        <p:spPr>
          <a:xfrm flipH="1">
            <a:off x="6918420" y="1648153"/>
            <a:ext cx="4448079" cy="929100"/>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74" name="文本框 73"/>
          <p:cNvSpPr txBox="1"/>
          <p:nvPr/>
        </p:nvSpPr>
        <p:spPr>
          <a:xfrm flipH="1">
            <a:off x="6918420" y="2963752"/>
            <a:ext cx="4448079" cy="929100"/>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sp>
        <p:nvSpPr>
          <p:cNvPr id="75" name="文本框 74"/>
          <p:cNvSpPr txBox="1"/>
          <p:nvPr/>
        </p:nvSpPr>
        <p:spPr>
          <a:xfrm flipH="1">
            <a:off x="6918420" y="4279351"/>
            <a:ext cx="4448079" cy="929100"/>
          </a:xfrm>
          <a:prstGeom prst="rect">
            <a:avLst/>
          </a:prstGeom>
        </p:spPr>
        <p:txBody>
          <a:bodyPr wrap="square" lIns="0" tIns="0" rIns="0" bIns="0">
            <a:spAutoFit/>
          </a:bodyPr>
          <a:lstStyle>
            <a:defPPr>
              <a:defRPr lang="zh-CN"/>
            </a:defPPr>
            <a:lvl1pPr algn="ctr">
              <a:lnSpc>
                <a:spcPct val="130000"/>
              </a:lnSpc>
              <a:defRPr sz="1600">
                <a:solidFill>
                  <a:srgbClr val="666666"/>
                </a:solidFill>
                <a:latin typeface="微软雅黑" panose="020B0503020204020204" pitchFamily="34" charset="-122"/>
                <a:ea typeface="微软雅黑" panose="020B0503020204020204" pitchFamily="34" charset="-122"/>
              </a:defRPr>
            </a:lvl1pPr>
          </a:lstStyle>
          <a:p>
            <a:pPr algn="l"/>
            <a:r>
              <a:rPr lang="zh-CN" altLang="en-US" dirty="0">
                <a:solidFill>
                  <a:schemeClr val="tx1">
                    <a:lumMod val="50000"/>
                    <a:lumOff val="50000"/>
                  </a:schemeClr>
                </a:solidFill>
              </a:rPr>
              <a:t>点击在此输入文章内容点击在此输入文章内容点击在此输入文章内容点击在此输入文章内容点击在此输入文章</a:t>
            </a:r>
          </a:p>
        </p:txBody>
      </p:sp>
      <p:grpSp>
        <p:nvGrpSpPr>
          <p:cNvPr id="2" name="组合 1"/>
          <p:cNvGrpSpPr/>
          <p:nvPr/>
        </p:nvGrpSpPr>
        <p:grpSpPr>
          <a:xfrm>
            <a:off x="5766480" y="1780885"/>
            <a:ext cx="733284" cy="493378"/>
            <a:chOff x="5766480" y="1780885"/>
            <a:chExt cx="733284" cy="493378"/>
          </a:xfrm>
        </p:grpSpPr>
        <p:sp>
          <p:nvSpPr>
            <p:cNvPr id="14" name="平行四边形 13"/>
            <p:cNvSpPr/>
            <p:nvPr/>
          </p:nvSpPr>
          <p:spPr>
            <a:xfrm>
              <a:off x="5766480" y="1780885"/>
              <a:ext cx="733284" cy="491862"/>
            </a:xfrm>
            <a:prstGeom prst="parallelogram">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等腰三角形 14"/>
            <p:cNvSpPr/>
            <p:nvPr/>
          </p:nvSpPr>
          <p:spPr>
            <a:xfrm rot="18511552">
              <a:off x="6271453" y="2058275"/>
              <a:ext cx="322933" cy="109043"/>
            </a:xfrm>
            <a:prstGeom prst="triangle">
              <a:avLst>
                <a:gd name="adj" fmla="val 72506"/>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文本框 16"/>
            <p:cNvSpPr txBox="1"/>
            <p:nvPr/>
          </p:nvSpPr>
          <p:spPr>
            <a:xfrm>
              <a:off x="5818631" y="1795983"/>
              <a:ext cx="598782" cy="461665"/>
            </a:xfrm>
            <a:prstGeom prst="rect">
              <a:avLst/>
            </a:prstGeom>
            <a:noFill/>
          </p:spPr>
          <p:txBody>
            <a:bodyPr wrap="square" rtlCol="0">
              <a:spAutoFit/>
            </a:bodyPr>
            <a:lstStyle/>
            <a:p>
              <a:pPr algn="ctr"/>
              <a:r>
                <a:rPr lang="en-US" altLang="zh-CN" sz="2400" i="1" dirty="0">
                  <a:solidFill>
                    <a:schemeClr val="bg1"/>
                  </a:solidFill>
                </a:rPr>
                <a:t>01</a:t>
              </a:r>
              <a:endParaRPr lang="zh-CN" altLang="en-US" sz="2400" i="1" dirty="0">
                <a:solidFill>
                  <a:schemeClr val="bg1"/>
                </a:solidFill>
              </a:endParaRPr>
            </a:p>
          </p:txBody>
        </p:sp>
      </p:grpSp>
      <p:grpSp>
        <p:nvGrpSpPr>
          <p:cNvPr id="3" name="组合 2"/>
          <p:cNvGrpSpPr/>
          <p:nvPr/>
        </p:nvGrpSpPr>
        <p:grpSpPr>
          <a:xfrm>
            <a:off x="5766480" y="3096391"/>
            <a:ext cx="733284" cy="493378"/>
            <a:chOff x="5766480" y="3096391"/>
            <a:chExt cx="733284" cy="493378"/>
          </a:xfrm>
        </p:grpSpPr>
        <p:sp>
          <p:nvSpPr>
            <p:cNvPr id="68" name="平行四边形 67"/>
            <p:cNvSpPr/>
            <p:nvPr/>
          </p:nvSpPr>
          <p:spPr>
            <a:xfrm>
              <a:off x="5766480" y="3096391"/>
              <a:ext cx="733284" cy="491862"/>
            </a:xfrm>
            <a:prstGeom prst="parallelogram">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9" name="等腰三角形 68"/>
            <p:cNvSpPr/>
            <p:nvPr/>
          </p:nvSpPr>
          <p:spPr>
            <a:xfrm rot="18511552">
              <a:off x="6271453" y="3373781"/>
              <a:ext cx="322933" cy="109043"/>
            </a:xfrm>
            <a:prstGeom prst="triangle">
              <a:avLst>
                <a:gd name="adj" fmla="val 72506"/>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6" name="文本框 75"/>
            <p:cNvSpPr txBox="1"/>
            <p:nvPr/>
          </p:nvSpPr>
          <p:spPr>
            <a:xfrm>
              <a:off x="5818631" y="3111489"/>
              <a:ext cx="598782" cy="461665"/>
            </a:xfrm>
            <a:prstGeom prst="rect">
              <a:avLst/>
            </a:prstGeom>
            <a:noFill/>
          </p:spPr>
          <p:txBody>
            <a:bodyPr wrap="square" rtlCol="0">
              <a:spAutoFit/>
            </a:bodyPr>
            <a:lstStyle/>
            <a:p>
              <a:pPr algn="ctr"/>
              <a:r>
                <a:rPr lang="en-US" altLang="zh-CN" sz="2400" i="1" dirty="0">
                  <a:solidFill>
                    <a:schemeClr val="bg1"/>
                  </a:solidFill>
                </a:rPr>
                <a:t>02</a:t>
              </a:r>
              <a:endParaRPr lang="zh-CN" altLang="en-US" sz="2400" i="1" dirty="0">
                <a:solidFill>
                  <a:schemeClr val="bg1"/>
                </a:solidFill>
              </a:endParaRPr>
            </a:p>
          </p:txBody>
        </p:sp>
      </p:grpSp>
      <p:grpSp>
        <p:nvGrpSpPr>
          <p:cNvPr id="4" name="组合 3"/>
          <p:cNvGrpSpPr/>
          <p:nvPr/>
        </p:nvGrpSpPr>
        <p:grpSpPr>
          <a:xfrm>
            <a:off x="5766480" y="4411897"/>
            <a:ext cx="733284" cy="493378"/>
            <a:chOff x="5766480" y="4411897"/>
            <a:chExt cx="733284" cy="493378"/>
          </a:xfrm>
        </p:grpSpPr>
        <p:sp>
          <p:nvSpPr>
            <p:cNvPr id="71" name="平行四边形 70"/>
            <p:cNvSpPr/>
            <p:nvPr/>
          </p:nvSpPr>
          <p:spPr>
            <a:xfrm>
              <a:off x="5766480" y="4411897"/>
              <a:ext cx="733284" cy="491862"/>
            </a:xfrm>
            <a:prstGeom prst="parallelogram">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2" name="等腰三角形 71"/>
            <p:cNvSpPr/>
            <p:nvPr/>
          </p:nvSpPr>
          <p:spPr>
            <a:xfrm rot="18511552">
              <a:off x="6271453" y="4689287"/>
              <a:ext cx="322933" cy="109043"/>
            </a:xfrm>
            <a:prstGeom prst="triangle">
              <a:avLst>
                <a:gd name="adj" fmla="val 72506"/>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7" name="文本框 76"/>
            <p:cNvSpPr txBox="1"/>
            <p:nvPr/>
          </p:nvSpPr>
          <p:spPr>
            <a:xfrm>
              <a:off x="5818631" y="4426995"/>
              <a:ext cx="598782" cy="461665"/>
            </a:xfrm>
            <a:prstGeom prst="rect">
              <a:avLst/>
            </a:prstGeom>
            <a:noFill/>
          </p:spPr>
          <p:txBody>
            <a:bodyPr wrap="square" rtlCol="0">
              <a:spAutoFit/>
            </a:bodyPr>
            <a:lstStyle/>
            <a:p>
              <a:pPr algn="ctr"/>
              <a:r>
                <a:rPr lang="en-US" altLang="zh-CN" sz="2400" i="1" dirty="0">
                  <a:solidFill>
                    <a:schemeClr val="bg1"/>
                  </a:solidFill>
                </a:rPr>
                <a:t>03</a:t>
              </a:r>
              <a:endParaRPr lang="zh-CN" altLang="en-US" sz="2400" i="1" dirty="0">
                <a:solidFill>
                  <a:schemeClr val="bg1"/>
                </a:solidFill>
              </a:endParaRPr>
            </a:p>
          </p:txBody>
        </p:sp>
      </p:grpSp>
      <p:sp>
        <p:nvSpPr>
          <p:cNvPr id="19" name="文本占位符 18"/>
          <p:cNvSpPr>
            <a:spLocks noGrp="1"/>
          </p:cNvSpPr>
          <p:nvPr>
            <p:ph type="body" sz="quarter" idx="11"/>
          </p:nvPr>
        </p:nvSpPr>
        <p:spPr/>
        <p:txBody>
          <a:bodyPr/>
          <a:lstStyle/>
          <a:p>
            <a:endParaRPr lang="zh-CN" altLang="en-US"/>
          </a:p>
        </p:txBody>
      </p:sp>
      <p:grpSp>
        <p:nvGrpSpPr>
          <p:cNvPr id="35" name="组合 34"/>
          <p:cNvGrpSpPr/>
          <p:nvPr/>
        </p:nvGrpSpPr>
        <p:grpSpPr>
          <a:xfrm>
            <a:off x="57496" y="1177549"/>
            <a:ext cx="5334232" cy="5096217"/>
            <a:chOff x="4900544" y="2646482"/>
            <a:chExt cx="2155335" cy="2059163"/>
          </a:xfrm>
        </p:grpSpPr>
        <p:sp>
          <p:nvSpPr>
            <p:cNvPr id="36" name="图形 38" descr="顺时针弯曲的箭头"/>
            <p:cNvSpPr/>
            <p:nvPr/>
          </p:nvSpPr>
          <p:spPr>
            <a:xfrm rot="20834396" flipH="1" flipV="1">
              <a:off x="6384743" y="2646482"/>
              <a:ext cx="671136" cy="856309"/>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gradFill>
              <a:gsLst>
                <a:gs pos="49000">
                  <a:schemeClr val="accent1">
                    <a:alpha val="10000"/>
                  </a:schemeClr>
                </a:gs>
                <a:gs pos="78000">
                  <a:schemeClr val="accent1">
                    <a:alpha val="0"/>
                  </a:schemeClr>
                </a:gs>
              </a:gsLst>
              <a:lin ang="5400000" scaled="0"/>
            </a:gradFill>
            <a:ln w="9525" cap="flat">
              <a:noFill/>
              <a:prstDash val="solid"/>
              <a:miter/>
            </a:ln>
          </p:spPr>
          <p:txBody>
            <a:bodyPr rtlCol="0" anchor="ctr"/>
            <a:lstStyle/>
            <a:p>
              <a:endParaRPr lang="zh-CN" altLang="en-US"/>
            </a:p>
          </p:txBody>
        </p:sp>
        <p:sp>
          <p:nvSpPr>
            <p:cNvPr id="37" name="图形 38" descr="顺时针弯曲的箭头"/>
            <p:cNvSpPr/>
            <p:nvPr/>
          </p:nvSpPr>
          <p:spPr>
            <a:xfrm rot="3024890">
              <a:off x="4992790" y="2806102"/>
              <a:ext cx="668662" cy="853153"/>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gradFill>
              <a:gsLst>
                <a:gs pos="49000">
                  <a:schemeClr val="accent1">
                    <a:alpha val="10000"/>
                  </a:schemeClr>
                </a:gs>
                <a:gs pos="78000">
                  <a:schemeClr val="accent1">
                    <a:alpha val="0"/>
                  </a:schemeClr>
                </a:gs>
              </a:gsLst>
              <a:lin ang="5400000" scaled="0"/>
            </a:gradFill>
            <a:ln w="9525" cap="flat">
              <a:noFill/>
              <a:prstDash val="solid"/>
              <a:miter/>
            </a:ln>
          </p:spPr>
          <p:txBody>
            <a:bodyPr rtlCol="0" anchor="ctr"/>
            <a:lstStyle/>
            <a:p>
              <a:endParaRPr lang="zh-CN" altLang="en-US" dirty="0"/>
            </a:p>
          </p:txBody>
        </p:sp>
        <p:sp>
          <p:nvSpPr>
            <p:cNvPr id="38" name="图形 38" descr="顺时针弯曲的箭头"/>
            <p:cNvSpPr/>
            <p:nvPr/>
          </p:nvSpPr>
          <p:spPr>
            <a:xfrm rot="6438039" flipH="1" flipV="1">
              <a:off x="5876632" y="3966745"/>
              <a:ext cx="649322" cy="828477"/>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gradFill>
              <a:gsLst>
                <a:gs pos="49000">
                  <a:schemeClr val="accent1">
                    <a:alpha val="10000"/>
                  </a:schemeClr>
                </a:gs>
                <a:gs pos="78000">
                  <a:schemeClr val="accent1">
                    <a:alpha val="0"/>
                  </a:schemeClr>
                </a:gs>
              </a:gsLst>
              <a:lin ang="5400000" scaled="0"/>
            </a:gradFill>
            <a:ln w="9525" cap="flat">
              <a:noFill/>
              <a:prstDash val="solid"/>
              <a:miter/>
            </a:ln>
          </p:spPr>
          <p:txBody>
            <a:bodyPr rtlCol="0" anchor="ctr"/>
            <a:lstStyle/>
            <a:p>
              <a:endParaRPr lang="zh-CN" altLang="en-US"/>
            </a:p>
          </p:txBody>
        </p:sp>
      </p:grpSp>
      <p:cxnSp>
        <p:nvCxnSpPr>
          <p:cNvPr id="42" name="直接连接符 41"/>
          <p:cNvCxnSpPr/>
          <p:nvPr/>
        </p:nvCxnSpPr>
        <p:spPr>
          <a:xfrm>
            <a:off x="1994877"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994877"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文本占位符 89"/>
          <p:cNvSpPr>
            <a:spLocks noGrp="1"/>
          </p:cNvSpPr>
          <p:nvPr>
            <p:ph type="body" sz="quarter" idx="10"/>
          </p:nvPr>
        </p:nvSpPr>
        <p:spPr/>
        <p:txBody>
          <a:bodyPr/>
          <a:lstStyle/>
          <a:p>
            <a:r>
              <a:rPr lang="zh-CN" altLang="en-US" dirty="0">
                <a:solidFill>
                  <a:schemeClr val="accent1"/>
                </a:solidFill>
              </a:rPr>
              <a:t>递进图示</a:t>
            </a:r>
          </a:p>
        </p:txBody>
      </p:sp>
      <p:cxnSp>
        <p:nvCxnSpPr>
          <p:cNvPr id="7" name="直接连接符 6"/>
          <p:cNvCxnSpPr/>
          <p:nvPr/>
        </p:nvCxnSpPr>
        <p:spPr>
          <a:xfrm>
            <a:off x="23161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3161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91" name="文本占位符 90"/>
          <p:cNvSpPr>
            <a:spLocks noGrp="1"/>
          </p:cNvSpPr>
          <p:nvPr>
            <p:ph type="body" sz="quarter" idx="11"/>
          </p:nvPr>
        </p:nvSpPr>
        <p:spPr/>
        <p:txBody>
          <a:bodyPr/>
          <a:lstStyle/>
          <a:p>
            <a:endParaRPr lang="zh-CN" altLang="en-US"/>
          </a:p>
        </p:txBody>
      </p:sp>
      <p:grpSp>
        <p:nvGrpSpPr>
          <p:cNvPr id="5" name="组合 4"/>
          <p:cNvGrpSpPr/>
          <p:nvPr/>
        </p:nvGrpSpPr>
        <p:grpSpPr>
          <a:xfrm>
            <a:off x="1271639" y="4245495"/>
            <a:ext cx="1395150" cy="1533815"/>
            <a:chOff x="1561105" y="3954891"/>
            <a:chExt cx="1812959" cy="1767270"/>
          </a:xfrm>
        </p:grpSpPr>
        <p:sp>
          <p:nvSpPr>
            <p:cNvPr id="31" name="任意多边形: 形状 30"/>
            <p:cNvSpPr/>
            <p:nvPr/>
          </p:nvSpPr>
          <p:spPr>
            <a:xfrm rot="16200000">
              <a:off x="2207999" y="3308069"/>
              <a:ext cx="519170" cy="1812813"/>
            </a:xfrm>
            <a:custGeom>
              <a:avLst/>
              <a:gdLst>
                <a:gd name="connsiteX0" fmla="*/ 782899 w 782899"/>
                <a:gd name="connsiteY0" fmla="*/ 1148619 h 2297238"/>
                <a:gd name="connsiteX1" fmla="*/ 391449 w 782899"/>
                <a:gd name="connsiteY1" fmla="*/ 2297238 h 2297238"/>
                <a:gd name="connsiteX2" fmla="*/ 0 w 782899"/>
                <a:gd name="connsiteY2" fmla="*/ 1148619 h 2297238"/>
                <a:gd name="connsiteX3" fmla="*/ 391450 w 782899"/>
                <a:gd name="connsiteY3" fmla="*/ 0 h 2297238"/>
                <a:gd name="connsiteX4" fmla="*/ 782899 w 782899"/>
                <a:gd name="connsiteY4" fmla="*/ 1148619 h 2297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899" h="2297238">
                  <a:moveTo>
                    <a:pt x="782899" y="1148619"/>
                  </a:moveTo>
                  <a:lnTo>
                    <a:pt x="391449" y="2297238"/>
                  </a:lnTo>
                  <a:lnTo>
                    <a:pt x="0" y="1148619"/>
                  </a:lnTo>
                  <a:lnTo>
                    <a:pt x="391450" y="0"/>
                  </a:lnTo>
                  <a:lnTo>
                    <a:pt x="782899" y="1148619"/>
                  </a:lnTo>
                  <a:close/>
                </a:path>
              </a:pathLst>
            </a:custGeom>
            <a:gradFill flip="none" rotWithShape="1">
              <a:gsLst>
                <a:gs pos="0">
                  <a:schemeClr val="accent1">
                    <a:alpha val="55000"/>
                  </a:schemeClr>
                </a:gs>
                <a:gs pos="100000">
                  <a:schemeClr val="accent1"/>
                </a:gs>
              </a:gsLst>
              <a:lin ang="162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0" name="任意多边形: 形状 39"/>
            <p:cNvSpPr/>
            <p:nvPr/>
          </p:nvSpPr>
          <p:spPr>
            <a:xfrm rot="16200000">
              <a:off x="2164339" y="4512435"/>
              <a:ext cx="1507684" cy="911767"/>
            </a:xfrm>
            <a:custGeom>
              <a:avLst/>
              <a:gdLst>
                <a:gd name="connsiteX0" fmla="*/ 2061865 w 2061865"/>
                <a:gd name="connsiteY0" fmla="*/ 1047745 h 1047829"/>
                <a:gd name="connsiteX1" fmla="*/ 2061837 w 2061865"/>
                <a:gd name="connsiteY1" fmla="*/ 1047829 h 1047829"/>
                <a:gd name="connsiteX2" fmla="*/ 355030 w 2061865"/>
                <a:gd name="connsiteY2" fmla="*/ 1047829 h 1047829"/>
                <a:gd name="connsiteX3" fmla="*/ 0 w 2061865"/>
                <a:gd name="connsiteY3" fmla="*/ 6075 h 1047829"/>
                <a:gd name="connsiteX4" fmla="*/ 2071 w 2061865"/>
                <a:gd name="connsiteY4" fmla="*/ 0 h 1047829"/>
                <a:gd name="connsiteX5" fmla="*/ 1708936 w 2061865"/>
                <a:gd name="connsiteY5" fmla="*/ 1 h 1047829"/>
                <a:gd name="connsiteX6" fmla="*/ 1706866 w 2061865"/>
                <a:gd name="connsiteY6" fmla="*/ 6076 h 1047829"/>
                <a:gd name="connsiteX7" fmla="*/ 2061865 w 2061865"/>
                <a:gd name="connsiteY7" fmla="*/ 1047745 h 104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1865" h="1047829">
                  <a:moveTo>
                    <a:pt x="2061865" y="1047745"/>
                  </a:moveTo>
                  <a:lnTo>
                    <a:pt x="2061837" y="1047829"/>
                  </a:lnTo>
                  <a:lnTo>
                    <a:pt x="355030" y="1047829"/>
                  </a:lnTo>
                  <a:lnTo>
                    <a:pt x="0" y="6075"/>
                  </a:lnTo>
                  <a:lnTo>
                    <a:pt x="2071" y="0"/>
                  </a:lnTo>
                  <a:lnTo>
                    <a:pt x="1708936" y="1"/>
                  </a:lnTo>
                  <a:lnTo>
                    <a:pt x="1706866" y="6076"/>
                  </a:lnTo>
                  <a:lnTo>
                    <a:pt x="2061865" y="1047745"/>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p:cNvSpPr/>
            <p:nvPr/>
          </p:nvSpPr>
          <p:spPr>
            <a:xfrm rot="16200000">
              <a:off x="1258616" y="4516964"/>
              <a:ext cx="1506171" cy="901193"/>
            </a:xfrm>
            <a:custGeom>
              <a:avLst/>
              <a:gdLst>
                <a:gd name="connsiteX0" fmla="*/ 2059796 w 2059796"/>
                <a:gd name="connsiteY0" fmla="*/ 84 h 1035678"/>
                <a:gd name="connsiteX1" fmla="*/ 1706865 w 2059796"/>
                <a:gd name="connsiteY1" fmla="*/ 1035678 h 1035678"/>
                <a:gd name="connsiteX2" fmla="*/ 0 w 2059796"/>
                <a:gd name="connsiteY2" fmla="*/ 1035677 h 1035678"/>
                <a:gd name="connsiteX3" fmla="*/ 352960 w 2059796"/>
                <a:gd name="connsiteY3" fmla="*/ 0 h 1035678"/>
                <a:gd name="connsiteX4" fmla="*/ 2059767 w 2059796"/>
                <a:gd name="connsiteY4" fmla="*/ 1 h 1035678"/>
                <a:gd name="connsiteX5" fmla="*/ 2059796 w 2059796"/>
                <a:gd name="connsiteY5" fmla="*/ 84 h 10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9796" h="1035678">
                  <a:moveTo>
                    <a:pt x="2059796" y="84"/>
                  </a:moveTo>
                  <a:lnTo>
                    <a:pt x="1706865" y="1035678"/>
                  </a:lnTo>
                  <a:lnTo>
                    <a:pt x="0" y="1035677"/>
                  </a:lnTo>
                  <a:lnTo>
                    <a:pt x="352960" y="0"/>
                  </a:lnTo>
                  <a:lnTo>
                    <a:pt x="2059767" y="1"/>
                  </a:lnTo>
                  <a:lnTo>
                    <a:pt x="2059796" y="84"/>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3335963" y="3823322"/>
            <a:ext cx="1395151" cy="1955988"/>
            <a:chOff x="3373989" y="3453926"/>
            <a:chExt cx="1812960" cy="2253700"/>
          </a:xfrm>
        </p:grpSpPr>
        <p:sp>
          <p:nvSpPr>
            <p:cNvPr id="35" name="任意多边形: 形状 34"/>
            <p:cNvSpPr/>
            <p:nvPr/>
          </p:nvSpPr>
          <p:spPr>
            <a:xfrm rot="16200000">
              <a:off x="4020884" y="2807105"/>
              <a:ext cx="519170" cy="1812812"/>
            </a:xfrm>
            <a:custGeom>
              <a:avLst/>
              <a:gdLst>
                <a:gd name="connsiteX0" fmla="*/ 710002 w 710002"/>
                <a:gd name="connsiteY0" fmla="*/ 1041669 h 2083337"/>
                <a:gd name="connsiteX1" fmla="*/ 355001 w 710002"/>
                <a:gd name="connsiteY1" fmla="*/ 2083337 h 2083337"/>
                <a:gd name="connsiteX2" fmla="*/ 0 w 710002"/>
                <a:gd name="connsiteY2" fmla="*/ 1041669 h 2083337"/>
                <a:gd name="connsiteX3" fmla="*/ 355001 w 710002"/>
                <a:gd name="connsiteY3" fmla="*/ 0 h 2083337"/>
                <a:gd name="connsiteX4" fmla="*/ 710002 w 710002"/>
                <a:gd name="connsiteY4" fmla="*/ 1041669 h 2083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002" h="2083337">
                  <a:moveTo>
                    <a:pt x="710002" y="1041669"/>
                  </a:moveTo>
                  <a:lnTo>
                    <a:pt x="355001" y="2083337"/>
                  </a:lnTo>
                  <a:lnTo>
                    <a:pt x="0" y="1041669"/>
                  </a:lnTo>
                  <a:lnTo>
                    <a:pt x="355001" y="0"/>
                  </a:lnTo>
                  <a:lnTo>
                    <a:pt x="710002" y="1041669"/>
                  </a:lnTo>
                  <a:close/>
                </a:path>
              </a:pathLst>
            </a:custGeom>
            <a:gradFill flip="none" rotWithShape="1">
              <a:gsLst>
                <a:gs pos="0">
                  <a:schemeClr val="accent1">
                    <a:alpha val="55000"/>
                  </a:schemeClr>
                </a:gs>
                <a:gs pos="100000">
                  <a:schemeClr val="accent1"/>
                </a:gs>
              </a:gsLst>
              <a:lin ang="162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42" name="任意多边形: 形状 41"/>
            <p:cNvSpPr/>
            <p:nvPr/>
          </p:nvSpPr>
          <p:spPr>
            <a:xfrm rot="16200000">
              <a:off x="3733973" y="4254649"/>
              <a:ext cx="1994114" cy="911839"/>
            </a:xfrm>
            <a:custGeom>
              <a:avLst/>
              <a:gdLst>
                <a:gd name="connsiteX0" fmla="*/ 2727093 w 2727093"/>
                <a:gd name="connsiteY0" fmla="*/ 1047827 h 1047912"/>
                <a:gd name="connsiteX1" fmla="*/ 2727064 w 2727093"/>
                <a:gd name="connsiteY1" fmla="*/ 1047912 h 1047912"/>
                <a:gd name="connsiteX2" fmla="*/ 355030 w 2727093"/>
                <a:gd name="connsiteY2" fmla="*/ 1047912 h 1047912"/>
                <a:gd name="connsiteX3" fmla="*/ 0 w 2727093"/>
                <a:gd name="connsiteY3" fmla="*/ 6159 h 1047912"/>
                <a:gd name="connsiteX4" fmla="*/ 2099 w 2727093"/>
                <a:gd name="connsiteY4" fmla="*/ 0 h 1047912"/>
                <a:gd name="connsiteX5" fmla="*/ 2374191 w 2727093"/>
                <a:gd name="connsiteY5" fmla="*/ 0 h 1047912"/>
                <a:gd name="connsiteX6" fmla="*/ 2372092 w 2727093"/>
                <a:gd name="connsiteY6" fmla="*/ 6159 h 1047912"/>
                <a:gd name="connsiteX7" fmla="*/ 2727093 w 2727093"/>
                <a:gd name="connsiteY7" fmla="*/ 1047827 h 104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27093" h="1047912">
                  <a:moveTo>
                    <a:pt x="2727093" y="1047827"/>
                  </a:moveTo>
                  <a:lnTo>
                    <a:pt x="2727064" y="1047912"/>
                  </a:lnTo>
                  <a:lnTo>
                    <a:pt x="355030" y="1047912"/>
                  </a:lnTo>
                  <a:lnTo>
                    <a:pt x="0" y="6159"/>
                  </a:lnTo>
                  <a:lnTo>
                    <a:pt x="2099" y="0"/>
                  </a:lnTo>
                  <a:lnTo>
                    <a:pt x="2374191" y="0"/>
                  </a:lnTo>
                  <a:lnTo>
                    <a:pt x="2372092" y="6159"/>
                  </a:lnTo>
                  <a:lnTo>
                    <a:pt x="2727093" y="1047827"/>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任意多边形: 形状 42"/>
            <p:cNvSpPr/>
            <p:nvPr/>
          </p:nvSpPr>
          <p:spPr>
            <a:xfrm rot="16200000">
              <a:off x="2828260" y="4259240"/>
              <a:ext cx="1992579" cy="901121"/>
            </a:xfrm>
            <a:custGeom>
              <a:avLst/>
              <a:gdLst>
                <a:gd name="connsiteX0" fmla="*/ 2724994 w 2724994"/>
                <a:gd name="connsiteY0" fmla="*/ 85 h 1035595"/>
                <a:gd name="connsiteX1" fmla="*/ 2372092 w 2724994"/>
                <a:gd name="connsiteY1" fmla="*/ 1035595 h 1035595"/>
                <a:gd name="connsiteX2" fmla="*/ 0 w 2724994"/>
                <a:gd name="connsiteY2" fmla="*/ 1035595 h 1035595"/>
                <a:gd name="connsiteX3" fmla="*/ 352931 w 2724994"/>
                <a:gd name="connsiteY3" fmla="*/ 0 h 1035595"/>
                <a:gd name="connsiteX4" fmla="*/ 2724965 w 2724994"/>
                <a:gd name="connsiteY4" fmla="*/ 0 h 1035595"/>
                <a:gd name="connsiteX5" fmla="*/ 2724994 w 2724994"/>
                <a:gd name="connsiteY5" fmla="*/ 85 h 103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4994" h="1035595">
                  <a:moveTo>
                    <a:pt x="2724994" y="85"/>
                  </a:moveTo>
                  <a:lnTo>
                    <a:pt x="2372092" y="1035595"/>
                  </a:lnTo>
                  <a:lnTo>
                    <a:pt x="0" y="1035595"/>
                  </a:lnTo>
                  <a:lnTo>
                    <a:pt x="352931" y="0"/>
                  </a:lnTo>
                  <a:lnTo>
                    <a:pt x="2724965" y="0"/>
                  </a:lnTo>
                  <a:lnTo>
                    <a:pt x="2724994" y="85"/>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 name="组合 11"/>
          <p:cNvGrpSpPr/>
          <p:nvPr/>
        </p:nvGrpSpPr>
        <p:grpSpPr>
          <a:xfrm>
            <a:off x="5400288" y="3428999"/>
            <a:ext cx="1395151" cy="2350311"/>
            <a:chOff x="5186803" y="2996216"/>
            <a:chExt cx="1812960" cy="2708041"/>
          </a:xfrm>
        </p:grpSpPr>
        <p:sp>
          <p:nvSpPr>
            <p:cNvPr id="36" name="任意多边形: 形状 35"/>
            <p:cNvSpPr/>
            <p:nvPr/>
          </p:nvSpPr>
          <p:spPr>
            <a:xfrm rot="16200000">
              <a:off x="5833698" y="2349395"/>
              <a:ext cx="519170" cy="1812812"/>
            </a:xfrm>
            <a:custGeom>
              <a:avLst/>
              <a:gdLst>
                <a:gd name="connsiteX0" fmla="*/ 710002 w 710002"/>
                <a:gd name="connsiteY0" fmla="*/ 1041668 h 2083337"/>
                <a:gd name="connsiteX1" fmla="*/ 355001 w 710002"/>
                <a:gd name="connsiteY1" fmla="*/ 2083337 h 2083337"/>
                <a:gd name="connsiteX2" fmla="*/ 0 w 710002"/>
                <a:gd name="connsiteY2" fmla="*/ 1041669 h 2083337"/>
                <a:gd name="connsiteX3" fmla="*/ 355001 w 710002"/>
                <a:gd name="connsiteY3" fmla="*/ 0 h 2083337"/>
                <a:gd name="connsiteX4" fmla="*/ 710002 w 710002"/>
                <a:gd name="connsiteY4" fmla="*/ 1041668 h 2083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002" h="2083337">
                  <a:moveTo>
                    <a:pt x="710002" y="1041668"/>
                  </a:moveTo>
                  <a:lnTo>
                    <a:pt x="355001" y="2083337"/>
                  </a:lnTo>
                  <a:lnTo>
                    <a:pt x="0" y="1041669"/>
                  </a:lnTo>
                  <a:lnTo>
                    <a:pt x="355001" y="0"/>
                  </a:lnTo>
                  <a:lnTo>
                    <a:pt x="710002" y="1041668"/>
                  </a:lnTo>
                  <a:close/>
                </a:path>
              </a:pathLst>
            </a:custGeom>
            <a:gradFill flip="none" rotWithShape="1">
              <a:gsLst>
                <a:gs pos="0">
                  <a:schemeClr val="accent1">
                    <a:alpha val="55000"/>
                  </a:schemeClr>
                </a:gs>
                <a:gs pos="100000">
                  <a:schemeClr val="accent1"/>
                </a:gs>
              </a:gsLst>
              <a:lin ang="162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44" name="任意多边形: 形状 43"/>
            <p:cNvSpPr/>
            <p:nvPr/>
          </p:nvSpPr>
          <p:spPr>
            <a:xfrm rot="16200000">
              <a:off x="5322258" y="4026752"/>
              <a:ext cx="2448455" cy="906555"/>
            </a:xfrm>
            <a:custGeom>
              <a:avLst/>
              <a:gdLst>
                <a:gd name="connsiteX0" fmla="*/ 3348437 w 3348437"/>
                <a:gd name="connsiteY0" fmla="*/ 1041756 h 1041840"/>
                <a:gd name="connsiteX1" fmla="*/ 3348408 w 3348437"/>
                <a:gd name="connsiteY1" fmla="*/ 1041840 h 1041840"/>
                <a:gd name="connsiteX2" fmla="*/ 355031 w 3348437"/>
                <a:gd name="connsiteY2" fmla="*/ 1041840 h 1041840"/>
                <a:gd name="connsiteX3" fmla="*/ 0 w 3348437"/>
                <a:gd name="connsiteY3" fmla="*/ 87 h 1041840"/>
                <a:gd name="connsiteX4" fmla="*/ 30 w 3348437"/>
                <a:gd name="connsiteY4" fmla="*/ 0 h 1041840"/>
                <a:gd name="connsiteX5" fmla="*/ 2993466 w 3348437"/>
                <a:gd name="connsiteY5" fmla="*/ 0 h 1041840"/>
                <a:gd name="connsiteX6" fmla="*/ 2993436 w 3348437"/>
                <a:gd name="connsiteY6" fmla="*/ 88 h 1041840"/>
                <a:gd name="connsiteX7" fmla="*/ 3348437 w 3348437"/>
                <a:gd name="connsiteY7" fmla="*/ 1041756 h 104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8437" h="1041840">
                  <a:moveTo>
                    <a:pt x="3348437" y="1041756"/>
                  </a:moveTo>
                  <a:lnTo>
                    <a:pt x="3348408" y="1041840"/>
                  </a:lnTo>
                  <a:lnTo>
                    <a:pt x="355031" y="1041840"/>
                  </a:lnTo>
                  <a:lnTo>
                    <a:pt x="0" y="87"/>
                  </a:lnTo>
                  <a:lnTo>
                    <a:pt x="30" y="0"/>
                  </a:lnTo>
                  <a:lnTo>
                    <a:pt x="2993466" y="0"/>
                  </a:lnTo>
                  <a:lnTo>
                    <a:pt x="2993436" y="88"/>
                  </a:lnTo>
                  <a:lnTo>
                    <a:pt x="3348437" y="1041756"/>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4"/>
            <p:cNvSpPr/>
            <p:nvPr/>
          </p:nvSpPr>
          <p:spPr>
            <a:xfrm rot="16200000">
              <a:off x="4415789" y="4026816"/>
              <a:ext cx="2448433" cy="906405"/>
            </a:xfrm>
            <a:custGeom>
              <a:avLst/>
              <a:gdLst>
                <a:gd name="connsiteX0" fmla="*/ 3348407 w 3348407"/>
                <a:gd name="connsiteY0" fmla="*/ 86 h 1041667"/>
                <a:gd name="connsiteX1" fmla="*/ 2993436 w 3348407"/>
                <a:gd name="connsiteY1" fmla="*/ 1041667 h 1041667"/>
                <a:gd name="connsiteX2" fmla="*/ 0 w 3348407"/>
                <a:gd name="connsiteY2" fmla="*/ 1041667 h 1041667"/>
                <a:gd name="connsiteX3" fmla="*/ 355001 w 3348407"/>
                <a:gd name="connsiteY3" fmla="*/ 0 h 1041667"/>
                <a:gd name="connsiteX4" fmla="*/ 3348378 w 3348407"/>
                <a:gd name="connsiteY4" fmla="*/ 0 h 1041667"/>
                <a:gd name="connsiteX5" fmla="*/ 3348407 w 3348407"/>
                <a:gd name="connsiteY5" fmla="*/ 86 h 1041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48407" h="1041667">
                  <a:moveTo>
                    <a:pt x="3348407" y="86"/>
                  </a:moveTo>
                  <a:lnTo>
                    <a:pt x="2993436" y="1041667"/>
                  </a:lnTo>
                  <a:lnTo>
                    <a:pt x="0" y="1041667"/>
                  </a:lnTo>
                  <a:lnTo>
                    <a:pt x="355001" y="0"/>
                  </a:lnTo>
                  <a:lnTo>
                    <a:pt x="3348378" y="0"/>
                  </a:lnTo>
                  <a:lnTo>
                    <a:pt x="3348407" y="86"/>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p:cNvGrpSpPr/>
          <p:nvPr/>
        </p:nvGrpSpPr>
        <p:grpSpPr>
          <a:xfrm>
            <a:off x="7464613" y="2968427"/>
            <a:ext cx="1395151" cy="2810883"/>
            <a:chOff x="7004974" y="2483439"/>
            <a:chExt cx="1812960" cy="3238715"/>
          </a:xfrm>
        </p:grpSpPr>
        <p:sp>
          <p:nvSpPr>
            <p:cNvPr id="37" name="任意多边形: 形状 36"/>
            <p:cNvSpPr/>
            <p:nvPr/>
          </p:nvSpPr>
          <p:spPr>
            <a:xfrm rot="16200000">
              <a:off x="7651869" y="1836617"/>
              <a:ext cx="519171" cy="1812816"/>
            </a:xfrm>
            <a:custGeom>
              <a:avLst/>
              <a:gdLst>
                <a:gd name="connsiteX0" fmla="*/ 710004 w 710004"/>
                <a:gd name="connsiteY0" fmla="*/ 1041671 h 2083342"/>
                <a:gd name="connsiteX1" fmla="*/ 355002 w 710004"/>
                <a:gd name="connsiteY1" fmla="*/ 2083342 h 2083342"/>
                <a:gd name="connsiteX2" fmla="*/ 0 w 710004"/>
                <a:gd name="connsiteY2" fmla="*/ 1041672 h 2083342"/>
                <a:gd name="connsiteX3" fmla="*/ 355002 w 710004"/>
                <a:gd name="connsiteY3" fmla="*/ 0 h 2083342"/>
                <a:gd name="connsiteX4" fmla="*/ 710004 w 710004"/>
                <a:gd name="connsiteY4" fmla="*/ 1041671 h 208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004" h="2083342">
                  <a:moveTo>
                    <a:pt x="710004" y="1041671"/>
                  </a:moveTo>
                  <a:lnTo>
                    <a:pt x="355002" y="2083342"/>
                  </a:lnTo>
                  <a:lnTo>
                    <a:pt x="0" y="1041672"/>
                  </a:lnTo>
                  <a:lnTo>
                    <a:pt x="355002" y="0"/>
                  </a:lnTo>
                  <a:lnTo>
                    <a:pt x="710004" y="1041671"/>
                  </a:lnTo>
                  <a:close/>
                </a:path>
              </a:pathLst>
            </a:custGeom>
            <a:gradFill flip="none" rotWithShape="1">
              <a:gsLst>
                <a:gs pos="0">
                  <a:schemeClr val="accent1">
                    <a:alpha val="55000"/>
                  </a:schemeClr>
                </a:gs>
                <a:gs pos="100000">
                  <a:schemeClr val="accent1"/>
                </a:gs>
              </a:gsLst>
              <a:lin ang="162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6" name="任意多边形: 形状 45"/>
            <p:cNvSpPr/>
            <p:nvPr/>
          </p:nvSpPr>
          <p:spPr>
            <a:xfrm rot="16200000">
              <a:off x="6875416" y="3779508"/>
              <a:ext cx="2979001" cy="906035"/>
            </a:xfrm>
            <a:custGeom>
              <a:avLst/>
              <a:gdLst>
                <a:gd name="connsiteX0" fmla="*/ 4073997 w 4073997"/>
                <a:gd name="connsiteY0" fmla="*/ 1041160 h 1041242"/>
                <a:gd name="connsiteX1" fmla="*/ 4073969 w 4073997"/>
                <a:gd name="connsiteY1" fmla="*/ 1041242 h 1041242"/>
                <a:gd name="connsiteX2" fmla="*/ 354856 w 4073997"/>
                <a:gd name="connsiteY2" fmla="*/ 1041242 h 1041242"/>
                <a:gd name="connsiteX3" fmla="*/ 0 w 4073997"/>
                <a:gd name="connsiteY3" fmla="*/ 0 h 1041242"/>
                <a:gd name="connsiteX4" fmla="*/ 3719169 w 4073997"/>
                <a:gd name="connsiteY4" fmla="*/ 0 h 1041242"/>
                <a:gd name="connsiteX5" fmla="*/ 4073997 w 4073997"/>
                <a:gd name="connsiteY5" fmla="*/ 1041160 h 10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3997" h="1041242">
                  <a:moveTo>
                    <a:pt x="4073997" y="1041160"/>
                  </a:moveTo>
                  <a:lnTo>
                    <a:pt x="4073969" y="1041242"/>
                  </a:lnTo>
                  <a:lnTo>
                    <a:pt x="354856" y="1041242"/>
                  </a:lnTo>
                  <a:lnTo>
                    <a:pt x="0" y="0"/>
                  </a:lnTo>
                  <a:lnTo>
                    <a:pt x="3719169" y="0"/>
                  </a:lnTo>
                  <a:lnTo>
                    <a:pt x="4073997" y="1041160"/>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p:cNvSpPr/>
            <p:nvPr/>
          </p:nvSpPr>
          <p:spPr>
            <a:xfrm rot="16200000">
              <a:off x="5968872" y="3779127"/>
              <a:ext cx="2979129" cy="906925"/>
            </a:xfrm>
            <a:custGeom>
              <a:avLst/>
              <a:gdLst>
                <a:gd name="connsiteX0" fmla="*/ 4074171 w 4074171"/>
                <a:gd name="connsiteY0" fmla="*/ 83 h 1042265"/>
                <a:gd name="connsiteX1" fmla="*/ 3719169 w 4074171"/>
                <a:gd name="connsiteY1" fmla="*/ 1041755 h 1042265"/>
                <a:gd name="connsiteX2" fmla="*/ 3719343 w 4074171"/>
                <a:gd name="connsiteY2" fmla="*/ 1042265 h 1042265"/>
                <a:gd name="connsiteX3" fmla="*/ 174 w 4074171"/>
                <a:gd name="connsiteY3" fmla="*/ 1042265 h 1042265"/>
                <a:gd name="connsiteX4" fmla="*/ 0 w 4074171"/>
                <a:gd name="connsiteY4" fmla="*/ 1041754 h 1042265"/>
                <a:gd name="connsiteX5" fmla="*/ 355030 w 4074171"/>
                <a:gd name="connsiteY5" fmla="*/ 0 h 1042265"/>
                <a:gd name="connsiteX6" fmla="*/ 4074143 w 4074171"/>
                <a:gd name="connsiteY6" fmla="*/ 0 h 1042265"/>
                <a:gd name="connsiteX7" fmla="*/ 4074171 w 4074171"/>
                <a:gd name="connsiteY7" fmla="*/ 83 h 1042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4171" h="1042265">
                  <a:moveTo>
                    <a:pt x="4074171" y="83"/>
                  </a:moveTo>
                  <a:lnTo>
                    <a:pt x="3719169" y="1041755"/>
                  </a:lnTo>
                  <a:lnTo>
                    <a:pt x="3719343" y="1042265"/>
                  </a:lnTo>
                  <a:lnTo>
                    <a:pt x="174" y="1042265"/>
                  </a:lnTo>
                  <a:lnTo>
                    <a:pt x="0" y="1041754"/>
                  </a:lnTo>
                  <a:lnTo>
                    <a:pt x="355030" y="0"/>
                  </a:lnTo>
                  <a:lnTo>
                    <a:pt x="4074143" y="0"/>
                  </a:lnTo>
                  <a:lnTo>
                    <a:pt x="4074171" y="83"/>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组合 55"/>
          <p:cNvGrpSpPr/>
          <p:nvPr/>
        </p:nvGrpSpPr>
        <p:grpSpPr>
          <a:xfrm>
            <a:off x="9528938" y="2313366"/>
            <a:ext cx="1395151" cy="3465943"/>
            <a:chOff x="7004974" y="2483439"/>
            <a:chExt cx="1812960" cy="3238715"/>
          </a:xfrm>
        </p:grpSpPr>
        <p:sp>
          <p:nvSpPr>
            <p:cNvPr id="60" name="任意多边形: 形状 59"/>
            <p:cNvSpPr/>
            <p:nvPr/>
          </p:nvSpPr>
          <p:spPr>
            <a:xfrm rot="16200000">
              <a:off x="7651869" y="1836617"/>
              <a:ext cx="519171" cy="1812816"/>
            </a:xfrm>
            <a:custGeom>
              <a:avLst/>
              <a:gdLst>
                <a:gd name="connsiteX0" fmla="*/ 710004 w 710004"/>
                <a:gd name="connsiteY0" fmla="*/ 1041671 h 2083342"/>
                <a:gd name="connsiteX1" fmla="*/ 355002 w 710004"/>
                <a:gd name="connsiteY1" fmla="*/ 2083342 h 2083342"/>
                <a:gd name="connsiteX2" fmla="*/ 0 w 710004"/>
                <a:gd name="connsiteY2" fmla="*/ 1041672 h 2083342"/>
                <a:gd name="connsiteX3" fmla="*/ 355002 w 710004"/>
                <a:gd name="connsiteY3" fmla="*/ 0 h 2083342"/>
                <a:gd name="connsiteX4" fmla="*/ 710004 w 710004"/>
                <a:gd name="connsiteY4" fmla="*/ 1041671 h 208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004" h="2083342">
                  <a:moveTo>
                    <a:pt x="710004" y="1041671"/>
                  </a:moveTo>
                  <a:lnTo>
                    <a:pt x="355002" y="2083342"/>
                  </a:lnTo>
                  <a:lnTo>
                    <a:pt x="0" y="1041672"/>
                  </a:lnTo>
                  <a:lnTo>
                    <a:pt x="355002" y="0"/>
                  </a:lnTo>
                  <a:lnTo>
                    <a:pt x="710004" y="1041671"/>
                  </a:lnTo>
                  <a:close/>
                </a:path>
              </a:pathLst>
            </a:custGeom>
            <a:gradFill flip="none" rotWithShape="1">
              <a:gsLst>
                <a:gs pos="0">
                  <a:schemeClr val="accent1">
                    <a:alpha val="55000"/>
                  </a:schemeClr>
                </a:gs>
                <a:gs pos="100000">
                  <a:schemeClr val="accent1"/>
                </a:gs>
              </a:gsLst>
              <a:lin ang="162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1" name="任意多边形: 形状 60"/>
            <p:cNvSpPr/>
            <p:nvPr/>
          </p:nvSpPr>
          <p:spPr>
            <a:xfrm rot="16200000">
              <a:off x="6875416" y="3779508"/>
              <a:ext cx="2979001" cy="906035"/>
            </a:xfrm>
            <a:custGeom>
              <a:avLst/>
              <a:gdLst>
                <a:gd name="connsiteX0" fmla="*/ 4073997 w 4073997"/>
                <a:gd name="connsiteY0" fmla="*/ 1041160 h 1041242"/>
                <a:gd name="connsiteX1" fmla="*/ 4073969 w 4073997"/>
                <a:gd name="connsiteY1" fmla="*/ 1041242 h 1041242"/>
                <a:gd name="connsiteX2" fmla="*/ 354856 w 4073997"/>
                <a:gd name="connsiteY2" fmla="*/ 1041242 h 1041242"/>
                <a:gd name="connsiteX3" fmla="*/ 0 w 4073997"/>
                <a:gd name="connsiteY3" fmla="*/ 0 h 1041242"/>
                <a:gd name="connsiteX4" fmla="*/ 3719169 w 4073997"/>
                <a:gd name="connsiteY4" fmla="*/ 0 h 1041242"/>
                <a:gd name="connsiteX5" fmla="*/ 4073997 w 4073997"/>
                <a:gd name="connsiteY5" fmla="*/ 1041160 h 10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3997" h="1041242">
                  <a:moveTo>
                    <a:pt x="4073997" y="1041160"/>
                  </a:moveTo>
                  <a:lnTo>
                    <a:pt x="4073969" y="1041242"/>
                  </a:lnTo>
                  <a:lnTo>
                    <a:pt x="354856" y="1041242"/>
                  </a:lnTo>
                  <a:lnTo>
                    <a:pt x="0" y="0"/>
                  </a:lnTo>
                  <a:lnTo>
                    <a:pt x="3719169" y="0"/>
                  </a:lnTo>
                  <a:lnTo>
                    <a:pt x="4073997" y="1041160"/>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形状 61"/>
            <p:cNvSpPr/>
            <p:nvPr/>
          </p:nvSpPr>
          <p:spPr>
            <a:xfrm rot="16200000">
              <a:off x="5968872" y="3779127"/>
              <a:ext cx="2979129" cy="906925"/>
            </a:xfrm>
            <a:custGeom>
              <a:avLst/>
              <a:gdLst>
                <a:gd name="connsiteX0" fmla="*/ 4074171 w 4074171"/>
                <a:gd name="connsiteY0" fmla="*/ 83 h 1042265"/>
                <a:gd name="connsiteX1" fmla="*/ 3719169 w 4074171"/>
                <a:gd name="connsiteY1" fmla="*/ 1041755 h 1042265"/>
                <a:gd name="connsiteX2" fmla="*/ 3719343 w 4074171"/>
                <a:gd name="connsiteY2" fmla="*/ 1042265 h 1042265"/>
                <a:gd name="connsiteX3" fmla="*/ 174 w 4074171"/>
                <a:gd name="connsiteY3" fmla="*/ 1042265 h 1042265"/>
                <a:gd name="connsiteX4" fmla="*/ 0 w 4074171"/>
                <a:gd name="connsiteY4" fmla="*/ 1041754 h 1042265"/>
                <a:gd name="connsiteX5" fmla="*/ 355030 w 4074171"/>
                <a:gd name="connsiteY5" fmla="*/ 0 h 1042265"/>
                <a:gd name="connsiteX6" fmla="*/ 4074143 w 4074171"/>
                <a:gd name="connsiteY6" fmla="*/ 0 h 1042265"/>
                <a:gd name="connsiteX7" fmla="*/ 4074171 w 4074171"/>
                <a:gd name="connsiteY7" fmla="*/ 83 h 1042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4171" h="1042265">
                  <a:moveTo>
                    <a:pt x="4074171" y="83"/>
                  </a:moveTo>
                  <a:lnTo>
                    <a:pt x="3719169" y="1041755"/>
                  </a:lnTo>
                  <a:lnTo>
                    <a:pt x="3719343" y="1042265"/>
                  </a:lnTo>
                  <a:lnTo>
                    <a:pt x="174" y="1042265"/>
                  </a:lnTo>
                  <a:lnTo>
                    <a:pt x="0" y="1041754"/>
                  </a:lnTo>
                  <a:lnTo>
                    <a:pt x="355030" y="0"/>
                  </a:lnTo>
                  <a:lnTo>
                    <a:pt x="4074143" y="0"/>
                  </a:lnTo>
                  <a:lnTo>
                    <a:pt x="4074171" y="83"/>
                  </a:lnTo>
                  <a:close/>
                </a:path>
              </a:pathLst>
            </a:custGeom>
            <a:gradFill flip="none" rotWithShape="1">
              <a:gsLst>
                <a:gs pos="0">
                  <a:schemeClr val="accent1">
                    <a:alpha val="44000"/>
                  </a:schemeClr>
                </a:gs>
                <a:gs pos="93000">
                  <a:schemeClr val="accent1"/>
                </a:gs>
              </a:gsLst>
              <a:lin ang="13500000" scaled="1"/>
              <a:tileRect/>
            </a:gra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文本框 62"/>
          <p:cNvSpPr txBox="1"/>
          <p:nvPr/>
        </p:nvSpPr>
        <p:spPr>
          <a:xfrm>
            <a:off x="1084242" y="3479477"/>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64" name="文本框 63"/>
          <p:cNvSpPr txBox="1"/>
          <p:nvPr/>
        </p:nvSpPr>
        <p:spPr>
          <a:xfrm>
            <a:off x="3149585" y="3110509"/>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65" name="文本框 64"/>
          <p:cNvSpPr txBox="1"/>
          <p:nvPr/>
        </p:nvSpPr>
        <p:spPr>
          <a:xfrm>
            <a:off x="5214928" y="2741541"/>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66" name="文本框 65"/>
          <p:cNvSpPr txBox="1"/>
          <p:nvPr/>
        </p:nvSpPr>
        <p:spPr>
          <a:xfrm>
            <a:off x="7280270" y="2310531"/>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67" name="文本框 66"/>
          <p:cNvSpPr txBox="1"/>
          <p:nvPr/>
        </p:nvSpPr>
        <p:spPr>
          <a:xfrm>
            <a:off x="9345954" y="1795054"/>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71" name="teacher_264763"/>
          <p:cNvSpPr>
            <a:spLocks noChangeAspect="1"/>
          </p:cNvSpPr>
          <p:nvPr/>
        </p:nvSpPr>
        <p:spPr bwMode="auto">
          <a:xfrm>
            <a:off x="1660301" y="2489468"/>
            <a:ext cx="609685" cy="580585"/>
          </a:xfrm>
          <a:custGeom>
            <a:avLst/>
            <a:gdLst>
              <a:gd name="connsiteX0" fmla="*/ 257331 w 607639"/>
              <a:gd name="connsiteY0" fmla="*/ 145147 h 578637"/>
              <a:gd name="connsiteX1" fmla="*/ 310700 w 607639"/>
              <a:gd name="connsiteY1" fmla="*/ 187169 h 578637"/>
              <a:gd name="connsiteX2" fmla="*/ 297714 w 607639"/>
              <a:gd name="connsiteY2" fmla="*/ 200407 h 578637"/>
              <a:gd name="connsiteX3" fmla="*/ 295134 w 607639"/>
              <a:gd name="connsiteY3" fmla="*/ 205204 h 578637"/>
              <a:gd name="connsiteX4" fmla="*/ 242654 w 607639"/>
              <a:gd name="connsiteY4" fmla="*/ 163804 h 578637"/>
              <a:gd name="connsiteX5" fmla="*/ 240609 w 607639"/>
              <a:gd name="connsiteY5" fmla="*/ 147101 h 578637"/>
              <a:gd name="connsiteX6" fmla="*/ 257331 w 607639"/>
              <a:gd name="connsiteY6" fmla="*/ 145147 h 578637"/>
              <a:gd name="connsiteX7" fmla="*/ 440205 w 607639"/>
              <a:gd name="connsiteY7" fmla="*/ 141131 h 578637"/>
              <a:gd name="connsiteX8" fmla="*/ 461390 w 607639"/>
              <a:gd name="connsiteY8" fmla="*/ 141131 h 578637"/>
              <a:gd name="connsiteX9" fmla="*/ 488984 w 607639"/>
              <a:gd name="connsiteY9" fmla="*/ 210272 h 578637"/>
              <a:gd name="connsiteX10" fmla="*/ 482576 w 607639"/>
              <a:gd name="connsiteY10" fmla="*/ 182189 h 578637"/>
              <a:gd name="connsiteX11" fmla="*/ 483466 w 607639"/>
              <a:gd name="connsiteY11" fmla="*/ 176057 h 578637"/>
              <a:gd name="connsiteX12" fmla="*/ 492189 w 607639"/>
              <a:gd name="connsiteY12" fmla="*/ 160149 h 578637"/>
              <a:gd name="connsiteX13" fmla="*/ 484445 w 607639"/>
              <a:gd name="connsiteY13" fmla="*/ 146108 h 578637"/>
              <a:gd name="connsiteX14" fmla="*/ 484445 w 607639"/>
              <a:gd name="connsiteY14" fmla="*/ 142997 h 578637"/>
              <a:gd name="connsiteX15" fmla="*/ 487204 w 607639"/>
              <a:gd name="connsiteY15" fmla="*/ 141398 h 578637"/>
              <a:gd name="connsiteX16" fmla="*/ 508478 w 607639"/>
              <a:gd name="connsiteY16" fmla="*/ 141398 h 578637"/>
              <a:gd name="connsiteX17" fmla="*/ 511238 w 607639"/>
              <a:gd name="connsiteY17" fmla="*/ 142997 h 578637"/>
              <a:gd name="connsiteX18" fmla="*/ 511327 w 607639"/>
              <a:gd name="connsiteY18" fmla="*/ 146108 h 578637"/>
              <a:gd name="connsiteX19" fmla="*/ 503494 w 607639"/>
              <a:gd name="connsiteY19" fmla="*/ 160238 h 578637"/>
              <a:gd name="connsiteX20" fmla="*/ 512306 w 607639"/>
              <a:gd name="connsiteY20" fmla="*/ 176146 h 578637"/>
              <a:gd name="connsiteX21" fmla="*/ 513196 w 607639"/>
              <a:gd name="connsiteY21" fmla="*/ 182189 h 578637"/>
              <a:gd name="connsiteX22" fmla="*/ 507588 w 607639"/>
              <a:gd name="connsiteY22" fmla="*/ 210272 h 578637"/>
              <a:gd name="connsiteX23" fmla="*/ 534292 w 607639"/>
              <a:gd name="connsiteY23" fmla="*/ 141131 h 578637"/>
              <a:gd name="connsiteX24" fmla="*/ 555922 w 607639"/>
              <a:gd name="connsiteY24" fmla="*/ 141131 h 578637"/>
              <a:gd name="connsiteX25" fmla="*/ 606838 w 607639"/>
              <a:gd name="connsiteY25" fmla="*/ 191698 h 578637"/>
              <a:gd name="connsiteX26" fmla="*/ 607639 w 607639"/>
              <a:gd name="connsiteY26" fmla="*/ 349442 h 578637"/>
              <a:gd name="connsiteX27" fmla="*/ 586187 w 607639"/>
              <a:gd name="connsiteY27" fmla="*/ 371037 h 578637"/>
              <a:gd name="connsiteX28" fmla="*/ 586098 w 607639"/>
              <a:gd name="connsiteY28" fmla="*/ 371037 h 578637"/>
              <a:gd name="connsiteX29" fmla="*/ 564557 w 607639"/>
              <a:gd name="connsiteY29" fmla="*/ 349620 h 578637"/>
              <a:gd name="connsiteX30" fmla="*/ 563845 w 607639"/>
              <a:gd name="connsiteY30" fmla="*/ 191876 h 578637"/>
              <a:gd name="connsiteX31" fmla="*/ 559483 w 607639"/>
              <a:gd name="connsiteY31" fmla="*/ 187699 h 578637"/>
              <a:gd name="connsiteX32" fmla="*/ 555299 w 607639"/>
              <a:gd name="connsiteY32" fmla="*/ 191876 h 578637"/>
              <a:gd name="connsiteX33" fmla="*/ 555299 w 607639"/>
              <a:gd name="connsiteY33" fmla="*/ 552865 h 578637"/>
              <a:gd name="connsiteX34" fmla="*/ 529485 w 607639"/>
              <a:gd name="connsiteY34" fmla="*/ 578637 h 578637"/>
              <a:gd name="connsiteX35" fmla="*/ 503672 w 607639"/>
              <a:gd name="connsiteY35" fmla="*/ 552865 h 578637"/>
              <a:gd name="connsiteX36" fmla="*/ 503672 w 607639"/>
              <a:gd name="connsiteY36" fmla="*/ 346865 h 578637"/>
              <a:gd name="connsiteX37" fmla="*/ 492456 w 607639"/>
              <a:gd name="connsiteY37" fmla="*/ 346865 h 578637"/>
              <a:gd name="connsiteX38" fmla="*/ 492456 w 607639"/>
              <a:gd name="connsiteY38" fmla="*/ 552865 h 578637"/>
              <a:gd name="connsiteX39" fmla="*/ 466731 w 607639"/>
              <a:gd name="connsiteY39" fmla="*/ 578637 h 578637"/>
              <a:gd name="connsiteX40" fmla="*/ 440917 w 607639"/>
              <a:gd name="connsiteY40" fmla="*/ 552865 h 578637"/>
              <a:gd name="connsiteX41" fmla="*/ 441362 w 607639"/>
              <a:gd name="connsiteY41" fmla="*/ 191965 h 578637"/>
              <a:gd name="connsiteX42" fmla="*/ 436823 w 607639"/>
              <a:gd name="connsiteY42" fmla="*/ 187432 h 578637"/>
              <a:gd name="connsiteX43" fmla="*/ 432372 w 607639"/>
              <a:gd name="connsiteY43" fmla="*/ 191876 h 578637"/>
              <a:gd name="connsiteX44" fmla="*/ 431927 w 607639"/>
              <a:gd name="connsiteY44" fmla="*/ 270437 h 578637"/>
              <a:gd name="connsiteX45" fmla="*/ 399081 w 607639"/>
              <a:gd name="connsiteY45" fmla="*/ 288566 h 578637"/>
              <a:gd name="connsiteX46" fmla="*/ 322886 w 607639"/>
              <a:gd name="connsiteY46" fmla="*/ 241287 h 578637"/>
              <a:gd name="connsiteX47" fmla="*/ 315943 w 607639"/>
              <a:gd name="connsiteY47" fmla="*/ 211782 h 578637"/>
              <a:gd name="connsiteX48" fmla="*/ 345584 w 607639"/>
              <a:gd name="connsiteY48" fmla="*/ 204851 h 578637"/>
              <a:gd name="connsiteX49" fmla="*/ 389112 w 607639"/>
              <a:gd name="connsiteY49" fmla="*/ 231867 h 578637"/>
              <a:gd name="connsiteX50" fmla="*/ 389290 w 607639"/>
              <a:gd name="connsiteY50" fmla="*/ 191698 h 578637"/>
              <a:gd name="connsiteX51" fmla="*/ 440205 w 607639"/>
              <a:gd name="connsiteY51" fmla="*/ 141131 h 578637"/>
              <a:gd name="connsiteX52" fmla="*/ 498052 w 607639"/>
              <a:gd name="connsiteY52" fmla="*/ 37964 h 578637"/>
              <a:gd name="connsiteX53" fmla="*/ 542650 w 607639"/>
              <a:gd name="connsiteY53" fmla="*/ 82421 h 578637"/>
              <a:gd name="connsiteX54" fmla="*/ 498052 w 607639"/>
              <a:gd name="connsiteY54" fmla="*/ 126878 h 578637"/>
              <a:gd name="connsiteX55" fmla="*/ 453454 w 607639"/>
              <a:gd name="connsiteY55" fmla="*/ 82421 h 578637"/>
              <a:gd name="connsiteX56" fmla="*/ 498052 w 607639"/>
              <a:gd name="connsiteY56" fmla="*/ 37964 h 578637"/>
              <a:gd name="connsiteX57" fmla="*/ 15486 w 607639"/>
              <a:gd name="connsiteY57" fmla="*/ 0 h 578637"/>
              <a:gd name="connsiteX58" fmla="*/ 358581 w 607639"/>
              <a:gd name="connsiteY58" fmla="*/ 0 h 578637"/>
              <a:gd name="connsiteX59" fmla="*/ 374067 w 607639"/>
              <a:gd name="connsiteY59" fmla="*/ 15466 h 578637"/>
              <a:gd name="connsiteX60" fmla="*/ 374067 w 607639"/>
              <a:gd name="connsiteY60" fmla="*/ 197233 h 578637"/>
              <a:gd name="connsiteX61" fmla="*/ 356890 w 607639"/>
              <a:gd name="connsiteY61" fmla="*/ 186567 h 578637"/>
              <a:gd name="connsiteX62" fmla="*/ 343095 w 607639"/>
              <a:gd name="connsiteY62" fmla="*/ 181057 h 578637"/>
              <a:gd name="connsiteX63" fmla="*/ 343095 w 607639"/>
              <a:gd name="connsiteY63" fmla="*/ 30932 h 578637"/>
              <a:gd name="connsiteX64" fmla="*/ 30972 w 607639"/>
              <a:gd name="connsiteY64" fmla="*/ 30932 h 578637"/>
              <a:gd name="connsiteX65" fmla="*/ 30972 w 607639"/>
              <a:gd name="connsiteY65" fmla="*/ 253941 h 578637"/>
              <a:gd name="connsiteX66" fmla="*/ 304291 w 607639"/>
              <a:gd name="connsiteY66" fmla="*/ 253941 h 578637"/>
              <a:gd name="connsiteX67" fmla="*/ 311500 w 607639"/>
              <a:gd name="connsiteY67" fmla="*/ 259630 h 578637"/>
              <a:gd name="connsiteX68" fmla="*/ 352351 w 607639"/>
              <a:gd name="connsiteY68" fmla="*/ 284873 h 578637"/>
              <a:gd name="connsiteX69" fmla="*/ 15486 w 607639"/>
              <a:gd name="connsiteY69" fmla="*/ 284873 h 578637"/>
              <a:gd name="connsiteX70" fmla="*/ 0 w 607639"/>
              <a:gd name="connsiteY70" fmla="*/ 269407 h 578637"/>
              <a:gd name="connsiteX71" fmla="*/ 0 w 607639"/>
              <a:gd name="connsiteY71" fmla="*/ 15466 h 578637"/>
              <a:gd name="connsiteX72" fmla="*/ 15486 w 607639"/>
              <a:gd name="connsiteY72" fmla="*/ 0 h 57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7639" h="578637">
                <a:moveTo>
                  <a:pt x="257331" y="145147"/>
                </a:moveTo>
                <a:lnTo>
                  <a:pt x="310700" y="187169"/>
                </a:lnTo>
                <a:cubicBezTo>
                  <a:pt x="305541" y="190456"/>
                  <a:pt x="301094" y="194898"/>
                  <a:pt x="297714" y="200407"/>
                </a:cubicBezTo>
                <a:cubicBezTo>
                  <a:pt x="296735" y="202006"/>
                  <a:pt x="295846" y="203605"/>
                  <a:pt x="295134" y="205204"/>
                </a:cubicBezTo>
                <a:lnTo>
                  <a:pt x="242654" y="163804"/>
                </a:lnTo>
                <a:cubicBezTo>
                  <a:pt x="237495" y="159806"/>
                  <a:pt x="236606" y="152254"/>
                  <a:pt x="240609" y="147101"/>
                </a:cubicBezTo>
                <a:cubicBezTo>
                  <a:pt x="244700" y="141948"/>
                  <a:pt x="252172" y="141060"/>
                  <a:pt x="257331" y="145147"/>
                </a:cubicBezTo>
                <a:close/>
                <a:moveTo>
                  <a:pt x="440205" y="141131"/>
                </a:moveTo>
                <a:lnTo>
                  <a:pt x="461390" y="141131"/>
                </a:lnTo>
                <a:cubicBezTo>
                  <a:pt x="463972" y="147796"/>
                  <a:pt x="485246" y="200674"/>
                  <a:pt x="488984" y="210272"/>
                </a:cubicBezTo>
                <a:lnTo>
                  <a:pt x="482576" y="182189"/>
                </a:lnTo>
                <a:cubicBezTo>
                  <a:pt x="482041" y="180145"/>
                  <a:pt x="482398" y="177923"/>
                  <a:pt x="483466" y="176057"/>
                </a:cubicBezTo>
                <a:lnTo>
                  <a:pt x="492189" y="160149"/>
                </a:lnTo>
                <a:lnTo>
                  <a:pt x="484445" y="146108"/>
                </a:lnTo>
                <a:cubicBezTo>
                  <a:pt x="483911" y="145130"/>
                  <a:pt x="483911" y="143886"/>
                  <a:pt x="484445" y="142997"/>
                </a:cubicBezTo>
                <a:cubicBezTo>
                  <a:pt x="485068" y="142020"/>
                  <a:pt x="486047" y="141398"/>
                  <a:pt x="487204" y="141398"/>
                </a:cubicBezTo>
                <a:lnTo>
                  <a:pt x="508478" y="141398"/>
                </a:lnTo>
                <a:cubicBezTo>
                  <a:pt x="509636" y="141398"/>
                  <a:pt x="510704" y="142020"/>
                  <a:pt x="511238" y="142997"/>
                </a:cubicBezTo>
                <a:cubicBezTo>
                  <a:pt x="511772" y="143886"/>
                  <a:pt x="511861" y="145130"/>
                  <a:pt x="511327" y="146108"/>
                </a:cubicBezTo>
                <a:lnTo>
                  <a:pt x="503494" y="160238"/>
                </a:lnTo>
                <a:lnTo>
                  <a:pt x="512306" y="176146"/>
                </a:lnTo>
                <a:cubicBezTo>
                  <a:pt x="513285" y="177923"/>
                  <a:pt x="513641" y="180145"/>
                  <a:pt x="513196" y="182189"/>
                </a:cubicBezTo>
                <a:lnTo>
                  <a:pt x="507588" y="210272"/>
                </a:lnTo>
                <a:cubicBezTo>
                  <a:pt x="520851" y="175968"/>
                  <a:pt x="513196" y="195875"/>
                  <a:pt x="534292" y="141131"/>
                </a:cubicBezTo>
                <a:lnTo>
                  <a:pt x="555922" y="141131"/>
                </a:lnTo>
                <a:cubicBezTo>
                  <a:pt x="583872" y="141131"/>
                  <a:pt x="606660" y="163793"/>
                  <a:pt x="606838" y="191698"/>
                </a:cubicBezTo>
                <a:lnTo>
                  <a:pt x="607639" y="349442"/>
                </a:lnTo>
                <a:cubicBezTo>
                  <a:pt x="607639" y="361261"/>
                  <a:pt x="598115" y="370948"/>
                  <a:pt x="586187" y="371037"/>
                </a:cubicBezTo>
                <a:lnTo>
                  <a:pt x="586098" y="371037"/>
                </a:lnTo>
                <a:cubicBezTo>
                  <a:pt x="574259" y="371037"/>
                  <a:pt x="564646" y="361439"/>
                  <a:pt x="564557" y="349620"/>
                </a:cubicBezTo>
                <a:lnTo>
                  <a:pt x="563845" y="191876"/>
                </a:lnTo>
                <a:cubicBezTo>
                  <a:pt x="563756" y="189565"/>
                  <a:pt x="561886" y="187610"/>
                  <a:pt x="559483" y="187699"/>
                </a:cubicBezTo>
                <a:cubicBezTo>
                  <a:pt x="557169" y="187699"/>
                  <a:pt x="555299" y="189565"/>
                  <a:pt x="555299" y="191876"/>
                </a:cubicBezTo>
                <a:lnTo>
                  <a:pt x="555299" y="552865"/>
                </a:lnTo>
                <a:cubicBezTo>
                  <a:pt x="555299" y="567084"/>
                  <a:pt x="543728" y="578637"/>
                  <a:pt x="529485" y="578637"/>
                </a:cubicBezTo>
                <a:cubicBezTo>
                  <a:pt x="515154" y="578637"/>
                  <a:pt x="503672" y="567084"/>
                  <a:pt x="503672" y="552865"/>
                </a:cubicBezTo>
                <a:lnTo>
                  <a:pt x="503672" y="346865"/>
                </a:lnTo>
                <a:lnTo>
                  <a:pt x="492456" y="346865"/>
                </a:lnTo>
                <a:lnTo>
                  <a:pt x="492456" y="552865"/>
                </a:lnTo>
                <a:cubicBezTo>
                  <a:pt x="492456" y="567084"/>
                  <a:pt x="480973" y="578637"/>
                  <a:pt x="466731" y="578637"/>
                </a:cubicBezTo>
                <a:cubicBezTo>
                  <a:pt x="452400" y="578637"/>
                  <a:pt x="440917" y="567084"/>
                  <a:pt x="440917" y="552865"/>
                </a:cubicBezTo>
                <a:cubicBezTo>
                  <a:pt x="440917" y="324292"/>
                  <a:pt x="441362" y="295409"/>
                  <a:pt x="441362" y="191965"/>
                </a:cubicBezTo>
                <a:cubicBezTo>
                  <a:pt x="441362" y="189476"/>
                  <a:pt x="439315" y="187432"/>
                  <a:pt x="436823" y="187432"/>
                </a:cubicBezTo>
                <a:cubicBezTo>
                  <a:pt x="434419" y="187432"/>
                  <a:pt x="432372" y="189387"/>
                  <a:pt x="432372" y="191876"/>
                </a:cubicBezTo>
                <a:cubicBezTo>
                  <a:pt x="432283" y="201918"/>
                  <a:pt x="432016" y="261994"/>
                  <a:pt x="431927" y="270437"/>
                </a:cubicBezTo>
                <a:cubicBezTo>
                  <a:pt x="431838" y="287144"/>
                  <a:pt x="413412" y="297453"/>
                  <a:pt x="399081" y="288566"/>
                </a:cubicBezTo>
                <a:lnTo>
                  <a:pt x="322886" y="241287"/>
                </a:lnTo>
                <a:cubicBezTo>
                  <a:pt x="312827" y="235066"/>
                  <a:pt x="309712" y="221825"/>
                  <a:pt x="315943" y="211782"/>
                </a:cubicBezTo>
                <a:cubicBezTo>
                  <a:pt x="322174" y="201651"/>
                  <a:pt x="335437" y="198541"/>
                  <a:pt x="345584" y="204851"/>
                </a:cubicBezTo>
                <a:lnTo>
                  <a:pt x="389112" y="231867"/>
                </a:lnTo>
                <a:cubicBezTo>
                  <a:pt x="389290" y="195430"/>
                  <a:pt x="389201" y="214893"/>
                  <a:pt x="389290" y="191698"/>
                </a:cubicBezTo>
                <a:cubicBezTo>
                  <a:pt x="389468" y="163793"/>
                  <a:pt x="412344" y="141131"/>
                  <a:pt x="440205" y="141131"/>
                </a:cubicBezTo>
                <a:close/>
                <a:moveTo>
                  <a:pt x="498052" y="37964"/>
                </a:moveTo>
                <a:cubicBezTo>
                  <a:pt x="522683" y="37964"/>
                  <a:pt x="542650" y="57868"/>
                  <a:pt x="542650" y="82421"/>
                </a:cubicBezTo>
                <a:cubicBezTo>
                  <a:pt x="542650" y="106974"/>
                  <a:pt x="522683" y="126878"/>
                  <a:pt x="498052" y="126878"/>
                </a:cubicBezTo>
                <a:cubicBezTo>
                  <a:pt x="473421" y="126878"/>
                  <a:pt x="453454" y="106974"/>
                  <a:pt x="453454" y="82421"/>
                </a:cubicBezTo>
                <a:cubicBezTo>
                  <a:pt x="453454" y="57868"/>
                  <a:pt x="473421" y="37964"/>
                  <a:pt x="498052" y="37964"/>
                </a:cubicBezTo>
                <a:close/>
                <a:moveTo>
                  <a:pt x="15486" y="0"/>
                </a:moveTo>
                <a:lnTo>
                  <a:pt x="358581" y="0"/>
                </a:lnTo>
                <a:cubicBezTo>
                  <a:pt x="367125" y="0"/>
                  <a:pt x="374067" y="6933"/>
                  <a:pt x="374067" y="15466"/>
                </a:cubicBezTo>
                <a:lnTo>
                  <a:pt x="374067" y="197233"/>
                </a:lnTo>
                <a:lnTo>
                  <a:pt x="356890" y="186567"/>
                </a:lnTo>
                <a:cubicBezTo>
                  <a:pt x="352529" y="183901"/>
                  <a:pt x="347901" y="182034"/>
                  <a:pt x="343095" y="181057"/>
                </a:cubicBezTo>
                <a:lnTo>
                  <a:pt x="343095" y="30932"/>
                </a:lnTo>
                <a:lnTo>
                  <a:pt x="30972" y="30932"/>
                </a:lnTo>
                <a:lnTo>
                  <a:pt x="30972" y="253941"/>
                </a:lnTo>
                <a:lnTo>
                  <a:pt x="304291" y="253941"/>
                </a:lnTo>
                <a:cubicBezTo>
                  <a:pt x="306427" y="256075"/>
                  <a:pt x="308919" y="257941"/>
                  <a:pt x="311500" y="259630"/>
                </a:cubicBezTo>
                <a:lnTo>
                  <a:pt x="352351" y="284873"/>
                </a:lnTo>
                <a:lnTo>
                  <a:pt x="15486" y="284873"/>
                </a:lnTo>
                <a:cubicBezTo>
                  <a:pt x="6942" y="284873"/>
                  <a:pt x="0" y="277940"/>
                  <a:pt x="0" y="269407"/>
                </a:cubicBezTo>
                <a:lnTo>
                  <a:pt x="0" y="15466"/>
                </a:lnTo>
                <a:cubicBezTo>
                  <a:pt x="0" y="6933"/>
                  <a:pt x="6942" y="0"/>
                  <a:pt x="15486" y="0"/>
                </a:cubicBezTo>
                <a:close/>
              </a:path>
            </a:pathLst>
          </a:custGeom>
          <a:solidFill>
            <a:schemeClr val="accent1"/>
          </a:solidFill>
          <a:ln>
            <a:noFill/>
          </a:ln>
        </p:spPr>
      </p:sp>
      <p:sp>
        <p:nvSpPr>
          <p:cNvPr id="72" name="intelligence_66143"/>
          <p:cNvSpPr>
            <a:spLocks noChangeAspect="1"/>
          </p:cNvSpPr>
          <p:nvPr/>
        </p:nvSpPr>
        <p:spPr bwMode="auto">
          <a:xfrm>
            <a:off x="5898283" y="1780334"/>
            <a:ext cx="432431" cy="506433"/>
          </a:xfrm>
          <a:custGeom>
            <a:avLst/>
            <a:gdLst>
              <a:gd name="connsiteX0" fmla="*/ 220247 w 519074"/>
              <a:gd name="connsiteY0" fmla="*/ 135608 h 607902"/>
              <a:gd name="connsiteX1" fmla="*/ 265974 w 519074"/>
              <a:gd name="connsiteY1" fmla="*/ 181264 h 607902"/>
              <a:gd name="connsiteX2" fmla="*/ 220247 w 519074"/>
              <a:gd name="connsiteY2" fmla="*/ 226920 h 607902"/>
              <a:gd name="connsiteX3" fmla="*/ 174521 w 519074"/>
              <a:gd name="connsiteY3" fmla="*/ 181264 h 607902"/>
              <a:gd name="connsiteX4" fmla="*/ 220247 w 519074"/>
              <a:gd name="connsiteY4" fmla="*/ 135608 h 607902"/>
              <a:gd name="connsiteX5" fmla="*/ 212236 w 519074"/>
              <a:gd name="connsiteY5" fmla="*/ 59615 h 607902"/>
              <a:gd name="connsiteX6" fmla="*/ 202277 w 519074"/>
              <a:gd name="connsiteY6" fmla="*/ 66210 h 607902"/>
              <a:gd name="connsiteX7" fmla="*/ 191760 w 519074"/>
              <a:gd name="connsiteY7" fmla="*/ 91321 h 607902"/>
              <a:gd name="connsiteX8" fmla="*/ 185714 w 519074"/>
              <a:gd name="connsiteY8" fmla="*/ 97206 h 607902"/>
              <a:gd name="connsiteX9" fmla="*/ 185054 w 519074"/>
              <a:gd name="connsiteY9" fmla="*/ 97459 h 607902"/>
              <a:gd name="connsiteX10" fmla="*/ 176924 w 519074"/>
              <a:gd name="connsiteY10" fmla="*/ 97459 h 607902"/>
              <a:gd name="connsiteX11" fmla="*/ 151521 w 519074"/>
              <a:gd name="connsiteY11" fmla="*/ 87263 h 607902"/>
              <a:gd name="connsiteX12" fmla="*/ 139886 w 519074"/>
              <a:gd name="connsiteY12" fmla="*/ 89647 h 607902"/>
              <a:gd name="connsiteX13" fmla="*/ 128403 w 519074"/>
              <a:gd name="connsiteY13" fmla="*/ 101061 h 607902"/>
              <a:gd name="connsiteX14" fmla="*/ 126066 w 519074"/>
              <a:gd name="connsiteY14" fmla="*/ 112780 h 607902"/>
              <a:gd name="connsiteX15" fmla="*/ 136329 w 519074"/>
              <a:gd name="connsiteY15" fmla="*/ 137739 h 607902"/>
              <a:gd name="connsiteX16" fmla="*/ 136329 w 519074"/>
              <a:gd name="connsiteY16" fmla="*/ 145906 h 607902"/>
              <a:gd name="connsiteX17" fmla="*/ 136024 w 519074"/>
              <a:gd name="connsiteY17" fmla="*/ 146870 h 607902"/>
              <a:gd name="connsiteX18" fmla="*/ 130181 w 519074"/>
              <a:gd name="connsiteY18" fmla="*/ 152806 h 607902"/>
              <a:gd name="connsiteX19" fmla="*/ 105133 w 519074"/>
              <a:gd name="connsiteY19" fmla="*/ 163510 h 607902"/>
              <a:gd name="connsiteX20" fmla="*/ 98528 w 519074"/>
              <a:gd name="connsiteY20" fmla="*/ 173351 h 607902"/>
              <a:gd name="connsiteX21" fmla="*/ 98528 w 519074"/>
              <a:gd name="connsiteY21" fmla="*/ 173402 h 607902"/>
              <a:gd name="connsiteX22" fmla="*/ 98630 w 519074"/>
              <a:gd name="connsiteY22" fmla="*/ 173402 h 607902"/>
              <a:gd name="connsiteX23" fmla="*/ 98630 w 519074"/>
              <a:gd name="connsiteY23" fmla="*/ 189534 h 607902"/>
              <a:gd name="connsiteX24" fmla="*/ 105235 w 519074"/>
              <a:gd name="connsiteY24" fmla="*/ 199477 h 607902"/>
              <a:gd name="connsiteX25" fmla="*/ 130181 w 519074"/>
              <a:gd name="connsiteY25" fmla="*/ 209826 h 607902"/>
              <a:gd name="connsiteX26" fmla="*/ 136075 w 519074"/>
              <a:gd name="connsiteY26" fmla="*/ 215812 h 607902"/>
              <a:gd name="connsiteX27" fmla="*/ 136482 w 519074"/>
              <a:gd name="connsiteY27" fmla="*/ 216725 h 607902"/>
              <a:gd name="connsiteX28" fmla="*/ 136532 w 519074"/>
              <a:gd name="connsiteY28" fmla="*/ 224943 h 607902"/>
              <a:gd name="connsiteX29" fmla="*/ 126371 w 519074"/>
              <a:gd name="connsiteY29" fmla="*/ 250156 h 607902"/>
              <a:gd name="connsiteX30" fmla="*/ 128759 w 519074"/>
              <a:gd name="connsiteY30" fmla="*/ 261773 h 607902"/>
              <a:gd name="connsiteX31" fmla="*/ 140191 w 519074"/>
              <a:gd name="connsiteY31" fmla="*/ 273238 h 607902"/>
              <a:gd name="connsiteX32" fmla="*/ 151927 w 519074"/>
              <a:gd name="connsiteY32" fmla="*/ 275572 h 607902"/>
              <a:gd name="connsiteX33" fmla="*/ 177077 w 519074"/>
              <a:gd name="connsiteY33" fmla="*/ 265223 h 607902"/>
              <a:gd name="connsiteX34" fmla="*/ 185206 w 519074"/>
              <a:gd name="connsiteY34" fmla="*/ 265223 h 607902"/>
              <a:gd name="connsiteX35" fmla="*/ 185867 w 519074"/>
              <a:gd name="connsiteY35" fmla="*/ 265476 h 607902"/>
              <a:gd name="connsiteX36" fmla="*/ 191964 w 519074"/>
              <a:gd name="connsiteY36" fmla="*/ 271310 h 607902"/>
              <a:gd name="connsiteX37" fmla="*/ 202735 w 519074"/>
              <a:gd name="connsiteY37" fmla="*/ 296472 h 607902"/>
              <a:gd name="connsiteX38" fmla="*/ 212642 w 519074"/>
              <a:gd name="connsiteY38" fmla="*/ 303016 h 607902"/>
              <a:gd name="connsiteX39" fmla="*/ 228799 w 519074"/>
              <a:gd name="connsiteY39" fmla="*/ 303016 h 607902"/>
              <a:gd name="connsiteX40" fmla="*/ 238757 w 519074"/>
              <a:gd name="connsiteY40" fmla="*/ 296421 h 607902"/>
              <a:gd name="connsiteX41" fmla="*/ 249224 w 519074"/>
              <a:gd name="connsiteY41" fmla="*/ 271057 h 607902"/>
              <a:gd name="connsiteX42" fmla="*/ 255117 w 519074"/>
              <a:gd name="connsiteY42" fmla="*/ 265223 h 607902"/>
              <a:gd name="connsiteX43" fmla="*/ 255575 w 519074"/>
              <a:gd name="connsiteY43" fmla="*/ 265020 h 607902"/>
              <a:gd name="connsiteX44" fmla="*/ 263704 w 519074"/>
              <a:gd name="connsiteY44" fmla="*/ 264969 h 607902"/>
              <a:gd name="connsiteX45" fmla="*/ 289463 w 519074"/>
              <a:gd name="connsiteY45" fmla="*/ 275216 h 607902"/>
              <a:gd name="connsiteX46" fmla="*/ 301098 w 519074"/>
              <a:gd name="connsiteY46" fmla="*/ 272883 h 607902"/>
              <a:gd name="connsiteX47" fmla="*/ 312530 w 519074"/>
              <a:gd name="connsiteY47" fmla="*/ 261418 h 607902"/>
              <a:gd name="connsiteX48" fmla="*/ 314918 w 519074"/>
              <a:gd name="connsiteY48" fmla="*/ 249750 h 607902"/>
              <a:gd name="connsiteX49" fmla="*/ 304350 w 519074"/>
              <a:gd name="connsiteY49" fmla="*/ 224284 h 607902"/>
              <a:gd name="connsiteX50" fmla="*/ 304299 w 519074"/>
              <a:gd name="connsiteY50" fmla="*/ 216268 h 607902"/>
              <a:gd name="connsiteX51" fmla="*/ 304401 w 519074"/>
              <a:gd name="connsiteY51" fmla="*/ 215913 h 607902"/>
              <a:gd name="connsiteX52" fmla="*/ 310244 w 519074"/>
              <a:gd name="connsiteY52" fmla="*/ 209978 h 607902"/>
              <a:gd name="connsiteX53" fmla="*/ 335851 w 519074"/>
              <a:gd name="connsiteY53" fmla="*/ 199071 h 607902"/>
              <a:gd name="connsiteX54" fmla="*/ 342405 w 519074"/>
              <a:gd name="connsiteY54" fmla="*/ 189179 h 607902"/>
              <a:gd name="connsiteX55" fmla="*/ 342405 w 519074"/>
              <a:gd name="connsiteY55" fmla="*/ 173047 h 607902"/>
              <a:gd name="connsiteX56" fmla="*/ 335800 w 519074"/>
              <a:gd name="connsiteY56" fmla="*/ 163104 h 607902"/>
              <a:gd name="connsiteX57" fmla="*/ 310295 w 519074"/>
              <a:gd name="connsiteY57" fmla="*/ 152450 h 607902"/>
              <a:gd name="connsiteX58" fmla="*/ 304401 w 519074"/>
              <a:gd name="connsiteY58" fmla="*/ 146464 h 607902"/>
              <a:gd name="connsiteX59" fmla="*/ 304350 w 519074"/>
              <a:gd name="connsiteY59" fmla="*/ 146261 h 607902"/>
              <a:gd name="connsiteX60" fmla="*/ 304248 w 519074"/>
              <a:gd name="connsiteY60" fmla="*/ 138145 h 607902"/>
              <a:gd name="connsiteX61" fmla="*/ 314562 w 519074"/>
              <a:gd name="connsiteY61" fmla="*/ 112425 h 607902"/>
              <a:gd name="connsiteX62" fmla="*/ 312174 w 519074"/>
              <a:gd name="connsiteY62" fmla="*/ 100808 h 607902"/>
              <a:gd name="connsiteX63" fmla="*/ 300743 w 519074"/>
              <a:gd name="connsiteY63" fmla="*/ 89343 h 607902"/>
              <a:gd name="connsiteX64" fmla="*/ 289006 w 519074"/>
              <a:gd name="connsiteY64" fmla="*/ 87009 h 607902"/>
              <a:gd name="connsiteX65" fmla="*/ 263704 w 519074"/>
              <a:gd name="connsiteY65" fmla="*/ 97409 h 607902"/>
              <a:gd name="connsiteX66" fmla="*/ 255422 w 519074"/>
              <a:gd name="connsiteY66" fmla="*/ 97409 h 607902"/>
              <a:gd name="connsiteX67" fmla="*/ 255016 w 519074"/>
              <a:gd name="connsiteY67" fmla="*/ 97257 h 607902"/>
              <a:gd name="connsiteX68" fmla="*/ 249122 w 519074"/>
              <a:gd name="connsiteY68" fmla="*/ 91524 h 607902"/>
              <a:gd name="connsiteX69" fmla="*/ 238300 w 519074"/>
              <a:gd name="connsiteY69" fmla="*/ 66159 h 607902"/>
              <a:gd name="connsiteX70" fmla="*/ 228393 w 519074"/>
              <a:gd name="connsiteY70" fmla="*/ 59615 h 607902"/>
              <a:gd name="connsiteX71" fmla="*/ 227935 w 519074"/>
              <a:gd name="connsiteY71" fmla="*/ 8 h 607902"/>
              <a:gd name="connsiteX72" fmla="*/ 459669 w 519074"/>
              <a:gd name="connsiteY72" fmla="*/ 229458 h 607902"/>
              <a:gd name="connsiteX73" fmla="*/ 474099 w 519074"/>
              <a:gd name="connsiteY73" fmla="*/ 287341 h 607902"/>
              <a:gd name="connsiteX74" fmla="*/ 516625 w 519074"/>
              <a:gd name="connsiteY74" fmla="*/ 367443 h 607902"/>
              <a:gd name="connsiteX75" fmla="*/ 498689 w 519074"/>
              <a:gd name="connsiteY75" fmla="*/ 397779 h 607902"/>
              <a:gd name="connsiteX76" fmla="*/ 459720 w 519074"/>
              <a:gd name="connsiteY76" fmla="*/ 398540 h 607902"/>
              <a:gd name="connsiteX77" fmla="*/ 459720 w 519074"/>
              <a:gd name="connsiteY77" fmla="*/ 483107 h 607902"/>
              <a:gd name="connsiteX78" fmla="*/ 411402 w 519074"/>
              <a:gd name="connsiteY78" fmla="*/ 531402 h 607902"/>
              <a:gd name="connsiteX79" fmla="*/ 344844 w 519074"/>
              <a:gd name="connsiteY79" fmla="*/ 531402 h 607902"/>
              <a:gd name="connsiteX80" fmla="*/ 344844 w 519074"/>
              <a:gd name="connsiteY80" fmla="*/ 590958 h 607902"/>
              <a:gd name="connsiteX81" fmla="*/ 327925 w 519074"/>
              <a:gd name="connsiteY81" fmla="*/ 607902 h 607902"/>
              <a:gd name="connsiteX82" fmla="*/ 89688 w 519074"/>
              <a:gd name="connsiteY82" fmla="*/ 607902 h 607902"/>
              <a:gd name="connsiteX83" fmla="*/ 72718 w 519074"/>
              <a:gd name="connsiteY83" fmla="*/ 590958 h 607902"/>
              <a:gd name="connsiteX84" fmla="*/ 72718 w 519074"/>
              <a:gd name="connsiteY84" fmla="*/ 529829 h 607902"/>
              <a:gd name="connsiteX85" fmla="*/ 25111 w 519074"/>
              <a:gd name="connsiteY85" fmla="*/ 333657 h 607902"/>
              <a:gd name="connsiteX86" fmla="*/ 12 w 519074"/>
              <a:gd name="connsiteY86" fmla="*/ 231792 h 607902"/>
              <a:gd name="connsiteX87" fmla="*/ 227935 w 519074"/>
              <a:gd name="connsiteY87" fmla="*/ 8 h 607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19074" h="607902">
                <a:moveTo>
                  <a:pt x="220247" y="135608"/>
                </a:moveTo>
                <a:cubicBezTo>
                  <a:pt x="245549" y="135608"/>
                  <a:pt x="265974" y="156052"/>
                  <a:pt x="265974" y="181264"/>
                </a:cubicBezTo>
                <a:cubicBezTo>
                  <a:pt x="265974" y="206527"/>
                  <a:pt x="245499" y="226920"/>
                  <a:pt x="220247" y="226920"/>
                </a:cubicBezTo>
                <a:cubicBezTo>
                  <a:pt x="194996" y="226920"/>
                  <a:pt x="174521" y="206426"/>
                  <a:pt x="174521" y="181264"/>
                </a:cubicBezTo>
                <a:cubicBezTo>
                  <a:pt x="174521" y="156052"/>
                  <a:pt x="194996" y="135608"/>
                  <a:pt x="220247" y="135608"/>
                </a:cubicBezTo>
                <a:close/>
                <a:moveTo>
                  <a:pt x="212236" y="59615"/>
                </a:moveTo>
                <a:cubicBezTo>
                  <a:pt x="207866" y="59615"/>
                  <a:pt x="203954" y="62253"/>
                  <a:pt x="202277" y="66210"/>
                </a:cubicBezTo>
                <a:lnTo>
                  <a:pt x="191760" y="91321"/>
                </a:lnTo>
                <a:cubicBezTo>
                  <a:pt x="190592" y="94010"/>
                  <a:pt x="188458" y="96140"/>
                  <a:pt x="185714" y="97206"/>
                </a:cubicBezTo>
                <a:cubicBezTo>
                  <a:pt x="185511" y="97257"/>
                  <a:pt x="185257" y="97409"/>
                  <a:pt x="185054" y="97459"/>
                </a:cubicBezTo>
                <a:cubicBezTo>
                  <a:pt x="182412" y="98474"/>
                  <a:pt x="179516" y="98474"/>
                  <a:pt x="176924" y="97459"/>
                </a:cubicBezTo>
                <a:lnTo>
                  <a:pt x="151521" y="87263"/>
                </a:lnTo>
                <a:cubicBezTo>
                  <a:pt x="147507" y="85639"/>
                  <a:pt x="142934" y="86603"/>
                  <a:pt x="139886" y="89647"/>
                </a:cubicBezTo>
                <a:lnTo>
                  <a:pt x="128403" y="101061"/>
                </a:lnTo>
                <a:cubicBezTo>
                  <a:pt x="125304" y="104105"/>
                  <a:pt x="124440" y="108772"/>
                  <a:pt x="126066" y="112780"/>
                </a:cubicBezTo>
                <a:lnTo>
                  <a:pt x="136329" y="137739"/>
                </a:lnTo>
                <a:cubicBezTo>
                  <a:pt x="137447" y="140377"/>
                  <a:pt x="137447" y="143268"/>
                  <a:pt x="136329" y="145906"/>
                </a:cubicBezTo>
                <a:cubicBezTo>
                  <a:pt x="136278" y="146261"/>
                  <a:pt x="136126" y="146515"/>
                  <a:pt x="136024" y="146870"/>
                </a:cubicBezTo>
                <a:cubicBezTo>
                  <a:pt x="134907" y="149508"/>
                  <a:pt x="132823" y="151639"/>
                  <a:pt x="130181" y="152806"/>
                </a:cubicBezTo>
                <a:lnTo>
                  <a:pt x="105133" y="163510"/>
                </a:lnTo>
                <a:cubicBezTo>
                  <a:pt x="101119" y="165184"/>
                  <a:pt x="98528" y="169039"/>
                  <a:pt x="98528" y="173351"/>
                </a:cubicBezTo>
                <a:lnTo>
                  <a:pt x="98528" y="173402"/>
                </a:lnTo>
                <a:lnTo>
                  <a:pt x="98630" y="173402"/>
                </a:lnTo>
                <a:lnTo>
                  <a:pt x="98630" y="189534"/>
                </a:lnTo>
                <a:cubicBezTo>
                  <a:pt x="98630" y="193897"/>
                  <a:pt x="101272" y="197803"/>
                  <a:pt x="105235" y="199477"/>
                </a:cubicBezTo>
                <a:lnTo>
                  <a:pt x="130181" y="209826"/>
                </a:lnTo>
                <a:cubicBezTo>
                  <a:pt x="132874" y="210942"/>
                  <a:pt x="135008" y="213073"/>
                  <a:pt x="136075" y="215812"/>
                </a:cubicBezTo>
                <a:cubicBezTo>
                  <a:pt x="136228" y="216116"/>
                  <a:pt x="136329" y="216421"/>
                  <a:pt x="136482" y="216725"/>
                </a:cubicBezTo>
                <a:cubicBezTo>
                  <a:pt x="137549" y="219363"/>
                  <a:pt x="137650" y="222305"/>
                  <a:pt x="136532" y="224943"/>
                </a:cubicBezTo>
                <a:lnTo>
                  <a:pt x="126371" y="250156"/>
                </a:lnTo>
                <a:cubicBezTo>
                  <a:pt x="124745" y="254164"/>
                  <a:pt x="125710" y="258729"/>
                  <a:pt x="128759" y="261773"/>
                </a:cubicBezTo>
                <a:lnTo>
                  <a:pt x="140191" y="273238"/>
                </a:lnTo>
                <a:cubicBezTo>
                  <a:pt x="143239" y="276332"/>
                  <a:pt x="147913" y="277195"/>
                  <a:pt x="151927" y="275572"/>
                </a:cubicBezTo>
                <a:lnTo>
                  <a:pt x="177077" y="265223"/>
                </a:lnTo>
                <a:cubicBezTo>
                  <a:pt x="179617" y="264208"/>
                  <a:pt x="182564" y="264208"/>
                  <a:pt x="185206" y="265223"/>
                </a:cubicBezTo>
                <a:cubicBezTo>
                  <a:pt x="185409" y="265273"/>
                  <a:pt x="185663" y="265426"/>
                  <a:pt x="185867" y="265476"/>
                </a:cubicBezTo>
                <a:cubicBezTo>
                  <a:pt x="188559" y="266491"/>
                  <a:pt x="190795" y="268622"/>
                  <a:pt x="191964" y="271310"/>
                </a:cubicBezTo>
                <a:lnTo>
                  <a:pt x="202735" y="296472"/>
                </a:lnTo>
                <a:cubicBezTo>
                  <a:pt x="204411" y="300480"/>
                  <a:pt x="208273" y="303016"/>
                  <a:pt x="212642" y="303016"/>
                </a:cubicBezTo>
                <a:lnTo>
                  <a:pt x="228799" y="303016"/>
                </a:lnTo>
                <a:cubicBezTo>
                  <a:pt x="233169" y="303016"/>
                  <a:pt x="237081" y="300378"/>
                  <a:pt x="238757" y="296421"/>
                </a:cubicBezTo>
                <a:lnTo>
                  <a:pt x="249224" y="271057"/>
                </a:lnTo>
                <a:cubicBezTo>
                  <a:pt x="250342" y="268419"/>
                  <a:pt x="252475" y="266288"/>
                  <a:pt x="255117" y="265223"/>
                </a:cubicBezTo>
                <a:cubicBezTo>
                  <a:pt x="255219" y="265172"/>
                  <a:pt x="255422" y="265070"/>
                  <a:pt x="255575" y="265020"/>
                </a:cubicBezTo>
                <a:cubicBezTo>
                  <a:pt x="258217" y="263954"/>
                  <a:pt x="261113" y="263954"/>
                  <a:pt x="263704" y="264969"/>
                </a:cubicBezTo>
                <a:lnTo>
                  <a:pt x="289463" y="275216"/>
                </a:lnTo>
                <a:cubicBezTo>
                  <a:pt x="293426" y="276840"/>
                  <a:pt x="298050" y="275927"/>
                  <a:pt x="301098" y="272883"/>
                </a:cubicBezTo>
                <a:lnTo>
                  <a:pt x="312530" y="261418"/>
                </a:lnTo>
                <a:cubicBezTo>
                  <a:pt x="315680" y="258374"/>
                  <a:pt x="316595" y="253707"/>
                  <a:pt x="314918" y="249750"/>
                </a:cubicBezTo>
                <a:lnTo>
                  <a:pt x="304350" y="224284"/>
                </a:lnTo>
                <a:cubicBezTo>
                  <a:pt x="303283" y="221747"/>
                  <a:pt x="303283" y="218805"/>
                  <a:pt x="304299" y="216268"/>
                </a:cubicBezTo>
                <a:lnTo>
                  <a:pt x="304401" y="215913"/>
                </a:lnTo>
                <a:cubicBezTo>
                  <a:pt x="305519" y="213225"/>
                  <a:pt x="307602" y="211094"/>
                  <a:pt x="310244" y="209978"/>
                </a:cubicBezTo>
                <a:lnTo>
                  <a:pt x="335851" y="199071"/>
                </a:lnTo>
                <a:cubicBezTo>
                  <a:pt x="339865" y="197397"/>
                  <a:pt x="342405" y="193542"/>
                  <a:pt x="342405" y="189179"/>
                </a:cubicBezTo>
                <a:lnTo>
                  <a:pt x="342405" y="173047"/>
                </a:lnTo>
                <a:cubicBezTo>
                  <a:pt x="342405" y="168684"/>
                  <a:pt x="339763" y="164778"/>
                  <a:pt x="335800" y="163104"/>
                </a:cubicBezTo>
                <a:lnTo>
                  <a:pt x="310295" y="152450"/>
                </a:lnTo>
                <a:cubicBezTo>
                  <a:pt x="307602" y="151334"/>
                  <a:pt x="305519" y="149153"/>
                  <a:pt x="304401" y="146464"/>
                </a:cubicBezTo>
                <a:cubicBezTo>
                  <a:pt x="304401" y="146363"/>
                  <a:pt x="304350" y="146312"/>
                  <a:pt x="304350" y="146261"/>
                </a:cubicBezTo>
                <a:cubicBezTo>
                  <a:pt x="303232" y="143674"/>
                  <a:pt x="303232" y="140783"/>
                  <a:pt x="304248" y="138145"/>
                </a:cubicBezTo>
                <a:lnTo>
                  <a:pt x="314562" y="112425"/>
                </a:lnTo>
                <a:cubicBezTo>
                  <a:pt x="316188" y="108417"/>
                  <a:pt x="315223" y="103851"/>
                  <a:pt x="312174" y="100808"/>
                </a:cubicBezTo>
                <a:lnTo>
                  <a:pt x="300743" y="89343"/>
                </a:lnTo>
                <a:cubicBezTo>
                  <a:pt x="297694" y="86248"/>
                  <a:pt x="293020" y="85386"/>
                  <a:pt x="289006" y="87009"/>
                </a:cubicBezTo>
                <a:lnTo>
                  <a:pt x="263704" y="97409"/>
                </a:lnTo>
                <a:cubicBezTo>
                  <a:pt x="261062" y="98575"/>
                  <a:pt x="258064" y="98474"/>
                  <a:pt x="255422" y="97409"/>
                </a:cubicBezTo>
                <a:cubicBezTo>
                  <a:pt x="255270" y="97409"/>
                  <a:pt x="255168" y="97358"/>
                  <a:pt x="255016" y="97257"/>
                </a:cubicBezTo>
                <a:cubicBezTo>
                  <a:pt x="252374" y="96191"/>
                  <a:pt x="250291" y="94162"/>
                  <a:pt x="249122" y="91524"/>
                </a:cubicBezTo>
                <a:lnTo>
                  <a:pt x="238300" y="66159"/>
                </a:lnTo>
                <a:cubicBezTo>
                  <a:pt x="236623" y="62152"/>
                  <a:pt x="232711" y="59615"/>
                  <a:pt x="228393" y="59615"/>
                </a:cubicBezTo>
                <a:close/>
                <a:moveTo>
                  <a:pt x="227935" y="8"/>
                </a:moveTo>
                <a:cubicBezTo>
                  <a:pt x="355767" y="-1007"/>
                  <a:pt x="459669" y="102076"/>
                  <a:pt x="459669" y="229458"/>
                </a:cubicBezTo>
                <a:cubicBezTo>
                  <a:pt x="459669" y="249598"/>
                  <a:pt x="464597" y="269484"/>
                  <a:pt x="474099" y="287341"/>
                </a:cubicBezTo>
                <a:lnTo>
                  <a:pt x="516625" y="367443"/>
                </a:lnTo>
                <a:cubicBezTo>
                  <a:pt x="523890" y="381039"/>
                  <a:pt x="514135" y="397526"/>
                  <a:pt x="498689" y="397779"/>
                </a:cubicBezTo>
                <a:lnTo>
                  <a:pt x="459720" y="398540"/>
                </a:lnTo>
                <a:lnTo>
                  <a:pt x="459720" y="483107"/>
                </a:lnTo>
                <a:cubicBezTo>
                  <a:pt x="459720" y="509689"/>
                  <a:pt x="438025" y="531402"/>
                  <a:pt x="411402" y="531402"/>
                </a:cubicBezTo>
                <a:lnTo>
                  <a:pt x="344844" y="531402"/>
                </a:lnTo>
                <a:lnTo>
                  <a:pt x="344844" y="590958"/>
                </a:lnTo>
                <a:cubicBezTo>
                  <a:pt x="344844" y="600293"/>
                  <a:pt x="337273" y="607902"/>
                  <a:pt x="327925" y="607902"/>
                </a:cubicBezTo>
                <a:lnTo>
                  <a:pt x="89688" y="607902"/>
                </a:lnTo>
                <a:cubicBezTo>
                  <a:pt x="80339" y="607902"/>
                  <a:pt x="72718" y="600293"/>
                  <a:pt x="72718" y="590958"/>
                </a:cubicBezTo>
                <a:lnTo>
                  <a:pt x="72718" y="529829"/>
                </a:lnTo>
                <a:cubicBezTo>
                  <a:pt x="72718" y="461648"/>
                  <a:pt x="56358" y="394482"/>
                  <a:pt x="25111" y="333657"/>
                </a:cubicBezTo>
                <a:cubicBezTo>
                  <a:pt x="9462" y="303118"/>
                  <a:pt x="419" y="268469"/>
                  <a:pt x="12" y="231792"/>
                </a:cubicBezTo>
                <a:cubicBezTo>
                  <a:pt x="-1258" y="104562"/>
                  <a:pt x="100510" y="1022"/>
                  <a:pt x="227935" y="8"/>
                </a:cubicBezTo>
                <a:close/>
              </a:path>
            </a:pathLst>
          </a:custGeom>
          <a:solidFill>
            <a:schemeClr val="accent1"/>
          </a:solidFill>
          <a:ln>
            <a:noFill/>
          </a:ln>
        </p:spPr>
      </p:sp>
      <p:sp>
        <p:nvSpPr>
          <p:cNvPr id="73" name="student-reading_73705"/>
          <p:cNvSpPr>
            <a:spLocks noChangeAspect="1"/>
          </p:cNvSpPr>
          <p:nvPr/>
        </p:nvSpPr>
        <p:spPr bwMode="auto">
          <a:xfrm>
            <a:off x="3829940" y="2079012"/>
            <a:ext cx="494549" cy="580585"/>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sp>
      <p:sp>
        <p:nvSpPr>
          <p:cNvPr id="74" name="student-with-graduation-cap_47003"/>
          <p:cNvSpPr>
            <a:spLocks noChangeAspect="1"/>
          </p:cNvSpPr>
          <p:nvPr/>
        </p:nvSpPr>
        <p:spPr bwMode="auto">
          <a:xfrm>
            <a:off x="9968265" y="928757"/>
            <a:ext cx="517181" cy="469184"/>
          </a:xfrm>
          <a:custGeom>
            <a:avLst/>
            <a:gdLst>
              <a:gd name="T0" fmla="*/ 10234 w 10586"/>
              <a:gd name="T1" fmla="*/ 8579 h 10403"/>
              <a:gd name="T2" fmla="*/ 7877 w 10586"/>
              <a:gd name="T3" fmla="*/ 7605 h 10403"/>
              <a:gd name="T4" fmla="*/ 7647 w 10586"/>
              <a:gd name="T5" fmla="*/ 5423 h 10403"/>
              <a:gd name="T6" fmla="*/ 7758 w 10586"/>
              <a:gd name="T7" fmla="*/ 3791 h 10403"/>
              <a:gd name="T8" fmla="*/ 7679 w 10586"/>
              <a:gd name="T9" fmla="*/ 2943 h 10403"/>
              <a:gd name="T10" fmla="*/ 8116 w 10586"/>
              <a:gd name="T11" fmla="*/ 1246 h 10403"/>
              <a:gd name="T12" fmla="*/ 7943 w 10586"/>
              <a:gd name="T13" fmla="*/ 2955 h 10403"/>
              <a:gd name="T14" fmla="*/ 9242 w 10586"/>
              <a:gd name="T15" fmla="*/ 3318 h 10403"/>
              <a:gd name="T16" fmla="*/ 8888 w 10586"/>
              <a:gd name="T17" fmla="*/ 1967 h 10403"/>
              <a:gd name="T18" fmla="*/ 9573 w 10586"/>
              <a:gd name="T19" fmla="*/ 1246 h 10403"/>
              <a:gd name="T20" fmla="*/ 8421 w 10586"/>
              <a:gd name="T21" fmla="*/ 233 h 10403"/>
              <a:gd name="T22" fmla="*/ 5631 w 10586"/>
              <a:gd name="T23" fmla="*/ 0 h 10403"/>
              <a:gd name="T24" fmla="*/ 1013 w 10586"/>
              <a:gd name="T25" fmla="*/ 233 h 10403"/>
              <a:gd name="T26" fmla="*/ 2907 w 10586"/>
              <a:gd name="T27" fmla="*/ 1246 h 10403"/>
              <a:gd name="T28" fmla="*/ 2984 w 10586"/>
              <a:gd name="T29" fmla="*/ 2943 h 10403"/>
              <a:gd name="T30" fmla="*/ 2510 w 10586"/>
              <a:gd name="T31" fmla="*/ 4799 h 10403"/>
              <a:gd name="T32" fmla="*/ 3672 w 10586"/>
              <a:gd name="T33" fmla="*/ 7122 h 10403"/>
              <a:gd name="T34" fmla="*/ 826 w 10586"/>
              <a:gd name="T35" fmla="*/ 8270 h 10403"/>
              <a:gd name="T36" fmla="*/ 0 w 10586"/>
              <a:gd name="T37" fmla="*/ 10403 h 10403"/>
              <a:gd name="T38" fmla="*/ 10586 w 10586"/>
              <a:gd name="T39" fmla="*/ 10066 h 10403"/>
              <a:gd name="T40" fmla="*/ 937 w 10586"/>
              <a:gd name="T41" fmla="*/ 8940 h 10403"/>
              <a:gd name="T42" fmla="*/ 4360 w 10586"/>
              <a:gd name="T43" fmla="*/ 7212 h 10403"/>
              <a:gd name="T44" fmla="*/ 3604 w 10586"/>
              <a:gd name="T45" fmla="*/ 5223 h 10403"/>
              <a:gd name="T46" fmla="*/ 3417 w 10586"/>
              <a:gd name="T47" fmla="*/ 4921 h 10403"/>
              <a:gd name="T48" fmla="*/ 3400 w 10586"/>
              <a:gd name="T49" fmla="*/ 4158 h 10403"/>
              <a:gd name="T50" fmla="*/ 3490 w 10586"/>
              <a:gd name="T51" fmla="*/ 3960 h 10403"/>
              <a:gd name="T52" fmla="*/ 6902 w 10586"/>
              <a:gd name="T53" fmla="*/ 2943 h 10403"/>
              <a:gd name="T54" fmla="*/ 7107 w 10586"/>
              <a:gd name="T55" fmla="*/ 4074 h 10403"/>
              <a:gd name="T56" fmla="*/ 7410 w 10586"/>
              <a:gd name="T57" fmla="*/ 4679 h 10403"/>
              <a:gd name="T58" fmla="*/ 6982 w 10586"/>
              <a:gd name="T59" fmla="*/ 5014 h 10403"/>
              <a:gd name="T60" fmla="*/ 6433 w 10586"/>
              <a:gd name="T61" fmla="*/ 6649 h 10403"/>
              <a:gd name="T62" fmla="*/ 7658 w 10586"/>
              <a:gd name="T63" fmla="*/ 8245 h 10403"/>
              <a:gd name="T64" fmla="*/ 9649 w 10586"/>
              <a:gd name="T65" fmla="*/ 8940 h 10403"/>
              <a:gd name="T66" fmla="*/ 688 w 10586"/>
              <a:gd name="T67" fmla="*/ 9728 h 10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86" h="10403">
                <a:moveTo>
                  <a:pt x="10586" y="10066"/>
                </a:moveTo>
                <a:cubicBezTo>
                  <a:pt x="10586" y="9382"/>
                  <a:pt x="10468" y="8882"/>
                  <a:pt x="10234" y="8579"/>
                </a:cubicBezTo>
                <a:cubicBezTo>
                  <a:pt x="10084" y="8384"/>
                  <a:pt x="9904" y="8294"/>
                  <a:pt x="9762" y="8270"/>
                </a:cubicBezTo>
                <a:lnTo>
                  <a:pt x="7877" y="7605"/>
                </a:lnTo>
                <a:cubicBezTo>
                  <a:pt x="7193" y="7377"/>
                  <a:pt x="6978" y="7196"/>
                  <a:pt x="6914" y="7122"/>
                </a:cubicBezTo>
                <a:cubicBezTo>
                  <a:pt x="7474" y="6578"/>
                  <a:pt x="7613" y="5789"/>
                  <a:pt x="7647" y="5423"/>
                </a:cubicBezTo>
                <a:cubicBezTo>
                  <a:pt x="7940" y="5222"/>
                  <a:pt x="8043" y="4979"/>
                  <a:pt x="8075" y="4799"/>
                </a:cubicBezTo>
                <a:cubicBezTo>
                  <a:pt x="8153" y="4366"/>
                  <a:pt x="7897" y="3968"/>
                  <a:pt x="7758" y="3791"/>
                </a:cubicBezTo>
                <a:cubicBezTo>
                  <a:pt x="7725" y="3484"/>
                  <a:pt x="7671" y="3203"/>
                  <a:pt x="7602" y="2943"/>
                </a:cubicBezTo>
                <a:lnTo>
                  <a:pt x="7679" y="2943"/>
                </a:lnTo>
                <a:lnTo>
                  <a:pt x="7679" y="1246"/>
                </a:lnTo>
                <a:lnTo>
                  <a:pt x="8116" y="1246"/>
                </a:lnTo>
                <a:cubicBezTo>
                  <a:pt x="8151" y="1413"/>
                  <a:pt x="8182" y="1625"/>
                  <a:pt x="8205" y="1894"/>
                </a:cubicBezTo>
                <a:cubicBezTo>
                  <a:pt x="8105" y="2037"/>
                  <a:pt x="7989" y="2328"/>
                  <a:pt x="7943" y="2955"/>
                </a:cubicBezTo>
                <a:lnTo>
                  <a:pt x="7916" y="3318"/>
                </a:lnTo>
                <a:lnTo>
                  <a:pt x="9242" y="3318"/>
                </a:lnTo>
                <a:lnTo>
                  <a:pt x="9212" y="2952"/>
                </a:lnTo>
                <a:cubicBezTo>
                  <a:pt x="9173" y="2474"/>
                  <a:pt x="9006" y="2146"/>
                  <a:pt x="8888" y="1967"/>
                </a:cubicBezTo>
                <a:cubicBezTo>
                  <a:pt x="8868" y="1689"/>
                  <a:pt x="8838" y="1453"/>
                  <a:pt x="8801" y="1246"/>
                </a:cubicBezTo>
                <a:lnTo>
                  <a:pt x="9573" y="1246"/>
                </a:lnTo>
                <a:lnTo>
                  <a:pt x="9573" y="233"/>
                </a:lnTo>
                <a:lnTo>
                  <a:pt x="8421" y="233"/>
                </a:lnTo>
                <a:cubicBezTo>
                  <a:pt x="8272" y="51"/>
                  <a:pt x="8113" y="0"/>
                  <a:pt x="7986" y="0"/>
                </a:cubicBezTo>
                <a:lnTo>
                  <a:pt x="5631" y="0"/>
                </a:lnTo>
                <a:lnTo>
                  <a:pt x="5631" y="233"/>
                </a:lnTo>
                <a:lnTo>
                  <a:pt x="1013" y="233"/>
                </a:lnTo>
                <a:lnTo>
                  <a:pt x="1013" y="1246"/>
                </a:lnTo>
                <a:lnTo>
                  <a:pt x="2907" y="1246"/>
                </a:lnTo>
                <a:lnTo>
                  <a:pt x="2907" y="2943"/>
                </a:lnTo>
                <a:lnTo>
                  <a:pt x="2984" y="2943"/>
                </a:lnTo>
                <a:cubicBezTo>
                  <a:pt x="2915" y="3203"/>
                  <a:pt x="2861" y="3484"/>
                  <a:pt x="2828" y="3791"/>
                </a:cubicBezTo>
                <a:cubicBezTo>
                  <a:pt x="2689" y="3968"/>
                  <a:pt x="2433" y="4366"/>
                  <a:pt x="2510" y="4799"/>
                </a:cubicBezTo>
                <a:cubicBezTo>
                  <a:pt x="2543" y="4979"/>
                  <a:pt x="2646" y="5222"/>
                  <a:pt x="2939" y="5423"/>
                </a:cubicBezTo>
                <a:cubicBezTo>
                  <a:pt x="2974" y="5788"/>
                  <a:pt x="3112" y="6575"/>
                  <a:pt x="3672" y="7122"/>
                </a:cubicBezTo>
                <a:cubicBezTo>
                  <a:pt x="3608" y="7195"/>
                  <a:pt x="3392" y="7378"/>
                  <a:pt x="2703" y="7607"/>
                </a:cubicBezTo>
                <a:lnTo>
                  <a:pt x="826" y="8270"/>
                </a:lnTo>
                <a:cubicBezTo>
                  <a:pt x="586" y="8306"/>
                  <a:pt x="0" y="8550"/>
                  <a:pt x="0" y="10066"/>
                </a:cubicBezTo>
                <a:lnTo>
                  <a:pt x="0" y="10403"/>
                </a:lnTo>
                <a:lnTo>
                  <a:pt x="10586" y="10403"/>
                </a:lnTo>
                <a:lnTo>
                  <a:pt x="10586" y="10066"/>
                </a:lnTo>
                <a:close/>
                <a:moveTo>
                  <a:pt x="688" y="9728"/>
                </a:moveTo>
                <a:cubicBezTo>
                  <a:pt x="731" y="9184"/>
                  <a:pt x="872" y="8979"/>
                  <a:pt x="937" y="8940"/>
                </a:cubicBezTo>
                <a:lnTo>
                  <a:pt x="2922" y="8247"/>
                </a:lnTo>
                <a:cubicBezTo>
                  <a:pt x="3832" y="7943"/>
                  <a:pt x="4288" y="7615"/>
                  <a:pt x="4360" y="7212"/>
                </a:cubicBezTo>
                <a:cubicBezTo>
                  <a:pt x="4406" y="6955"/>
                  <a:pt x="4277" y="6748"/>
                  <a:pt x="4170" y="6663"/>
                </a:cubicBezTo>
                <a:cubicBezTo>
                  <a:pt x="3615" y="6155"/>
                  <a:pt x="3604" y="5232"/>
                  <a:pt x="3604" y="5223"/>
                </a:cubicBezTo>
                <a:lnTo>
                  <a:pt x="3604" y="5014"/>
                </a:lnTo>
                <a:lnTo>
                  <a:pt x="3417" y="4921"/>
                </a:lnTo>
                <a:cubicBezTo>
                  <a:pt x="3273" y="4849"/>
                  <a:pt x="3192" y="4768"/>
                  <a:pt x="3176" y="4680"/>
                </a:cubicBezTo>
                <a:cubicBezTo>
                  <a:pt x="3144" y="4506"/>
                  <a:pt x="3314" y="4253"/>
                  <a:pt x="3400" y="4158"/>
                </a:cubicBezTo>
                <a:lnTo>
                  <a:pt x="3479" y="4074"/>
                </a:lnTo>
                <a:lnTo>
                  <a:pt x="3490" y="3960"/>
                </a:lnTo>
                <a:cubicBezTo>
                  <a:pt x="3526" y="3578"/>
                  <a:pt x="3591" y="3237"/>
                  <a:pt x="3684" y="2943"/>
                </a:cubicBezTo>
                <a:lnTo>
                  <a:pt x="6902" y="2943"/>
                </a:lnTo>
                <a:cubicBezTo>
                  <a:pt x="6995" y="3237"/>
                  <a:pt x="7060" y="3578"/>
                  <a:pt x="7096" y="3960"/>
                </a:cubicBezTo>
                <a:lnTo>
                  <a:pt x="7107" y="4074"/>
                </a:lnTo>
                <a:lnTo>
                  <a:pt x="7186" y="4158"/>
                </a:lnTo>
                <a:cubicBezTo>
                  <a:pt x="7269" y="4248"/>
                  <a:pt x="7442" y="4504"/>
                  <a:pt x="7410" y="4679"/>
                </a:cubicBezTo>
                <a:cubicBezTo>
                  <a:pt x="7394" y="4767"/>
                  <a:pt x="7313" y="4849"/>
                  <a:pt x="7169" y="4921"/>
                </a:cubicBezTo>
                <a:lnTo>
                  <a:pt x="6982" y="5014"/>
                </a:lnTo>
                <a:lnTo>
                  <a:pt x="6982" y="5223"/>
                </a:lnTo>
                <a:cubicBezTo>
                  <a:pt x="6982" y="5232"/>
                  <a:pt x="6967" y="6159"/>
                  <a:pt x="6433" y="6649"/>
                </a:cubicBezTo>
                <a:cubicBezTo>
                  <a:pt x="6309" y="6748"/>
                  <a:pt x="6180" y="6955"/>
                  <a:pt x="6226" y="7212"/>
                </a:cubicBezTo>
                <a:cubicBezTo>
                  <a:pt x="6298" y="7615"/>
                  <a:pt x="6754" y="7943"/>
                  <a:pt x="7658" y="8245"/>
                </a:cubicBezTo>
                <a:lnTo>
                  <a:pt x="9627" y="8940"/>
                </a:lnTo>
                <a:lnTo>
                  <a:pt x="9649" y="8940"/>
                </a:lnTo>
                <a:cubicBezTo>
                  <a:pt x="9714" y="8979"/>
                  <a:pt x="9855" y="9184"/>
                  <a:pt x="9898" y="9728"/>
                </a:cubicBezTo>
                <a:lnTo>
                  <a:pt x="688" y="9728"/>
                </a:lnTo>
                <a:lnTo>
                  <a:pt x="688" y="9728"/>
                </a:lnTo>
                <a:close/>
              </a:path>
            </a:pathLst>
          </a:custGeom>
          <a:solidFill>
            <a:schemeClr val="accent1"/>
          </a:solidFill>
          <a:ln>
            <a:noFill/>
          </a:ln>
        </p:spPr>
      </p:sp>
      <p:sp>
        <p:nvSpPr>
          <p:cNvPr id="75" name="two-heads-with-information-transference_43166"/>
          <p:cNvSpPr>
            <a:spLocks noChangeAspect="1"/>
          </p:cNvSpPr>
          <p:nvPr/>
        </p:nvSpPr>
        <p:spPr bwMode="auto">
          <a:xfrm>
            <a:off x="7856328" y="1430761"/>
            <a:ext cx="609685" cy="476274"/>
          </a:xfrm>
          <a:custGeom>
            <a:avLst/>
            <a:gdLst>
              <a:gd name="connsiteX0" fmla="*/ 299796 w 608406"/>
              <a:gd name="connsiteY0" fmla="*/ 86787 h 475275"/>
              <a:gd name="connsiteX1" fmla="*/ 403095 w 608406"/>
              <a:gd name="connsiteY1" fmla="*/ 136930 h 475275"/>
              <a:gd name="connsiteX2" fmla="*/ 420311 w 608406"/>
              <a:gd name="connsiteY2" fmla="*/ 131200 h 475275"/>
              <a:gd name="connsiteX3" fmla="*/ 410268 w 608406"/>
              <a:gd name="connsiteY3" fmla="*/ 189938 h 475275"/>
              <a:gd name="connsiteX4" fmla="*/ 364358 w 608406"/>
              <a:gd name="connsiteY4" fmla="*/ 151257 h 475275"/>
              <a:gd name="connsiteX5" fmla="*/ 380140 w 608406"/>
              <a:gd name="connsiteY5" fmla="*/ 145526 h 475275"/>
              <a:gd name="connsiteX6" fmla="*/ 298362 w 608406"/>
              <a:gd name="connsiteY6" fmla="*/ 109710 h 475275"/>
              <a:gd name="connsiteX7" fmla="*/ 172108 w 608406"/>
              <a:gd name="connsiteY7" fmla="*/ 197101 h 475275"/>
              <a:gd name="connsiteX8" fmla="*/ 152022 w 608406"/>
              <a:gd name="connsiteY8" fmla="*/ 185640 h 475275"/>
              <a:gd name="connsiteX9" fmla="*/ 299796 w 608406"/>
              <a:gd name="connsiteY9" fmla="*/ 86787 h 475275"/>
              <a:gd name="connsiteX10" fmla="*/ 474966 w 608406"/>
              <a:gd name="connsiteY10" fmla="*/ 5211 h 475275"/>
              <a:gd name="connsiteX11" fmla="*/ 571170 w 608406"/>
              <a:gd name="connsiteY11" fmla="*/ 53776 h 475275"/>
              <a:gd name="connsiteX12" fmla="*/ 584093 w 608406"/>
              <a:gd name="connsiteY12" fmla="*/ 212914 h 475275"/>
              <a:gd name="connsiteX13" fmla="*/ 581221 w 608406"/>
              <a:gd name="connsiteY13" fmla="*/ 217215 h 475275"/>
              <a:gd name="connsiteX14" fmla="*/ 520914 w 608406"/>
              <a:gd name="connsiteY14" fmla="*/ 354847 h 475275"/>
              <a:gd name="connsiteX15" fmla="*/ 525222 w 608406"/>
              <a:gd name="connsiteY15" fmla="*/ 475275 h 475275"/>
              <a:gd name="connsiteX16" fmla="*/ 424711 w 608406"/>
              <a:gd name="connsiteY16" fmla="*/ 475275 h 475275"/>
              <a:gd name="connsiteX17" fmla="*/ 416095 w 608406"/>
              <a:gd name="connsiteY17" fmla="*/ 397857 h 475275"/>
              <a:gd name="connsiteX18" fmla="*/ 381634 w 608406"/>
              <a:gd name="connsiteY18" fmla="*/ 407893 h 475275"/>
              <a:gd name="connsiteX19" fmla="*/ 354353 w 608406"/>
              <a:gd name="connsiteY19" fmla="*/ 374918 h 475275"/>
              <a:gd name="connsiteX20" fmla="*/ 335686 w 608406"/>
              <a:gd name="connsiteY20" fmla="*/ 359148 h 475275"/>
              <a:gd name="connsiteX21" fmla="*/ 347173 w 608406"/>
              <a:gd name="connsiteY21" fmla="*/ 344811 h 475275"/>
              <a:gd name="connsiteX22" fmla="*/ 329943 w 608406"/>
              <a:gd name="connsiteY22" fmla="*/ 341944 h 475275"/>
              <a:gd name="connsiteX23" fmla="*/ 335686 w 608406"/>
              <a:gd name="connsiteY23" fmla="*/ 317572 h 475275"/>
              <a:gd name="connsiteX24" fmla="*/ 311276 w 608406"/>
              <a:gd name="connsiteY24" fmla="*/ 306102 h 475275"/>
              <a:gd name="connsiteX25" fmla="*/ 339994 w 608406"/>
              <a:gd name="connsiteY25" fmla="*/ 247322 h 475275"/>
              <a:gd name="connsiteX26" fmla="*/ 337122 w 608406"/>
              <a:gd name="connsiteY26" fmla="*/ 217215 h 475275"/>
              <a:gd name="connsiteX27" fmla="*/ 576914 w 608406"/>
              <a:gd name="connsiteY27" fmla="*/ 217215 h 475275"/>
              <a:gd name="connsiteX28" fmla="*/ 391685 w 608406"/>
              <a:gd name="connsiteY28" fmla="*/ 52343 h 475275"/>
              <a:gd name="connsiteX29" fmla="*/ 474966 w 608406"/>
              <a:gd name="connsiteY29" fmla="*/ 5211 h 475275"/>
              <a:gd name="connsiteX30" fmla="*/ 133349 w 608406"/>
              <a:gd name="connsiteY30" fmla="*/ 181 h 475275"/>
              <a:gd name="connsiteX31" fmla="*/ 216573 w 608406"/>
              <a:gd name="connsiteY31" fmla="*/ 46598 h 475275"/>
              <a:gd name="connsiteX32" fmla="*/ 31471 w 608406"/>
              <a:gd name="connsiteY32" fmla="*/ 211474 h 475275"/>
              <a:gd name="connsiteX33" fmla="*/ 272534 w 608406"/>
              <a:gd name="connsiteY33" fmla="*/ 211474 h 475275"/>
              <a:gd name="connsiteX34" fmla="*/ 268230 w 608406"/>
              <a:gd name="connsiteY34" fmla="*/ 243015 h 475275"/>
              <a:gd name="connsiteX35" fmla="*/ 296928 w 608406"/>
              <a:gd name="connsiteY35" fmla="*/ 301797 h 475275"/>
              <a:gd name="connsiteX36" fmla="*/ 272534 w 608406"/>
              <a:gd name="connsiteY36" fmla="*/ 311833 h 475275"/>
              <a:gd name="connsiteX37" fmla="*/ 278274 w 608406"/>
              <a:gd name="connsiteY37" fmla="*/ 336206 h 475275"/>
              <a:gd name="connsiteX38" fmla="*/ 261055 w 608406"/>
              <a:gd name="connsiteY38" fmla="*/ 339073 h 475275"/>
              <a:gd name="connsiteX39" fmla="*/ 272534 w 608406"/>
              <a:gd name="connsiteY39" fmla="*/ 354844 h 475275"/>
              <a:gd name="connsiteX40" fmla="*/ 253881 w 608406"/>
              <a:gd name="connsiteY40" fmla="*/ 369181 h 475275"/>
              <a:gd name="connsiteX41" fmla="*/ 226618 w 608406"/>
              <a:gd name="connsiteY41" fmla="*/ 403590 h 475275"/>
              <a:gd name="connsiteX42" fmla="*/ 192180 w 608406"/>
              <a:gd name="connsiteY42" fmla="*/ 392120 h 475275"/>
              <a:gd name="connsiteX43" fmla="*/ 183571 w 608406"/>
              <a:gd name="connsiteY43" fmla="*/ 475275 h 475275"/>
              <a:gd name="connsiteX44" fmla="*/ 83127 w 608406"/>
              <a:gd name="connsiteY44" fmla="*/ 475275 h 475275"/>
              <a:gd name="connsiteX45" fmla="*/ 87432 w 608406"/>
              <a:gd name="connsiteY45" fmla="*/ 349109 h 475275"/>
              <a:gd name="connsiteX46" fmla="*/ 27166 w 608406"/>
              <a:gd name="connsiteY46" fmla="*/ 212908 h 475275"/>
              <a:gd name="connsiteX47" fmla="*/ 24296 w 608406"/>
              <a:gd name="connsiteY47" fmla="*/ 208606 h 475275"/>
              <a:gd name="connsiteX48" fmla="*/ 37210 w 608406"/>
              <a:gd name="connsiteY48" fmla="*/ 49465 h 475275"/>
              <a:gd name="connsiteX49" fmla="*/ 133349 w 608406"/>
              <a:gd name="connsiteY49" fmla="*/ 181 h 47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8406" h="475275">
                <a:moveTo>
                  <a:pt x="299796" y="86787"/>
                </a:moveTo>
                <a:cubicBezTo>
                  <a:pt x="361488" y="92518"/>
                  <a:pt x="390182" y="121171"/>
                  <a:pt x="403095" y="136930"/>
                </a:cubicBezTo>
                <a:lnTo>
                  <a:pt x="420311" y="131200"/>
                </a:lnTo>
                <a:lnTo>
                  <a:pt x="410268" y="189938"/>
                </a:lnTo>
                <a:lnTo>
                  <a:pt x="364358" y="151257"/>
                </a:lnTo>
                <a:lnTo>
                  <a:pt x="380140" y="145526"/>
                </a:lnTo>
                <a:cubicBezTo>
                  <a:pt x="370097" y="132632"/>
                  <a:pt x="345707" y="114008"/>
                  <a:pt x="298362" y="109710"/>
                </a:cubicBezTo>
                <a:cubicBezTo>
                  <a:pt x="225192" y="102547"/>
                  <a:pt x="172108" y="195669"/>
                  <a:pt x="172108" y="197101"/>
                </a:cubicBezTo>
                <a:lnTo>
                  <a:pt x="152022" y="185640"/>
                </a:lnTo>
                <a:cubicBezTo>
                  <a:pt x="154892" y="181342"/>
                  <a:pt x="212280" y="79624"/>
                  <a:pt x="299796" y="86787"/>
                </a:cubicBezTo>
                <a:close/>
                <a:moveTo>
                  <a:pt x="474966" y="5211"/>
                </a:moveTo>
                <a:cubicBezTo>
                  <a:pt x="506197" y="6824"/>
                  <a:pt x="539581" y="24386"/>
                  <a:pt x="571170" y="53776"/>
                </a:cubicBezTo>
                <a:cubicBezTo>
                  <a:pt x="640092" y="119726"/>
                  <a:pt x="594144" y="187108"/>
                  <a:pt x="584093" y="212914"/>
                </a:cubicBezTo>
                <a:cubicBezTo>
                  <a:pt x="582657" y="214348"/>
                  <a:pt x="582657" y="215781"/>
                  <a:pt x="581221" y="217215"/>
                </a:cubicBezTo>
                <a:cubicBezTo>
                  <a:pt x="585529" y="283164"/>
                  <a:pt x="520914" y="354847"/>
                  <a:pt x="520914" y="354847"/>
                </a:cubicBezTo>
                <a:lnTo>
                  <a:pt x="525222" y="475275"/>
                </a:lnTo>
                <a:lnTo>
                  <a:pt x="424711" y="475275"/>
                </a:lnTo>
                <a:lnTo>
                  <a:pt x="416095" y="397857"/>
                </a:lnTo>
                <a:cubicBezTo>
                  <a:pt x="416095" y="397857"/>
                  <a:pt x="410352" y="405026"/>
                  <a:pt x="381634" y="407893"/>
                </a:cubicBezTo>
                <a:cubicBezTo>
                  <a:pt x="351481" y="410760"/>
                  <a:pt x="354353" y="374918"/>
                  <a:pt x="354353" y="374918"/>
                </a:cubicBezTo>
                <a:cubicBezTo>
                  <a:pt x="354353" y="374918"/>
                  <a:pt x="335686" y="366316"/>
                  <a:pt x="335686" y="359148"/>
                </a:cubicBezTo>
                <a:cubicBezTo>
                  <a:pt x="335686" y="353413"/>
                  <a:pt x="347173" y="344811"/>
                  <a:pt x="347173" y="344811"/>
                </a:cubicBezTo>
                <a:cubicBezTo>
                  <a:pt x="347173" y="344811"/>
                  <a:pt x="334250" y="346245"/>
                  <a:pt x="329943" y="341944"/>
                </a:cubicBezTo>
                <a:cubicBezTo>
                  <a:pt x="325635" y="336209"/>
                  <a:pt x="335686" y="317572"/>
                  <a:pt x="335686" y="317572"/>
                </a:cubicBezTo>
                <a:cubicBezTo>
                  <a:pt x="335686" y="317572"/>
                  <a:pt x="319892" y="316138"/>
                  <a:pt x="311276" y="306102"/>
                </a:cubicBezTo>
                <a:cubicBezTo>
                  <a:pt x="301225" y="296067"/>
                  <a:pt x="339994" y="267393"/>
                  <a:pt x="339994" y="247322"/>
                </a:cubicBezTo>
                <a:cubicBezTo>
                  <a:pt x="337122" y="237286"/>
                  <a:pt x="337122" y="227251"/>
                  <a:pt x="337122" y="217215"/>
                </a:cubicBezTo>
                <a:lnTo>
                  <a:pt x="576914" y="217215"/>
                </a:lnTo>
                <a:lnTo>
                  <a:pt x="391685" y="52343"/>
                </a:lnTo>
                <a:cubicBezTo>
                  <a:pt x="414659" y="17935"/>
                  <a:pt x="443736" y="3598"/>
                  <a:pt x="474966" y="5211"/>
                </a:cubicBezTo>
                <a:close/>
                <a:moveTo>
                  <a:pt x="133349" y="181"/>
                </a:moveTo>
                <a:cubicBezTo>
                  <a:pt x="164558" y="-1790"/>
                  <a:pt x="193615" y="12189"/>
                  <a:pt x="216573" y="46598"/>
                </a:cubicBezTo>
                <a:lnTo>
                  <a:pt x="31471" y="211474"/>
                </a:lnTo>
                <a:lnTo>
                  <a:pt x="272534" y="211474"/>
                </a:lnTo>
                <a:cubicBezTo>
                  <a:pt x="272534" y="221510"/>
                  <a:pt x="271100" y="231546"/>
                  <a:pt x="268230" y="243015"/>
                </a:cubicBezTo>
                <a:cubicBezTo>
                  <a:pt x="268230" y="261653"/>
                  <a:pt x="306972" y="291761"/>
                  <a:pt x="296928" y="301797"/>
                </a:cubicBezTo>
                <a:cubicBezTo>
                  <a:pt x="288318" y="311833"/>
                  <a:pt x="272534" y="311833"/>
                  <a:pt x="272534" y="311833"/>
                </a:cubicBezTo>
                <a:cubicBezTo>
                  <a:pt x="272534" y="311833"/>
                  <a:pt x="282579" y="330471"/>
                  <a:pt x="278274" y="336206"/>
                </a:cubicBezTo>
                <a:cubicBezTo>
                  <a:pt x="273969" y="341941"/>
                  <a:pt x="261055" y="339073"/>
                  <a:pt x="261055" y="339073"/>
                </a:cubicBezTo>
                <a:cubicBezTo>
                  <a:pt x="261055" y="339073"/>
                  <a:pt x="272534" y="347676"/>
                  <a:pt x="272534" y="354844"/>
                </a:cubicBezTo>
                <a:cubicBezTo>
                  <a:pt x="272534" y="360579"/>
                  <a:pt x="253881" y="369181"/>
                  <a:pt x="253881" y="369181"/>
                </a:cubicBezTo>
                <a:cubicBezTo>
                  <a:pt x="253881" y="369181"/>
                  <a:pt x="256751" y="405024"/>
                  <a:pt x="226618" y="403590"/>
                </a:cubicBezTo>
                <a:cubicBezTo>
                  <a:pt x="197920" y="400723"/>
                  <a:pt x="192180" y="392120"/>
                  <a:pt x="192180" y="392120"/>
                </a:cubicBezTo>
                <a:lnTo>
                  <a:pt x="183571" y="475275"/>
                </a:lnTo>
                <a:lnTo>
                  <a:pt x="83127" y="475275"/>
                </a:lnTo>
                <a:lnTo>
                  <a:pt x="87432" y="349109"/>
                </a:lnTo>
                <a:cubicBezTo>
                  <a:pt x="87432" y="349109"/>
                  <a:pt x="22861" y="278858"/>
                  <a:pt x="27166" y="212908"/>
                </a:cubicBezTo>
                <a:cubicBezTo>
                  <a:pt x="27166" y="211474"/>
                  <a:pt x="25731" y="210040"/>
                  <a:pt x="24296" y="208606"/>
                </a:cubicBezTo>
                <a:cubicBezTo>
                  <a:pt x="14252" y="182800"/>
                  <a:pt x="-31665" y="113982"/>
                  <a:pt x="37210" y="49465"/>
                </a:cubicBezTo>
                <a:cubicBezTo>
                  <a:pt x="68778" y="20074"/>
                  <a:pt x="102140" y="2153"/>
                  <a:pt x="133349" y="181"/>
                </a:cubicBezTo>
                <a:close/>
              </a:path>
            </a:pathLst>
          </a:custGeom>
          <a:solidFill>
            <a:schemeClr val="accent1"/>
          </a:solidFill>
          <a:ln>
            <a:noFill/>
          </a:ln>
        </p:spPr>
      </p:sp>
      <p:grpSp>
        <p:nvGrpSpPr>
          <p:cNvPr id="77" name="组合 76"/>
          <p:cNvGrpSpPr/>
          <p:nvPr/>
        </p:nvGrpSpPr>
        <p:grpSpPr>
          <a:xfrm>
            <a:off x="1379469" y="3017055"/>
            <a:ext cx="1208717" cy="322434"/>
            <a:chOff x="1214918" y="3017055"/>
            <a:chExt cx="1208717" cy="322434"/>
          </a:xfrm>
        </p:grpSpPr>
        <p:sp>
          <p:nvSpPr>
            <p:cNvPr id="17" name="椭圆 16"/>
            <p:cNvSpPr/>
            <p:nvPr/>
          </p:nvSpPr>
          <p:spPr>
            <a:xfrm>
              <a:off x="1214918" y="3077904"/>
              <a:ext cx="1208717" cy="261585"/>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6" name="椭圆 75"/>
            <p:cNvSpPr/>
            <p:nvPr/>
          </p:nvSpPr>
          <p:spPr>
            <a:xfrm>
              <a:off x="1437665" y="3017055"/>
              <a:ext cx="763222" cy="165173"/>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54" name="组合 53"/>
          <p:cNvGrpSpPr/>
          <p:nvPr/>
        </p:nvGrpSpPr>
        <p:grpSpPr>
          <a:xfrm>
            <a:off x="3472855" y="2670092"/>
            <a:ext cx="1208717" cy="322434"/>
            <a:chOff x="1214918" y="3017055"/>
            <a:chExt cx="1208717" cy="322434"/>
          </a:xfrm>
        </p:grpSpPr>
        <p:sp>
          <p:nvSpPr>
            <p:cNvPr id="55" name="椭圆 54"/>
            <p:cNvSpPr/>
            <p:nvPr/>
          </p:nvSpPr>
          <p:spPr>
            <a:xfrm>
              <a:off x="1214918" y="3077904"/>
              <a:ext cx="1208717" cy="261585"/>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7" name="椭圆 56"/>
            <p:cNvSpPr/>
            <p:nvPr/>
          </p:nvSpPr>
          <p:spPr>
            <a:xfrm>
              <a:off x="1437665" y="3017055"/>
              <a:ext cx="763222" cy="165173"/>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58" name="组合 57"/>
          <p:cNvGrpSpPr/>
          <p:nvPr/>
        </p:nvGrpSpPr>
        <p:grpSpPr>
          <a:xfrm>
            <a:off x="5491471" y="2324003"/>
            <a:ext cx="1208717" cy="322434"/>
            <a:chOff x="1214918" y="3017055"/>
            <a:chExt cx="1208717" cy="322434"/>
          </a:xfrm>
        </p:grpSpPr>
        <p:sp>
          <p:nvSpPr>
            <p:cNvPr id="59" name="椭圆 58"/>
            <p:cNvSpPr/>
            <p:nvPr/>
          </p:nvSpPr>
          <p:spPr>
            <a:xfrm>
              <a:off x="1214918" y="3077904"/>
              <a:ext cx="1208717" cy="261585"/>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8" name="椭圆 67"/>
            <p:cNvSpPr/>
            <p:nvPr/>
          </p:nvSpPr>
          <p:spPr>
            <a:xfrm>
              <a:off x="1437665" y="3017055"/>
              <a:ext cx="763222" cy="165173"/>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69" name="组合 68"/>
          <p:cNvGrpSpPr/>
          <p:nvPr/>
        </p:nvGrpSpPr>
        <p:grpSpPr>
          <a:xfrm>
            <a:off x="7556811" y="1891528"/>
            <a:ext cx="1208717" cy="322434"/>
            <a:chOff x="1214918" y="3017055"/>
            <a:chExt cx="1208717" cy="322434"/>
          </a:xfrm>
        </p:grpSpPr>
        <p:sp>
          <p:nvSpPr>
            <p:cNvPr id="70" name="椭圆 69"/>
            <p:cNvSpPr/>
            <p:nvPr/>
          </p:nvSpPr>
          <p:spPr>
            <a:xfrm>
              <a:off x="1214918" y="3077904"/>
              <a:ext cx="1208717" cy="261585"/>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2" name="椭圆 91"/>
            <p:cNvSpPr/>
            <p:nvPr/>
          </p:nvSpPr>
          <p:spPr>
            <a:xfrm>
              <a:off x="1437665" y="3017055"/>
              <a:ext cx="763222" cy="165173"/>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93" name="组合 92"/>
          <p:cNvGrpSpPr/>
          <p:nvPr/>
        </p:nvGrpSpPr>
        <p:grpSpPr>
          <a:xfrm>
            <a:off x="9622155" y="1414874"/>
            <a:ext cx="1208717" cy="322434"/>
            <a:chOff x="1214918" y="3017055"/>
            <a:chExt cx="1208717" cy="322434"/>
          </a:xfrm>
        </p:grpSpPr>
        <p:sp>
          <p:nvSpPr>
            <p:cNvPr id="94" name="椭圆 93"/>
            <p:cNvSpPr/>
            <p:nvPr/>
          </p:nvSpPr>
          <p:spPr>
            <a:xfrm>
              <a:off x="1214918" y="3077904"/>
              <a:ext cx="1208717" cy="261585"/>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5" name="椭圆 94"/>
            <p:cNvSpPr/>
            <p:nvPr/>
          </p:nvSpPr>
          <p:spPr>
            <a:xfrm>
              <a:off x="1437665" y="3017055"/>
              <a:ext cx="763222" cy="165173"/>
            </a:xfrm>
            <a:prstGeom prst="ellipse">
              <a:avLst/>
            </a:prstGeom>
            <a:gradFill flip="none" rotWithShape="1">
              <a:gsLst>
                <a:gs pos="0">
                  <a:schemeClr val="accent1">
                    <a:alpha val="60000"/>
                  </a:schemeClr>
                </a:gs>
                <a:gs pos="100000">
                  <a:schemeClr val="accent1">
                    <a:alpha val="5000"/>
                  </a:schemeClr>
                </a:gs>
              </a:gsLst>
              <a:lin ang="16200000" scaled="1"/>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文本占位符 89"/>
          <p:cNvSpPr>
            <a:spLocks noGrp="1"/>
          </p:cNvSpPr>
          <p:nvPr>
            <p:ph type="body" sz="quarter" idx="10"/>
          </p:nvPr>
        </p:nvSpPr>
        <p:spPr/>
        <p:txBody>
          <a:bodyPr/>
          <a:lstStyle/>
          <a:p>
            <a:r>
              <a:rPr lang="zh-CN" altLang="en-US" dirty="0">
                <a:solidFill>
                  <a:schemeClr val="accent1"/>
                </a:solidFill>
              </a:rPr>
              <a:t>递进图示</a:t>
            </a:r>
          </a:p>
        </p:txBody>
      </p:sp>
      <p:cxnSp>
        <p:nvCxnSpPr>
          <p:cNvPr id="7" name="直接连接符 6"/>
          <p:cNvCxnSpPr/>
          <p:nvPr/>
        </p:nvCxnSpPr>
        <p:spPr>
          <a:xfrm>
            <a:off x="23161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3161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cxnSp>
        <p:nvCxnSpPr>
          <p:cNvPr id="6" name="直接箭头连接符 5"/>
          <p:cNvCxnSpPr/>
          <p:nvPr/>
        </p:nvCxnSpPr>
        <p:spPr>
          <a:xfrm flipV="1">
            <a:off x="774700" y="1268361"/>
            <a:ext cx="0" cy="4422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a:off x="774700" y="5690937"/>
            <a:ext cx="10629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1051550" y="3192384"/>
            <a:ext cx="2234557" cy="2498554"/>
            <a:chOff x="1051550" y="3316468"/>
            <a:chExt cx="2234557" cy="2374469"/>
          </a:xfrm>
        </p:grpSpPr>
        <p:sp>
          <p:nvSpPr>
            <p:cNvPr id="16" name="矩形 15"/>
            <p:cNvSpPr/>
            <p:nvPr/>
          </p:nvSpPr>
          <p:spPr>
            <a:xfrm>
              <a:off x="1051550" y="3316468"/>
              <a:ext cx="2234557" cy="2374469"/>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0" name="矩形 19"/>
            <p:cNvSpPr/>
            <p:nvPr/>
          </p:nvSpPr>
          <p:spPr>
            <a:xfrm>
              <a:off x="1051550" y="3316468"/>
              <a:ext cx="22320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21" name="组合 20"/>
          <p:cNvGrpSpPr/>
          <p:nvPr/>
        </p:nvGrpSpPr>
        <p:grpSpPr>
          <a:xfrm>
            <a:off x="3606164" y="2694719"/>
            <a:ext cx="2234557" cy="2996218"/>
            <a:chOff x="3606164" y="2550712"/>
            <a:chExt cx="2234557" cy="3140225"/>
          </a:xfrm>
        </p:grpSpPr>
        <p:sp>
          <p:nvSpPr>
            <p:cNvPr id="79" name="矩形 78"/>
            <p:cNvSpPr/>
            <p:nvPr/>
          </p:nvSpPr>
          <p:spPr>
            <a:xfrm>
              <a:off x="3606164" y="2550713"/>
              <a:ext cx="2234557" cy="3140224"/>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3608720" y="2550712"/>
              <a:ext cx="22320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grpSp>
        <p:nvGrpSpPr>
          <p:cNvPr id="23" name="组合 22"/>
          <p:cNvGrpSpPr/>
          <p:nvPr/>
        </p:nvGrpSpPr>
        <p:grpSpPr>
          <a:xfrm>
            <a:off x="6160778" y="2164184"/>
            <a:ext cx="2234557" cy="3526753"/>
            <a:chOff x="6160778" y="1860888"/>
            <a:chExt cx="2234557" cy="3830049"/>
          </a:xfrm>
        </p:grpSpPr>
        <p:sp>
          <p:nvSpPr>
            <p:cNvPr id="80" name="矩形 79"/>
            <p:cNvSpPr/>
            <p:nvPr/>
          </p:nvSpPr>
          <p:spPr>
            <a:xfrm>
              <a:off x="6160778" y="1860889"/>
              <a:ext cx="2234557" cy="3830048"/>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83" name="矩形 82"/>
            <p:cNvSpPr/>
            <p:nvPr/>
          </p:nvSpPr>
          <p:spPr>
            <a:xfrm>
              <a:off x="6163335" y="1860888"/>
              <a:ext cx="22320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grpSp>
        <p:nvGrpSpPr>
          <p:cNvPr id="24" name="组合 23"/>
          <p:cNvGrpSpPr/>
          <p:nvPr/>
        </p:nvGrpSpPr>
        <p:grpSpPr>
          <a:xfrm>
            <a:off x="8715393" y="1588168"/>
            <a:ext cx="2234557" cy="4102769"/>
            <a:chOff x="8715393" y="1588168"/>
            <a:chExt cx="2234557" cy="4102769"/>
          </a:xfrm>
        </p:grpSpPr>
        <p:sp>
          <p:nvSpPr>
            <p:cNvPr id="81" name="矩形 80"/>
            <p:cNvSpPr/>
            <p:nvPr/>
          </p:nvSpPr>
          <p:spPr>
            <a:xfrm>
              <a:off x="8715393" y="1588169"/>
              <a:ext cx="2234557" cy="4102768"/>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84" name="矩形 83"/>
            <p:cNvSpPr/>
            <p:nvPr/>
          </p:nvSpPr>
          <p:spPr>
            <a:xfrm>
              <a:off x="8717950" y="1588168"/>
              <a:ext cx="2232000" cy="7200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86" name="矩形 85"/>
          <p:cNvSpPr/>
          <p:nvPr/>
        </p:nvSpPr>
        <p:spPr>
          <a:xfrm>
            <a:off x="1245999" y="3331353"/>
            <a:ext cx="1843102" cy="177856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49" name="文本框 48"/>
          <p:cNvSpPr txBox="1"/>
          <p:nvPr/>
        </p:nvSpPr>
        <p:spPr>
          <a:xfrm>
            <a:off x="1674065" y="2707859"/>
            <a:ext cx="986970" cy="400110"/>
          </a:xfrm>
          <a:prstGeom prst="rect">
            <a:avLst/>
          </a:prstGeom>
          <a:noFill/>
        </p:spPr>
        <p:txBody>
          <a:bodyPr wrap="square" rtlCol="0">
            <a:spAutoFit/>
          </a:bodyPr>
          <a:lstStyle/>
          <a:p>
            <a:pPr algn="ctr"/>
            <a:r>
              <a:rPr lang="zh-CN" altLang="en-US" sz="2000" b="1" dirty="0">
                <a:solidFill>
                  <a:schemeClr val="accent1"/>
                </a:solidFill>
              </a:rPr>
              <a:t>阶段一</a:t>
            </a:r>
          </a:p>
        </p:txBody>
      </p:sp>
      <p:sp>
        <p:nvSpPr>
          <p:cNvPr id="88" name="文本框 87"/>
          <p:cNvSpPr txBox="1"/>
          <p:nvPr/>
        </p:nvSpPr>
        <p:spPr>
          <a:xfrm>
            <a:off x="4229957" y="2204095"/>
            <a:ext cx="986970" cy="400110"/>
          </a:xfrm>
          <a:prstGeom prst="rect">
            <a:avLst/>
          </a:prstGeom>
          <a:noFill/>
        </p:spPr>
        <p:txBody>
          <a:bodyPr wrap="square" rtlCol="0">
            <a:spAutoFit/>
          </a:bodyPr>
          <a:lstStyle/>
          <a:p>
            <a:pPr algn="ctr"/>
            <a:r>
              <a:rPr lang="zh-CN" altLang="en-US" sz="2000" b="1" dirty="0">
                <a:solidFill>
                  <a:schemeClr val="accent1"/>
                </a:solidFill>
              </a:rPr>
              <a:t>阶段二</a:t>
            </a:r>
          </a:p>
        </p:txBody>
      </p:sp>
      <p:sp>
        <p:nvSpPr>
          <p:cNvPr id="89" name="文本框 88"/>
          <p:cNvSpPr txBox="1"/>
          <p:nvPr/>
        </p:nvSpPr>
        <p:spPr>
          <a:xfrm>
            <a:off x="6784571" y="1700331"/>
            <a:ext cx="986970" cy="400110"/>
          </a:xfrm>
          <a:prstGeom prst="rect">
            <a:avLst/>
          </a:prstGeom>
          <a:noFill/>
        </p:spPr>
        <p:txBody>
          <a:bodyPr wrap="square" rtlCol="0">
            <a:spAutoFit/>
          </a:bodyPr>
          <a:lstStyle/>
          <a:p>
            <a:pPr algn="ctr"/>
            <a:r>
              <a:rPr lang="zh-CN" altLang="en-US" sz="2000" b="1" dirty="0">
                <a:solidFill>
                  <a:schemeClr val="accent1"/>
                </a:solidFill>
              </a:rPr>
              <a:t>阶段三</a:t>
            </a:r>
          </a:p>
        </p:txBody>
      </p:sp>
      <p:sp>
        <p:nvSpPr>
          <p:cNvPr id="96" name="文本框 95"/>
          <p:cNvSpPr txBox="1"/>
          <p:nvPr/>
        </p:nvSpPr>
        <p:spPr>
          <a:xfrm>
            <a:off x="9339186" y="1196567"/>
            <a:ext cx="986970" cy="400110"/>
          </a:xfrm>
          <a:prstGeom prst="rect">
            <a:avLst/>
          </a:prstGeom>
          <a:noFill/>
        </p:spPr>
        <p:txBody>
          <a:bodyPr wrap="square" rtlCol="0">
            <a:spAutoFit/>
          </a:bodyPr>
          <a:lstStyle/>
          <a:p>
            <a:pPr algn="ctr"/>
            <a:r>
              <a:rPr lang="zh-CN" altLang="en-US" sz="2000" b="1" dirty="0">
                <a:solidFill>
                  <a:schemeClr val="accent1"/>
                </a:solidFill>
              </a:rPr>
              <a:t>阶段四</a:t>
            </a:r>
          </a:p>
        </p:txBody>
      </p:sp>
      <p:sp>
        <p:nvSpPr>
          <p:cNvPr id="100" name="矩形 99"/>
          <p:cNvSpPr/>
          <p:nvPr/>
        </p:nvSpPr>
        <p:spPr>
          <a:xfrm>
            <a:off x="3801891" y="2804150"/>
            <a:ext cx="1843102" cy="177856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101" name="矩形 100"/>
          <p:cNvSpPr/>
          <p:nvPr/>
        </p:nvSpPr>
        <p:spPr>
          <a:xfrm>
            <a:off x="6357783" y="2262433"/>
            <a:ext cx="1843102" cy="177856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102" name="矩形 101"/>
          <p:cNvSpPr/>
          <p:nvPr/>
        </p:nvSpPr>
        <p:spPr>
          <a:xfrm>
            <a:off x="8911120" y="1720716"/>
            <a:ext cx="1843102" cy="177856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a:t>
            </a:r>
          </a:p>
        </p:txBody>
      </p:sp>
      <p:sp>
        <p:nvSpPr>
          <p:cNvPr id="50" name="矩形 49"/>
          <p:cNvSpPr/>
          <p:nvPr/>
        </p:nvSpPr>
        <p:spPr>
          <a:xfrm>
            <a:off x="1051550" y="5217232"/>
            <a:ext cx="2231962" cy="473704"/>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000" b="1" dirty="0"/>
              <a:t>25%</a:t>
            </a:r>
            <a:endParaRPr lang="zh-CN" altLang="en-US" sz="2000" b="1" dirty="0"/>
          </a:p>
        </p:txBody>
      </p:sp>
      <p:sp>
        <p:nvSpPr>
          <p:cNvPr id="103" name="矩形 102"/>
          <p:cNvSpPr/>
          <p:nvPr/>
        </p:nvSpPr>
        <p:spPr>
          <a:xfrm>
            <a:off x="3608719" y="4721173"/>
            <a:ext cx="2232000" cy="969763"/>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400" b="1"/>
              <a:t>45</a:t>
            </a:r>
            <a:r>
              <a:rPr lang="en-US" altLang="zh-CN" sz="2400" b="1" dirty="0"/>
              <a:t>%</a:t>
            </a:r>
            <a:endParaRPr lang="zh-CN" altLang="en-US" sz="2400" b="1" dirty="0"/>
          </a:p>
        </p:txBody>
      </p:sp>
      <p:sp>
        <p:nvSpPr>
          <p:cNvPr id="104" name="矩形 103"/>
          <p:cNvSpPr/>
          <p:nvPr/>
        </p:nvSpPr>
        <p:spPr>
          <a:xfrm>
            <a:off x="6160778" y="4168281"/>
            <a:ext cx="2231962" cy="1522656"/>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800" b="1" dirty="0"/>
              <a:t>75%</a:t>
            </a:r>
            <a:endParaRPr lang="zh-CN" altLang="en-US" sz="2800" b="1" dirty="0"/>
          </a:p>
        </p:txBody>
      </p:sp>
      <p:sp>
        <p:nvSpPr>
          <p:cNvPr id="105" name="矩形 104"/>
          <p:cNvSpPr/>
          <p:nvPr/>
        </p:nvSpPr>
        <p:spPr>
          <a:xfrm>
            <a:off x="8717987" y="3588856"/>
            <a:ext cx="2231962" cy="2102080"/>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b="1" dirty="0"/>
              <a:t>85%</a:t>
            </a:r>
            <a:endParaRPr lang="zh-CN" altLang="en-US" sz="3200" b="1" dirty="0"/>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文本占位符 116"/>
          <p:cNvSpPr>
            <a:spLocks noGrp="1"/>
          </p:cNvSpPr>
          <p:nvPr>
            <p:ph type="body" sz="quarter" idx="10"/>
          </p:nvPr>
        </p:nvSpPr>
        <p:spPr/>
        <p:txBody>
          <a:bodyPr/>
          <a:lstStyle/>
          <a:p>
            <a:r>
              <a:rPr lang="zh-CN" altLang="en-US" dirty="0">
                <a:solidFill>
                  <a:schemeClr val="accent1"/>
                </a:solidFill>
              </a:rPr>
              <a:t>总分图示</a:t>
            </a:r>
          </a:p>
        </p:txBody>
      </p:sp>
      <p:cxnSp>
        <p:nvCxnSpPr>
          <p:cNvPr id="7" name="直接连接符 6"/>
          <p:cNvCxnSpPr/>
          <p:nvPr/>
        </p:nvCxnSpPr>
        <p:spPr>
          <a:xfrm>
            <a:off x="23161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3161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87" name="任意多边形: 形状 86"/>
          <p:cNvSpPr/>
          <p:nvPr/>
        </p:nvSpPr>
        <p:spPr>
          <a:xfrm>
            <a:off x="724188" y="1420065"/>
            <a:ext cx="10642312" cy="4410925"/>
          </a:xfrm>
          <a:custGeom>
            <a:avLst/>
            <a:gdLst>
              <a:gd name="connsiteX0" fmla="*/ 450609 w 10984074"/>
              <a:gd name="connsiteY0" fmla="*/ 0 h 4410925"/>
              <a:gd name="connsiteX1" fmla="*/ 10533466 w 10984074"/>
              <a:gd name="connsiteY1" fmla="*/ 0 h 4410925"/>
              <a:gd name="connsiteX2" fmla="*/ 10552483 w 10984074"/>
              <a:gd name="connsiteY2" fmla="*/ 42065 h 4410925"/>
              <a:gd name="connsiteX3" fmla="*/ 10984074 w 10984074"/>
              <a:gd name="connsiteY3" fmla="*/ 2179813 h 4410925"/>
              <a:gd name="connsiteX4" fmla="*/ 10552483 w 10984074"/>
              <a:gd name="connsiteY4" fmla="*/ 4317562 h 4410925"/>
              <a:gd name="connsiteX5" fmla="*/ 10507507 w 10984074"/>
              <a:gd name="connsiteY5" fmla="*/ 4410925 h 4410925"/>
              <a:gd name="connsiteX6" fmla="*/ 476567 w 10984074"/>
              <a:gd name="connsiteY6" fmla="*/ 4410925 h 4410925"/>
              <a:gd name="connsiteX7" fmla="*/ 431592 w 10984074"/>
              <a:gd name="connsiteY7" fmla="*/ 4317562 h 4410925"/>
              <a:gd name="connsiteX8" fmla="*/ 0 w 10984074"/>
              <a:gd name="connsiteY8" fmla="*/ 2179813 h 4410925"/>
              <a:gd name="connsiteX9" fmla="*/ 431592 w 10984074"/>
              <a:gd name="connsiteY9" fmla="*/ 42065 h 441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4074" h="4410925">
                <a:moveTo>
                  <a:pt x="450609" y="0"/>
                </a:moveTo>
                <a:lnTo>
                  <a:pt x="10533466" y="0"/>
                </a:lnTo>
                <a:lnTo>
                  <a:pt x="10552483" y="42065"/>
                </a:lnTo>
                <a:cubicBezTo>
                  <a:pt x="10830395" y="699123"/>
                  <a:pt x="10984074" y="1421521"/>
                  <a:pt x="10984074" y="2179813"/>
                </a:cubicBezTo>
                <a:cubicBezTo>
                  <a:pt x="10984074" y="2938105"/>
                  <a:pt x="10830395" y="3660504"/>
                  <a:pt x="10552483" y="4317562"/>
                </a:cubicBezTo>
                <a:lnTo>
                  <a:pt x="10507507" y="4410925"/>
                </a:lnTo>
                <a:lnTo>
                  <a:pt x="476567" y="4410925"/>
                </a:lnTo>
                <a:lnTo>
                  <a:pt x="431592" y="4317562"/>
                </a:lnTo>
                <a:cubicBezTo>
                  <a:pt x="153680" y="3660504"/>
                  <a:pt x="0" y="2938105"/>
                  <a:pt x="0" y="2179813"/>
                </a:cubicBezTo>
                <a:cubicBezTo>
                  <a:pt x="0" y="1421521"/>
                  <a:pt x="153680" y="699123"/>
                  <a:pt x="431592" y="42065"/>
                </a:cubicBezTo>
                <a:close/>
              </a:path>
            </a:pathLst>
          </a:custGeom>
          <a:gradFill>
            <a:gsLst>
              <a:gs pos="100000">
                <a:schemeClr val="accent1">
                  <a:alpha val="10000"/>
                </a:schemeClr>
              </a:gs>
              <a:gs pos="0">
                <a:schemeClr val="accent1">
                  <a:alpha val="10000"/>
                </a:schemeClr>
              </a:gs>
              <a:gs pos="69049">
                <a:schemeClr val="accent1">
                  <a:alpha val="0"/>
                </a:schemeClr>
              </a:gs>
              <a:gs pos="28336">
                <a:schemeClr val="accent1">
                  <a:alpha val="0"/>
                </a:schemeClr>
              </a:gs>
              <a:gs pos="46000">
                <a:schemeClr val="accent1">
                  <a:alpha val="1000"/>
                </a:schemeClr>
              </a:gs>
            </a:gsLst>
            <a:lin ang="0" scaled="1"/>
          </a:gradFill>
          <a:ln w="6350">
            <a:gradFill flip="none" rotWithShape="1">
              <a:gsLst>
                <a:gs pos="75000">
                  <a:schemeClr val="accent1">
                    <a:alpha val="0"/>
                  </a:schemeClr>
                </a:gs>
                <a:gs pos="20000">
                  <a:schemeClr val="accent1">
                    <a:alpha val="0"/>
                  </a:schemeClr>
                </a:gs>
                <a:gs pos="0">
                  <a:schemeClr val="accent1"/>
                </a:gs>
                <a:gs pos="100000">
                  <a:schemeClr val="accent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DIN"/>
              <a:ea typeface="方正兰亭细黑_GBK"/>
              <a:cs typeface="+mn-cs"/>
            </a:endParaRPr>
          </a:p>
        </p:txBody>
      </p:sp>
      <p:sp>
        <p:nvSpPr>
          <p:cNvPr id="61" name="矩形 60"/>
          <p:cNvSpPr/>
          <p:nvPr/>
        </p:nvSpPr>
        <p:spPr>
          <a:xfrm>
            <a:off x="1206214" y="1774045"/>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62" name="文本框 61"/>
          <p:cNvSpPr txBox="1"/>
          <p:nvPr/>
        </p:nvSpPr>
        <p:spPr>
          <a:xfrm flipH="1">
            <a:off x="1039667" y="2126444"/>
            <a:ext cx="334728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a:t>
            </a:r>
          </a:p>
        </p:txBody>
      </p:sp>
      <p:sp>
        <p:nvSpPr>
          <p:cNvPr id="88" name="矩形 87"/>
          <p:cNvSpPr/>
          <p:nvPr/>
        </p:nvSpPr>
        <p:spPr>
          <a:xfrm>
            <a:off x="955477" y="3179719"/>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89" name="文本框 88"/>
          <p:cNvSpPr txBox="1"/>
          <p:nvPr/>
        </p:nvSpPr>
        <p:spPr>
          <a:xfrm flipH="1">
            <a:off x="955477" y="3532118"/>
            <a:ext cx="334728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a:t>
            </a:r>
          </a:p>
        </p:txBody>
      </p:sp>
      <p:sp>
        <p:nvSpPr>
          <p:cNvPr id="92" name="矩形 91"/>
          <p:cNvSpPr/>
          <p:nvPr/>
        </p:nvSpPr>
        <p:spPr>
          <a:xfrm>
            <a:off x="1122024" y="4585392"/>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93" name="文本框 92"/>
          <p:cNvSpPr txBox="1"/>
          <p:nvPr/>
        </p:nvSpPr>
        <p:spPr>
          <a:xfrm flipH="1">
            <a:off x="1206214" y="4913186"/>
            <a:ext cx="334728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a:t>
            </a:r>
          </a:p>
        </p:txBody>
      </p:sp>
      <p:sp>
        <p:nvSpPr>
          <p:cNvPr id="94" name="椭圆 93"/>
          <p:cNvSpPr>
            <a:spLocks noChangeAspect="1"/>
          </p:cNvSpPr>
          <p:nvPr/>
        </p:nvSpPr>
        <p:spPr>
          <a:xfrm>
            <a:off x="796332" y="2002287"/>
            <a:ext cx="252000" cy="25200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5" name="椭圆 94"/>
          <p:cNvSpPr>
            <a:spLocks noChangeAspect="1"/>
          </p:cNvSpPr>
          <p:nvPr/>
        </p:nvSpPr>
        <p:spPr>
          <a:xfrm>
            <a:off x="598045" y="3453625"/>
            <a:ext cx="252000" cy="25200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6" name="椭圆 95"/>
          <p:cNvSpPr>
            <a:spLocks noChangeAspect="1"/>
          </p:cNvSpPr>
          <p:nvPr/>
        </p:nvSpPr>
        <p:spPr>
          <a:xfrm>
            <a:off x="796332" y="4904964"/>
            <a:ext cx="252000" cy="25200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9" name="椭圆 98"/>
          <p:cNvSpPr>
            <a:spLocks noChangeAspect="1"/>
          </p:cNvSpPr>
          <p:nvPr/>
        </p:nvSpPr>
        <p:spPr>
          <a:xfrm flipH="1">
            <a:off x="11025137" y="2002287"/>
            <a:ext cx="252000" cy="25200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0" name="椭圆 99"/>
          <p:cNvSpPr>
            <a:spLocks noChangeAspect="1"/>
          </p:cNvSpPr>
          <p:nvPr/>
        </p:nvSpPr>
        <p:spPr>
          <a:xfrm flipH="1">
            <a:off x="11223424" y="3453625"/>
            <a:ext cx="252000" cy="25200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1" name="椭圆 100"/>
          <p:cNvSpPr>
            <a:spLocks noChangeAspect="1"/>
          </p:cNvSpPr>
          <p:nvPr/>
        </p:nvSpPr>
        <p:spPr>
          <a:xfrm flipH="1">
            <a:off x="11025137" y="4904964"/>
            <a:ext cx="252000" cy="25200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5" name="矩形 114"/>
          <p:cNvSpPr/>
          <p:nvPr/>
        </p:nvSpPr>
        <p:spPr>
          <a:xfrm flipH="1">
            <a:off x="9337565" y="1774045"/>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116" name="文本框 115"/>
          <p:cNvSpPr txBox="1"/>
          <p:nvPr/>
        </p:nvSpPr>
        <p:spPr>
          <a:xfrm>
            <a:off x="7726489" y="2126444"/>
            <a:ext cx="334728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a:t>
            </a:r>
          </a:p>
        </p:txBody>
      </p:sp>
      <p:sp>
        <p:nvSpPr>
          <p:cNvPr id="113" name="矩形 112"/>
          <p:cNvSpPr/>
          <p:nvPr/>
        </p:nvSpPr>
        <p:spPr>
          <a:xfrm flipH="1">
            <a:off x="9588302" y="3179719"/>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114" name="文本框 113"/>
          <p:cNvSpPr txBox="1"/>
          <p:nvPr/>
        </p:nvSpPr>
        <p:spPr>
          <a:xfrm>
            <a:off x="7810679" y="3532118"/>
            <a:ext cx="334728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a:t>
            </a:r>
          </a:p>
        </p:txBody>
      </p:sp>
      <p:sp>
        <p:nvSpPr>
          <p:cNvPr id="111" name="矩形 110"/>
          <p:cNvSpPr/>
          <p:nvPr/>
        </p:nvSpPr>
        <p:spPr>
          <a:xfrm flipH="1">
            <a:off x="9421755" y="4585392"/>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112" name="文本框 111"/>
          <p:cNvSpPr txBox="1"/>
          <p:nvPr/>
        </p:nvSpPr>
        <p:spPr>
          <a:xfrm>
            <a:off x="7559942" y="4913186"/>
            <a:ext cx="334728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a:t>
            </a:r>
          </a:p>
        </p:txBody>
      </p:sp>
      <p:sp>
        <p:nvSpPr>
          <p:cNvPr id="118" name="文本占位符 117"/>
          <p:cNvSpPr>
            <a:spLocks noGrp="1"/>
          </p:cNvSpPr>
          <p:nvPr>
            <p:ph type="body" sz="quarter" idx="11"/>
          </p:nvPr>
        </p:nvSpPr>
        <p:spPr/>
        <p:txBody>
          <a:bodyPr/>
          <a:lstStyle/>
          <a:p>
            <a:endParaRPr lang="zh-CN" altLang="en-US"/>
          </a:p>
        </p:txBody>
      </p:sp>
      <p:sp>
        <p:nvSpPr>
          <p:cNvPr id="27" name="椭圆 26"/>
          <p:cNvSpPr/>
          <p:nvPr/>
        </p:nvSpPr>
        <p:spPr>
          <a:xfrm>
            <a:off x="4993534" y="2326535"/>
            <a:ext cx="2204931" cy="2204931"/>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2400" b="1" dirty="0">
                <a:solidFill>
                  <a:schemeClr val="accent1"/>
                </a:solidFill>
              </a:rPr>
              <a:t>在此输入</a:t>
            </a:r>
            <a:endParaRPr lang="en-US" altLang="zh-CN" sz="2400" b="1" dirty="0">
              <a:solidFill>
                <a:schemeClr val="accent1"/>
              </a:solidFill>
            </a:endParaRPr>
          </a:p>
          <a:p>
            <a:pPr algn="ctr">
              <a:lnSpc>
                <a:spcPct val="130000"/>
              </a:lnSpc>
            </a:pPr>
            <a:r>
              <a:rPr lang="zh-CN" altLang="en-US" sz="2400" b="1" dirty="0">
                <a:solidFill>
                  <a:schemeClr val="accent1"/>
                </a:solidFill>
              </a:rPr>
              <a:t>标题</a:t>
            </a:r>
          </a:p>
        </p:txBody>
      </p:sp>
      <p:sp>
        <p:nvSpPr>
          <p:cNvPr id="28" name="椭圆 27"/>
          <p:cNvSpPr/>
          <p:nvPr/>
        </p:nvSpPr>
        <p:spPr>
          <a:xfrm>
            <a:off x="4878563" y="2211564"/>
            <a:ext cx="2434878" cy="2434878"/>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4622873" y="1955874"/>
            <a:ext cx="2946253" cy="2946253"/>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olidFill>
                  <a:schemeClr val="accent1"/>
                </a:solidFill>
              </a:rPr>
              <a:t>并列图示</a:t>
            </a:r>
          </a:p>
        </p:txBody>
      </p:sp>
      <p:sp>
        <p:nvSpPr>
          <p:cNvPr id="8" name="任意多边形: 形状 7"/>
          <p:cNvSpPr/>
          <p:nvPr/>
        </p:nvSpPr>
        <p:spPr>
          <a:xfrm>
            <a:off x="6819795" y="1987852"/>
            <a:ext cx="1930400" cy="508000"/>
          </a:xfrm>
          <a:custGeom>
            <a:avLst/>
            <a:gdLst>
              <a:gd name="connsiteX0" fmla="*/ 0 w 1930400"/>
              <a:gd name="connsiteY0" fmla="*/ 508000 h 508000"/>
              <a:gd name="connsiteX1" fmla="*/ 762000 w 1930400"/>
              <a:gd name="connsiteY1" fmla="*/ 508000 h 508000"/>
              <a:gd name="connsiteX2" fmla="*/ 762000 w 1930400"/>
              <a:gd name="connsiteY2" fmla="*/ 0 h 508000"/>
              <a:gd name="connsiteX3" fmla="*/ 1930400 w 1930400"/>
              <a:gd name="connsiteY3" fmla="*/ 0 h 508000"/>
            </a:gdLst>
            <a:ahLst/>
            <a:cxnLst>
              <a:cxn ang="0">
                <a:pos x="connsiteX0" y="connsiteY0"/>
              </a:cxn>
              <a:cxn ang="0">
                <a:pos x="connsiteX1" y="connsiteY1"/>
              </a:cxn>
              <a:cxn ang="0">
                <a:pos x="connsiteX2" y="connsiteY2"/>
              </a:cxn>
              <a:cxn ang="0">
                <a:pos x="connsiteX3" y="connsiteY3"/>
              </a:cxn>
            </a:cxnLst>
            <a:rect l="l" t="t" r="r" b="b"/>
            <a:pathLst>
              <a:path w="1930400" h="508000">
                <a:moveTo>
                  <a:pt x="0" y="508000"/>
                </a:moveTo>
                <a:lnTo>
                  <a:pt x="762000" y="508000"/>
                </a:lnTo>
                <a:lnTo>
                  <a:pt x="762000" y="0"/>
                </a:lnTo>
                <a:lnTo>
                  <a:pt x="1930400" y="0"/>
                </a:lnTo>
              </a:path>
            </a:pathLst>
          </a:custGeom>
          <a:noFill/>
          <a:ln>
            <a:solidFill>
              <a:schemeClr val="accent1"/>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flipV="1">
            <a:off x="6819795" y="3878844"/>
            <a:ext cx="1930400" cy="508000"/>
          </a:xfrm>
          <a:custGeom>
            <a:avLst/>
            <a:gdLst>
              <a:gd name="connsiteX0" fmla="*/ 0 w 1930400"/>
              <a:gd name="connsiteY0" fmla="*/ 508000 h 508000"/>
              <a:gd name="connsiteX1" fmla="*/ 762000 w 1930400"/>
              <a:gd name="connsiteY1" fmla="*/ 508000 h 508000"/>
              <a:gd name="connsiteX2" fmla="*/ 762000 w 1930400"/>
              <a:gd name="connsiteY2" fmla="*/ 0 h 508000"/>
              <a:gd name="connsiteX3" fmla="*/ 1930400 w 1930400"/>
              <a:gd name="connsiteY3" fmla="*/ 0 h 508000"/>
            </a:gdLst>
            <a:ahLst/>
            <a:cxnLst>
              <a:cxn ang="0">
                <a:pos x="connsiteX0" y="connsiteY0"/>
              </a:cxn>
              <a:cxn ang="0">
                <a:pos x="connsiteX1" y="connsiteY1"/>
              </a:cxn>
              <a:cxn ang="0">
                <a:pos x="connsiteX2" y="connsiteY2"/>
              </a:cxn>
              <a:cxn ang="0">
                <a:pos x="connsiteX3" y="connsiteY3"/>
              </a:cxn>
            </a:cxnLst>
            <a:rect l="l" t="t" r="r" b="b"/>
            <a:pathLst>
              <a:path w="1930400" h="508000">
                <a:moveTo>
                  <a:pt x="0" y="508000"/>
                </a:moveTo>
                <a:lnTo>
                  <a:pt x="762000" y="508000"/>
                </a:lnTo>
                <a:lnTo>
                  <a:pt x="762000" y="0"/>
                </a:lnTo>
                <a:lnTo>
                  <a:pt x="1930400" y="0"/>
                </a:lnTo>
              </a:path>
            </a:pathLst>
          </a:custGeom>
          <a:noFill/>
          <a:ln>
            <a:solidFill>
              <a:schemeClr val="accent1"/>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flipH="1">
            <a:off x="3111246" y="1987852"/>
            <a:ext cx="1930400" cy="508000"/>
          </a:xfrm>
          <a:custGeom>
            <a:avLst/>
            <a:gdLst>
              <a:gd name="connsiteX0" fmla="*/ 0 w 1930400"/>
              <a:gd name="connsiteY0" fmla="*/ 508000 h 508000"/>
              <a:gd name="connsiteX1" fmla="*/ 762000 w 1930400"/>
              <a:gd name="connsiteY1" fmla="*/ 508000 h 508000"/>
              <a:gd name="connsiteX2" fmla="*/ 762000 w 1930400"/>
              <a:gd name="connsiteY2" fmla="*/ 0 h 508000"/>
              <a:gd name="connsiteX3" fmla="*/ 1930400 w 1930400"/>
              <a:gd name="connsiteY3" fmla="*/ 0 h 508000"/>
            </a:gdLst>
            <a:ahLst/>
            <a:cxnLst>
              <a:cxn ang="0">
                <a:pos x="connsiteX0" y="connsiteY0"/>
              </a:cxn>
              <a:cxn ang="0">
                <a:pos x="connsiteX1" y="connsiteY1"/>
              </a:cxn>
              <a:cxn ang="0">
                <a:pos x="connsiteX2" y="connsiteY2"/>
              </a:cxn>
              <a:cxn ang="0">
                <a:pos x="connsiteX3" y="connsiteY3"/>
              </a:cxn>
            </a:cxnLst>
            <a:rect l="l" t="t" r="r" b="b"/>
            <a:pathLst>
              <a:path w="1930400" h="508000">
                <a:moveTo>
                  <a:pt x="0" y="508000"/>
                </a:moveTo>
                <a:lnTo>
                  <a:pt x="762000" y="508000"/>
                </a:lnTo>
                <a:lnTo>
                  <a:pt x="762000" y="0"/>
                </a:lnTo>
                <a:lnTo>
                  <a:pt x="1930400" y="0"/>
                </a:lnTo>
              </a:path>
            </a:pathLst>
          </a:custGeom>
          <a:noFill/>
          <a:ln>
            <a:solidFill>
              <a:schemeClr val="accent1"/>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flipH="1" flipV="1">
            <a:off x="3111246" y="3878844"/>
            <a:ext cx="1930400" cy="508000"/>
          </a:xfrm>
          <a:custGeom>
            <a:avLst/>
            <a:gdLst>
              <a:gd name="connsiteX0" fmla="*/ 0 w 1930400"/>
              <a:gd name="connsiteY0" fmla="*/ 508000 h 508000"/>
              <a:gd name="connsiteX1" fmla="*/ 762000 w 1930400"/>
              <a:gd name="connsiteY1" fmla="*/ 508000 h 508000"/>
              <a:gd name="connsiteX2" fmla="*/ 762000 w 1930400"/>
              <a:gd name="connsiteY2" fmla="*/ 0 h 508000"/>
              <a:gd name="connsiteX3" fmla="*/ 1930400 w 1930400"/>
              <a:gd name="connsiteY3" fmla="*/ 0 h 508000"/>
            </a:gdLst>
            <a:ahLst/>
            <a:cxnLst>
              <a:cxn ang="0">
                <a:pos x="connsiteX0" y="connsiteY0"/>
              </a:cxn>
              <a:cxn ang="0">
                <a:pos x="connsiteX1" y="connsiteY1"/>
              </a:cxn>
              <a:cxn ang="0">
                <a:pos x="connsiteX2" y="connsiteY2"/>
              </a:cxn>
              <a:cxn ang="0">
                <a:pos x="connsiteX3" y="connsiteY3"/>
              </a:cxn>
            </a:cxnLst>
            <a:rect l="l" t="t" r="r" b="b"/>
            <a:pathLst>
              <a:path w="1930400" h="508000">
                <a:moveTo>
                  <a:pt x="0" y="508000"/>
                </a:moveTo>
                <a:lnTo>
                  <a:pt x="762000" y="508000"/>
                </a:lnTo>
                <a:lnTo>
                  <a:pt x="762000" y="0"/>
                </a:lnTo>
                <a:lnTo>
                  <a:pt x="1930400" y="0"/>
                </a:lnTo>
              </a:path>
            </a:pathLst>
          </a:custGeom>
          <a:noFill/>
          <a:ln>
            <a:solidFill>
              <a:schemeClr val="accent1"/>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4605096" y="1814959"/>
            <a:ext cx="2803498" cy="2921281"/>
            <a:chOff x="4136908" y="1104899"/>
            <a:chExt cx="3918185" cy="4082799"/>
          </a:xfrm>
        </p:grpSpPr>
        <p:sp>
          <p:nvSpPr>
            <p:cNvPr id="14" name="任意多边形: 形状 13"/>
            <p:cNvSpPr>
              <a:spLocks noChangeAspect="1"/>
            </p:cNvSpPr>
            <p:nvPr/>
          </p:nvSpPr>
          <p:spPr bwMode="auto">
            <a:xfrm>
              <a:off x="4136908" y="1104900"/>
              <a:ext cx="1925600" cy="4082798"/>
            </a:xfrm>
            <a:custGeom>
              <a:avLst/>
              <a:gdLst>
                <a:gd name="connsiteX0" fmla="*/ 691728 w 1925600"/>
                <a:gd name="connsiteY0" fmla="*/ 2074864 h 4082798"/>
                <a:gd name="connsiteX1" fmla="*/ 631555 w 1925600"/>
                <a:gd name="connsiteY1" fmla="*/ 2121199 h 4082798"/>
                <a:gd name="connsiteX2" fmla="*/ 672795 w 1925600"/>
                <a:gd name="connsiteY2" fmla="*/ 2208730 h 4082798"/>
                <a:gd name="connsiteX3" fmla="*/ 755290 w 1925600"/>
                <a:gd name="connsiteY3" fmla="*/ 2388923 h 4082798"/>
                <a:gd name="connsiteX4" fmla="*/ 920265 w 1925600"/>
                <a:gd name="connsiteY4" fmla="*/ 2744178 h 4082798"/>
                <a:gd name="connsiteX5" fmla="*/ 940885 w 1925600"/>
                <a:gd name="connsiteY5" fmla="*/ 2749323 h 4082798"/>
                <a:gd name="connsiteX6" fmla="*/ 1007911 w 1925600"/>
                <a:gd name="connsiteY6" fmla="*/ 2702985 h 4082798"/>
                <a:gd name="connsiteX7" fmla="*/ 966664 w 1925600"/>
                <a:gd name="connsiteY7" fmla="*/ 2615461 h 4082798"/>
                <a:gd name="connsiteX8" fmla="*/ 884176 w 1925600"/>
                <a:gd name="connsiteY8" fmla="*/ 2435261 h 4082798"/>
                <a:gd name="connsiteX9" fmla="*/ 719201 w 1925600"/>
                <a:gd name="connsiteY9" fmla="*/ 2080013 h 4082798"/>
                <a:gd name="connsiteX10" fmla="*/ 691728 w 1925600"/>
                <a:gd name="connsiteY10" fmla="*/ 2074864 h 4082798"/>
                <a:gd name="connsiteX11" fmla="*/ 1569219 w 1925600"/>
                <a:gd name="connsiteY11" fmla="*/ 1892094 h 4082798"/>
                <a:gd name="connsiteX12" fmla="*/ 1518306 w 1925600"/>
                <a:gd name="connsiteY12" fmla="*/ 1915261 h 4082798"/>
                <a:gd name="connsiteX13" fmla="*/ 1373951 w 1925600"/>
                <a:gd name="connsiteY13" fmla="*/ 2265358 h 4082798"/>
                <a:gd name="connsiteX14" fmla="*/ 1477065 w 1925600"/>
                <a:gd name="connsiteY14" fmla="*/ 2569123 h 4082798"/>
                <a:gd name="connsiteX15" fmla="*/ 1373951 w 1925600"/>
                <a:gd name="connsiteY15" fmla="*/ 2867744 h 4082798"/>
                <a:gd name="connsiteX16" fmla="*/ 1518306 w 1925600"/>
                <a:gd name="connsiteY16" fmla="*/ 3222992 h 4082798"/>
                <a:gd name="connsiteX17" fmla="*/ 1569863 w 1925600"/>
                <a:gd name="connsiteY17" fmla="*/ 3243585 h 4082798"/>
                <a:gd name="connsiteX18" fmla="*/ 1616262 w 1925600"/>
                <a:gd name="connsiteY18" fmla="*/ 3222992 h 4082798"/>
                <a:gd name="connsiteX19" fmla="*/ 1616262 w 1925600"/>
                <a:gd name="connsiteY19" fmla="*/ 3125171 h 4082798"/>
                <a:gd name="connsiteX20" fmla="*/ 1513154 w 1925600"/>
                <a:gd name="connsiteY20" fmla="*/ 2867744 h 4082798"/>
                <a:gd name="connsiteX21" fmla="*/ 1616262 w 1925600"/>
                <a:gd name="connsiteY21" fmla="*/ 2615461 h 4082798"/>
                <a:gd name="connsiteX22" fmla="*/ 1616262 w 1925600"/>
                <a:gd name="connsiteY22" fmla="*/ 2517640 h 4082798"/>
                <a:gd name="connsiteX23" fmla="*/ 1513154 w 1925600"/>
                <a:gd name="connsiteY23" fmla="*/ 2265358 h 4082798"/>
                <a:gd name="connsiteX24" fmla="*/ 1616262 w 1925600"/>
                <a:gd name="connsiteY24" fmla="*/ 2007930 h 4082798"/>
                <a:gd name="connsiteX25" fmla="*/ 1616262 w 1925600"/>
                <a:gd name="connsiteY25" fmla="*/ 1915261 h 4082798"/>
                <a:gd name="connsiteX26" fmla="*/ 1569219 w 1925600"/>
                <a:gd name="connsiteY26" fmla="*/ 1892094 h 4082798"/>
                <a:gd name="connsiteX27" fmla="*/ 939920 w 1925600"/>
                <a:gd name="connsiteY27" fmla="*/ 1292285 h 4082798"/>
                <a:gd name="connsiteX28" fmla="*/ 879018 w 1925600"/>
                <a:gd name="connsiteY28" fmla="*/ 1338620 h 4082798"/>
                <a:gd name="connsiteX29" fmla="*/ 698574 w 1925600"/>
                <a:gd name="connsiteY29" fmla="*/ 1420999 h 4082798"/>
                <a:gd name="connsiteX30" fmla="*/ 342844 w 1925600"/>
                <a:gd name="connsiteY30" fmla="*/ 1585751 h 4082798"/>
                <a:gd name="connsiteX31" fmla="*/ 384085 w 1925600"/>
                <a:gd name="connsiteY31" fmla="*/ 1673275 h 4082798"/>
                <a:gd name="connsiteX32" fmla="*/ 404712 w 1925600"/>
                <a:gd name="connsiteY32" fmla="*/ 1673275 h 4082798"/>
                <a:gd name="connsiteX33" fmla="*/ 471731 w 1925600"/>
                <a:gd name="connsiteY33" fmla="*/ 1632089 h 4082798"/>
                <a:gd name="connsiteX34" fmla="*/ 652175 w 1925600"/>
                <a:gd name="connsiteY34" fmla="*/ 1549710 h 4082798"/>
                <a:gd name="connsiteX35" fmla="*/ 744973 w 1925600"/>
                <a:gd name="connsiteY35" fmla="*/ 1565158 h 4082798"/>
                <a:gd name="connsiteX36" fmla="*/ 1007911 w 1925600"/>
                <a:gd name="connsiteY36" fmla="*/ 1384958 h 4082798"/>
                <a:gd name="connsiteX37" fmla="*/ 966664 w 1925600"/>
                <a:gd name="connsiteY37" fmla="*/ 1297434 h 4082798"/>
                <a:gd name="connsiteX38" fmla="*/ 939920 w 1925600"/>
                <a:gd name="connsiteY38" fmla="*/ 1292285 h 4082798"/>
                <a:gd name="connsiteX39" fmla="*/ 1569863 w 1925600"/>
                <a:gd name="connsiteY39" fmla="*/ 0 h 4082798"/>
                <a:gd name="connsiteX40" fmla="*/ 1925600 w 1925600"/>
                <a:gd name="connsiteY40" fmla="*/ 288317 h 4082798"/>
                <a:gd name="connsiteX41" fmla="*/ 1925600 w 1925600"/>
                <a:gd name="connsiteY41" fmla="*/ 906145 h 4082798"/>
                <a:gd name="connsiteX42" fmla="*/ 1853422 w 1925600"/>
                <a:gd name="connsiteY42" fmla="*/ 839214 h 4082798"/>
                <a:gd name="connsiteX43" fmla="*/ 1306932 w 1925600"/>
                <a:gd name="connsiteY43" fmla="*/ 1390110 h 4082798"/>
                <a:gd name="connsiteX44" fmla="*/ 894486 w 1925600"/>
                <a:gd name="connsiteY44" fmla="*/ 1801992 h 4082798"/>
                <a:gd name="connsiteX45" fmla="*/ 822309 w 1925600"/>
                <a:gd name="connsiteY45" fmla="*/ 1868923 h 4082798"/>
                <a:gd name="connsiteX46" fmla="*/ 894486 w 1925600"/>
                <a:gd name="connsiteY46" fmla="*/ 1935854 h 4082798"/>
                <a:gd name="connsiteX47" fmla="*/ 1440977 w 1925600"/>
                <a:gd name="connsiteY47" fmla="*/ 1390110 h 4082798"/>
                <a:gd name="connsiteX48" fmla="*/ 1853422 w 1925600"/>
                <a:gd name="connsiteY48" fmla="*/ 978227 h 4082798"/>
                <a:gd name="connsiteX49" fmla="*/ 1925600 w 1925600"/>
                <a:gd name="connsiteY49" fmla="*/ 906145 h 4082798"/>
                <a:gd name="connsiteX50" fmla="*/ 1925600 w 1925600"/>
                <a:gd name="connsiteY50" fmla="*/ 3449529 h 4082798"/>
                <a:gd name="connsiteX51" fmla="*/ 1410040 w 1925600"/>
                <a:gd name="connsiteY51" fmla="*/ 4082798 h 4082798"/>
                <a:gd name="connsiteX52" fmla="*/ 1100709 w 1925600"/>
                <a:gd name="connsiteY52" fmla="*/ 3773888 h 4082798"/>
                <a:gd name="connsiteX53" fmla="*/ 997594 w 1925600"/>
                <a:gd name="connsiteY53" fmla="*/ 3670916 h 4082798"/>
                <a:gd name="connsiteX54" fmla="*/ 894486 w 1925600"/>
                <a:gd name="connsiteY54" fmla="*/ 3614281 h 4082798"/>
                <a:gd name="connsiteX55" fmla="*/ 894486 w 1925600"/>
                <a:gd name="connsiteY55" fmla="*/ 3310516 h 4082798"/>
                <a:gd name="connsiteX56" fmla="*/ 1234754 w 1925600"/>
                <a:gd name="connsiteY56" fmla="*/ 2965564 h 4082798"/>
                <a:gd name="connsiteX57" fmla="*/ 1306932 w 1925600"/>
                <a:gd name="connsiteY57" fmla="*/ 2898633 h 4082798"/>
                <a:gd name="connsiteX58" fmla="*/ 1234754 w 1925600"/>
                <a:gd name="connsiteY58" fmla="*/ 2831702 h 4082798"/>
                <a:gd name="connsiteX59" fmla="*/ 755290 w 1925600"/>
                <a:gd name="connsiteY59" fmla="*/ 3310516 h 4082798"/>
                <a:gd name="connsiteX60" fmla="*/ 755290 w 1925600"/>
                <a:gd name="connsiteY60" fmla="*/ 3398040 h 4082798"/>
                <a:gd name="connsiteX61" fmla="*/ 750131 w 1925600"/>
                <a:gd name="connsiteY61" fmla="*/ 3377447 h 4082798"/>
                <a:gd name="connsiteX62" fmla="*/ 693422 w 1925600"/>
                <a:gd name="connsiteY62" fmla="*/ 3279626 h 4082798"/>
                <a:gd name="connsiteX63" fmla="*/ 342844 w 1925600"/>
                <a:gd name="connsiteY63" fmla="*/ 2620613 h 4082798"/>
                <a:gd name="connsiteX64" fmla="*/ 183021 w 1925600"/>
                <a:gd name="connsiteY64" fmla="*/ 2358033 h 4082798"/>
                <a:gd name="connsiteX65" fmla="*/ 100533 w 1925600"/>
                <a:gd name="connsiteY65" fmla="*/ 2249916 h 4082798"/>
                <a:gd name="connsiteX66" fmla="*/ 100533 w 1925600"/>
                <a:gd name="connsiteY66" fmla="*/ 1554861 h 4082798"/>
                <a:gd name="connsiteX67" fmla="*/ 172711 w 1925600"/>
                <a:gd name="connsiteY67" fmla="*/ 1184165 h 4082798"/>
                <a:gd name="connsiteX68" fmla="*/ 430484 w 1925600"/>
                <a:gd name="connsiteY68" fmla="*/ 617827 h 4082798"/>
                <a:gd name="connsiteX69" fmla="*/ 755290 w 1925600"/>
                <a:gd name="connsiteY69" fmla="*/ 617827 h 4082798"/>
                <a:gd name="connsiteX70" fmla="*/ 1028531 w 1925600"/>
                <a:gd name="connsiteY70" fmla="*/ 890696 h 4082798"/>
                <a:gd name="connsiteX71" fmla="*/ 1100709 w 1925600"/>
                <a:gd name="connsiteY71" fmla="*/ 962779 h 4082798"/>
                <a:gd name="connsiteX72" fmla="*/ 1167728 w 1925600"/>
                <a:gd name="connsiteY72" fmla="*/ 890696 h 4082798"/>
                <a:gd name="connsiteX73" fmla="*/ 755290 w 1925600"/>
                <a:gd name="connsiteY73" fmla="*/ 478814 h 4082798"/>
                <a:gd name="connsiteX74" fmla="*/ 703732 w 1925600"/>
                <a:gd name="connsiteY74" fmla="*/ 478814 h 4082798"/>
                <a:gd name="connsiteX75" fmla="*/ 708884 w 1925600"/>
                <a:gd name="connsiteY75" fmla="*/ 468517 h 4082798"/>
                <a:gd name="connsiteX76" fmla="*/ 1085240 w 1925600"/>
                <a:gd name="connsiteY76" fmla="*/ 216241 h 4082798"/>
                <a:gd name="connsiteX77" fmla="*/ 1172887 w 1925600"/>
                <a:gd name="connsiteY77" fmla="*/ 221386 h 4082798"/>
                <a:gd name="connsiteX78" fmla="*/ 1260533 w 1925600"/>
                <a:gd name="connsiteY78" fmla="*/ 159607 h 4082798"/>
                <a:gd name="connsiteX79" fmla="*/ 1487376 w 1925600"/>
                <a:gd name="connsiteY79" fmla="*/ 20593 h 4082798"/>
                <a:gd name="connsiteX80" fmla="*/ 1569863 w 1925600"/>
                <a:gd name="connsiteY80" fmla="*/ 0 h 4082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925600" h="4082798">
                  <a:moveTo>
                    <a:pt x="691728" y="2074864"/>
                  </a:moveTo>
                  <a:cubicBezTo>
                    <a:pt x="664418" y="2075829"/>
                    <a:pt x="639287" y="2094173"/>
                    <a:pt x="631555" y="2121199"/>
                  </a:cubicBezTo>
                  <a:cubicBezTo>
                    <a:pt x="616086" y="2157240"/>
                    <a:pt x="636706" y="2193282"/>
                    <a:pt x="672795" y="2208730"/>
                  </a:cubicBezTo>
                  <a:cubicBezTo>
                    <a:pt x="744973" y="2234468"/>
                    <a:pt x="781062" y="2316847"/>
                    <a:pt x="755290" y="2388923"/>
                  </a:cubicBezTo>
                  <a:cubicBezTo>
                    <a:pt x="698574" y="2533088"/>
                    <a:pt x="775910" y="2692688"/>
                    <a:pt x="920265" y="2744178"/>
                  </a:cubicBezTo>
                  <a:cubicBezTo>
                    <a:pt x="925417" y="2749323"/>
                    <a:pt x="935734" y="2749323"/>
                    <a:pt x="940885" y="2749323"/>
                  </a:cubicBezTo>
                  <a:cubicBezTo>
                    <a:pt x="971822" y="2749323"/>
                    <a:pt x="997594" y="2733881"/>
                    <a:pt x="1007911" y="2702985"/>
                  </a:cubicBezTo>
                  <a:cubicBezTo>
                    <a:pt x="1018221" y="2666950"/>
                    <a:pt x="1002753" y="2630909"/>
                    <a:pt x="966664" y="2615461"/>
                  </a:cubicBezTo>
                  <a:cubicBezTo>
                    <a:pt x="894486" y="2589716"/>
                    <a:pt x="858398" y="2507344"/>
                    <a:pt x="884176" y="2435261"/>
                  </a:cubicBezTo>
                  <a:cubicBezTo>
                    <a:pt x="935734" y="2291102"/>
                    <a:pt x="863556" y="2131496"/>
                    <a:pt x="719201" y="2080013"/>
                  </a:cubicBezTo>
                  <a:cubicBezTo>
                    <a:pt x="710177" y="2076151"/>
                    <a:pt x="700832" y="2074542"/>
                    <a:pt x="691728" y="2074864"/>
                  </a:cubicBezTo>
                  <a:close/>
                  <a:moveTo>
                    <a:pt x="1569219" y="1892094"/>
                  </a:moveTo>
                  <a:cubicBezTo>
                    <a:pt x="1551819" y="1892094"/>
                    <a:pt x="1533775" y="1899816"/>
                    <a:pt x="1518306" y="1915261"/>
                  </a:cubicBezTo>
                  <a:cubicBezTo>
                    <a:pt x="1425508" y="2007930"/>
                    <a:pt x="1373951" y="2131496"/>
                    <a:pt x="1373951" y="2265358"/>
                  </a:cubicBezTo>
                  <a:cubicBezTo>
                    <a:pt x="1373951" y="2373482"/>
                    <a:pt x="1410040" y="2481599"/>
                    <a:pt x="1477065" y="2569123"/>
                  </a:cubicBezTo>
                  <a:cubicBezTo>
                    <a:pt x="1410040" y="2651502"/>
                    <a:pt x="1373951" y="2759619"/>
                    <a:pt x="1373951" y="2867744"/>
                  </a:cubicBezTo>
                  <a:cubicBezTo>
                    <a:pt x="1373951" y="3001606"/>
                    <a:pt x="1425508" y="3130316"/>
                    <a:pt x="1518306" y="3222992"/>
                  </a:cubicBezTo>
                  <a:cubicBezTo>
                    <a:pt x="1533775" y="3233288"/>
                    <a:pt x="1549243" y="3243585"/>
                    <a:pt x="1569863" y="3243585"/>
                  </a:cubicBezTo>
                  <a:cubicBezTo>
                    <a:pt x="1585332" y="3243585"/>
                    <a:pt x="1605952" y="3233288"/>
                    <a:pt x="1616262" y="3222992"/>
                  </a:cubicBezTo>
                  <a:cubicBezTo>
                    <a:pt x="1642041" y="3197247"/>
                    <a:pt x="1642041" y="3150909"/>
                    <a:pt x="1616262" y="3125171"/>
                  </a:cubicBezTo>
                  <a:cubicBezTo>
                    <a:pt x="1549243" y="3058240"/>
                    <a:pt x="1513154" y="2965564"/>
                    <a:pt x="1513154" y="2867744"/>
                  </a:cubicBezTo>
                  <a:cubicBezTo>
                    <a:pt x="1513154" y="2775068"/>
                    <a:pt x="1549243" y="2682392"/>
                    <a:pt x="1616262" y="2615461"/>
                  </a:cubicBezTo>
                  <a:cubicBezTo>
                    <a:pt x="1642041" y="2589716"/>
                    <a:pt x="1642041" y="2543385"/>
                    <a:pt x="1616262" y="2517640"/>
                  </a:cubicBezTo>
                  <a:cubicBezTo>
                    <a:pt x="1549243" y="2450709"/>
                    <a:pt x="1513154" y="2358033"/>
                    <a:pt x="1513154" y="2265358"/>
                  </a:cubicBezTo>
                  <a:cubicBezTo>
                    <a:pt x="1513154" y="2167537"/>
                    <a:pt x="1549243" y="2080013"/>
                    <a:pt x="1616262" y="2007930"/>
                  </a:cubicBezTo>
                  <a:cubicBezTo>
                    <a:pt x="1642041" y="1982192"/>
                    <a:pt x="1642041" y="1940999"/>
                    <a:pt x="1616262" y="1915261"/>
                  </a:cubicBezTo>
                  <a:cubicBezTo>
                    <a:pt x="1603373" y="1899816"/>
                    <a:pt x="1586618" y="1892094"/>
                    <a:pt x="1569219" y="1892094"/>
                  </a:cubicBezTo>
                  <a:close/>
                  <a:moveTo>
                    <a:pt x="939920" y="1292285"/>
                  </a:moveTo>
                  <a:cubicBezTo>
                    <a:pt x="913820" y="1293250"/>
                    <a:pt x="890619" y="1311594"/>
                    <a:pt x="879018" y="1338620"/>
                  </a:cubicBezTo>
                  <a:cubicBezTo>
                    <a:pt x="853239" y="1410703"/>
                    <a:pt x="770751" y="1446744"/>
                    <a:pt x="698574" y="1420999"/>
                  </a:cubicBezTo>
                  <a:cubicBezTo>
                    <a:pt x="554219" y="1364365"/>
                    <a:pt x="394395" y="1441593"/>
                    <a:pt x="342844" y="1585751"/>
                  </a:cubicBezTo>
                  <a:cubicBezTo>
                    <a:pt x="327376" y="1616641"/>
                    <a:pt x="347996" y="1657834"/>
                    <a:pt x="384085" y="1673275"/>
                  </a:cubicBezTo>
                  <a:cubicBezTo>
                    <a:pt x="389243" y="1673275"/>
                    <a:pt x="399553" y="1673275"/>
                    <a:pt x="404712" y="1673275"/>
                  </a:cubicBezTo>
                  <a:cubicBezTo>
                    <a:pt x="435642" y="1673275"/>
                    <a:pt x="461421" y="1657834"/>
                    <a:pt x="471731" y="1632089"/>
                  </a:cubicBezTo>
                  <a:cubicBezTo>
                    <a:pt x="497510" y="1560013"/>
                    <a:pt x="579997" y="1518820"/>
                    <a:pt x="652175" y="1549710"/>
                  </a:cubicBezTo>
                  <a:cubicBezTo>
                    <a:pt x="683105" y="1560013"/>
                    <a:pt x="714042" y="1565158"/>
                    <a:pt x="744973" y="1565158"/>
                  </a:cubicBezTo>
                  <a:cubicBezTo>
                    <a:pt x="858398" y="1565158"/>
                    <a:pt x="966664" y="1498227"/>
                    <a:pt x="1007911" y="1384958"/>
                  </a:cubicBezTo>
                  <a:cubicBezTo>
                    <a:pt x="1023373" y="1348917"/>
                    <a:pt x="1002753" y="1307731"/>
                    <a:pt x="966664" y="1297434"/>
                  </a:cubicBezTo>
                  <a:cubicBezTo>
                    <a:pt x="957642" y="1293572"/>
                    <a:pt x="948620" y="1291963"/>
                    <a:pt x="939920" y="1292285"/>
                  </a:cubicBezTo>
                  <a:close/>
                  <a:moveTo>
                    <a:pt x="1569863" y="0"/>
                  </a:moveTo>
                  <a:cubicBezTo>
                    <a:pt x="1714218" y="0"/>
                    <a:pt x="1925600" y="154455"/>
                    <a:pt x="1925600" y="288317"/>
                  </a:cubicBezTo>
                  <a:lnTo>
                    <a:pt x="1925600" y="906145"/>
                  </a:lnTo>
                  <a:cubicBezTo>
                    <a:pt x="1925600" y="870103"/>
                    <a:pt x="1894662" y="839214"/>
                    <a:pt x="1853422" y="839214"/>
                  </a:cubicBezTo>
                  <a:cubicBezTo>
                    <a:pt x="1554395" y="839214"/>
                    <a:pt x="1306932" y="1086344"/>
                    <a:pt x="1306932" y="1390110"/>
                  </a:cubicBezTo>
                  <a:cubicBezTo>
                    <a:pt x="1306932" y="1616641"/>
                    <a:pt x="1121329" y="1801992"/>
                    <a:pt x="894486" y="1801992"/>
                  </a:cubicBezTo>
                  <a:cubicBezTo>
                    <a:pt x="853239" y="1801992"/>
                    <a:pt x="822309" y="1832882"/>
                    <a:pt x="822309" y="1868923"/>
                  </a:cubicBezTo>
                  <a:cubicBezTo>
                    <a:pt x="822309" y="1904965"/>
                    <a:pt x="853239" y="1935854"/>
                    <a:pt x="894486" y="1935854"/>
                  </a:cubicBezTo>
                  <a:cubicBezTo>
                    <a:pt x="1198665" y="1935854"/>
                    <a:pt x="1440977" y="1688724"/>
                    <a:pt x="1440977" y="1390110"/>
                  </a:cubicBezTo>
                  <a:cubicBezTo>
                    <a:pt x="1440977" y="1163572"/>
                    <a:pt x="1626572" y="978227"/>
                    <a:pt x="1853422" y="978227"/>
                  </a:cubicBezTo>
                  <a:cubicBezTo>
                    <a:pt x="1894662" y="978227"/>
                    <a:pt x="1925600" y="947331"/>
                    <a:pt x="1925600" y="906145"/>
                  </a:cubicBezTo>
                  <a:lnTo>
                    <a:pt x="1925600" y="3449529"/>
                  </a:lnTo>
                  <a:cubicBezTo>
                    <a:pt x="1925600" y="3820219"/>
                    <a:pt x="1652351" y="4082798"/>
                    <a:pt x="1410040" y="4082798"/>
                  </a:cubicBezTo>
                  <a:cubicBezTo>
                    <a:pt x="1239906" y="4082798"/>
                    <a:pt x="1126488" y="3969529"/>
                    <a:pt x="1100709" y="3773888"/>
                  </a:cubicBezTo>
                  <a:cubicBezTo>
                    <a:pt x="1090399" y="3701805"/>
                    <a:pt x="1064620" y="3691509"/>
                    <a:pt x="997594" y="3670916"/>
                  </a:cubicBezTo>
                  <a:cubicBezTo>
                    <a:pt x="966664" y="3655467"/>
                    <a:pt x="930575" y="3640026"/>
                    <a:pt x="894486" y="3614281"/>
                  </a:cubicBezTo>
                  <a:lnTo>
                    <a:pt x="894486" y="3310516"/>
                  </a:lnTo>
                  <a:cubicBezTo>
                    <a:pt x="894486" y="3120019"/>
                    <a:pt x="1049152" y="2965564"/>
                    <a:pt x="1234754" y="2965564"/>
                  </a:cubicBezTo>
                  <a:cubicBezTo>
                    <a:pt x="1275995" y="2965564"/>
                    <a:pt x="1306932" y="2934675"/>
                    <a:pt x="1306932" y="2898633"/>
                  </a:cubicBezTo>
                  <a:cubicBezTo>
                    <a:pt x="1306932" y="2862592"/>
                    <a:pt x="1275995" y="2831702"/>
                    <a:pt x="1234754" y="2831702"/>
                  </a:cubicBezTo>
                  <a:cubicBezTo>
                    <a:pt x="971822" y="2831702"/>
                    <a:pt x="755290" y="3047943"/>
                    <a:pt x="755290" y="3310516"/>
                  </a:cubicBezTo>
                  <a:lnTo>
                    <a:pt x="755290" y="3398040"/>
                  </a:lnTo>
                  <a:cubicBezTo>
                    <a:pt x="755290" y="3387743"/>
                    <a:pt x="750131" y="3382598"/>
                    <a:pt x="750131" y="3377447"/>
                  </a:cubicBezTo>
                  <a:cubicBezTo>
                    <a:pt x="734663" y="3315667"/>
                    <a:pt x="729511" y="3300219"/>
                    <a:pt x="693422" y="3279626"/>
                  </a:cubicBezTo>
                  <a:cubicBezTo>
                    <a:pt x="482041" y="3171502"/>
                    <a:pt x="327376" y="2878040"/>
                    <a:pt x="342844" y="2620613"/>
                  </a:cubicBezTo>
                  <a:cubicBezTo>
                    <a:pt x="347996" y="2563978"/>
                    <a:pt x="244888" y="2435261"/>
                    <a:pt x="183021" y="2358033"/>
                  </a:cubicBezTo>
                  <a:cubicBezTo>
                    <a:pt x="146932" y="2316847"/>
                    <a:pt x="121153" y="2280806"/>
                    <a:pt x="100533" y="2249916"/>
                  </a:cubicBezTo>
                  <a:cubicBezTo>
                    <a:pt x="-33512" y="2043972"/>
                    <a:pt x="-33512" y="1760806"/>
                    <a:pt x="100533" y="1554861"/>
                  </a:cubicBezTo>
                  <a:cubicBezTo>
                    <a:pt x="152084" y="1472482"/>
                    <a:pt x="183021" y="1297434"/>
                    <a:pt x="172711" y="1184165"/>
                  </a:cubicBezTo>
                  <a:cubicBezTo>
                    <a:pt x="162400" y="962779"/>
                    <a:pt x="265508" y="741393"/>
                    <a:pt x="430484" y="617827"/>
                  </a:cubicBezTo>
                  <a:lnTo>
                    <a:pt x="755290" y="617827"/>
                  </a:lnTo>
                  <a:cubicBezTo>
                    <a:pt x="904796" y="617827"/>
                    <a:pt x="1028531" y="741393"/>
                    <a:pt x="1028531" y="890696"/>
                  </a:cubicBezTo>
                  <a:cubicBezTo>
                    <a:pt x="1028531" y="931889"/>
                    <a:pt x="1059462" y="962779"/>
                    <a:pt x="1100709" y="962779"/>
                  </a:cubicBezTo>
                  <a:cubicBezTo>
                    <a:pt x="1136798" y="962779"/>
                    <a:pt x="1167728" y="931889"/>
                    <a:pt x="1167728" y="890696"/>
                  </a:cubicBezTo>
                  <a:cubicBezTo>
                    <a:pt x="1167728" y="664165"/>
                    <a:pt x="982133" y="478814"/>
                    <a:pt x="755290" y="478814"/>
                  </a:cubicBezTo>
                  <a:lnTo>
                    <a:pt x="703732" y="478814"/>
                  </a:lnTo>
                  <a:cubicBezTo>
                    <a:pt x="703732" y="473669"/>
                    <a:pt x="708884" y="473669"/>
                    <a:pt x="708884" y="468517"/>
                  </a:cubicBezTo>
                  <a:cubicBezTo>
                    <a:pt x="801689" y="283172"/>
                    <a:pt x="894486" y="216241"/>
                    <a:pt x="1085240" y="216241"/>
                  </a:cubicBezTo>
                  <a:cubicBezTo>
                    <a:pt x="1111019" y="216241"/>
                    <a:pt x="1141956" y="221386"/>
                    <a:pt x="1172887" y="221386"/>
                  </a:cubicBezTo>
                  <a:cubicBezTo>
                    <a:pt x="1198665" y="221386"/>
                    <a:pt x="1224444" y="190497"/>
                    <a:pt x="1260533" y="159607"/>
                  </a:cubicBezTo>
                  <a:cubicBezTo>
                    <a:pt x="1312083" y="108117"/>
                    <a:pt x="1379109" y="41186"/>
                    <a:pt x="1487376" y="20593"/>
                  </a:cubicBezTo>
                  <a:cubicBezTo>
                    <a:pt x="1513154" y="5152"/>
                    <a:pt x="1538933" y="0"/>
                    <a:pt x="1569863" y="0"/>
                  </a:cubicBezTo>
                  <a:close/>
                </a:path>
              </a:pathLst>
            </a:custGeom>
            <a:solidFill>
              <a:schemeClr val="bg2">
                <a:lumMod val="90000"/>
              </a:schemeClr>
            </a:solidFill>
            <a:ln>
              <a:noFill/>
            </a:ln>
          </p:spPr>
          <p:txBody>
            <a:bodyPr wrap="square">
              <a:noAutofit/>
            </a:bodyPr>
            <a:lstStyle/>
            <a:p>
              <a:endParaRPr lang="zh-CN" altLang="en-US" dirty="0">
                <a:solidFill>
                  <a:schemeClr val="tx1">
                    <a:lumMod val="50000"/>
                    <a:lumOff val="50000"/>
                  </a:schemeClr>
                </a:solidFill>
              </a:endParaRPr>
            </a:p>
          </p:txBody>
        </p:sp>
        <p:sp>
          <p:nvSpPr>
            <p:cNvPr id="15" name="任意多边形: 形状 14"/>
            <p:cNvSpPr>
              <a:spLocks noChangeAspect="1"/>
            </p:cNvSpPr>
            <p:nvPr/>
          </p:nvSpPr>
          <p:spPr bwMode="auto">
            <a:xfrm>
              <a:off x="6129494" y="1104899"/>
              <a:ext cx="1925599" cy="4067085"/>
            </a:xfrm>
            <a:custGeom>
              <a:avLst/>
              <a:gdLst>
                <a:gd name="connsiteX0" fmla="*/ 449178 w 1925599"/>
                <a:gd name="connsiteY0" fmla="*/ 2106905 h 4067085"/>
                <a:gd name="connsiteX1" fmla="*/ 402135 w 1925599"/>
                <a:gd name="connsiteY1" fmla="*/ 2126208 h 4067085"/>
                <a:gd name="connsiteX2" fmla="*/ 402135 w 1925599"/>
                <a:gd name="connsiteY2" fmla="*/ 2224029 h 4067085"/>
                <a:gd name="connsiteX3" fmla="*/ 402135 w 1925599"/>
                <a:gd name="connsiteY3" fmla="*/ 2687367 h 4067085"/>
                <a:gd name="connsiteX4" fmla="*/ 262938 w 1925599"/>
                <a:gd name="connsiteY4" fmla="*/ 3016850 h 4067085"/>
                <a:gd name="connsiteX5" fmla="*/ 402135 w 1925599"/>
                <a:gd name="connsiteY5" fmla="*/ 3341188 h 4067085"/>
                <a:gd name="connsiteX6" fmla="*/ 448534 w 1925599"/>
                <a:gd name="connsiteY6" fmla="*/ 3361781 h 4067085"/>
                <a:gd name="connsiteX7" fmla="*/ 500091 w 1925599"/>
                <a:gd name="connsiteY7" fmla="*/ 3341188 h 4067085"/>
                <a:gd name="connsiteX8" fmla="*/ 500091 w 1925599"/>
                <a:gd name="connsiteY8" fmla="*/ 3248519 h 4067085"/>
                <a:gd name="connsiteX9" fmla="*/ 402135 w 1925599"/>
                <a:gd name="connsiteY9" fmla="*/ 3016850 h 4067085"/>
                <a:gd name="connsiteX10" fmla="*/ 500091 w 1925599"/>
                <a:gd name="connsiteY10" fmla="*/ 2785181 h 4067085"/>
                <a:gd name="connsiteX11" fmla="*/ 500091 w 1925599"/>
                <a:gd name="connsiteY11" fmla="*/ 2126208 h 4067085"/>
                <a:gd name="connsiteX12" fmla="*/ 449178 w 1925599"/>
                <a:gd name="connsiteY12" fmla="*/ 2106905 h 4067085"/>
                <a:gd name="connsiteX13" fmla="*/ 468835 w 1925599"/>
                <a:gd name="connsiteY13" fmla="*/ 822830 h 4067085"/>
                <a:gd name="connsiteX14" fmla="*/ 376356 w 1925599"/>
                <a:gd name="connsiteY14" fmla="*/ 828863 h 4067085"/>
                <a:gd name="connsiteX15" fmla="*/ 319647 w 1925599"/>
                <a:gd name="connsiteY15" fmla="*/ 911235 h 4067085"/>
                <a:gd name="connsiteX16" fmla="*/ 402135 w 1925599"/>
                <a:gd name="connsiteY16" fmla="*/ 967863 h 4067085"/>
                <a:gd name="connsiteX17" fmla="*/ 644446 w 1925599"/>
                <a:gd name="connsiteY17" fmla="*/ 1019346 h 4067085"/>
                <a:gd name="connsiteX18" fmla="*/ 778491 w 1925599"/>
                <a:gd name="connsiteY18" fmla="*/ 1230422 h 4067085"/>
                <a:gd name="connsiteX19" fmla="*/ 1237335 w 1925599"/>
                <a:gd name="connsiteY19" fmla="*/ 1616539 h 4067085"/>
                <a:gd name="connsiteX20" fmla="*/ 1319823 w 1925599"/>
                <a:gd name="connsiteY20" fmla="*/ 1611387 h 4067085"/>
                <a:gd name="connsiteX21" fmla="*/ 1376532 w 1925599"/>
                <a:gd name="connsiteY21" fmla="*/ 1529022 h 4067085"/>
                <a:gd name="connsiteX22" fmla="*/ 1294045 w 1925599"/>
                <a:gd name="connsiteY22" fmla="*/ 1472387 h 4067085"/>
                <a:gd name="connsiteX23" fmla="*/ 917688 w 1925599"/>
                <a:gd name="connsiteY23" fmla="*/ 1209828 h 4067085"/>
                <a:gd name="connsiteX24" fmla="*/ 726934 w 1925599"/>
                <a:gd name="connsiteY24" fmla="*/ 906083 h 4067085"/>
                <a:gd name="connsiteX25" fmla="*/ 468835 w 1925599"/>
                <a:gd name="connsiteY25" fmla="*/ 822830 h 4067085"/>
                <a:gd name="connsiteX26" fmla="*/ 412445 w 1925599"/>
                <a:gd name="connsiteY26" fmla="*/ 0 h 4067085"/>
                <a:gd name="connsiteX27" fmla="*/ 448534 w 1925599"/>
                <a:gd name="connsiteY27" fmla="*/ 5145 h 4067085"/>
                <a:gd name="connsiteX28" fmla="*/ 675377 w 1925599"/>
                <a:gd name="connsiteY28" fmla="*/ 144152 h 4067085"/>
                <a:gd name="connsiteX29" fmla="*/ 752713 w 1925599"/>
                <a:gd name="connsiteY29" fmla="*/ 205931 h 4067085"/>
                <a:gd name="connsiteX30" fmla="*/ 840359 w 1925599"/>
                <a:gd name="connsiteY30" fmla="*/ 200780 h 4067085"/>
                <a:gd name="connsiteX31" fmla="*/ 1216715 w 1925599"/>
                <a:gd name="connsiteY31" fmla="*/ 453042 h 4067085"/>
                <a:gd name="connsiteX32" fmla="*/ 1221867 w 1925599"/>
                <a:gd name="connsiteY32" fmla="*/ 463338 h 4067085"/>
                <a:gd name="connsiteX33" fmla="*/ 1170309 w 1925599"/>
                <a:gd name="connsiteY33" fmla="*/ 463338 h 4067085"/>
                <a:gd name="connsiteX34" fmla="*/ 824890 w 1925599"/>
                <a:gd name="connsiteY34" fmla="*/ 808270 h 4067085"/>
                <a:gd name="connsiteX35" fmla="*/ 897068 w 1925599"/>
                <a:gd name="connsiteY35" fmla="*/ 875194 h 4067085"/>
                <a:gd name="connsiteX36" fmla="*/ 964094 w 1925599"/>
                <a:gd name="connsiteY36" fmla="*/ 808270 h 4067085"/>
                <a:gd name="connsiteX37" fmla="*/ 1170309 w 1925599"/>
                <a:gd name="connsiteY37" fmla="*/ 602338 h 4067085"/>
                <a:gd name="connsiteX38" fmla="*/ 1495115 w 1925599"/>
                <a:gd name="connsiteY38" fmla="*/ 602338 h 4067085"/>
                <a:gd name="connsiteX39" fmla="*/ 1752889 w 1925599"/>
                <a:gd name="connsiteY39" fmla="*/ 1168642 h 4067085"/>
                <a:gd name="connsiteX40" fmla="*/ 1825066 w 1925599"/>
                <a:gd name="connsiteY40" fmla="*/ 1539311 h 4067085"/>
                <a:gd name="connsiteX41" fmla="*/ 1825066 w 1925599"/>
                <a:gd name="connsiteY41" fmla="*/ 2234325 h 4067085"/>
                <a:gd name="connsiteX42" fmla="*/ 1742579 w 1925599"/>
                <a:gd name="connsiteY42" fmla="*/ 2342436 h 4067085"/>
                <a:gd name="connsiteX43" fmla="*/ 1665249 w 1925599"/>
                <a:gd name="connsiteY43" fmla="*/ 2440250 h 4067085"/>
                <a:gd name="connsiteX44" fmla="*/ 1500267 w 1925599"/>
                <a:gd name="connsiteY44" fmla="*/ 2249767 h 4067085"/>
                <a:gd name="connsiteX45" fmla="*/ 1031113 w 1925599"/>
                <a:gd name="connsiteY45" fmla="*/ 1992360 h 4067085"/>
                <a:gd name="connsiteX46" fmla="*/ 618667 w 1925599"/>
                <a:gd name="connsiteY46" fmla="*/ 1580498 h 4067085"/>
                <a:gd name="connsiteX47" fmla="*/ 551649 w 1925599"/>
                <a:gd name="connsiteY47" fmla="*/ 1508429 h 4067085"/>
                <a:gd name="connsiteX48" fmla="*/ 484623 w 1925599"/>
                <a:gd name="connsiteY48" fmla="*/ 1580498 h 4067085"/>
                <a:gd name="connsiteX49" fmla="*/ 1031113 w 1925599"/>
                <a:gd name="connsiteY49" fmla="*/ 2126208 h 4067085"/>
                <a:gd name="connsiteX50" fmla="*/ 1386849 w 1925599"/>
                <a:gd name="connsiteY50" fmla="*/ 2326988 h 4067085"/>
                <a:gd name="connsiteX51" fmla="*/ 1593072 w 1925599"/>
                <a:gd name="connsiteY51" fmla="*/ 2563808 h 4067085"/>
                <a:gd name="connsiteX52" fmla="*/ 1582755 w 1925599"/>
                <a:gd name="connsiteY52" fmla="*/ 2604995 h 4067085"/>
                <a:gd name="connsiteX53" fmla="*/ 1232177 w 1925599"/>
                <a:gd name="connsiteY53" fmla="*/ 3263967 h 4067085"/>
                <a:gd name="connsiteX54" fmla="*/ 1175468 w 1925599"/>
                <a:gd name="connsiteY54" fmla="*/ 3361781 h 4067085"/>
                <a:gd name="connsiteX55" fmla="*/ 1170309 w 1925599"/>
                <a:gd name="connsiteY55" fmla="*/ 3382374 h 4067085"/>
                <a:gd name="connsiteX56" fmla="*/ 1170309 w 1925599"/>
                <a:gd name="connsiteY56" fmla="*/ 3294857 h 4067085"/>
                <a:gd name="connsiteX57" fmla="*/ 690845 w 1925599"/>
                <a:gd name="connsiteY57" fmla="*/ 2816071 h 4067085"/>
                <a:gd name="connsiteX58" fmla="*/ 618667 w 1925599"/>
                <a:gd name="connsiteY58" fmla="*/ 2882995 h 4067085"/>
                <a:gd name="connsiteX59" fmla="*/ 690845 w 1925599"/>
                <a:gd name="connsiteY59" fmla="*/ 2949926 h 4067085"/>
                <a:gd name="connsiteX60" fmla="*/ 1031113 w 1925599"/>
                <a:gd name="connsiteY60" fmla="*/ 3294857 h 4067085"/>
                <a:gd name="connsiteX61" fmla="*/ 1031113 w 1925599"/>
                <a:gd name="connsiteY61" fmla="*/ 3598595 h 4067085"/>
                <a:gd name="connsiteX62" fmla="*/ 928005 w 1925599"/>
                <a:gd name="connsiteY62" fmla="*/ 3655230 h 4067085"/>
                <a:gd name="connsiteX63" fmla="*/ 824890 w 1925599"/>
                <a:gd name="connsiteY63" fmla="*/ 3758195 h 4067085"/>
                <a:gd name="connsiteX64" fmla="*/ 520711 w 1925599"/>
                <a:gd name="connsiteY64" fmla="*/ 4067085 h 4067085"/>
                <a:gd name="connsiteX65" fmla="*/ 0 w 1925599"/>
                <a:gd name="connsiteY65" fmla="*/ 3433857 h 4067085"/>
                <a:gd name="connsiteX66" fmla="*/ 0 w 1925599"/>
                <a:gd name="connsiteY66" fmla="*/ 272855 h 4067085"/>
                <a:gd name="connsiteX67" fmla="*/ 412445 w 1925599"/>
                <a:gd name="connsiteY67" fmla="*/ 0 h 406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925599" h="4067085">
                  <a:moveTo>
                    <a:pt x="449178" y="2106905"/>
                  </a:moveTo>
                  <a:cubicBezTo>
                    <a:pt x="431779" y="2106905"/>
                    <a:pt x="415024" y="2113339"/>
                    <a:pt x="402135" y="2126208"/>
                  </a:cubicBezTo>
                  <a:cubicBezTo>
                    <a:pt x="376356" y="2151953"/>
                    <a:pt x="376356" y="2198284"/>
                    <a:pt x="402135" y="2224029"/>
                  </a:cubicBezTo>
                  <a:cubicBezTo>
                    <a:pt x="531021" y="2352732"/>
                    <a:pt x="531021" y="2558657"/>
                    <a:pt x="402135" y="2687367"/>
                  </a:cubicBezTo>
                  <a:cubicBezTo>
                    <a:pt x="314489" y="2774884"/>
                    <a:pt x="262938" y="2893291"/>
                    <a:pt x="262938" y="3016850"/>
                  </a:cubicBezTo>
                  <a:cubicBezTo>
                    <a:pt x="262938" y="3140409"/>
                    <a:pt x="314489" y="3253671"/>
                    <a:pt x="402135" y="3341188"/>
                  </a:cubicBezTo>
                  <a:cubicBezTo>
                    <a:pt x="412445" y="3356630"/>
                    <a:pt x="433065" y="3361781"/>
                    <a:pt x="448534" y="3361781"/>
                  </a:cubicBezTo>
                  <a:cubicBezTo>
                    <a:pt x="469154" y="3361781"/>
                    <a:pt x="484623" y="3356630"/>
                    <a:pt x="500091" y="3341188"/>
                  </a:cubicBezTo>
                  <a:cubicBezTo>
                    <a:pt x="525870" y="3315443"/>
                    <a:pt x="525870" y="3274264"/>
                    <a:pt x="500091" y="3248519"/>
                  </a:cubicBezTo>
                  <a:cubicBezTo>
                    <a:pt x="438223" y="3186740"/>
                    <a:pt x="402135" y="3104367"/>
                    <a:pt x="402135" y="3016850"/>
                  </a:cubicBezTo>
                  <a:cubicBezTo>
                    <a:pt x="402135" y="2929333"/>
                    <a:pt x="438223" y="2846960"/>
                    <a:pt x="500091" y="2785181"/>
                  </a:cubicBezTo>
                  <a:cubicBezTo>
                    <a:pt x="680535" y="2599843"/>
                    <a:pt x="680535" y="2306395"/>
                    <a:pt x="500091" y="2126208"/>
                  </a:cubicBezTo>
                  <a:cubicBezTo>
                    <a:pt x="484622" y="2113339"/>
                    <a:pt x="466578" y="2106905"/>
                    <a:pt x="449178" y="2106905"/>
                  </a:cubicBezTo>
                  <a:close/>
                  <a:moveTo>
                    <a:pt x="468835" y="822830"/>
                  </a:moveTo>
                  <a:cubicBezTo>
                    <a:pt x="438223" y="821784"/>
                    <a:pt x="407290" y="823714"/>
                    <a:pt x="376356" y="828863"/>
                  </a:cubicBezTo>
                  <a:cubicBezTo>
                    <a:pt x="340267" y="839159"/>
                    <a:pt x="314489" y="875194"/>
                    <a:pt x="319647" y="911235"/>
                  </a:cubicBezTo>
                  <a:cubicBezTo>
                    <a:pt x="329957" y="947270"/>
                    <a:pt x="360887" y="973014"/>
                    <a:pt x="402135" y="967863"/>
                  </a:cubicBezTo>
                  <a:cubicBezTo>
                    <a:pt x="484623" y="952421"/>
                    <a:pt x="572269" y="967863"/>
                    <a:pt x="644446" y="1019346"/>
                  </a:cubicBezTo>
                  <a:cubicBezTo>
                    <a:pt x="716624" y="1070828"/>
                    <a:pt x="763023" y="1148049"/>
                    <a:pt x="778491" y="1230422"/>
                  </a:cubicBezTo>
                  <a:cubicBezTo>
                    <a:pt x="819732" y="1456946"/>
                    <a:pt x="1015644" y="1616539"/>
                    <a:pt x="1237335" y="1616539"/>
                  </a:cubicBezTo>
                  <a:cubicBezTo>
                    <a:pt x="1263114" y="1616539"/>
                    <a:pt x="1294045" y="1611387"/>
                    <a:pt x="1319823" y="1611387"/>
                  </a:cubicBezTo>
                  <a:cubicBezTo>
                    <a:pt x="1355912" y="1601091"/>
                    <a:pt x="1381691" y="1565056"/>
                    <a:pt x="1376532" y="1529022"/>
                  </a:cubicBezTo>
                  <a:cubicBezTo>
                    <a:pt x="1366222" y="1492980"/>
                    <a:pt x="1330133" y="1467242"/>
                    <a:pt x="1294045" y="1472387"/>
                  </a:cubicBezTo>
                  <a:cubicBezTo>
                    <a:pt x="1118759" y="1503277"/>
                    <a:pt x="948625" y="1384870"/>
                    <a:pt x="917688" y="1209828"/>
                  </a:cubicBezTo>
                  <a:cubicBezTo>
                    <a:pt x="891909" y="1086270"/>
                    <a:pt x="824890" y="978159"/>
                    <a:pt x="726934" y="906083"/>
                  </a:cubicBezTo>
                  <a:cubicBezTo>
                    <a:pt x="649603" y="855890"/>
                    <a:pt x="560669" y="825967"/>
                    <a:pt x="468835" y="822830"/>
                  </a:cubicBezTo>
                  <a:close/>
                  <a:moveTo>
                    <a:pt x="412445" y="0"/>
                  </a:moveTo>
                  <a:lnTo>
                    <a:pt x="448534" y="5145"/>
                  </a:lnTo>
                  <a:cubicBezTo>
                    <a:pt x="556800" y="15442"/>
                    <a:pt x="623826" y="87517"/>
                    <a:pt x="675377" y="144152"/>
                  </a:cubicBezTo>
                  <a:cubicBezTo>
                    <a:pt x="701155" y="175042"/>
                    <a:pt x="732092" y="205931"/>
                    <a:pt x="752713" y="205931"/>
                  </a:cubicBezTo>
                  <a:cubicBezTo>
                    <a:pt x="783643" y="205931"/>
                    <a:pt x="814580" y="200780"/>
                    <a:pt x="840359" y="200780"/>
                  </a:cubicBezTo>
                  <a:cubicBezTo>
                    <a:pt x="1031113" y="200780"/>
                    <a:pt x="1129069" y="267704"/>
                    <a:pt x="1216715" y="453042"/>
                  </a:cubicBezTo>
                  <a:cubicBezTo>
                    <a:pt x="1216715" y="458193"/>
                    <a:pt x="1221867" y="458193"/>
                    <a:pt x="1221867" y="463338"/>
                  </a:cubicBezTo>
                  <a:lnTo>
                    <a:pt x="1170309" y="463338"/>
                  </a:lnTo>
                  <a:cubicBezTo>
                    <a:pt x="979555" y="463338"/>
                    <a:pt x="824890" y="617787"/>
                    <a:pt x="824890" y="808270"/>
                  </a:cubicBezTo>
                  <a:cubicBezTo>
                    <a:pt x="824890" y="844304"/>
                    <a:pt x="855821" y="875194"/>
                    <a:pt x="897068" y="875194"/>
                  </a:cubicBezTo>
                  <a:cubicBezTo>
                    <a:pt x="933157" y="875194"/>
                    <a:pt x="964094" y="844304"/>
                    <a:pt x="964094" y="808270"/>
                  </a:cubicBezTo>
                  <a:cubicBezTo>
                    <a:pt x="964094" y="695007"/>
                    <a:pt x="1056891" y="602338"/>
                    <a:pt x="1170309" y="602338"/>
                  </a:cubicBezTo>
                  <a:lnTo>
                    <a:pt x="1495115" y="602338"/>
                  </a:lnTo>
                  <a:cubicBezTo>
                    <a:pt x="1660091" y="725897"/>
                    <a:pt x="1763199" y="947270"/>
                    <a:pt x="1752889" y="1168642"/>
                  </a:cubicBezTo>
                  <a:cubicBezTo>
                    <a:pt x="1742579" y="1281904"/>
                    <a:pt x="1773516" y="1456946"/>
                    <a:pt x="1825066" y="1539311"/>
                  </a:cubicBezTo>
                  <a:cubicBezTo>
                    <a:pt x="1959111" y="1745243"/>
                    <a:pt x="1959111" y="2028394"/>
                    <a:pt x="1825066" y="2234325"/>
                  </a:cubicBezTo>
                  <a:cubicBezTo>
                    <a:pt x="1809605" y="2265215"/>
                    <a:pt x="1778667" y="2301250"/>
                    <a:pt x="1742579" y="2342436"/>
                  </a:cubicBezTo>
                  <a:cubicBezTo>
                    <a:pt x="1721958" y="2373326"/>
                    <a:pt x="1691021" y="2404215"/>
                    <a:pt x="1665249" y="2440250"/>
                  </a:cubicBezTo>
                  <a:lnTo>
                    <a:pt x="1500267" y="2249767"/>
                  </a:lnTo>
                  <a:cubicBezTo>
                    <a:pt x="1402311" y="2090174"/>
                    <a:pt x="1227025" y="1992360"/>
                    <a:pt x="1031113" y="1992360"/>
                  </a:cubicBezTo>
                  <a:cubicBezTo>
                    <a:pt x="804270" y="1992360"/>
                    <a:pt x="618667" y="1807022"/>
                    <a:pt x="618667" y="1580498"/>
                  </a:cubicBezTo>
                  <a:cubicBezTo>
                    <a:pt x="618667" y="1539311"/>
                    <a:pt x="587737" y="1508429"/>
                    <a:pt x="551649" y="1508429"/>
                  </a:cubicBezTo>
                  <a:cubicBezTo>
                    <a:pt x="515559" y="1508429"/>
                    <a:pt x="484623" y="1539311"/>
                    <a:pt x="484623" y="1580498"/>
                  </a:cubicBezTo>
                  <a:cubicBezTo>
                    <a:pt x="484623" y="1879098"/>
                    <a:pt x="732092" y="2126208"/>
                    <a:pt x="1031113" y="2126208"/>
                  </a:cubicBezTo>
                  <a:cubicBezTo>
                    <a:pt x="1180627" y="2126208"/>
                    <a:pt x="1309513" y="2203436"/>
                    <a:pt x="1386849" y="2326988"/>
                  </a:cubicBezTo>
                  <a:lnTo>
                    <a:pt x="1593072" y="2563808"/>
                  </a:lnTo>
                  <a:cubicBezTo>
                    <a:pt x="1587913" y="2579250"/>
                    <a:pt x="1582755" y="2594698"/>
                    <a:pt x="1582755" y="2604995"/>
                  </a:cubicBezTo>
                  <a:cubicBezTo>
                    <a:pt x="1598223" y="2862402"/>
                    <a:pt x="1443558" y="3155850"/>
                    <a:pt x="1232177" y="3263967"/>
                  </a:cubicBezTo>
                  <a:cubicBezTo>
                    <a:pt x="1196088" y="3284561"/>
                    <a:pt x="1190937" y="3300002"/>
                    <a:pt x="1175468" y="3361781"/>
                  </a:cubicBezTo>
                  <a:cubicBezTo>
                    <a:pt x="1175468" y="3366926"/>
                    <a:pt x="1170309" y="3372078"/>
                    <a:pt x="1170309" y="3382374"/>
                  </a:cubicBezTo>
                  <a:lnTo>
                    <a:pt x="1170309" y="3294857"/>
                  </a:lnTo>
                  <a:cubicBezTo>
                    <a:pt x="1170309" y="3032298"/>
                    <a:pt x="953777" y="2816071"/>
                    <a:pt x="690845" y="2816071"/>
                  </a:cubicBezTo>
                  <a:cubicBezTo>
                    <a:pt x="649605" y="2816071"/>
                    <a:pt x="618667" y="2846960"/>
                    <a:pt x="618667" y="2882995"/>
                  </a:cubicBezTo>
                  <a:cubicBezTo>
                    <a:pt x="618667" y="2919036"/>
                    <a:pt x="649605" y="2949926"/>
                    <a:pt x="690845" y="2949926"/>
                  </a:cubicBezTo>
                  <a:cubicBezTo>
                    <a:pt x="876447" y="2949926"/>
                    <a:pt x="1031113" y="3104367"/>
                    <a:pt x="1031113" y="3294857"/>
                  </a:cubicBezTo>
                  <a:lnTo>
                    <a:pt x="1031113" y="3598595"/>
                  </a:lnTo>
                  <a:cubicBezTo>
                    <a:pt x="995024" y="3624340"/>
                    <a:pt x="958935" y="3639782"/>
                    <a:pt x="928005" y="3655230"/>
                  </a:cubicBezTo>
                  <a:cubicBezTo>
                    <a:pt x="860979" y="3675823"/>
                    <a:pt x="835200" y="3686119"/>
                    <a:pt x="824890" y="3758195"/>
                  </a:cubicBezTo>
                  <a:cubicBezTo>
                    <a:pt x="799111" y="3953823"/>
                    <a:pt x="685693" y="4067085"/>
                    <a:pt x="520711" y="4067085"/>
                  </a:cubicBezTo>
                  <a:cubicBezTo>
                    <a:pt x="273248" y="4067085"/>
                    <a:pt x="0" y="3804526"/>
                    <a:pt x="0" y="3433857"/>
                  </a:cubicBezTo>
                  <a:lnTo>
                    <a:pt x="0" y="272855"/>
                  </a:lnTo>
                  <a:cubicBezTo>
                    <a:pt x="0" y="123559"/>
                    <a:pt x="190754" y="0"/>
                    <a:pt x="412445" y="0"/>
                  </a:cubicBezTo>
                  <a:close/>
                </a:path>
              </a:pathLst>
            </a:custGeom>
            <a:solidFill>
              <a:schemeClr val="accent1"/>
            </a:solidFill>
            <a:ln>
              <a:noFill/>
            </a:ln>
          </p:spPr>
          <p:txBody>
            <a:bodyPr wrap="square">
              <a:noAutofit/>
            </a:bodyPr>
            <a:lstStyle/>
            <a:p>
              <a:endParaRPr lang="zh-CN" altLang="en-US" dirty="0"/>
            </a:p>
          </p:txBody>
        </p:sp>
      </p:grpSp>
      <p:sp>
        <p:nvSpPr>
          <p:cNvPr id="16" name="矩形 15"/>
          <p:cNvSpPr/>
          <p:nvPr/>
        </p:nvSpPr>
        <p:spPr>
          <a:xfrm>
            <a:off x="3186807" y="1574820"/>
            <a:ext cx="954108" cy="400110"/>
          </a:xfrm>
          <a:prstGeom prst="rect">
            <a:avLst/>
          </a:prstGeom>
        </p:spPr>
        <p:txBody>
          <a:bodyPr wrap="none">
            <a:spAutoFit/>
          </a:bodyPr>
          <a:lstStyle/>
          <a:p>
            <a:pPr algn="ctr"/>
            <a:r>
              <a:rPr lang="zh-CN" altLang="en-US" sz="2000" b="1" dirty="0">
                <a:solidFill>
                  <a:schemeClr val="accent1"/>
                </a:solidFill>
                <a:latin typeface="+mj-ea"/>
                <a:ea typeface="+mj-ea"/>
              </a:rPr>
              <a:t>思路一</a:t>
            </a:r>
          </a:p>
        </p:txBody>
      </p:sp>
      <p:sp>
        <p:nvSpPr>
          <p:cNvPr id="17" name="矩形 16"/>
          <p:cNvSpPr/>
          <p:nvPr/>
        </p:nvSpPr>
        <p:spPr>
          <a:xfrm>
            <a:off x="7803143" y="1574820"/>
            <a:ext cx="954107" cy="400110"/>
          </a:xfrm>
          <a:prstGeom prst="rect">
            <a:avLst/>
          </a:prstGeom>
        </p:spPr>
        <p:txBody>
          <a:bodyPr wrap="none">
            <a:spAutoFit/>
          </a:bodyPr>
          <a:lstStyle/>
          <a:p>
            <a:pPr algn="ctr"/>
            <a:r>
              <a:rPr lang="zh-CN" altLang="en-US" sz="2000" b="1" dirty="0">
                <a:solidFill>
                  <a:schemeClr val="accent1"/>
                </a:solidFill>
                <a:latin typeface="+mj-ea"/>
                <a:ea typeface="+mj-ea"/>
              </a:rPr>
              <a:t>思路二</a:t>
            </a:r>
          </a:p>
        </p:txBody>
      </p:sp>
      <p:sp>
        <p:nvSpPr>
          <p:cNvPr id="18" name="矩形 17"/>
          <p:cNvSpPr/>
          <p:nvPr/>
        </p:nvSpPr>
        <p:spPr>
          <a:xfrm>
            <a:off x="3186807" y="3905627"/>
            <a:ext cx="954107" cy="400110"/>
          </a:xfrm>
          <a:prstGeom prst="rect">
            <a:avLst/>
          </a:prstGeom>
        </p:spPr>
        <p:txBody>
          <a:bodyPr wrap="none">
            <a:spAutoFit/>
          </a:bodyPr>
          <a:lstStyle/>
          <a:p>
            <a:pPr algn="ctr"/>
            <a:r>
              <a:rPr lang="zh-CN" altLang="en-US" sz="2000" b="1" dirty="0">
                <a:solidFill>
                  <a:schemeClr val="accent1"/>
                </a:solidFill>
                <a:latin typeface="+mj-ea"/>
                <a:ea typeface="+mj-ea"/>
              </a:rPr>
              <a:t>思路三</a:t>
            </a:r>
          </a:p>
        </p:txBody>
      </p:sp>
      <p:sp>
        <p:nvSpPr>
          <p:cNvPr id="19" name="矩形 18"/>
          <p:cNvSpPr/>
          <p:nvPr/>
        </p:nvSpPr>
        <p:spPr>
          <a:xfrm>
            <a:off x="7803143" y="3905627"/>
            <a:ext cx="954107" cy="400110"/>
          </a:xfrm>
          <a:prstGeom prst="rect">
            <a:avLst/>
          </a:prstGeom>
        </p:spPr>
        <p:txBody>
          <a:bodyPr wrap="none">
            <a:spAutoFit/>
          </a:bodyPr>
          <a:lstStyle/>
          <a:p>
            <a:pPr algn="ctr"/>
            <a:r>
              <a:rPr lang="zh-CN" altLang="en-US" sz="2000" b="1" dirty="0">
                <a:solidFill>
                  <a:schemeClr val="accent1"/>
                </a:solidFill>
                <a:latin typeface="+mj-ea"/>
                <a:ea typeface="+mj-ea"/>
              </a:rPr>
              <a:t>思路四</a:t>
            </a:r>
          </a:p>
        </p:txBody>
      </p:sp>
      <p:sp>
        <p:nvSpPr>
          <p:cNvPr id="20" name="文本框 19"/>
          <p:cNvSpPr txBox="1"/>
          <p:nvPr/>
        </p:nvSpPr>
        <p:spPr>
          <a:xfrm>
            <a:off x="803275" y="2114671"/>
            <a:ext cx="3407329" cy="1433854"/>
          </a:xfrm>
          <a:prstGeom prst="rect">
            <a:avLst/>
          </a:prstGeom>
          <a:noFill/>
        </p:spPr>
        <p:txBody>
          <a:bodyPr wrap="square" rtlCol="0">
            <a:spAutoFit/>
          </a:bodyPr>
          <a:lstStyle/>
          <a:p>
            <a:pPr algn="r">
              <a:lnSpc>
                <a:spcPct val="14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点击在此输入文章内容点击在此输入文章内容点击在此输入文章内容点击在此输入文章内容点击在此输入文章点击在此输入文章内容内容</a:t>
            </a:r>
          </a:p>
        </p:txBody>
      </p:sp>
      <p:sp>
        <p:nvSpPr>
          <p:cNvPr id="21" name="文本框 20"/>
          <p:cNvSpPr txBox="1"/>
          <p:nvPr/>
        </p:nvSpPr>
        <p:spPr>
          <a:xfrm>
            <a:off x="7712851" y="2114671"/>
            <a:ext cx="3391077" cy="1433854"/>
          </a:xfrm>
          <a:prstGeom prst="rect">
            <a:avLst/>
          </a:prstGeom>
          <a:noFill/>
        </p:spPr>
        <p:txBody>
          <a:bodyPr wrap="square" rtlCol="0">
            <a:spAutoFit/>
          </a:bodyPr>
          <a:lstStyle/>
          <a:p>
            <a:pPr>
              <a:lnSpc>
                <a:spcPct val="14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点击在此输入文章内容点击在此输入文章内容点击在此输入文章内容点击在此输入文章内容点击在此输入文章点击在此输入文章内容内容</a:t>
            </a:r>
          </a:p>
        </p:txBody>
      </p:sp>
      <p:sp>
        <p:nvSpPr>
          <p:cNvPr id="22" name="文本框 21"/>
          <p:cNvSpPr txBox="1"/>
          <p:nvPr/>
        </p:nvSpPr>
        <p:spPr>
          <a:xfrm>
            <a:off x="803275" y="4472729"/>
            <a:ext cx="3407329" cy="1433854"/>
          </a:xfrm>
          <a:prstGeom prst="rect">
            <a:avLst/>
          </a:prstGeom>
          <a:noFill/>
        </p:spPr>
        <p:txBody>
          <a:bodyPr wrap="square" rtlCol="0">
            <a:spAutoFit/>
          </a:bodyPr>
          <a:lstStyle/>
          <a:p>
            <a:pPr algn="r">
              <a:lnSpc>
                <a:spcPct val="14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点击在此输入文章内容点击在此输入文章内容点击在此输入文章内容点击在此输入文章内容点击在此输入文章点击在此输入文章内容内容</a:t>
            </a:r>
          </a:p>
        </p:txBody>
      </p:sp>
      <p:sp>
        <p:nvSpPr>
          <p:cNvPr id="23" name="文本框 22"/>
          <p:cNvSpPr txBox="1"/>
          <p:nvPr/>
        </p:nvSpPr>
        <p:spPr>
          <a:xfrm>
            <a:off x="7712851" y="4472729"/>
            <a:ext cx="3391077" cy="1433854"/>
          </a:xfrm>
          <a:prstGeom prst="rect">
            <a:avLst/>
          </a:prstGeom>
          <a:noFill/>
        </p:spPr>
        <p:txBody>
          <a:bodyPr wrap="square" rtlCol="0">
            <a:spAutoFit/>
          </a:bodyPr>
          <a:lstStyle/>
          <a:p>
            <a:pPr>
              <a:lnSpc>
                <a:spcPct val="14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点击在此输入文章内容点击在此输入文章内容点击在此输入文章内容点击在此输入文章内容点击在此输入文章点击在此输入文章内容内容</a:t>
            </a:r>
          </a:p>
        </p:txBody>
      </p:sp>
      <p:sp>
        <p:nvSpPr>
          <p:cNvPr id="4" name="文本占位符 3"/>
          <p:cNvSpPr>
            <a:spLocks noGrp="1"/>
          </p:cNvSpPr>
          <p:nvPr>
            <p:ph type="body" sz="quarter" idx="11"/>
          </p:nvPr>
        </p:nvSpPr>
        <p:spPr/>
        <p:txBody>
          <a:bodyPr/>
          <a:lstStyle/>
          <a:p>
            <a:endParaRPr lang="zh-CN" altLang="en-US"/>
          </a:p>
        </p:txBody>
      </p:sp>
      <p:cxnSp>
        <p:nvCxnSpPr>
          <p:cNvPr id="24" name="直接连接符 23"/>
          <p:cNvCxnSpPr/>
          <p:nvPr/>
        </p:nvCxnSpPr>
        <p:spPr>
          <a:xfrm>
            <a:off x="23161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3161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箭头: 下 9"/>
          <p:cNvSpPr/>
          <p:nvPr/>
        </p:nvSpPr>
        <p:spPr>
          <a:xfrm>
            <a:off x="1422918" y="2097613"/>
            <a:ext cx="2438400" cy="2167466"/>
          </a:xfrm>
          <a:prstGeom prst="downArrow">
            <a:avLst/>
          </a:prstGeom>
          <a:solidFill>
            <a:schemeClr val="accent1">
              <a:hueOff val="0"/>
              <a:satOff val="0"/>
              <a:lumOff val="0"/>
              <a:alpha val="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箭头: 上 15"/>
          <p:cNvSpPr/>
          <p:nvPr/>
        </p:nvSpPr>
        <p:spPr>
          <a:xfrm>
            <a:off x="8250984" y="3159250"/>
            <a:ext cx="2438400" cy="2167466"/>
          </a:xfrm>
          <a:prstGeom prst="upArrow">
            <a:avLst/>
          </a:prstGeom>
          <a:solidFill>
            <a:schemeClr val="accent1">
              <a:hueOff val="0"/>
              <a:satOff val="0"/>
              <a:lumOff val="0"/>
              <a:alpha val="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cxnSp>
        <p:nvCxnSpPr>
          <p:cNvPr id="14" name="Straight Connector 4"/>
          <p:cNvCxnSpPr/>
          <p:nvPr/>
        </p:nvCxnSpPr>
        <p:spPr>
          <a:xfrm flipV="1">
            <a:off x="1095888" y="1320801"/>
            <a:ext cx="9974181" cy="4431171"/>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5071017" y="2495457"/>
            <a:ext cx="2049967" cy="2049967"/>
            <a:chOff x="887934" y="2249115"/>
            <a:chExt cx="2620119" cy="2620119"/>
          </a:xfrm>
        </p:grpSpPr>
        <p:sp>
          <p:nvSpPr>
            <p:cNvPr id="19" name="椭圆 18"/>
            <p:cNvSpPr/>
            <p:nvPr/>
          </p:nvSpPr>
          <p:spPr>
            <a:xfrm>
              <a:off x="1323524" y="2684705"/>
              <a:ext cx="1748941" cy="1748941"/>
            </a:xfrm>
            <a:prstGeom prst="ellipse">
              <a:avLst/>
            </a:prstGeom>
            <a:solidFill>
              <a:schemeClr val="accent1"/>
            </a:solidFill>
            <a:ln>
              <a:gradFill>
                <a:gsLst>
                  <a:gs pos="0">
                    <a:srgbClr val="9A0000">
                      <a:alpha val="94000"/>
                    </a:srgbClr>
                  </a:gs>
                  <a:gs pos="72000">
                    <a:srgbClr val="9A0000">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115319" y="2476500"/>
              <a:ext cx="2165350" cy="2165350"/>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887934" y="2249115"/>
              <a:ext cx="2620119" cy="2620119"/>
            </a:xfrm>
            <a:prstGeom prst="ellipse">
              <a:avLst/>
            </a:prstGeom>
            <a:noFill/>
            <a:ln>
              <a:gradFill flip="none" rotWithShape="1">
                <a:gsLst>
                  <a:gs pos="0">
                    <a:schemeClr val="accent1"/>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占位符 7"/>
          <p:cNvSpPr>
            <a:spLocks noGrp="1"/>
          </p:cNvSpPr>
          <p:nvPr>
            <p:ph type="body" sz="quarter" idx="10"/>
          </p:nvPr>
        </p:nvSpPr>
        <p:spPr/>
        <p:txBody>
          <a:bodyPr/>
          <a:lstStyle/>
          <a:p>
            <a:r>
              <a:rPr lang="zh-CN" altLang="en-US" dirty="0">
                <a:solidFill>
                  <a:schemeClr val="accent1"/>
                </a:solidFill>
              </a:rPr>
              <a:t>对比关系</a:t>
            </a:r>
          </a:p>
        </p:txBody>
      </p:sp>
      <p:sp>
        <p:nvSpPr>
          <p:cNvPr id="34" name="文本占位符 33"/>
          <p:cNvSpPr>
            <a:spLocks noGrp="1"/>
          </p:cNvSpPr>
          <p:nvPr>
            <p:ph type="body" sz="quarter" idx="11"/>
          </p:nvPr>
        </p:nvSpPr>
        <p:spPr/>
        <p:txBody>
          <a:bodyPr/>
          <a:lstStyle/>
          <a:p>
            <a:endParaRPr lang="zh-CN" altLang="en-US"/>
          </a:p>
        </p:txBody>
      </p:sp>
      <p:sp>
        <p:nvSpPr>
          <p:cNvPr id="50" name="任意多边形: 形状 49"/>
          <p:cNvSpPr/>
          <p:nvPr/>
        </p:nvSpPr>
        <p:spPr>
          <a:xfrm>
            <a:off x="1095888" y="1426058"/>
            <a:ext cx="3365619" cy="4009097"/>
          </a:xfrm>
          <a:custGeom>
            <a:avLst/>
            <a:gdLst>
              <a:gd name="connsiteX0" fmla="*/ 0 w 3492955"/>
              <a:gd name="connsiteY0" fmla="*/ 0 h 4163030"/>
              <a:gd name="connsiteX1" fmla="*/ 3492955 w 3492955"/>
              <a:gd name="connsiteY1" fmla="*/ 0 h 4163030"/>
              <a:gd name="connsiteX2" fmla="*/ 3492955 w 3492955"/>
              <a:gd name="connsiteY2" fmla="*/ 2588225 h 4163030"/>
              <a:gd name="connsiteX3" fmla="*/ 0 w 3492955"/>
              <a:gd name="connsiteY3" fmla="*/ 4163030 h 4163030"/>
            </a:gdLst>
            <a:ahLst/>
            <a:cxnLst>
              <a:cxn ang="0">
                <a:pos x="connsiteX0" y="connsiteY0"/>
              </a:cxn>
              <a:cxn ang="0">
                <a:pos x="connsiteX1" y="connsiteY1"/>
              </a:cxn>
              <a:cxn ang="0">
                <a:pos x="connsiteX2" y="connsiteY2"/>
              </a:cxn>
              <a:cxn ang="0">
                <a:pos x="connsiteX3" y="connsiteY3"/>
              </a:cxn>
            </a:cxnLst>
            <a:rect l="l" t="t" r="r" b="b"/>
            <a:pathLst>
              <a:path w="3492955" h="4163030">
                <a:moveTo>
                  <a:pt x="0" y="0"/>
                </a:moveTo>
                <a:lnTo>
                  <a:pt x="3492955" y="0"/>
                </a:lnTo>
                <a:lnTo>
                  <a:pt x="3492955" y="2588225"/>
                </a:lnTo>
                <a:lnTo>
                  <a:pt x="0" y="4163030"/>
                </a:lnTo>
                <a:close/>
              </a:path>
            </a:pathLst>
          </a:custGeom>
          <a:no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任意多边形: 形状 47"/>
          <p:cNvSpPr/>
          <p:nvPr/>
        </p:nvSpPr>
        <p:spPr>
          <a:xfrm flipH="1" flipV="1">
            <a:off x="7710595" y="1643772"/>
            <a:ext cx="3385517" cy="4009097"/>
          </a:xfrm>
          <a:custGeom>
            <a:avLst/>
            <a:gdLst>
              <a:gd name="connsiteX0" fmla="*/ 0 w 3515507"/>
              <a:gd name="connsiteY0" fmla="*/ 4163030 h 4163030"/>
              <a:gd name="connsiteX1" fmla="*/ 0 w 3515507"/>
              <a:gd name="connsiteY1" fmla="*/ 0 h 4163030"/>
              <a:gd name="connsiteX2" fmla="*/ 3515507 w 3515507"/>
              <a:gd name="connsiteY2" fmla="*/ 0 h 4163030"/>
              <a:gd name="connsiteX3" fmla="*/ 3515507 w 3515507"/>
              <a:gd name="connsiteY3" fmla="*/ 2588225 h 4163030"/>
            </a:gdLst>
            <a:ahLst/>
            <a:cxnLst>
              <a:cxn ang="0">
                <a:pos x="connsiteX0" y="connsiteY0"/>
              </a:cxn>
              <a:cxn ang="0">
                <a:pos x="connsiteX1" y="connsiteY1"/>
              </a:cxn>
              <a:cxn ang="0">
                <a:pos x="connsiteX2" y="connsiteY2"/>
              </a:cxn>
              <a:cxn ang="0">
                <a:pos x="connsiteX3" y="connsiteY3"/>
              </a:cxn>
            </a:cxnLst>
            <a:rect l="l" t="t" r="r" b="b"/>
            <a:pathLst>
              <a:path w="3515507" h="4163030">
                <a:moveTo>
                  <a:pt x="0" y="4163030"/>
                </a:moveTo>
                <a:lnTo>
                  <a:pt x="0" y="0"/>
                </a:lnTo>
                <a:lnTo>
                  <a:pt x="3515507" y="0"/>
                </a:lnTo>
                <a:lnTo>
                  <a:pt x="3515507" y="2588225"/>
                </a:lnTo>
                <a:close/>
              </a:path>
            </a:pathLst>
          </a:custGeom>
          <a:no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矩形 2"/>
          <p:cNvSpPr/>
          <p:nvPr/>
        </p:nvSpPr>
        <p:spPr>
          <a:xfrm>
            <a:off x="5610149" y="3159250"/>
            <a:ext cx="971701" cy="769441"/>
          </a:xfrm>
          <a:prstGeom prst="rect">
            <a:avLst/>
          </a:prstGeom>
        </p:spPr>
        <p:txBody>
          <a:bodyPr wrap="square">
            <a:spAutoFit/>
          </a:bodyPr>
          <a:lstStyle/>
          <a:p>
            <a:pPr algn="ctr"/>
            <a:r>
              <a:rPr lang="en-US" altLang="zh-CN" sz="4400" b="1" dirty="0">
                <a:solidFill>
                  <a:schemeClr val="bg1"/>
                </a:solidFill>
              </a:rPr>
              <a:t>VS</a:t>
            </a:r>
          </a:p>
        </p:txBody>
      </p:sp>
      <p:cxnSp>
        <p:nvCxnSpPr>
          <p:cNvPr id="13" name="直接连接符 12"/>
          <p:cNvCxnSpPr/>
          <p:nvPr/>
        </p:nvCxnSpPr>
        <p:spPr>
          <a:xfrm>
            <a:off x="2351488" y="5050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351488" y="5613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5" name="矩形 4"/>
          <p:cNvSpPr/>
          <p:nvPr/>
        </p:nvSpPr>
        <p:spPr>
          <a:xfrm>
            <a:off x="8020050" y="3286144"/>
            <a:ext cx="2900268" cy="2123274"/>
          </a:xfrm>
          <a:prstGeom prst="rect">
            <a:avLst/>
          </a:prstGeom>
        </p:spPr>
        <p:txBody>
          <a:bodyPr wrap="square">
            <a:spAutoFit/>
          </a:bodyPr>
          <a:lstStyle/>
          <a:p>
            <a:pPr algn="r">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学校坚持依靠教师办学，大力实施人才强校战略，现有专任教师两千余人，拥有中国工程院院士、教育部“长江学者”特聘教授与讲座教授 等各类高层次人才一百余人</a:t>
            </a:r>
          </a:p>
        </p:txBody>
      </p:sp>
      <p:sp>
        <p:nvSpPr>
          <p:cNvPr id="6" name="矩形 5"/>
          <p:cNvSpPr/>
          <p:nvPr/>
        </p:nvSpPr>
        <p:spPr>
          <a:xfrm>
            <a:off x="1315224" y="2097613"/>
            <a:ext cx="2870506" cy="212327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学校秉承“厚德、笃学、崇实、尚新”的校训，以“培养德才兼备，自觉服务国家的骨干为总目标，形成了“工程基础厚、工作作风实、创业能力强”的人才培养特色。</a:t>
            </a:r>
          </a:p>
        </p:txBody>
      </p:sp>
      <p:sp>
        <p:nvSpPr>
          <p:cNvPr id="9" name="文本框 8"/>
          <p:cNvSpPr txBox="1"/>
          <p:nvPr/>
        </p:nvSpPr>
        <p:spPr>
          <a:xfrm>
            <a:off x="1315224" y="1643772"/>
            <a:ext cx="1761804" cy="400110"/>
          </a:xfrm>
          <a:prstGeom prst="rect">
            <a:avLst/>
          </a:prstGeom>
          <a:noFill/>
        </p:spPr>
        <p:txBody>
          <a:bodyPr wrap="square" rtlCol="0">
            <a:spAutoFit/>
          </a:bodyPr>
          <a:lstStyle/>
          <a:p>
            <a:r>
              <a:rPr lang="zh-CN" altLang="en-US" sz="2000" b="1" dirty="0">
                <a:solidFill>
                  <a:schemeClr val="accent1"/>
                </a:solidFill>
              </a:rPr>
              <a:t>点击输入标题</a:t>
            </a:r>
          </a:p>
        </p:txBody>
      </p:sp>
      <p:sp>
        <p:nvSpPr>
          <p:cNvPr id="33" name="文本框 32"/>
          <p:cNvSpPr txBox="1"/>
          <p:nvPr/>
        </p:nvSpPr>
        <p:spPr>
          <a:xfrm>
            <a:off x="9021494" y="2866023"/>
            <a:ext cx="1898824" cy="400110"/>
          </a:xfrm>
          <a:prstGeom prst="rect">
            <a:avLst/>
          </a:prstGeom>
          <a:noFill/>
        </p:spPr>
        <p:txBody>
          <a:bodyPr wrap="square" rtlCol="0">
            <a:spAutoFit/>
          </a:bodyPr>
          <a:lstStyle/>
          <a:p>
            <a:pPr algn="r"/>
            <a:r>
              <a:rPr lang="zh-CN" altLang="en-US" sz="2000" b="1" dirty="0">
                <a:solidFill>
                  <a:schemeClr val="accent1"/>
                </a:solidFill>
              </a:rPr>
              <a:t>点击输入标题</a:t>
            </a:r>
          </a:p>
        </p:txBody>
      </p:sp>
      <p:sp>
        <p:nvSpPr>
          <p:cNvPr id="11" name="椭圆 10"/>
          <p:cNvSpPr>
            <a:spLocks noChangeAspect="1"/>
          </p:cNvSpPr>
          <p:nvPr/>
        </p:nvSpPr>
        <p:spPr>
          <a:xfrm>
            <a:off x="1422918" y="4367520"/>
            <a:ext cx="108000" cy="108000"/>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椭圆 34"/>
          <p:cNvSpPr>
            <a:spLocks noChangeAspect="1"/>
          </p:cNvSpPr>
          <p:nvPr/>
        </p:nvSpPr>
        <p:spPr>
          <a:xfrm>
            <a:off x="10711487" y="2660307"/>
            <a:ext cx="108000" cy="108000"/>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文本占位符 110"/>
          <p:cNvSpPr>
            <a:spLocks noGrp="1"/>
          </p:cNvSpPr>
          <p:nvPr>
            <p:ph type="body" sz="quarter" idx="10"/>
          </p:nvPr>
        </p:nvSpPr>
        <p:spPr/>
        <p:txBody>
          <a:bodyPr/>
          <a:lstStyle/>
          <a:p>
            <a:r>
              <a:rPr lang="zh-CN" altLang="en-US" dirty="0">
                <a:solidFill>
                  <a:schemeClr val="accent1"/>
                </a:solidFill>
              </a:rPr>
              <a:t>金字塔</a:t>
            </a:r>
          </a:p>
        </p:txBody>
      </p:sp>
      <p:cxnSp>
        <p:nvCxnSpPr>
          <p:cNvPr id="7" name="直接连接符 6"/>
          <p:cNvCxnSpPr/>
          <p:nvPr/>
        </p:nvCxnSpPr>
        <p:spPr>
          <a:xfrm>
            <a:off x="19541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9541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grpSp>
        <p:nvGrpSpPr>
          <p:cNvPr id="13" name="组合 12"/>
          <p:cNvGrpSpPr/>
          <p:nvPr/>
        </p:nvGrpSpPr>
        <p:grpSpPr>
          <a:xfrm>
            <a:off x="803275" y="1519846"/>
            <a:ext cx="5088608" cy="4365344"/>
            <a:chOff x="6000306" y="1479130"/>
            <a:chExt cx="3763962" cy="3228975"/>
          </a:xfrm>
        </p:grpSpPr>
        <p:sp>
          <p:nvSpPr>
            <p:cNvPr id="69" name="Freeform 85"/>
            <p:cNvSpPr>
              <a:spLocks noChangeArrowheads="1"/>
            </p:cNvSpPr>
            <p:nvPr/>
          </p:nvSpPr>
          <p:spPr bwMode="auto">
            <a:xfrm>
              <a:off x="7413181" y="1479130"/>
              <a:ext cx="468312" cy="808037"/>
            </a:xfrm>
            <a:custGeom>
              <a:avLst/>
              <a:gdLst>
                <a:gd name="T0" fmla="*/ 0 w 295"/>
                <a:gd name="T1" fmla="*/ 603250 h 509"/>
                <a:gd name="T2" fmla="*/ 468312 w 295"/>
                <a:gd name="T3" fmla="*/ 808037 h 509"/>
                <a:gd name="T4" fmla="*/ 468312 w 295"/>
                <a:gd name="T5" fmla="*/ 0 h 509"/>
                <a:gd name="T6" fmla="*/ 0 w 295"/>
                <a:gd name="T7" fmla="*/ 603250 h 509"/>
                <a:gd name="T8" fmla="*/ 0 60000 65536"/>
                <a:gd name="T9" fmla="*/ 0 60000 65536"/>
                <a:gd name="T10" fmla="*/ 0 60000 65536"/>
                <a:gd name="T11" fmla="*/ 0 60000 65536"/>
                <a:gd name="T12" fmla="*/ 0 w 295"/>
                <a:gd name="T13" fmla="*/ 0 h 509"/>
                <a:gd name="T14" fmla="*/ 295 w 295"/>
                <a:gd name="T15" fmla="*/ 509 h 509"/>
              </a:gdLst>
              <a:ahLst/>
              <a:cxnLst>
                <a:cxn ang="T8">
                  <a:pos x="T0" y="T1"/>
                </a:cxn>
                <a:cxn ang="T9">
                  <a:pos x="T2" y="T3"/>
                </a:cxn>
                <a:cxn ang="T10">
                  <a:pos x="T4" y="T5"/>
                </a:cxn>
                <a:cxn ang="T11">
                  <a:pos x="T6" y="T7"/>
                </a:cxn>
              </a:cxnLst>
              <a:rect l="T12" t="T13" r="T14" b="T15"/>
              <a:pathLst>
                <a:path w="295" h="509">
                  <a:moveTo>
                    <a:pt x="0" y="380"/>
                  </a:moveTo>
                  <a:lnTo>
                    <a:pt x="295" y="509"/>
                  </a:lnTo>
                  <a:lnTo>
                    <a:pt x="295" y="0"/>
                  </a:lnTo>
                  <a:lnTo>
                    <a:pt x="0" y="380"/>
                  </a:lnTo>
                  <a:close/>
                </a:path>
              </a:pathLst>
            </a:custGeom>
            <a:solidFill>
              <a:schemeClr val="accent4">
                <a:alpha val="23000"/>
              </a:schemeClr>
            </a:solidFill>
            <a:ln w="9525" cmpd="sng">
              <a:solidFill>
                <a:schemeClr val="bg1"/>
              </a:solidFill>
              <a:miter lim="800000"/>
            </a:ln>
          </p:spPr>
          <p:txBody>
            <a:bodyPr/>
            <a:lstStyle/>
            <a:p>
              <a:endParaRPr lang="zh-CN" altLang="en-US" dirty="0"/>
            </a:p>
          </p:txBody>
        </p:sp>
        <p:sp>
          <p:nvSpPr>
            <p:cNvPr id="70" name="Freeform 86"/>
            <p:cNvSpPr>
              <a:spLocks noChangeArrowheads="1"/>
            </p:cNvSpPr>
            <p:nvPr/>
          </p:nvSpPr>
          <p:spPr bwMode="auto">
            <a:xfrm>
              <a:off x="7878318" y="1479130"/>
              <a:ext cx="473075" cy="808037"/>
            </a:xfrm>
            <a:custGeom>
              <a:avLst/>
              <a:gdLst>
                <a:gd name="T0" fmla="*/ 0 w 298"/>
                <a:gd name="T1" fmla="*/ 808037 h 509"/>
                <a:gd name="T2" fmla="*/ 473075 w 298"/>
                <a:gd name="T3" fmla="*/ 603250 h 509"/>
                <a:gd name="T4" fmla="*/ 0 w 298"/>
                <a:gd name="T5" fmla="*/ 0 h 509"/>
                <a:gd name="T6" fmla="*/ 0 w 298"/>
                <a:gd name="T7" fmla="*/ 808037 h 509"/>
                <a:gd name="T8" fmla="*/ 0 60000 65536"/>
                <a:gd name="T9" fmla="*/ 0 60000 65536"/>
                <a:gd name="T10" fmla="*/ 0 60000 65536"/>
                <a:gd name="T11" fmla="*/ 0 60000 65536"/>
                <a:gd name="T12" fmla="*/ 0 w 298"/>
                <a:gd name="T13" fmla="*/ 0 h 509"/>
                <a:gd name="T14" fmla="*/ 298 w 298"/>
                <a:gd name="T15" fmla="*/ 509 h 509"/>
              </a:gdLst>
              <a:ahLst/>
              <a:cxnLst>
                <a:cxn ang="T8">
                  <a:pos x="T0" y="T1"/>
                </a:cxn>
                <a:cxn ang="T9">
                  <a:pos x="T2" y="T3"/>
                </a:cxn>
                <a:cxn ang="T10">
                  <a:pos x="T4" y="T5"/>
                </a:cxn>
                <a:cxn ang="T11">
                  <a:pos x="T6" y="T7"/>
                </a:cxn>
              </a:cxnLst>
              <a:rect l="T12" t="T13" r="T14" b="T15"/>
              <a:pathLst>
                <a:path w="298" h="509">
                  <a:moveTo>
                    <a:pt x="0" y="509"/>
                  </a:moveTo>
                  <a:lnTo>
                    <a:pt x="298" y="380"/>
                  </a:lnTo>
                  <a:lnTo>
                    <a:pt x="0" y="0"/>
                  </a:lnTo>
                  <a:lnTo>
                    <a:pt x="0" y="509"/>
                  </a:lnTo>
                  <a:close/>
                </a:path>
              </a:pathLst>
            </a:custGeom>
            <a:solidFill>
              <a:schemeClr val="accent4">
                <a:alpha val="23000"/>
              </a:schemeClr>
            </a:solidFill>
            <a:ln w="9525" cmpd="sng">
              <a:solidFill>
                <a:schemeClr val="bg1"/>
              </a:solidFill>
              <a:miter lim="800000"/>
            </a:ln>
          </p:spPr>
          <p:txBody>
            <a:bodyPr/>
            <a:lstStyle/>
            <a:p>
              <a:endParaRPr lang="zh-CN" altLang="en-US"/>
            </a:p>
          </p:txBody>
        </p:sp>
        <p:sp>
          <p:nvSpPr>
            <p:cNvPr id="71" name="Freeform 87"/>
            <p:cNvSpPr>
              <a:spLocks noChangeArrowheads="1"/>
            </p:cNvSpPr>
            <p:nvPr/>
          </p:nvSpPr>
          <p:spPr bwMode="auto">
            <a:xfrm>
              <a:off x="6940106" y="2085555"/>
              <a:ext cx="941387" cy="1008062"/>
            </a:xfrm>
            <a:custGeom>
              <a:avLst/>
              <a:gdLst>
                <a:gd name="T0" fmla="*/ 0 w 593"/>
                <a:gd name="T1" fmla="*/ 604837 h 635"/>
                <a:gd name="T2" fmla="*/ 941387 w 593"/>
                <a:gd name="T3" fmla="*/ 1008062 h 635"/>
                <a:gd name="T4" fmla="*/ 941387 w 593"/>
                <a:gd name="T5" fmla="*/ 201612 h 635"/>
                <a:gd name="T6" fmla="*/ 473075 w 593"/>
                <a:gd name="T7" fmla="*/ 0 h 635"/>
                <a:gd name="T8" fmla="*/ 0 w 593"/>
                <a:gd name="T9" fmla="*/ 604837 h 635"/>
                <a:gd name="T10" fmla="*/ 0 60000 65536"/>
                <a:gd name="T11" fmla="*/ 0 60000 65536"/>
                <a:gd name="T12" fmla="*/ 0 60000 65536"/>
                <a:gd name="T13" fmla="*/ 0 60000 65536"/>
                <a:gd name="T14" fmla="*/ 0 60000 65536"/>
                <a:gd name="T15" fmla="*/ 0 w 593"/>
                <a:gd name="T16" fmla="*/ 0 h 635"/>
                <a:gd name="T17" fmla="*/ 593 w 593"/>
                <a:gd name="T18" fmla="*/ 635 h 635"/>
              </a:gdLst>
              <a:ahLst/>
              <a:cxnLst>
                <a:cxn ang="T10">
                  <a:pos x="T0" y="T1"/>
                </a:cxn>
                <a:cxn ang="T11">
                  <a:pos x="T2" y="T3"/>
                </a:cxn>
                <a:cxn ang="T12">
                  <a:pos x="T4" y="T5"/>
                </a:cxn>
                <a:cxn ang="T13">
                  <a:pos x="T6" y="T7"/>
                </a:cxn>
                <a:cxn ang="T14">
                  <a:pos x="T8" y="T9"/>
                </a:cxn>
              </a:cxnLst>
              <a:rect l="T15" t="T16" r="T17" b="T18"/>
              <a:pathLst>
                <a:path w="593" h="635">
                  <a:moveTo>
                    <a:pt x="0" y="381"/>
                  </a:moveTo>
                  <a:lnTo>
                    <a:pt x="593" y="635"/>
                  </a:lnTo>
                  <a:lnTo>
                    <a:pt x="593" y="127"/>
                  </a:lnTo>
                  <a:lnTo>
                    <a:pt x="298" y="0"/>
                  </a:lnTo>
                  <a:lnTo>
                    <a:pt x="0" y="381"/>
                  </a:lnTo>
                  <a:close/>
                </a:path>
              </a:pathLst>
            </a:custGeom>
            <a:solidFill>
              <a:schemeClr val="accent3">
                <a:alpha val="44000"/>
              </a:schemeClr>
            </a:solidFill>
            <a:ln w="9525" cmpd="sng">
              <a:solidFill>
                <a:schemeClr val="bg1"/>
              </a:solidFill>
              <a:bevel/>
            </a:ln>
          </p:spPr>
          <p:txBody>
            <a:bodyPr/>
            <a:lstStyle/>
            <a:p>
              <a:endParaRPr lang="zh-CN" altLang="en-US"/>
            </a:p>
          </p:txBody>
        </p:sp>
        <p:sp>
          <p:nvSpPr>
            <p:cNvPr id="72" name="Freeform 88"/>
            <p:cNvSpPr>
              <a:spLocks noChangeArrowheads="1"/>
            </p:cNvSpPr>
            <p:nvPr/>
          </p:nvSpPr>
          <p:spPr bwMode="auto">
            <a:xfrm>
              <a:off x="7881493" y="2085555"/>
              <a:ext cx="942975" cy="1008062"/>
            </a:xfrm>
            <a:custGeom>
              <a:avLst/>
              <a:gdLst>
                <a:gd name="T0" fmla="*/ 0 w 593"/>
                <a:gd name="T1" fmla="*/ 1008062 h 635"/>
                <a:gd name="T2" fmla="*/ 942975 w 593"/>
                <a:gd name="T3" fmla="*/ 604837 h 635"/>
                <a:gd name="T4" fmla="*/ 473873 w 593"/>
                <a:gd name="T5" fmla="*/ 0 h 635"/>
                <a:gd name="T6" fmla="*/ 0 w 593"/>
                <a:gd name="T7" fmla="*/ 201612 h 635"/>
                <a:gd name="T8" fmla="*/ 0 w 593"/>
                <a:gd name="T9" fmla="*/ 1008062 h 635"/>
                <a:gd name="T10" fmla="*/ 0 60000 65536"/>
                <a:gd name="T11" fmla="*/ 0 60000 65536"/>
                <a:gd name="T12" fmla="*/ 0 60000 65536"/>
                <a:gd name="T13" fmla="*/ 0 60000 65536"/>
                <a:gd name="T14" fmla="*/ 0 60000 65536"/>
                <a:gd name="T15" fmla="*/ 0 w 593"/>
                <a:gd name="T16" fmla="*/ 0 h 635"/>
                <a:gd name="T17" fmla="*/ 593 w 593"/>
                <a:gd name="T18" fmla="*/ 635 h 635"/>
              </a:gdLst>
              <a:ahLst/>
              <a:cxnLst>
                <a:cxn ang="T10">
                  <a:pos x="T0" y="T1"/>
                </a:cxn>
                <a:cxn ang="T11">
                  <a:pos x="T2" y="T3"/>
                </a:cxn>
                <a:cxn ang="T12">
                  <a:pos x="T4" y="T5"/>
                </a:cxn>
                <a:cxn ang="T13">
                  <a:pos x="T6" y="T7"/>
                </a:cxn>
                <a:cxn ang="T14">
                  <a:pos x="T8" y="T9"/>
                </a:cxn>
              </a:cxnLst>
              <a:rect l="T15" t="T16" r="T17" b="T18"/>
              <a:pathLst>
                <a:path w="593" h="635">
                  <a:moveTo>
                    <a:pt x="0" y="635"/>
                  </a:moveTo>
                  <a:lnTo>
                    <a:pt x="593" y="381"/>
                  </a:lnTo>
                  <a:lnTo>
                    <a:pt x="298" y="0"/>
                  </a:lnTo>
                  <a:lnTo>
                    <a:pt x="0" y="127"/>
                  </a:lnTo>
                  <a:lnTo>
                    <a:pt x="0" y="635"/>
                  </a:lnTo>
                  <a:close/>
                </a:path>
              </a:pathLst>
            </a:custGeom>
            <a:solidFill>
              <a:schemeClr val="accent3">
                <a:alpha val="44000"/>
              </a:schemeClr>
            </a:solidFill>
            <a:ln w="9525" cmpd="sng">
              <a:solidFill>
                <a:schemeClr val="bg1"/>
              </a:solidFill>
              <a:bevel/>
            </a:ln>
          </p:spPr>
          <p:txBody>
            <a:bodyPr/>
            <a:lstStyle/>
            <a:p>
              <a:endParaRPr lang="zh-CN" altLang="en-US" dirty="0"/>
            </a:p>
          </p:txBody>
        </p:sp>
        <p:sp>
          <p:nvSpPr>
            <p:cNvPr id="73" name="Freeform 89"/>
            <p:cNvSpPr>
              <a:spLocks noChangeArrowheads="1"/>
            </p:cNvSpPr>
            <p:nvPr/>
          </p:nvSpPr>
          <p:spPr bwMode="auto">
            <a:xfrm>
              <a:off x="6468618" y="2701128"/>
              <a:ext cx="1412875" cy="1208088"/>
            </a:xfrm>
            <a:custGeom>
              <a:avLst/>
              <a:gdLst>
                <a:gd name="T0" fmla="*/ 0 w 890"/>
                <a:gd name="T1" fmla="*/ 604838 h 761"/>
                <a:gd name="T2" fmla="*/ 1412875 w 890"/>
                <a:gd name="T3" fmla="*/ 1208088 h 761"/>
                <a:gd name="T4" fmla="*/ 1412875 w 890"/>
                <a:gd name="T5" fmla="*/ 403225 h 761"/>
                <a:gd name="T6" fmla="*/ 471488 w 890"/>
                <a:gd name="T7" fmla="*/ 0 h 761"/>
                <a:gd name="T8" fmla="*/ 0 w 890"/>
                <a:gd name="T9" fmla="*/ 604838 h 761"/>
                <a:gd name="T10" fmla="*/ 0 60000 65536"/>
                <a:gd name="T11" fmla="*/ 0 60000 65536"/>
                <a:gd name="T12" fmla="*/ 0 60000 65536"/>
                <a:gd name="T13" fmla="*/ 0 60000 65536"/>
                <a:gd name="T14" fmla="*/ 0 60000 65536"/>
                <a:gd name="T15" fmla="*/ 0 w 890"/>
                <a:gd name="T16" fmla="*/ 0 h 761"/>
                <a:gd name="T17" fmla="*/ 890 w 890"/>
                <a:gd name="T18" fmla="*/ 761 h 761"/>
              </a:gdLst>
              <a:ahLst/>
              <a:cxnLst>
                <a:cxn ang="T10">
                  <a:pos x="T0" y="T1"/>
                </a:cxn>
                <a:cxn ang="T11">
                  <a:pos x="T2" y="T3"/>
                </a:cxn>
                <a:cxn ang="T12">
                  <a:pos x="T4" y="T5"/>
                </a:cxn>
                <a:cxn ang="T13">
                  <a:pos x="T6" y="T7"/>
                </a:cxn>
                <a:cxn ang="T14">
                  <a:pos x="T8" y="T9"/>
                </a:cxn>
              </a:cxnLst>
              <a:rect l="T15" t="T16" r="T17" b="T18"/>
              <a:pathLst>
                <a:path w="890" h="761">
                  <a:moveTo>
                    <a:pt x="0" y="381"/>
                  </a:moveTo>
                  <a:lnTo>
                    <a:pt x="890" y="761"/>
                  </a:lnTo>
                  <a:lnTo>
                    <a:pt x="890" y="254"/>
                  </a:lnTo>
                  <a:lnTo>
                    <a:pt x="297" y="0"/>
                  </a:lnTo>
                  <a:lnTo>
                    <a:pt x="0" y="381"/>
                  </a:lnTo>
                  <a:close/>
                </a:path>
              </a:pathLst>
            </a:custGeom>
            <a:solidFill>
              <a:schemeClr val="accent2">
                <a:alpha val="70000"/>
              </a:schemeClr>
            </a:solidFill>
            <a:ln w="2" cap="flat" cmpd="sng">
              <a:solidFill>
                <a:schemeClr val="bg1"/>
              </a:solidFill>
              <a:miter lim="800000"/>
            </a:ln>
          </p:spPr>
          <p:txBody>
            <a:bodyPr/>
            <a:lstStyle/>
            <a:p>
              <a:endParaRPr lang="zh-CN" altLang="en-US"/>
            </a:p>
          </p:txBody>
        </p:sp>
        <p:sp>
          <p:nvSpPr>
            <p:cNvPr id="74" name="Freeform 90"/>
            <p:cNvSpPr>
              <a:spLocks noChangeArrowheads="1"/>
            </p:cNvSpPr>
            <p:nvPr/>
          </p:nvSpPr>
          <p:spPr bwMode="auto">
            <a:xfrm>
              <a:off x="7881493" y="2701128"/>
              <a:ext cx="1412875" cy="1208088"/>
            </a:xfrm>
            <a:custGeom>
              <a:avLst/>
              <a:gdLst>
                <a:gd name="T0" fmla="*/ 0 w 890"/>
                <a:gd name="T1" fmla="*/ 1208088 h 761"/>
                <a:gd name="T2" fmla="*/ 1412875 w 890"/>
                <a:gd name="T3" fmla="*/ 604838 h 761"/>
                <a:gd name="T4" fmla="*/ 941388 w 890"/>
                <a:gd name="T5" fmla="*/ 0 h 761"/>
                <a:gd name="T6" fmla="*/ 0 w 890"/>
                <a:gd name="T7" fmla="*/ 403225 h 761"/>
                <a:gd name="T8" fmla="*/ 0 w 890"/>
                <a:gd name="T9" fmla="*/ 1208088 h 761"/>
                <a:gd name="T10" fmla="*/ 0 60000 65536"/>
                <a:gd name="T11" fmla="*/ 0 60000 65536"/>
                <a:gd name="T12" fmla="*/ 0 60000 65536"/>
                <a:gd name="T13" fmla="*/ 0 60000 65536"/>
                <a:gd name="T14" fmla="*/ 0 60000 65536"/>
                <a:gd name="T15" fmla="*/ 0 w 890"/>
                <a:gd name="T16" fmla="*/ 0 h 761"/>
                <a:gd name="T17" fmla="*/ 890 w 890"/>
                <a:gd name="T18" fmla="*/ 761 h 761"/>
              </a:gdLst>
              <a:ahLst/>
              <a:cxnLst>
                <a:cxn ang="T10">
                  <a:pos x="T0" y="T1"/>
                </a:cxn>
                <a:cxn ang="T11">
                  <a:pos x="T2" y="T3"/>
                </a:cxn>
                <a:cxn ang="T12">
                  <a:pos x="T4" y="T5"/>
                </a:cxn>
                <a:cxn ang="T13">
                  <a:pos x="T6" y="T7"/>
                </a:cxn>
                <a:cxn ang="T14">
                  <a:pos x="T8" y="T9"/>
                </a:cxn>
              </a:cxnLst>
              <a:rect l="T15" t="T16" r="T17" b="T18"/>
              <a:pathLst>
                <a:path w="890" h="761">
                  <a:moveTo>
                    <a:pt x="0" y="761"/>
                  </a:moveTo>
                  <a:lnTo>
                    <a:pt x="890" y="381"/>
                  </a:lnTo>
                  <a:lnTo>
                    <a:pt x="593" y="0"/>
                  </a:lnTo>
                  <a:lnTo>
                    <a:pt x="0" y="254"/>
                  </a:lnTo>
                  <a:lnTo>
                    <a:pt x="0" y="761"/>
                  </a:lnTo>
                  <a:close/>
                </a:path>
              </a:pathLst>
            </a:custGeom>
            <a:solidFill>
              <a:schemeClr val="accent2">
                <a:alpha val="70000"/>
              </a:schemeClr>
            </a:solidFill>
            <a:ln w="2" cap="flat" cmpd="sng">
              <a:solidFill>
                <a:schemeClr val="bg1"/>
              </a:solidFill>
              <a:miter lim="800000"/>
            </a:ln>
          </p:spPr>
          <p:txBody>
            <a:bodyPr/>
            <a:lstStyle/>
            <a:p>
              <a:endParaRPr lang="zh-CN" altLang="en-US"/>
            </a:p>
          </p:txBody>
        </p:sp>
        <p:sp>
          <p:nvSpPr>
            <p:cNvPr id="75" name="Freeform 91"/>
            <p:cNvSpPr>
              <a:spLocks noChangeArrowheads="1"/>
            </p:cNvSpPr>
            <p:nvPr/>
          </p:nvSpPr>
          <p:spPr bwMode="auto">
            <a:xfrm>
              <a:off x="6000306" y="3295230"/>
              <a:ext cx="1881187" cy="1412875"/>
            </a:xfrm>
            <a:custGeom>
              <a:avLst/>
              <a:gdLst>
                <a:gd name="T0" fmla="*/ 0 w 1185"/>
                <a:gd name="T1" fmla="*/ 603250 h 890"/>
                <a:gd name="T2" fmla="*/ 1881187 w 1185"/>
                <a:gd name="T3" fmla="*/ 1412875 h 890"/>
                <a:gd name="T4" fmla="*/ 1881187 w 1185"/>
                <a:gd name="T5" fmla="*/ 603250 h 890"/>
                <a:gd name="T6" fmla="*/ 468312 w 1185"/>
                <a:gd name="T7" fmla="*/ 0 h 890"/>
                <a:gd name="T8" fmla="*/ 0 w 1185"/>
                <a:gd name="T9" fmla="*/ 603250 h 890"/>
                <a:gd name="T10" fmla="*/ 0 60000 65536"/>
                <a:gd name="T11" fmla="*/ 0 60000 65536"/>
                <a:gd name="T12" fmla="*/ 0 60000 65536"/>
                <a:gd name="T13" fmla="*/ 0 60000 65536"/>
                <a:gd name="T14" fmla="*/ 0 60000 65536"/>
                <a:gd name="T15" fmla="*/ 0 w 1185"/>
                <a:gd name="T16" fmla="*/ 0 h 890"/>
                <a:gd name="T17" fmla="*/ 1185 w 1185"/>
                <a:gd name="T18" fmla="*/ 890 h 890"/>
              </a:gdLst>
              <a:ahLst/>
              <a:cxnLst>
                <a:cxn ang="T10">
                  <a:pos x="T0" y="T1"/>
                </a:cxn>
                <a:cxn ang="T11">
                  <a:pos x="T2" y="T3"/>
                </a:cxn>
                <a:cxn ang="T12">
                  <a:pos x="T4" y="T5"/>
                </a:cxn>
                <a:cxn ang="T13">
                  <a:pos x="T6" y="T7"/>
                </a:cxn>
                <a:cxn ang="T14">
                  <a:pos x="T8" y="T9"/>
                </a:cxn>
              </a:cxnLst>
              <a:rect l="T15" t="T16" r="T17" b="T18"/>
              <a:pathLst>
                <a:path w="1185" h="890">
                  <a:moveTo>
                    <a:pt x="0" y="380"/>
                  </a:moveTo>
                  <a:lnTo>
                    <a:pt x="1185" y="890"/>
                  </a:lnTo>
                  <a:lnTo>
                    <a:pt x="1185" y="380"/>
                  </a:lnTo>
                  <a:lnTo>
                    <a:pt x="295" y="0"/>
                  </a:lnTo>
                  <a:lnTo>
                    <a:pt x="0" y="380"/>
                  </a:lnTo>
                  <a:close/>
                </a:path>
              </a:pathLst>
            </a:custGeom>
            <a:solidFill>
              <a:schemeClr val="accent1"/>
            </a:solidFill>
            <a:ln w="2" cap="flat" cmpd="sng">
              <a:solidFill>
                <a:schemeClr val="bg1"/>
              </a:solidFill>
              <a:miter lim="800000"/>
            </a:ln>
          </p:spPr>
          <p:txBody>
            <a:bodyPr/>
            <a:lstStyle/>
            <a:p>
              <a:endParaRPr lang="zh-CN" altLang="en-US"/>
            </a:p>
          </p:txBody>
        </p:sp>
        <p:sp>
          <p:nvSpPr>
            <p:cNvPr id="76" name="Freeform 92"/>
            <p:cNvSpPr>
              <a:spLocks noChangeArrowheads="1"/>
            </p:cNvSpPr>
            <p:nvPr/>
          </p:nvSpPr>
          <p:spPr bwMode="auto">
            <a:xfrm>
              <a:off x="7881493" y="3295230"/>
              <a:ext cx="1882775" cy="1412875"/>
            </a:xfrm>
            <a:custGeom>
              <a:avLst/>
              <a:gdLst>
                <a:gd name="T0" fmla="*/ 0 w 1186"/>
                <a:gd name="T1" fmla="*/ 1412875 h 890"/>
                <a:gd name="T2" fmla="*/ 1882775 w 1186"/>
                <a:gd name="T3" fmla="*/ 603250 h 890"/>
                <a:gd name="T4" fmla="*/ 1412875 w 1186"/>
                <a:gd name="T5" fmla="*/ 0 h 890"/>
                <a:gd name="T6" fmla="*/ 0 w 1186"/>
                <a:gd name="T7" fmla="*/ 603250 h 890"/>
                <a:gd name="T8" fmla="*/ 0 w 1186"/>
                <a:gd name="T9" fmla="*/ 1412875 h 890"/>
                <a:gd name="T10" fmla="*/ 0 60000 65536"/>
                <a:gd name="T11" fmla="*/ 0 60000 65536"/>
                <a:gd name="T12" fmla="*/ 0 60000 65536"/>
                <a:gd name="T13" fmla="*/ 0 60000 65536"/>
                <a:gd name="T14" fmla="*/ 0 60000 65536"/>
                <a:gd name="T15" fmla="*/ 0 w 1186"/>
                <a:gd name="T16" fmla="*/ 0 h 890"/>
                <a:gd name="T17" fmla="*/ 1186 w 1186"/>
                <a:gd name="T18" fmla="*/ 890 h 890"/>
              </a:gdLst>
              <a:ahLst/>
              <a:cxnLst>
                <a:cxn ang="T10">
                  <a:pos x="T0" y="T1"/>
                </a:cxn>
                <a:cxn ang="T11">
                  <a:pos x="T2" y="T3"/>
                </a:cxn>
                <a:cxn ang="T12">
                  <a:pos x="T4" y="T5"/>
                </a:cxn>
                <a:cxn ang="T13">
                  <a:pos x="T6" y="T7"/>
                </a:cxn>
                <a:cxn ang="T14">
                  <a:pos x="T8" y="T9"/>
                </a:cxn>
              </a:cxnLst>
              <a:rect l="T15" t="T16" r="T17" b="T18"/>
              <a:pathLst>
                <a:path w="1186" h="890">
                  <a:moveTo>
                    <a:pt x="0" y="890"/>
                  </a:moveTo>
                  <a:lnTo>
                    <a:pt x="1186" y="380"/>
                  </a:lnTo>
                  <a:lnTo>
                    <a:pt x="890" y="0"/>
                  </a:lnTo>
                  <a:lnTo>
                    <a:pt x="0" y="380"/>
                  </a:lnTo>
                  <a:lnTo>
                    <a:pt x="0" y="890"/>
                  </a:lnTo>
                  <a:close/>
                </a:path>
              </a:pathLst>
            </a:custGeom>
            <a:solidFill>
              <a:schemeClr val="accent1"/>
            </a:solidFill>
            <a:ln w="2" cap="flat" cmpd="sng">
              <a:solidFill>
                <a:schemeClr val="bg1"/>
              </a:solidFill>
              <a:miter lim="800000"/>
            </a:ln>
          </p:spPr>
          <p:txBody>
            <a:bodyPr/>
            <a:lstStyle/>
            <a:p>
              <a:endParaRPr lang="zh-CN" altLang="en-US"/>
            </a:p>
          </p:txBody>
        </p:sp>
      </p:grpSp>
      <p:sp>
        <p:nvSpPr>
          <p:cNvPr id="93" name="标注: 弯曲线形(带强调线) 92"/>
          <p:cNvSpPr/>
          <p:nvPr/>
        </p:nvSpPr>
        <p:spPr>
          <a:xfrm>
            <a:off x="4921253" y="1178327"/>
            <a:ext cx="2723823" cy="622437"/>
          </a:xfrm>
          <a:prstGeom prst="accentCallout2">
            <a:avLst>
              <a:gd name="adj1" fmla="val 19294"/>
              <a:gd name="adj2" fmla="val 41401"/>
              <a:gd name="adj3" fmla="val 18750"/>
              <a:gd name="adj4" fmla="val -16667"/>
              <a:gd name="adj5" fmla="val 117164"/>
              <a:gd name="adj6" fmla="val -46667"/>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t>                      </a:t>
            </a:r>
            <a:endParaRPr lang="zh-CN" altLang="en-US" dirty="0"/>
          </a:p>
        </p:txBody>
      </p:sp>
      <p:sp>
        <p:nvSpPr>
          <p:cNvPr id="94" name="标注: 弯曲线形(带强调线) 93"/>
          <p:cNvSpPr/>
          <p:nvPr/>
        </p:nvSpPr>
        <p:spPr>
          <a:xfrm>
            <a:off x="5614358" y="2329841"/>
            <a:ext cx="2723823" cy="622437"/>
          </a:xfrm>
          <a:prstGeom prst="accentCallout2">
            <a:avLst>
              <a:gd name="adj1" fmla="val 19294"/>
              <a:gd name="adj2" fmla="val 41401"/>
              <a:gd name="adj3" fmla="val 18750"/>
              <a:gd name="adj4" fmla="val -16667"/>
              <a:gd name="adj5" fmla="val 92680"/>
              <a:gd name="adj6" fmla="val -47289"/>
            </a:avLst>
          </a:prstGeom>
          <a:solidFill>
            <a:schemeClr val="bg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t>                      </a:t>
            </a:r>
            <a:endParaRPr lang="zh-CN" altLang="en-US" dirty="0"/>
          </a:p>
        </p:txBody>
      </p:sp>
      <p:sp>
        <p:nvSpPr>
          <p:cNvPr id="95" name="标注: 弯曲线形(带强调线) 94"/>
          <p:cNvSpPr/>
          <p:nvPr/>
        </p:nvSpPr>
        <p:spPr>
          <a:xfrm>
            <a:off x="6283165" y="3481355"/>
            <a:ext cx="2723823" cy="622437"/>
          </a:xfrm>
          <a:prstGeom prst="accentCallout2">
            <a:avLst>
              <a:gd name="adj1" fmla="val 19294"/>
              <a:gd name="adj2" fmla="val 41401"/>
              <a:gd name="adj3" fmla="val 18750"/>
              <a:gd name="adj4" fmla="val -16667"/>
              <a:gd name="adj5" fmla="val 86461"/>
              <a:gd name="adj6" fmla="val -50930"/>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t>                      </a:t>
            </a:r>
            <a:endParaRPr lang="zh-CN" altLang="en-US" dirty="0"/>
          </a:p>
        </p:txBody>
      </p:sp>
      <p:sp>
        <p:nvSpPr>
          <p:cNvPr id="96" name="标注: 弯曲线形(带强调线) 95"/>
          <p:cNvSpPr/>
          <p:nvPr/>
        </p:nvSpPr>
        <p:spPr>
          <a:xfrm>
            <a:off x="6746294" y="4632868"/>
            <a:ext cx="2723823" cy="622437"/>
          </a:xfrm>
          <a:prstGeom prst="accentCallout2">
            <a:avLst>
              <a:gd name="adj1" fmla="val 19294"/>
              <a:gd name="adj2" fmla="val 41401"/>
              <a:gd name="adj3" fmla="val 18750"/>
              <a:gd name="adj4" fmla="val -16667"/>
              <a:gd name="adj5" fmla="val 20781"/>
              <a:gd name="adj6" fmla="val -56524"/>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t>                      </a:t>
            </a:r>
            <a:endParaRPr lang="zh-CN" altLang="en-US" dirty="0"/>
          </a:p>
        </p:txBody>
      </p:sp>
      <p:sp>
        <p:nvSpPr>
          <p:cNvPr id="97" name="矩形 96"/>
          <p:cNvSpPr/>
          <p:nvPr/>
        </p:nvSpPr>
        <p:spPr>
          <a:xfrm>
            <a:off x="4526338" y="1329584"/>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98" name="文本框 97"/>
          <p:cNvSpPr txBox="1"/>
          <p:nvPr/>
        </p:nvSpPr>
        <p:spPr>
          <a:xfrm flipH="1">
            <a:off x="6095998" y="1159889"/>
            <a:ext cx="4286251"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sp>
        <p:nvSpPr>
          <p:cNvPr id="102" name="矩形 101"/>
          <p:cNvSpPr/>
          <p:nvPr/>
        </p:nvSpPr>
        <p:spPr>
          <a:xfrm>
            <a:off x="5162130" y="2500159"/>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104" name="矩形 103"/>
          <p:cNvSpPr/>
          <p:nvPr/>
        </p:nvSpPr>
        <p:spPr>
          <a:xfrm>
            <a:off x="5834826" y="3620785"/>
            <a:ext cx="1569661"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106" name="矩形 105"/>
          <p:cNvSpPr/>
          <p:nvPr/>
        </p:nvSpPr>
        <p:spPr>
          <a:xfrm>
            <a:off x="6300119" y="4772299"/>
            <a:ext cx="1582672"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108" name="文本框 107"/>
          <p:cNvSpPr txBox="1"/>
          <p:nvPr/>
        </p:nvSpPr>
        <p:spPr>
          <a:xfrm flipH="1">
            <a:off x="6746294" y="2299747"/>
            <a:ext cx="4286251"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sp>
        <p:nvSpPr>
          <p:cNvPr id="109" name="文本框 108"/>
          <p:cNvSpPr txBox="1"/>
          <p:nvPr/>
        </p:nvSpPr>
        <p:spPr>
          <a:xfrm flipH="1">
            <a:off x="7396589" y="3439605"/>
            <a:ext cx="3992135"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a:t>
            </a:r>
          </a:p>
        </p:txBody>
      </p:sp>
      <p:sp>
        <p:nvSpPr>
          <p:cNvPr id="110" name="文本框 109"/>
          <p:cNvSpPr txBox="1"/>
          <p:nvPr/>
        </p:nvSpPr>
        <p:spPr>
          <a:xfrm flipH="1">
            <a:off x="7905748" y="4579464"/>
            <a:ext cx="3482975"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a:t>
            </a:r>
          </a:p>
        </p:txBody>
      </p:sp>
      <p:sp>
        <p:nvSpPr>
          <p:cNvPr id="112" name="文本占位符 111"/>
          <p:cNvSpPr>
            <a:spLocks noGrp="1"/>
          </p:cNvSpPr>
          <p:nvPr>
            <p:ph type="body" sz="quarter" idx="11"/>
          </p:nvPr>
        </p:nvSpPr>
        <p:spPr/>
        <p:txBody>
          <a:bodyPr/>
          <a:lstStyle/>
          <a:p>
            <a:endParaRPr lang="zh-CN" altLang="en-US"/>
          </a:p>
        </p:txBody>
      </p:sp>
      <p:sp>
        <p:nvSpPr>
          <p:cNvPr id="2" name="文本框 1"/>
          <p:cNvSpPr txBox="1"/>
          <p:nvPr/>
        </p:nvSpPr>
        <p:spPr>
          <a:xfrm rot="20265773">
            <a:off x="3393436" y="2001857"/>
            <a:ext cx="356188" cy="461665"/>
          </a:xfrm>
          <a:prstGeom prst="rect">
            <a:avLst/>
          </a:prstGeom>
          <a:noFill/>
        </p:spPr>
        <p:txBody>
          <a:bodyPr wrap="none" rtlCol="0">
            <a:spAutoFit/>
          </a:bodyPr>
          <a:lstStyle>
            <a:defPPr>
              <a:defRPr lang="zh-CN"/>
            </a:defPPr>
            <a:lvl1pPr>
              <a:defRPr sz="3200" b="1">
                <a:solidFill>
                  <a:schemeClr val="bg1"/>
                </a:solidFill>
              </a:defRPr>
            </a:lvl1pPr>
          </a:lstStyle>
          <a:p>
            <a:r>
              <a:rPr lang="en-US" altLang="zh-CN" dirty="0">
                <a:solidFill>
                  <a:schemeClr val="accent3"/>
                </a:solidFill>
              </a:rPr>
              <a:t>4</a:t>
            </a:r>
            <a:endParaRPr lang="zh-CN" altLang="en-US" dirty="0">
              <a:solidFill>
                <a:schemeClr val="accent3"/>
              </a:solidFill>
            </a:endParaRPr>
          </a:p>
        </p:txBody>
      </p:sp>
      <p:sp>
        <p:nvSpPr>
          <p:cNvPr id="28" name="文本框 27"/>
          <p:cNvSpPr txBox="1"/>
          <p:nvPr/>
        </p:nvSpPr>
        <p:spPr>
          <a:xfrm rot="20318970">
            <a:off x="3655879" y="2721445"/>
            <a:ext cx="356188" cy="461665"/>
          </a:xfrm>
          <a:prstGeom prst="rect">
            <a:avLst/>
          </a:prstGeom>
          <a:noFill/>
        </p:spPr>
        <p:txBody>
          <a:bodyPr wrap="none" rtlCol="0">
            <a:spAutoFit/>
          </a:bodyPr>
          <a:lstStyle>
            <a:defPPr>
              <a:defRPr lang="zh-CN"/>
            </a:defPPr>
            <a:lvl1pPr>
              <a:defRPr sz="3200" b="1">
                <a:solidFill>
                  <a:schemeClr val="bg1"/>
                </a:solidFill>
              </a:defRPr>
            </a:lvl1pPr>
          </a:lstStyle>
          <a:p>
            <a:r>
              <a:rPr lang="en-US" altLang="zh-CN" dirty="0"/>
              <a:t>3</a:t>
            </a:r>
            <a:endParaRPr lang="zh-CN" altLang="en-US" dirty="0"/>
          </a:p>
        </p:txBody>
      </p:sp>
      <p:sp>
        <p:nvSpPr>
          <p:cNvPr id="29" name="文本框 28"/>
          <p:cNvSpPr txBox="1"/>
          <p:nvPr/>
        </p:nvSpPr>
        <p:spPr>
          <a:xfrm rot="20210599">
            <a:off x="4009393" y="3661750"/>
            <a:ext cx="412292" cy="584775"/>
          </a:xfrm>
          <a:prstGeom prst="rect">
            <a:avLst/>
          </a:prstGeom>
          <a:noFill/>
        </p:spPr>
        <p:txBody>
          <a:bodyPr wrap="none" rtlCol="0">
            <a:spAutoFit/>
          </a:bodyPr>
          <a:lstStyle/>
          <a:p>
            <a:r>
              <a:rPr lang="en-US" altLang="zh-CN" sz="3200" b="1" dirty="0">
                <a:solidFill>
                  <a:schemeClr val="bg1"/>
                </a:solidFill>
              </a:rPr>
              <a:t>2</a:t>
            </a:r>
            <a:endParaRPr lang="zh-CN" altLang="en-US" sz="3200" b="1" dirty="0">
              <a:solidFill>
                <a:schemeClr val="bg1"/>
              </a:solidFill>
            </a:endParaRPr>
          </a:p>
        </p:txBody>
      </p:sp>
      <p:sp>
        <p:nvSpPr>
          <p:cNvPr id="30" name="文本框 29"/>
          <p:cNvSpPr txBox="1"/>
          <p:nvPr/>
        </p:nvSpPr>
        <p:spPr>
          <a:xfrm rot="20344449">
            <a:off x="4381513" y="4652672"/>
            <a:ext cx="356188" cy="461665"/>
          </a:xfrm>
          <a:prstGeom prst="rect">
            <a:avLst/>
          </a:prstGeom>
          <a:noFill/>
        </p:spPr>
        <p:txBody>
          <a:bodyPr wrap="none" rtlCol="0">
            <a:spAutoFit/>
          </a:bodyPr>
          <a:lstStyle>
            <a:defPPr>
              <a:defRPr lang="zh-CN"/>
            </a:defPPr>
            <a:lvl1pPr>
              <a:defRPr sz="3200" b="1">
                <a:solidFill>
                  <a:schemeClr val="bg1"/>
                </a:solidFill>
              </a:defRPr>
            </a:lvl1pPr>
          </a:lstStyle>
          <a:p>
            <a:r>
              <a:rPr lang="en-US" altLang="zh-CN" dirty="0"/>
              <a:t>1</a:t>
            </a:r>
            <a:endParaRPr lang="zh-CN" altLang="en-US" dirty="0"/>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文本占位符 110"/>
          <p:cNvSpPr>
            <a:spLocks noGrp="1"/>
          </p:cNvSpPr>
          <p:nvPr>
            <p:ph type="body" sz="quarter" idx="10"/>
          </p:nvPr>
        </p:nvSpPr>
        <p:spPr/>
        <p:txBody>
          <a:bodyPr/>
          <a:lstStyle/>
          <a:p>
            <a:r>
              <a:rPr lang="zh-CN" altLang="en-US" dirty="0">
                <a:solidFill>
                  <a:schemeClr val="accent1"/>
                </a:solidFill>
              </a:rPr>
              <a:t>漏斗结构</a:t>
            </a:r>
          </a:p>
        </p:txBody>
      </p:sp>
      <p:cxnSp>
        <p:nvCxnSpPr>
          <p:cNvPr id="7" name="直接连接符 6"/>
          <p:cNvCxnSpPr/>
          <p:nvPr/>
        </p:nvCxnSpPr>
        <p:spPr>
          <a:xfrm>
            <a:off x="2292522" y="471448"/>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292522" y="527756"/>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98" name="文本框 97"/>
          <p:cNvSpPr txBox="1"/>
          <p:nvPr/>
        </p:nvSpPr>
        <p:spPr>
          <a:xfrm flipH="1">
            <a:off x="7046503" y="1912416"/>
            <a:ext cx="4319996"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sp>
        <p:nvSpPr>
          <p:cNvPr id="112" name="文本占位符 111"/>
          <p:cNvSpPr>
            <a:spLocks noGrp="1"/>
          </p:cNvSpPr>
          <p:nvPr>
            <p:ph type="body" sz="quarter" idx="11"/>
          </p:nvPr>
        </p:nvSpPr>
        <p:spPr/>
        <p:txBody>
          <a:bodyPr/>
          <a:lstStyle/>
          <a:p>
            <a:endParaRPr lang="zh-CN" altLang="en-US"/>
          </a:p>
        </p:txBody>
      </p:sp>
      <p:grpSp>
        <p:nvGrpSpPr>
          <p:cNvPr id="19" name="组合 18"/>
          <p:cNvGrpSpPr/>
          <p:nvPr/>
        </p:nvGrpSpPr>
        <p:grpSpPr>
          <a:xfrm>
            <a:off x="1099695" y="1471421"/>
            <a:ext cx="4153993" cy="4688079"/>
            <a:chOff x="1143580" y="1608331"/>
            <a:chExt cx="3899219" cy="4400548"/>
          </a:xfrm>
        </p:grpSpPr>
        <p:sp>
          <p:nvSpPr>
            <p:cNvPr id="8" name="任意多边形: 形状 7"/>
            <p:cNvSpPr/>
            <p:nvPr/>
          </p:nvSpPr>
          <p:spPr>
            <a:xfrm>
              <a:off x="2597432" y="3105631"/>
              <a:ext cx="1253320" cy="1253320"/>
            </a:xfrm>
            <a:custGeom>
              <a:avLst/>
              <a:gdLst>
                <a:gd name="connsiteX0" fmla="*/ 0 w 1253320"/>
                <a:gd name="connsiteY0" fmla="*/ 626660 h 1253320"/>
                <a:gd name="connsiteX1" fmla="*/ 626660 w 1253320"/>
                <a:gd name="connsiteY1" fmla="*/ 0 h 1253320"/>
                <a:gd name="connsiteX2" fmla="*/ 1253320 w 1253320"/>
                <a:gd name="connsiteY2" fmla="*/ 626660 h 1253320"/>
                <a:gd name="connsiteX3" fmla="*/ 626660 w 1253320"/>
                <a:gd name="connsiteY3" fmla="*/ 1253320 h 1253320"/>
                <a:gd name="connsiteX4" fmla="*/ 0 w 1253320"/>
                <a:gd name="connsiteY4" fmla="*/ 626660 h 125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320" h="1253320">
                  <a:moveTo>
                    <a:pt x="0" y="626660"/>
                  </a:moveTo>
                  <a:cubicBezTo>
                    <a:pt x="0" y="280565"/>
                    <a:pt x="280565" y="0"/>
                    <a:pt x="626660" y="0"/>
                  </a:cubicBezTo>
                  <a:cubicBezTo>
                    <a:pt x="972755" y="0"/>
                    <a:pt x="1253320" y="280565"/>
                    <a:pt x="1253320" y="626660"/>
                  </a:cubicBezTo>
                  <a:cubicBezTo>
                    <a:pt x="1253320" y="972755"/>
                    <a:pt x="972755" y="1253320"/>
                    <a:pt x="626660" y="1253320"/>
                  </a:cubicBezTo>
                  <a:cubicBezTo>
                    <a:pt x="280565" y="1253320"/>
                    <a:pt x="0" y="972755"/>
                    <a:pt x="0" y="626660"/>
                  </a:cubicBez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219104" tIns="219104" rIns="219104" bIns="219104" numCol="1" spcCol="1270" anchor="ctr" anchorCtr="0">
              <a:noAutofit/>
            </a:bodyPr>
            <a:lstStyle/>
            <a:p>
              <a:pPr marL="0" lvl="0" indent="0" algn="ctr" defTabSz="1244600">
                <a:lnSpc>
                  <a:spcPct val="90000"/>
                </a:lnSpc>
                <a:spcBef>
                  <a:spcPct val="0"/>
                </a:spcBef>
                <a:spcAft>
                  <a:spcPct val="35000"/>
                </a:spcAft>
                <a:buNone/>
              </a:pPr>
              <a:r>
                <a:rPr lang="en-US" altLang="zh-CN" sz="2400" dirty="0"/>
                <a:t>C</a:t>
              </a:r>
              <a:endParaRPr lang="zh-CN" altLang="en-US" sz="2400" kern="1200" dirty="0"/>
            </a:p>
          </p:txBody>
        </p:sp>
        <p:sp>
          <p:nvSpPr>
            <p:cNvPr id="4" name="椭圆 3"/>
            <p:cNvSpPr/>
            <p:nvPr/>
          </p:nvSpPr>
          <p:spPr>
            <a:xfrm>
              <a:off x="1291193" y="1761515"/>
              <a:ext cx="3592852" cy="1247750"/>
            </a:xfrm>
            <a:prstGeom prst="ellipse">
              <a:avLst/>
            </a:prstGeom>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sp>
        <p:sp>
          <p:nvSpPr>
            <p:cNvPr id="5" name="箭头: 下 4"/>
            <p:cNvSpPr/>
            <p:nvPr/>
          </p:nvSpPr>
          <p:spPr>
            <a:xfrm>
              <a:off x="2745045" y="4816832"/>
              <a:ext cx="696289" cy="445625"/>
            </a:xfrm>
            <a:prstGeom prst="downArrow">
              <a:avLst/>
            </a:prstGeom>
          </p:spPr>
          <p:style>
            <a:lnRef idx="0">
              <a:schemeClr val="lt1">
                <a:hueOff val="0"/>
                <a:satOff val="0"/>
                <a:lumOff val="0"/>
                <a:alphaOff val="0"/>
              </a:schemeClr>
            </a:lnRef>
            <a:fillRef idx="3">
              <a:schemeClr val="accent1">
                <a:tint val="60000"/>
                <a:hueOff val="0"/>
                <a:satOff val="0"/>
                <a:lumOff val="0"/>
                <a:alphaOff val="0"/>
              </a:schemeClr>
            </a:fillRef>
            <a:effectRef idx="3">
              <a:schemeClr val="accent1">
                <a:tint val="60000"/>
                <a:hueOff val="0"/>
                <a:satOff val="0"/>
                <a:lumOff val="0"/>
                <a:alphaOff val="0"/>
              </a:schemeClr>
            </a:effectRef>
            <a:fontRef idx="minor">
              <a:schemeClr val="dk1">
                <a:hueOff val="0"/>
                <a:satOff val="0"/>
                <a:lumOff val="0"/>
                <a:alphaOff val="0"/>
              </a:schemeClr>
            </a:fontRef>
          </p:style>
        </p:sp>
        <p:sp>
          <p:nvSpPr>
            <p:cNvPr id="6" name="任意多边形: 形状 5"/>
            <p:cNvSpPr/>
            <p:nvPr/>
          </p:nvSpPr>
          <p:spPr>
            <a:xfrm>
              <a:off x="1422095" y="5173332"/>
              <a:ext cx="3342188" cy="835547"/>
            </a:xfrm>
            <a:custGeom>
              <a:avLst/>
              <a:gdLst>
                <a:gd name="connsiteX0" fmla="*/ 0 w 3342188"/>
                <a:gd name="connsiteY0" fmla="*/ 0 h 835547"/>
                <a:gd name="connsiteX1" fmla="*/ 3342188 w 3342188"/>
                <a:gd name="connsiteY1" fmla="*/ 0 h 835547"/>
                <a:gd name="connsiteX2" fmla="*/ 3342188 w 3342188"/>
                <a:gd name="connsiteY2" fmla="*/ 835547 h 835547"/>
                <a:gd name="connsiteX3" fmla="*/ 0 w 3342188"/>
                <a:gd name="connsiteY3" fmla="*/ 835547 h 835547"/>
                <a:gd name="connsiteX4" fmla="*/ 0 w 3342188"/>
                <a:gd name="connsiteY4" fmla="*/ 0 h 835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2188" h="835547">
                  <a:moveTo>
                    <a:pt x="0" y="0"/>
                  </a:moveTo>
                  <a:lnTo>
                    <a:pt x="3342188" y="0"/>
                  </a:lnTo>
                  <a:lnTo>
                    <a:pt x="3342188" y="835547"/>
                  </a:lnTo>
                  <a:lnTo>
                    <a:pt x="0" y="83554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accent1"/>
                  </a:solidFill>
                </a:rPr>
                <a:t>在此输入文章内容</a:t>
              </a:r>
            </a:p>
          </p:txBody>
        </p:sp>
        <p:sp>
          <p:nvSpPr>
            <p:cNvPr id="10" name="任意多边形: 形状 9"/>
            <p:cNvSpPr/>
            <p:nvPr/>
          </p:nvSpPr>
          <p:spPr>
            <a:xfrm>
              <a:off x="1700611" y="2165362"/>
              <a:ext cx="1253320" cy="1253320"/>
            </a:xfrm>
            <a:custGeom>
              <a:avLst/>
              <a:gdLst>
                <a:gd name="connsiteX0" fmla="*/ 0 w 1253320"/>
                <a:gd name="connsiteY0" fmla="*/ 626660 h 1253320"/>
                <a:gd name="connsiteX1" fmla="*/ 626660 w 1253320"/>
                <a:gd name="connsiteY1" fmla="*/ 0 h 1253320"/>
                <a:gd name="connsiteX2" fmla="*/ 1253320 w 1253320"/>
                <a:gd name="connsiteY2" fmla="*/ 626660 h 1253320"/>
                <a:gd name="connsiteX3" fmla="*/ 626660 w 1253320"/>
                <a:gd name="connsiteY3" fmla="*/ 1253320 h 1253320"/>
                <a:gd name="connsiteX4" fmla="*/ 0 w 1253320"/>
                <a:gd name="connsiteY4" fmla="*/ 626660 h 125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320" h="1253320">
                  <a:moveTo>
                    <a:pt x="0" y="626660"/>
                  </a:moveTo>
                  <a:cubicBezTo>
                    <a:pt x="0" y="280565"/>
                    <a:pt x="280565" y="0"/>
                    <a:pt x="626660" y="0"/>
                  </a:cubicBezTo>
                  <a:cubicBezTo>
                    <a:pt x="972755" y="0"/>
                    <a:pt x="1253320" y="280565"/>
                    <a:pt x="1253320" y="626660"/>
                  </a:cubicBezTo>
                  <a:cubicBezTo>
                    <a:pt x="1253320" y="972755"/>
                    <a:pt x="972755" y="1253320"/>
                    <a:pt x="626660" y="1253320"/>
                  </a:cubicBezTo>
                  <a:cubicBezTo>
                    <a:pt x="280565" y="1253320"/>
                    <a:pt x="0" y="972755"/>
                    <a:pt x="0" y="626660"/>
                  </a:cubicBezTo>
                  <a:close/>
                </a:path>
              </a:pathLst>
            </a:custGeom>
            <a:gradFill rotWithShape="0">
              <a:gsLst>
                <a:gs pos="0">
                  <a:schemeClr val="accent2"/>
                </a:gs>
                <a:gs pos="50000">
                  <a:schemeClr val="accent1"/>
                </a:gs>
                <a:gs pos="100000">
                  <a:schemeClr val="accent1"/>
                </a:gs>
              </a:gsLst>
              <a:lin ang="5400000" scaled="0"/>
            </a:gradFill>
            <a:ln>
              <a:noFill/>
            </a:ln>
            <a:effectLst>
              <a:outerShdw blurRad="57150" dist="19050" dir="5400000" algn="ctr" rotWithShape="0">
                <a:srgbClr val="000000">
                  <a:alpha val="63000"/>
                </a:srgbClr>
              </a:outerShdw>
            </a:effectLst>
          </p:spPr>
          <p:style>
            <a:lnRef idx="0">
              <a:scrgbClr r="0" g="0" b="0"/>
            </a:lnRef>
            <a:fillRef idx="3">
              <a:scrgbClr r="0" g="0" b="0"/>
            </a:fillRef>
            <a:effectRef idx="3">
              <a:scrgbClr r="0" g="0" b="0"/>
            </a:effectRef>
            <a:fontRef idx="minor">
              <a:schemeClr val="lt1"/>
            </a:fontRef>
          </p:style>
          <p:txBody>
            <a:bodyPr spcFirstLastPara="0" vert="horz" wrap="square" lIns="214024" tIns="214024" rIns="214024" bIns="21402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B</a:t>
              </a:r>
              <a:endParaRPr lang="zh-CN" altLang="en-US" sz="2400" kern="1200" dirty="0"/>
            </a:p>
          </p:txBody>
        </p:sp>
        <p:sp>
          <p:nvSpPr>
            <p:cNvPr id="11" name="任意多边形: 形状 10"/>
            <p:cNvSpPr/>
            <p:nvPr/>
          </p:nvSpPr>
          <p:spPr>
            <a:xfrm>
              <a:off x="2953931" y="1852310"/>
              <a:ext cx="1253320" cy="1253320"/>
            </a:xfrm>
            <a:custGeom>
              <a:avLst/>
              <a:gdLst>
                <a:gd name="connsiteX0" fmla="*/ 0 w 1253320"/>
                <a:gd name="connsiteY0" fmla="*/ 626660 h 1253320"/>
                <a:gd name="connsiteX1" fmla="*/ 626660 w 1253320"/>
                <a:gd name="connsiteY1" fmla="*/ 0 h 1253320"/>
                <a:gd name="connsiteX2" fmla="*/ 1253320 w 1253320"/>
                <a:gd name="connsiteY2" fmla="*/ 626660 h 1253320"/>
                <a:gd name="connsiteX3" fmla="*/ 626660 w 1253320"/>
                <a:gd name="connsiteY3" fmla="*/ 1253320 h 1253320"/>
                <a:gd name="connsiteX4" fmla="*/ 0 w 1253320"/>
                <a:gd name="connsiteY4" fmla="*/ 626660 h 125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320" h="1253320">
                  <a:moveTo>
                    <a:pt x="0" y="626660"/>
                  </a:moveTo>
                  <a:cubicBezTo>
                    <a:pt x="0" y="280565"/>
                    <a:pt x="280565" y="0"/>
                    <a:pt x="626660" y="0"/>
                  </a:cubicBezTo>
                  <a:cubicBezTo>
                    <a:pt x="972755" y="0"/>
                    <a:pt x="1253320" y="280565"/>
                    <a:pt x="1253320" y="626660"/>
                  </a:cubicBezTo>
                  <a:cubicBezTo>
                    <a:pt x="1253320" y="972755"/>
                    <a:pt x="972755" y="1253320"/>
                    <a:pt x="626660" y="1253320"/>
                  </a:cubicBezTo>
                  <a:cubicBezTo>
                    <a:pt x="280565" y="1253320"/>
                    <a:pt x="0" y="972755"/>
                    <a:pt x="0" y="626660"/>
                  </a:cubicBezTo>
                  <a:close/>
                </a:path>
              </a:pathLst>
            </a:custGeom>
            <a:gradFill>
              <a:gsLst>
                <a:gs pos="0">
                  <a:schemeClr val="accent2"/>
                </a:gs>
                <a:gs pos="50000">
                  <a:schemeClr val="accent1"/>
                </a:gs>
                <a:gs pos="100000">
                  <a:schemeClr val="accent1"/>
                </a:gs>
              </a:gsLst>
            </a:gra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214024" tIns="214024" rIns="214024" bIns="21402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A</a:t>
              </a:r>
              <a:endParaRPr lang="zh-CN" altLang="en-US" sz="2400" kern="1200" dirty="0"/>
            </a:p>
          </p:txBody>
        </p:sp>
        <p:sp>
          <p:nvSpPr>
            <p:cNvPr id="12" name="形状 11"/>
            <p:cNvSpPr/>
            <p:nvPr/>
          </p:nvSpPr>
          <p:spPr>
            <a:xfrm>
              <a:off x="1143580" y="1608331"/>
              <a:ext cx="3899219" cy="3119375"/>
            </a:xfrm>
            <a:prstGeom prst="funnel">
              <a:avLst/>
            </a:pr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grpSp>
      <p:sp>
        <p:nvSpPr>
          <p:cNvPr id="38" name="文本框 37"/>
          <p:cNvSpPr txBox="1"/>
          <p:nvPr/>
        </p:nvSpPr>
        <p:spPr>
          <a:xfrm flipH="1">
            <a:off x="7046503" y="3329226"/>
            <a:ext cx="4319996"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sp>
        <p:nvSpPr>
          <p:cNvPr id="39" name="文本框 38"/>
          <p:cNvSpPr txBox="1"/>
          <p:nvPr/>
        </p:nvSpPr>
        <p:spPr>
          <a:xfrm flipH="1">
            <a:off x="7046503" y="4727706"/>
            <a:ext cx="4319996"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cxnSp>
        <p:nvCxnSpPr>
          <p:cNvPr id="17" name="直接连接符 16"/>
          <p:cNvCxnSpPr/>
          <p:nvPr/>
        </p:nvCxnSpPr>
        <p:spPr>
          <a:xfrm>
            <a:off x="6938313" y="1995420"/>
            <a:ext cx="0" cy="535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938313" y="3422779"/>
            <a:ext cx="0" cy="535339"/>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5854456" y="2063034"/>
            <a:ext cx="1033293" cy="400110"/>
          </a:xfrm>
          <a:prstGeom prst="rect">
            <a:avLst/>
          </a:prstGeom>
          <a:noFill/>
        </p:spPr>
        <p:txBody>
          <a:bodyPr wrap="square" rtlCol="0">
            <a:spAutoFit/>
          </a:bodyPr>
          <a:lstStyle/>
          <a:p>
            <a:pPr algn="dist"/>
            <a:r>
              <a:rPr lang="zh-CN" altLang="en-US" sz="2000" b="1" dirty="0">
                <a:solidFill>
                  <a:schemeClr val="accent1"/>
                </a:solidFill>
                <a:latin typeface="+mj-ea"/>
                <a:ea typeface="+mj-ea"/>
              </a:rPr>
              <a:t>标题</a:t>
            </a:r>
            <a:r>
              <a:rPr lang="en-US" altLang="zh-CN" sz="2000" b="1" dirty="0">
                <a:solidFill>
                  <a:schemeClr val="accent1"/>
                </a:solidFill>
                <a:latin typeface="+mj-ea"/>
                <a:ea typeface="+mj-ea"/>
              </a:rPr>
              <a:t>A</a:t>
            </a:r>
            <a:endParaRPr lang="zh-CN" altLang="en-US" sz="2000" b="1" dirty="0">
              <a:solidFill>
                <a:schemeClr val="accent1"/>
              </a:solidFill>
              <a:latin typeface="+mj-ea"/>
              <a:ea typeface="+mj-ea"/>
            </a:endParaRPr>
          </a:p>
        </p:txBody>
      </p:sp>
      <p:sp>
        <p:nvSpPr>
          <p:cNvPr id="45" name="文本框 44"/>
          <p:cNvSpPr txBox="1"/>
          <p:nvPr/>
        </p:nvSpPr>
        <p:spPr>
          <a:xfrm>
            <a:off x="5854456" y="3470679"/>
            <a:ext cx="1033293" cy="400110"/>
          </a:xfrm>
          <a:prstGeom prst="rect">
            <a:avLst/>
          </a:prstGeom>
          <a:noFill/>
        </p:spPr>
        <p:txBody>
          <a:bodyPr wrap="square" rtlCol="0">
            <a:spAutoFit/>
          </a:bodyPr>
          <a:lstStyle/>
          <a:p>
            <a:pPr algn="dist"/>
            <a:r>
              <a:rPr lang="zh-CN" altLang="en-US" sz="2000" b="1" dirty="0">
                <a:solidFill>
                  <a:schemeClr val="accent1"/>
                </a:solidFill>
                <a:latin typeface="+mj-ea"/>
                <a:ea typeface="+mj-ea"/>
              </a:rPr>
              <a:t>标题</a:t>
            </a:r>
            <a:r>
              <a:rPr lang="en-US" altLang="zh-CN" sz="2000" b="1" dirty="0">
                <a:solidFill>
                  <a:schemeClr val="accent1"/>
                </a:solidFill>
                <a:latin typeface="+mj-ea"/>
                <a:ea typeface="+mj-ea"/>
              </a:rPr>
              <a:t>B</a:t>
            </a:r>
            <a:endParaRPr lang="zh-CN" altLang="en-US" sz="2000" b="1" dirty="0">
              <a:solidFill>
                <a:schemeClr val="accent1"/>
              </a:solidFill>
              <a:latin typeface="+mj-ea"/>
              <a:ea typeface="+mj-ea"/>
            </a:endParaRPr>
          </a:p>
        </p:txBody>
      </p:sp>
      <p:sp>
        <p:nvSpPr>
          <p:cNvPr id="46" name="文本框 45"/>
          <p:cNvSpPr txBox="1"/>
          <p:nvPr/>
        </p:nvSpPr>
        <p:spPr>
          <a:xfrm>
            <a:off x="5854456" y="4878324"/>
            <a:ext cx="1033293" cy="400110"/>
          </a:xfrm>
          <a:prstGeom prst="rect">
            <a:avLst/>
          </a:prstGeom>
          <a:noFill/>
        </p:spPr>
        <p:txBody>
          <a:bodyPr wrap="square" rtlCol="0">
            <a:spAutoFit/>
          </a:bodyPr>
          <a:lstStyle/>
          <a:p>
            <a:pPr algn="dist"/>
            <a:r>
              <a:rPr lang="zh-CN" altLang="en-US" sz="2000" b="1" dirty="0">
                <a:solidFill>
                  <a:schemeClr val="accent1"/>
                </a:solidFill>
                <a:latin typeface="+mj-ea"/>
                <a:ea typeface="+mj-ea"/>
              </a:rPr>
              <a:t>标题</a:t>
            </a:r>
            <a:r>
              <a:rPr lang="en-US" altLang="zh-CN" sz="2000" b="1" dirty="0">
                <a:solidFill>
                  <a:schemeClr val="accent1"/>
                </a:solidFill>
                <a:latin typeface="+mj-ea"/>
                <a:ea typeface="+mj-ea"/>
              </a:rPr>
              <a:t>C</a:t>
            </a:r>
            <a:endParaRPr lang="zh-CN" altLang="en-US" sz="2000" b="1" dirty="0">
              <a:solidFill>
                <a:schemeClr val="accent1"/>
              </a:solidFill>
              <a:latin typeface="+mj-ea"/>
              <a:ea typeface="+mj-ea"/>
            </a:endParaRPr>
          </a:p>
        </p:txBody>
      </p:sp>
      <p:cxnSp>
        <p:nvCxnSpPr>
          <p:cNvPr id="47" name="直接连接符 46"/>
          <p:cNvCxnSpPr/>
          <p:nvPr/>
        </p:nvCxnSpPr>
        <p:spPr>
          <a:xfrm>
            <a:off x="6938313" y="4850139"/>
            <a:ext cx="0" cy="535339"/>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矩形 13"/>
          <p:cNvSpPr/>
          <p:nvPr/>
        </p:nvSpPr>
        <p:spPr>
          <a:xfrm>
            <a:off x="0" y="-613274"/>
            <a:ext cx="4026746" cy="7985624"/>
          </a:xfrm>
          <a:prstGeom prst="rect">
            <a:avLst/>
          </a:prstGeom>
          <a:blipFill dpi="0" rotWithShape="1">
            <a:blip r:embed="rId3" cstate="email">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4260801" y="-34294"/>
            <a:ext cx="7939086" cy="6892294"/>
            <a:chOff x="4260801" y="-34294"/>
            <a:chExt cx="7939086" cy="6892294"/>
          </a:xfrm>
        </p:grpSpPr>
        <p:sp>
          <p:nvSpPr>
            <p:cNvPr id="17" name="任意多边形: 形状 16"/>
            <p:cNvSpPr/>
            <p:nvPr/>
          </p:nvSpPr>
          <p:spPr>
            <a:xfrm>
              <a:off x="4260801" y="-34294"/>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blipFill dpi="0" rotWithShape="1">
              <a:blip r:embed="rId4">
                <a:extLst>
                  <a:ext uri="{28A0092B-C50C-407E-A947-70E740481C1C}">
                    <a14:useLocalDpi xmlns:a14="http://schemas.microsoft.com/office/drawing/2010/main" val="0"/>
                  </a:ext>
                </a:extLst>
              </a:blip>
              <a:srcRect/>
              <a:tile tx="38100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4260801" y="-34294"/>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rot="5400000">
            <a:off x="1638014" y="2416777"/>
            <a:ext cx="7010400" cy="1872050"/>
            <a:chOff x="-58747" y="3255248"/>
            <a:chExt cx="12140524" cy="1790839"/>
          </a:xfrm>
        </p:grpSpPr>
        <p:sp>
          <p:nvSpPr>
            <p:cNvPr id="16" name="任意多边形: 形状 15"/>
            <p:cNvSpPr/>
            <p:nvPr/>
          </p:nvSpPr>
          <p:spPr>
            <a:xfrm>
              <a:off x="5985776" y="3335434"/>
              <a:ext cx="6096001"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p:cNvSpPr/>
            <p:nvPr/>
          </p:nvSpPr>
          <p:spPr>
            <a:xfrm flipH="1">
              <a:off x="-58747" y="3255248"/>
              <a:ext cx="6127972"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组合 2"/>
          <p:cNvGrpSpPr/>
          <p:nvPr/>
        </p:nvGrpSpPr>
        <p:grpSpPr>
          <a:xfrm>
            <a:off x="3998161" y="2880682"/>
            <a:ext cx="1085850" cy="1085850"/>
            <a:chOff x="5553075" y="2996436"/>
            <a:chExt cx="1085850" cy="1085850"/>
          </a:xfrm>
        </p:grpSpPr>
        <p:sp>
          <p:nvSpPr>
            <p:cNvPr id="33" name="椭圆 32"/>
            <p:cNvSpPr/>
            <p:nvPr/>
          </p:nvSpPr>
          <p:spPr>
            <a:xfrm>
              <a:off x="5553075" y="2996436"/>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rotWithShape="1">
            <a:blip r:embed="rId5"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3041810"/>
              <a:ext cx="1033202" cy="1033202"/>
            </a:xfrm>
            <a:prstGeom prst="ellipse">
              <a:avLst/>
            </a:prstGeom>
          </p:spPr>
        </p:pic>
      </p:grpSp>
      <p:sp>
        <p:nvSpPr>
          <p:cNvPr id="10" name="文本框 9"/>
          <p:cNvSpPr txBox="1"/>
          <p:nvPr/>
        </p:nvSpPr>
        <p:spPr>
          <a:xfrm>
            <a:off x="1084734" y="2105561"/>
            <a:ext cx="3100127" cy="2646878"/>
          </a:xfrm>
          <a:prstGeom prst="rect">
            <a:avLst/>
          </a:prstGeom>
          <a:noFill/>
        </p:spPr>
        <p:txBody>
          <a:bodyPr wrap="square" rtlCol="0">
            <a:spAutoFit/>
          </a:bodyPr>
          <a:lstStyle/>
          <a:p>
            <a:pPr algn="ctr"/>
            <a:r>
              <a:rPr lang="en-US" altLang="zh-CN" sz="16600" b="1" dirty="0">
                <a:solidFill>
                  <a:schemeClr val="accent1"/>
                </a:solidFill>
              </a:rPr>
              <a:t>04</a:t>
            </a:r>
            <a:endParaRPr lang="zh-CN" altLang="en-US" sz="16600" b="1" dirty="0">
              <a:solidFill>
                <a:schemeClr val="accent1"/>
              </a:solidFill>
            </a:endParaRPr>
          </a:p>
        </p:txBody>
      </p:sp>
      <p:sp>
        <p:nvSpPr>
          <p:cNvPr id="11" name="矩形 10"/>
          <p:cNvSpPr/>
          <p:nvPr/>
        </p:nvSpPr>
        <p:spPr>
          <a:xfrm>
            <a:off x="1489320" y="3383558"/>
            <a:ext cx="2282671" cy="449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sz="2400" dirty="0">
                <a:solidFill>
                  <a:schemeClr val="accent1"/>
                </a:solidFill>
              </a:rPr>
              <a:t>PART FOUR</a:t>
            </a:r>
            <a:endParaRPr lang="zh-CN" altLang="en-US" sz="2400" dirty="0">
              <a:solidFill>
                <a:schemeClr val="accent1"/>
              </a:solidFill>
            </a:endParaRPr>
          </a:p>
        </p:txBody>
      </p:sp>
      <p:sp>
        <p:nvSpPr>
          <p:cNvPr id="25" name="文本框 24"/>
          <p:cNvSpPr txBox="1"/>
          <p:nvPr/>
        </p:nvSpPr>
        <p:spPr>
          <a:xfrm>
            <a:off x="5748421" y="2921169"/>
            <a:ext cx="4954259" cy="1015663"/>
          </a:xfrm>
          <a:prstGeom prst="rect">
            <a:avLst/>
          </a:prstGeom>
          <a:noFill/>
        </p:spPr>
        <p:txBody>
          <a:bodyPr wrap="square" rtlCol="0">
            <a:spAutoFit/>
          </a:bodyPr>
          <a:lstStyle/>
          <a:p>
            <a:pPr algn="ctr"/>
            <a:r>
              <a:rPr lang="zh-CN" altLang="en-US" sz="6000" b="1" dirty="0">
                <a:solidFill>
                  <a:schemeClr val="bg1"/>
                </a:solidFill>
                <a:latin typeface="微软雅黑" panose="020B0503020204020204" pitchFamily="34" charset="-122"/>
                <a:ea typeface="微软雅黑" panose="020B0503020204020204" pitchFamily="34" charset="-122"/>
              </a:rPr>
              <a:t>图表页面</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solidFill>
                  <a:schemeClr val="accent1"/>
                </a:solidFill>
              </a:rPr>
              <a:t>数据展示页</a:t>
            </a:r>
          </a:p>
        </p:txBody>
      </p:sp>
      <p:cxnSp>
        <p:nvCxnSpPr>
          <p:cNvPr id="7" name="直接连接符 6"/>
          <p:cNvCxnSpPr/>
          <p:nvPr/>
        </p:nvCxnSpPr>
        <p:spPr>
          <a:xfrm>
            <a:off x="2672615" y="471448"/>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672615" y="527756"/>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5" name="文本占位符 4"/>
          <p:cNvSpPr>
            <a:spLocks noGrp="1"/>
          </p:cNvSpPr>
          <p:nvPr>
            <p:ph type="body" sz="quarter" idx="11"/>
          </p:nvPr>
        </p:nvSpPr>
        <p:spPr/>
        <p:txBody>
          <a:bodyPr/>
          <a:lstStyle/>
          <a:p>
            <a:endParaRPr lang="zh-CN" altLang="en-US"/>
          </a:p>
        </p:txBody>
      </p:sp>
      <p:sp>
        <p:nvSpPr>
          <p:cNvPr id="28" name="椭圆 27"/>
          <p:cNvSpPr/>
          <p:nvPr/>
        </p:nvSpPr>
        <p:spPr>
          <a:xfrm>
            <a:off x="3714179" y="1048058"/>
            <a:ext cx="4763642" cy="4763642"/>
          </a:xfrm>
          <a:prstGeom prst="ellipse">
            <a:avLst/>
          </a:prstGeom>
          <a:solidFill>
            <a:schemeClr val="accent4">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256014" y="1589894"/>
            <a:ext cx="3679969" cy="3679970"/>
          </a:xfrm>
          <a:prstGeom prst="ellipse">
            <a:avLst/>
          </a:prstGeom>
          <a:solidFill>
            <a:schemeClr val="accent2">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32" name="椭圆 31"/>
          <p:cNvSpPr/>
          <p:nvPr/>
        </p:nvSpPr>
        <p:spPr>
          <a:xfrm>
            <a:off x="4752697" y="2086577"/>
            <a:ext cx="2686604" cy="2686604"/>
          </a:xfrm>
          <a:prstGeom prst="ellipse">
            <a:avLst/>
          </a:prstGeom>
          <a:solidFill>
            <a:schemeClr val="accen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33" name="椭圆 32"/>
          <p:cNvSpPr/>
          <p:nvPr/>
        </p:nvSpPr>
        <p:spPr>
          <a:xfrm>
            <a:off x="5278475" y="2617125"/>
            <a:ext cx="1625508" cy="16255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34" name="椭圆 33"/>
          <p:cNvSpPr/>
          <p:nvPr/>
        </p:nvSpPr>
        <p:spPr>
          <a:xfrm>
            <a:off x="6771545" y="972623"/>
            <a:ext cx="2089384" cy="2089384"/>
          </a:xfrm>
          <a:prstGeom prst="ellipse">
            <a:avLst/>
          </a:prstGeom>
          <a:solidFill>
            <a:schemeClr val="bg1"/>
          </a:soli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4467127" y="4589891"/>
            <a:ext cx="1660431" cy="1660431"/>
          </a:xfrm>
          <a:prstGeom prst="ellipse">
            <a:avLst/>
          </a:prstGeom>
          <a:solidFill>
            <a:schemeClr val="bg1"/>
          </a:soli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41" name="椭圆 40"/>
          <p:cNvSpPr/>
          <p:nvPr/>
        </p:nvSpPr>
        <p:spPr>
          <a:xfrm>
            <a:off x="2420755" y="3268644"/>
            <a:ext cx="1504537" cy="1504537"/>
          </a:xfrm>
          <a:prstGeom prst="ellipse">
            <a:avLst/>
          </a:prstGeom>
          <a:solidFill>
            <a:schemeClr val="bg1"/>
          </a:soli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42" name="椭圆 41"/>
          <p:cNvSpPr/>
          <p:nvPr/>
        </p:nvSpPr>
        <p:spPr>
          <a:xfrm>
            <a:off x="3349187" y="1141155"/>
            <a:ext cx="1585999" cy="1585999"/>
          </a:xfrm>
          <a:prstGeom prst="ellipse">
            <a:avLst/>
          </a:prstGeom>
          <a:solidFill>
            <a:schemeClr val="bg1"/>
          </a:soli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43" name="椭圆 42"/>
          <p:cNvSpPr/>
          <p:nvPr/>
        </p:nvSpPr>
        <p:spPr>
          <a:xfrm>
            <a:off x="7809146" y="3664318"/>
            <a:ext cx="1992376" cy="1992376"/>
          </a:xfrm>
          <a:prstGeom prst="ellipse">
            <a:avLst/>
          </a:prstGeom>
          <a:solidFill>
            <a:schemeClr val="bg1"/>
          </a:soli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44" name="文本框 43"/>
          <p:cNvSpPr txBox="1"/>
          <p:nvPr/>
        </p:nvSpPr>
        <p:spPr>
          <a:xfrm>
            <a:off x="5280751" y="3168269"/>
            <a:ext cx="1620957" cy="523220"/>
          </a:xfrm>
          <a:prstGeom prst="rect">
            <a:avLst/>
          </a:prstGeom>
          <a:noFill/>
        </p:spPr>
        <p:txBody>
          <a:bodyPr wrap="none" rtlCol="0">
            <a:spAutoFit/>
          </a:bodyPr>
          <a:lstStyle/>
          <a:p>
            <a:pPr algn="ctr"/>
            <a:r>
              <a:rPr lang="zh-CN" altLang="en-US" sz="2800" b="1" dirty="0">
                <a:solidFill>
                  <a:schemeClr val="bg1"/>
                </a:solidFill>
                <a:latin typeface="DINCond-Bold" pitchFamily="50" charset="0"/>
              </a:rPr>
              <a:t>标题在此</a:t>
            </a:r>
          </a:p>
        </p:txBody>
      </p:sp>
      <p:sp>
        <p:nvSpPr>
          <p:cNvPr id="45" name="文本框 44"/>
          <p:cNvSpPr txBox="1"/>
          <p:nvPr/>
        </p:nvSpPr>
        <p:spPr>
          <a:xfrm>
            <a:off x="7210140" y="1450277"/>
            <a:ext cx="1212191" cy="707886"/>
          </a:xfrm>
          <a:prstGeom prst="rect">
            <a:avLst/>
          </a:prstGeom>
          <a:noFill/>
        </p:spPr>
        <p:txBody>
          <a:bodyPr wrap="none" rtlCol="0">
            <a:spAutoFit/>
          </a:bodyPr>
          <a:lstStyle/>
          <a:p>
            <a:pPr algn="ctr"/>
            <a:r>
              <a:rPr lang="en-US" altLang="zh-CN" sz="4000" dirty="0">
                <a:solidFill>
                  <a:schemeClr val="accent1"/>
                </a:solidFill>
              </a:rPr>
              <a:t>79%</a:t>
            </a:r>
            <a:endParaRPr lang="zh-CN" altLang="en-US" sz="4000" dirty="0">
              <a:solidFill>
                <a:schemeClr val="accent1"/>
              </a:solidFill>
            </a:endParaRPr>
          </a:p>
        </p:txBody>
      </p:sp>
      <p:sp>
        <p:nvSpPr>
          <p:cNvPr id="46" name="文本框 45"/>
          <p:cNvSpPr txBox="1"/>
          <p:nvPr/>
        </p:nvSpPr>
        <p:spPr>
          <a:xfrm>
            <a:off x="6954464" y="2080128"/>
            <a:ext cx="1723549" cy="461665"/>
          </a:xfrm>
          <a:prstGeom prst="rect">
            <a:avLst/>
          </a:prstGeom>
          <a:noFill/>
        </p:spPr>
        <p:txBody>
          <a:bodyPr wrap="none" rtlCol="0">
            <a:spAutoFit/>
          </a:bodyPr>
          <a:lstStyle/>
          <a:p>
            <a:pPr algn="ctr"/>
            <a:r>
              <a:rPr lang="zh-CN" altLang="en-US" sz="2400" dirty="0">
                <a:solidFill>
                  <a:schemeClr val="accent1"/>
                </a:solidFill>
                <a:latin typeface="+mn-ea"/>
              </a:rPr>
              <a:t>请输入文本</a:t>
            </a:r>
          </a:p>
        </p:txBody>
      </p:sp>
      <p:sp>
        <p:nvSpPr>
          <p:cNvPr id="47" name="文本框 46"/>
          <p:cNvSpPr txBox="1"/>
          <p:nvPr/>
        </p:nvSpPr>
        <p:spPr>
          <a:xfrm>
            <a:off x="8251336" y="4177853"/>
            <a:ext cx="1107996" cy="646331"/>
          </a:xfrm>
          <a:prstGeom prst="rect">
            <a:avLst/>
          </a:prstGeom>
          <a:noFill/>
        </p:spPr>
        <p:txBody>
          <a:bodyPr wrap="none" rtlCol="0">
            <a:spAutoFit/>
          </a:bodyPr>
          <a:lstStyle/>
          <a:p>
            <a:pPr algn="ctr"/>
            <a:r>
              <a:rPr lang="en-US" altLang="zh-CN" sz="3600" dirty="0">
                <a:solidFill>
                  <a:schemeClr val="accent1"/>
                </a:solidFill>
              </a:rPr>
              <a:t>67%</a:t>
            </a:r>
            <a:endParaRPr lang="zh-CN" altLang="en-US" sz="3600" dirty="0">
              <a:solidFill>
                <a:schemeClr val="accent1"/>
              </a:solidFill>
            </a:endParaRPr>
          </a:p>
        </p:txBody>
      </p:sp>
      <p:sp>
        <p:nvSpPr>
          <p:cNvPr id="48" name="文本框 47"/>
          <p:cNvSpPr txBox="1"/>
          <p:nvPr/>
        </p:nvSpPr>
        <p:spPr>
          <a:xfrm>
            <a:off x="8071800" y="4716441"/>
            <a:ext cx="1467068" cy="400110"/>
          </a:xfrm>
          <a:prstGeom prst="rect">
            <a:avLst/>
          </a:prstGeom>
          <a:noFill/>
        </p:spPr>
        <p:txBody>
          <a:bodyPr wrap="none" rtlCol="0">
            <a:spAutoFit/>
          </a:bodyPr>
          <a:lstStyle/>
          <a:p>
            <a:pPr algn="ctr"/>
            <a:r>
              <a:rPr lang="zh-CN" altLang="en-US" sz="2000" dirty="0">
                <a:solidFill>
                  <a:schemeClr val="accent1"/>
                </a:solidFill>
                <a:latin typeface="+mn-ea"/>
              </a:rPr>
              <a:t>请输入文本</a:t>
            </a:r>
          </a:p>
        </p:txBody>
      </p:sp>
      <p:sp>
        <p:nvSpPr>
          <p:cNvPr id="49" name="文本框 48"/>
          <p:cNvSpPr txBox="1"/>
          <p:nvPr/>
        </p:nvSpPr>
        <p:spPr>
          <a:xfrm>
            <a:off x="4794640" y="4937453"/>
            <a:ext cx="1005404" cy="584775"/>
          </a:xfrm>
          <a:prstGeom prst="rect">
            <a:avLst/>
          </a:prstGeom>
          <a:noFill/>
        </p:spPr>
        <p:txBody>
          <a:bodyPr wrap="none" rtlCol="0">
            <a:spAutoFit/>
          </a:bodyPr>
          <a:lstStyle/>
          <a:p>
            <a:pPr algn="ctr"/>
            <a:r>
              <a:rPr lang="en-US" altLang="zh-CN" sz="3200" dirty="0">
                <a:solidFill>
                  <a:schemeClr val="accent1"/>
                </a:solidFill>
              </a:rPr>
              <a:t>56%</a:t>
            </a:r>
            <a:endParaRPr lang="zh-CN" altLang="en-US" sz="3200" dirty="0">
              <a:solidFill>
                <a:schemeClr val="accent1"/>
              </a:solidFill>
            </a:endParaRPr>
          </a:p>
        </p:txBody>
      </p:sp>
      <p:sp>
        <p:nvSpPr>
          <p:cNvPr id="50" name="文本框 49"/>
          <p:cNvSpPr txBox="1"/>
          <p:nvPr/>
        </p:nvSpPr>
        <p:spPr>
          <a:xfrm>
            <a:off x="4627928" y="5476041"/>
            <a:ext cx="1338828" cy="369332"/>
          </a:xfrm>
          <a:prstGeom prst="rect">
            <a:avLst/>
          </a:prstGeom>
          <a:noFill/>
        </p:spPr>
        <p:txBody>
          <a:bodyPr wrap="none" rtlCol="0">
            <a:spAutoFit/>
          </a:bodyPr>
          <a:lstStyle/>
          <a:p>
            <a:pPr algn="ctr"/>
            <a:r>
              <a:rPr lang="zh-CN" altLang="en-US" dirty="0">
                <a:solidFill>
                  <a:schemeClr val="accent1"/>
                </a:solidFill>
                <a:latin typeface="+mn-ea"/>
              </a:rPr>
              <a:t>请输入文本</a:t>
            </a:r>
          </a:p>
        </p:txBody>
      </p:sp>
      <p:sp>
        <p:nvSpPr>
          <p:cNvPr id="51" name="文本框 50"/>
          <p:cNvSpPr txBox="1"/>
          <p:nvPr/>
        </p:nvSpPr>
        <p:spPr>
          <a:xfrm>
            <a:off x="2720816" y="3613536"/>
            <a:ext cx="904415" cy="523220"/>
          </a:xfrm>
          <a:prstGeom prst="rect">
            <a:avLst/>
          </a:prstGeom>
          <a:noFill/>
        </p:spPr>
        <p:txBody>
          <a:bodyPr wrap="none" rtlCol="0">
            <a:spAutoFit/>
          </a:bodyPr>
          <a:lstStyle/>
          <a:p>
            <a:pPr algn="ctr"/>
            <a:r>
              <a:rPr lang="en-US" altLang="zh-CN" sz="2800" dirty="0">
                <a:solidFill>
                  <a:schemeClr val="accent1"/>
                </a:solidFill>
              </a:rPr>
              <a:t>32%</a:t>
            </a:r>
            <a:endParaRPr lang="zh-CN" altLang="en-US" sz="2800" dirty="0">
              <a:solidFill>
                <a:schemeClr val="accent1"/>
              </a:solidFill>
            </a:endParaRPr>
          </a:p>
        </p:txBody>
      </p:sp>
      <p:sp>
        <p:nvSpPr>
          <p:cNvPr id="52" name="文本框 51"/>
          <p:cNvSpPr txBox="1"/>
          <p:nvPr/>
        </p:nvSpPr>
        <p:spPr>
          <a:xfrm>
            <a:off x="2567729" y="4073294"/>
            <a:ext cx="1210588" cy="338554"/>
          </a:xfrm>
          <a:prstGeom prst="rect">
            <a:avLst/>
          </a:prstGeom>
          <a:noFill/>
        </p:spPr>
        <p:txBody>
          <a:bodyPr wrap="none" rtlCol="0">
            <a:spAutoFit/>
          </a:bodyPr>
          <a:lstStyle/>
          <a:p>
            <a:pPr algn="ctr"/>
            <a:r>
              <a:rPr lang="zh-CN" altLang="en-US" sz="1600" dirty="0">
                <a:solidFill>
                  <a:schemeClr val="accent1"/>
                </a:solidFill>
                <a:latin typeface="+mn-ea"/>
              </a:rPr>
              <a:t>请输入文本</a:t>
            </a:r>
          </a:p>
        </p:txBody>
      </p:sp>
      <p:sp>
        <p:nvSpPr>
          <p:cNvPr id="53" name="文本框 52"/>
          <p:cNvSpPr txBox="1"/>
          <p:nvPr/>
        </p:nvSpPr>
        <p:spPr>
          <a:xfrm>
            <a:off x="3639484" y="1456185"/>
            <a:ext cx="1005404" cy="584775"/>
          </a:xfrm>
          <a:prstGeom prst="rect">
            <a:avLst/>
          </a:prstGeom>
          <a:noFill/>
        </p:spPr>
        <p:txBody>
          <a:bodyPr wrap="none" rtlCol="0">
            <a:spAutoFit/>
          </a:bodyPr>
          <a:lstStyle/>
          <a:p>
            <a:pPr algn="ctr"/>
            <a:r>
              <a:rPr lang="en-US" altLang="zh-CN" sz="3200" dirty="0">
                <a:solidFill>
                  <a:schemeClr val="accent1"/>
                </a:solidFill>
              </a:rPr>
              <a:t>43%</a:t>
            </a:r>
            <a:endParaRPr lang="zh-CN" altLang="en-US" sz="3200" dirty="0">
              <a:solidFill>
                <a:schemeClr val="accent1"/>
              </a:solidFill>
            </a:endParaRPr>
          </a:p>
        </p:txBody>
      </p:sp>
      <p:sp>
        <p:nvSpPr>
          <p:cNvPr id="54" name="文本框 53"/>
          <p:cNvSpPr txBox="1"/>
          <p:nvPr/>
        </p:nvSpPr>
        <p:spPr>
          <a:xfrm>
            <a:off x="3472772" y="1953255"/>
            <a:ext cx="1338828" cy="369332"/>
          </a:xfrm>
          <a:prstGeom prst="rect">
            <a:avLst/>
          </a:prstGeom>
          <a:noFill/>
        </p:spPr>
        <p:txBody>
          <a:bodyPr wrap="none" rtlCol="0">
            <a:spAutoFit/>
          </a:bodyPr>
          <a:lstStyle/>
          <a:p>
            <a:pPr algn="ctr"/>
            <a:r>
              <a:rPr lang="zh-CN" altLang="en-US" dirty="0">
                <a:solidFill>
                  <a:schemeClr val="accent1"/>
                </a:solidFill>
                <a:latin typeface="+mn-ea"/>
              </a:rPr>
              <a:t>请输入文本</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solidFill>
                  <a:schemeClr val="accent1"/>
                </a:solidFill>
              </a:rPr>
              <a:t>数据展示页</a:t>
            </a:r>
          </a:p>
        </p:txBody>
      </p:sp>
      <p:cxnSp>
        <p:nvCxnSpPr>
          <p:cNvPr id="7" name="直接连接符 6"/>
          <p:cNvCxnSpPr/>
          <p:nvPr/>
        </p:nvCxnSpPr>
        <p:spPr>
          <a:xfrm>
            <a:off x="2672615" y="471448"/>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672615" y="527756"/>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5" name="文本占位符 4"/>
          <p:cNvSpPr>
            <a:spLocks noGrp="1"/>
          </p:cNvSpPr>
          <p:nvPr>
            <p:ph type="body" sz="quarter" idx="11"/>
          </p:nvPr>
        </p:nvSpPr>
        <p:spPr/>
        <p:txBody>
          <a:bodyPr/>
          <a:lstStyle/>
          <a:p>
            <a:endParaRPr lang="zh-CN" altLang="en-US"/>
          </a:p>
        </p:txBody>
      </p:sp>
      <p:grpSp>
        <p:nvGrpSpPr>
          <p:cNvPr id="15" name="组合 14"/>
          <p:cNvGrpSpPr/>
          <p:nvPr/>
        </p:nvGrpSpPr>
        <p:grpSpPr>
          <a:xfrm>
            <a:off x="6361719" y="1677414"/>
            <a:ext cx="2061882" cy="2061882"/>
            <a:chOff x="8319995" y="1667002"/>
            <a:chExt cx="2061882" cy="2061882"/>
          </a:xfrm>
        </p:grpSpPr>
        <p:sp>
          <p:nvSpPr>
            <p:cNvPr id="55" name="椭圆 54"/>
            <p:cNvSpPr/>
            <p:nvPr/>
          </p:nvSpPr>
          <p:spPr>
            <a:xfrm>
              <a:off x="8319995" y="1667002"/>
              <a:ext cx="2061882" cy="2061882"/>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6" name="任意多边形: 形状 55"/>
            <p:cNvSpPr/>
            <p:nvPr/>
          </p:nvSpPr>
          <p:spPr>
            <a:xfrm>
              <a:off x="8319995" y="2267901"/>
              <a:ext cx="2061882" cy="1460983"/>
            </a:xfrm>
            <a:custGeom>
              <a:avLst/>
              <a:gdLst>
                <a:gd name="connsiteX0" fmla="*/ 1965259 w 2061882"/>
                <a:gd name="connsiteY0" fmla="*/ 0 h 1460983"/>
                <a:gd name="connsiteX1" fmla="*/ 1980866 w 2061882"/>
                <a:gd name="connsiteY1" fmla="*/ 28753 h 1460983"/>
                <a:gd name="connsiteX2" fmla="*/ 2061882 w 2061882"/>
                <a:gd name="connsiteY2" fmla="*/ 430042 h 1460983"/>
                <a:gd name="connsiteX3" fmla="*/ 1030941 w 2061882"/>
                <a:gd name="connsiteY3" fmla="*/ 1460983 h 1460983"/>
                <a:gd name="connsiteX4" fmla="*/ 0 w 2061882"/>
                <a:gd name="connsiteY4" fmla="*/ 430042 h 1460983"/>
                <a:gd name="connsiteX5" fmla="*/ 5323 w 2061882"/>
                <a:gd name="connsiteY5" fmla="*/ 324634 h 1460983"/>
                <a:gd name="connsiteX6" fmla="*/ 18193 w 2061882"/>
                <a:gd name="connsiteY6" fmla="*/ 240307 h 1460983"/>
                <a:gd name="connsiteX7" fmla="*/ 87843 w 2061882"/>
                <a:gd name="connsiteY7" fmla="*/ 222451 h 1460983"/>
                <a:gd name="connsiteX8" fmla="*/ 418785 w 2061882"/>
                <a:gd name="connsiteY8" fmla="*/ 156335 h 1460983"/>
                <a:gd name="connsiteX9" fmla="*/ 1279989 w 2061882"/>
                <a:gd name="connsiteY9" fmla="*/ 335630 h 1460983"/>
                <a:gd name="connsiteX10" fmla="*/ 1927835 w 2061882"/>
                <a:gd name="connsiteY10" fmla="*/ 17051 h 1460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1882" h="1460983">
                  <a:moveTo>
                    <a:pt x="1965259" y="0"/>
                  </a:moveTo>
                  <a:lnTo>
                    <a:pt x="1980866" y="28753"/>
                  </a:lnTo>
                  <a:cubicBezTo>
                    <a:pt x="2033034" y="152093"/>
                    <a:pt x="2061882" y="287699"/>
                    <a:pt x="2061882" y="430042"/>
                  </a:cubicBezTo>
                  <a:cubicBezTo>
                    <a:pt x="2061882" y="999415"/>
                    <a:pt x="1600314" y="1460983"/>
                    <a:pt x="1030941" y="1460983"/>
                  </a:cubicBezTo>
                  <a:cubicBezTo>
                    <a:pt x="461568" y="1460983"/>
                    <a:pt x="0" y="999415"/>
                    <a:pt x="0" y="430042"/>
                  </a:cubicBezTo>
                  <a:cubicBezTo>
                    <a:pt x="0" y="394456"/>
                    <a:pt x="1803" y="359292"/>
                    <a:pt x="5323" y="324634"/>
                  </a:cubicBezTo>
                  <a:lnTo>
                    <a:pt x="18193" y="240307"/>
                  </a:lnTo>
                  <a:lnTo>
                    <a:pt x="87843" y="222451"/>
                  </a:lnTo>
                  <a:cubicBezTo>
                    <a:pt x="202886" y="187712"/>
                    <a:pt x="265794" y="151853"/>
                    <a:pt x="418785" y="156335"/>
                  </a:cubicBezTo>
                  <a:cubicBezTo>
                    <a:pt x="724767" y="165300"/>
                    <a:pt x="964648" y="368500"/>
                    <a:pt x="1279989" y="335630"/>
                  </a:cubicBezTo>
                  <a:cubicBezTo>
                    <a:pt x="1477076" y="315086"/>
                    <a:pt x="1706053" y="126454"/>
                    <a:pt x="1927835" y="17051"/>
                  </a:cubicBezTo>
                  <a:close/>
                </a:path>
              </a:pathLst>
            </a:custGeom>
            <a:solidFill>
              <a:schemeClr val="accent1">
                <a:alpha val="21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7" name="任意多边形: 形状 56"/>
            <p:cNvSpPr/>
            <p:nvPr/>
          </p:nvSpPr>
          <p:spPr>
            <a:xfrm flipH="1">
              <a:off x="8319995" y="2226216"/>
              <a:ext cx="2061882" cy="1502668"/>
            </a:xfrm>
            <a:custGeom>
              <a:avLst/>
              <a:gdLst>
                <a:gd name="connsiteX0" fmla="*/ 1942633 w 2061882"/>
                <a:gd name="connsiteY0" fmla="*/ 0 h 1502668"/>
                <a:gd name="connsiteX1" fmla="*/ 1891994 w 2061882"/>
                <a:gd name="connsiteY1" fmla="*/ 5601 h 1502668"/>
                <a:gd name="connsiteX2" fmla="*/ 982792 w 2061882"/>
                <a:gd name="connsiteY2" fmla="*/ 424399 h 1502668"/>
                <a:gd name="connsiteX3" fmla="*/ 55556 w 2061882"/>
                <a:gd name="connsiteY3" fmla="*/ 231357 h 1502668"/>
                <a:gd name="connsiteX4" fmla="*/ 30792 w 2061882"/>
                <a:gd name="connsiteY4" fmla="*/ 232236 h 1502668"/>
                <a:gd name="connsiteX5" fmla="*/ 20945 w 2061882"/>
                <a:gd name="connsiteY5" fmla="*/ 263957 h 1502668"/>
                <a:gd name="connsiteX6" fmla="*/ 0 w 2061882"/>
                <a:gd name="connsiteY6" fmla="*/ 471727 h 1502668"/>
                <a:gd name="connsiteX7" fmla="*/ 1030941 w 2061882"/>
                <a:gd name="connsiteY7" fmla="*/ 1502668 h 1502668"/>
                <a:gd name="connsiteX8" fmla="*/ 2061882 w 2061882"/>
                <a:gd name="connsiteY8" fmla="*/ 471727 h 1502668"/>
                <a:gd name="connsiteX9" fmla="*/ 1980866 w 2061882"/>
                <a:gd name="connsiteY9" fmla="*/ 70438 h 1502668"/>
                <a:gd name="connsiteX0-1" fmla="*/ 1942633 w 2061882"/>
                <a:gd name="connsiteY0-2" fmla="*/ 0 h 1502668"/>
                <a:gd name="connsiteX1-3" fmla="*/ 1891994 w 2061882"/>
                <a:gd name="connsiteY1-4" fmla="*/ 5601 h 1502668"/>
                <a:gd name="connsiteX2-5" fmla="*/ 982792 w 2061882"/>
                <a:gd name="connsiteY2-6" fmla="*/ 639552 h 1502668"/>
                <a:gd name="connsiteX3-7" fmla="*/ 55556 w 2061882"/>
                <a:gd name="connsiteY3-8" fmla="*/ 231357 h 1502668"/>
                <a:gd name="connsiteX4-9" fmla="*/ 30792 w 2061882"/>
                <a:gd name="connsiteY4-10" fmla="*/ 232236 h 1502668"/>
                <a:gd name="connsiteX5-11" fmla="*/ 20945 w 2061882"/>
                <a:gd name="connsiteY5-12" fmla="*/ 263957 h 1502668"/>
                <a:gd name="connsiteX6-13" fmla="*/ 0 w 2061882"/>
                <a:gd name="connsiteY6-14" fmla="*/ 471727 h 1502668"/>
                <a:gd name="connsiteX7-15" fmla="*/ 1030941 w 2061882"/>
                <a:gd name="connsiteY7-16" fmla="*/ 1502668 h 1502668"/>
                <a:gd name="connsiteX8-17" fmla="*/ 2061882 w 2061882"/>
                <a:gd name="connsiteY8-18" fmla="*/ 471727 h 1502668"/>
                <a:gd name="connsiteX9-19" fmla="*/ 1980866 w 2061882"/>
                <a:gd name="connsiteY9-20" fmla="*/ 70438 h 1502668"/>
                <a:gd name="connsiteX10" fmla="*/ 1942633 w 2061882"/>
                <a:gd name="connsiteY10" fmla="*/ 0 h 1502668"/>
                <a:gd name="connsiteX0-21" fmla="*/ 1942633 w 2061882"/>
                <a:gd name="connsiteY0-22" fmla="*/ 0 h 1502668"/>
                <a:gd name="connsiteX1-23" fmla="*/ 1891994 w 2061882"/>
                <a:gd name="connsiteY1-24" fmla="*/ 5601 h 1502668"/>
                <a:gd name="connsiteX2-25" fmla="*/ 982792 w 2061882"/>
                <a:gd name="connsiteY2-26" fmla="*/ 639552 h 1502668"/>
                <a:gd name="connsiteX3-27" fmla="*/ 55556 w 2061882"/>
                <a:gd name="connsiteY3-28" fmla="*/ 231357 h 1502668"/>
                <a:gd name="connsiteX4-29" fmla="*/ 30792 w 2061882"/>
                <a:gd name="connsiteY4-30" fmla="*/ 232236 h 1502668"/>
                <a:gd name="connsiteX5-31" fmla="*/ 20945 w 2061882"/>
                <a:gd name="connsiteY5-32" fmla="*/ 263957 h 1502668"/>
                <a:gd name="connsiteX6-33" fmla="*/ 0 w 2061882"/>
                <a:gd name="connsiteY6-34" fmla="*/ 471727 h 1502668"/>
                <a:gd name="connsiteX7-35" fmla="*/ 1030941 w 2061882"/>
                <a:gd name="connsiteY7-36" fmla="*/ 1502668 h 1502668"/>
                <a:gd name="connsiteX8-37" fmla="*/ 2061882 w 2061882"/>
                <a:gd name="connsiteY8-38" fmla="*/ 471727 h 1502668"/>
                <a:gd name="connsiteX9-39" fmla="*/ 1980866 w 2061882"/>
                <a:gd name="connsiteY9-40" fmla="*/ 70438 h 1502668"/>
                <a:gd name="connsiteX10-41" fmla="*/ 1942633 w 2061882"/>
                <a:gd name="connsiteY10-42" fmla="*/ 0 h 1502668"/>
                <a:gd name="connsiteX0-43" fmla="*/ 1942633 w 2061882"/>
                <a:gd name="connsiteY0-44" fmla="*/ 0 h 1502668"/>
                <a:gd name="connsiteX1-45" fmla="*/ 1891994 w 2061882"/>
                <a:gd name="connsiteY1-46" fmla="*/ 5601 h 1502668"/>
                <a:gd name="connsiteX2-47" fmla="*/ 982792 w 2061882"/>
                <a:gd name="connsiteY2-48" fmla="*/ 531975 h 1502668"/>
                <a:gd name="connsiteX3-49" fmla="*/ 55556 w 2061882"/>
                <a:gd name="connsiteY3-50" fmla="*/ 231357 h 1502668"/>
                <a:gd name="connsiteX4-51" fmla="*/ 30792 w 2061882"/>
                <a:gd name="connsiteY4-52" fmla="*/ 232236 h 1502668"/>
                <a:gd name="connsiteX5-53" fmla="*/ 20945 w 2061882"/>
                <a:gd name="connsiteY5-54" fmla="*/ 263957 h 1502668"/>
                <a:gd name="connsiteX6-55" fmla="*/ 0 w 2061882"/>
                <a:gd name="connsiteY6-56" fmla="*/ 471727 h 1502668"/>
                <a:gd name="connsiteX7-57" fmla="*/ 1030941 w 2061882"/>
                <a:gd name="connsiteY7-58" fmla="*/ 1502668 h 1502668"/>
                <a:gd name="connsiteX8-59" fmla="*/ 2061882 w 2061882"/>
                <a:gd name="connsiteY8-60" fmla="*/ 471727 h 1502668"/>
                <a:gd name="connsiteX9-61" fmla="*/ 1980866 w 2061882"/>
                <a:gd name="connsiteY9-62" fmla="*/ 70438 h 1502668"/>
                <a:gd name="connsiteX10-63" fmla="*/ 1942633 w 2061882"/>
                <a:gd name="connsiteY10-64" fmla="*/ 0 h 1502668"/>
                <a:gd name="connsiteX0-65" fmla="*/ 1942633 w 2061882"/>
                <a:gd name="connsiteY0-66" fmla="*/ 0 h 1502668"/>
                <a:gd name="connsiteX1-67" fmla="*/ 1891994 w 2061882"/>
                <a:gd name="connsiteY1-68" fmla="*/ 5601 h 1502668"/>
                <a:gd name="connsiteX2-69" fmla="*/ 982792 w 2061882"/>
                <a:gd name="connsiteY2-70" fmla="*/ 531975 h 1502668"/>
                <a:gd name="connsiteX3-71" fmla="*/ 55556 w 2061882"/>
                <a:gd name="connsiteY3-72" fmla="*/ 231357 h 1502668"/>
                <a:gd name="connsiteX4-73" fmla="*/ 30792 w 2061882"/>
                <a:gd name="connsiteY4-74" fmla="*/ 232236 h 1502668"/>
                <a:gd name="connsiteX5-75" fmla="*/ 20945 w 2061882"/>
                <a:gd name="connsiteY5-76" fmla="*/ 263957 h 1502668"/>
                <a:gd name="connsiteX6-77" fmla="*/ 0 w 2061882"/>
                <a:gd name="connsiteY6-78" fmla="*/ 471727 h 1502668"/>
                <a:gd name="connsiteX7-79" fmla="*/ 1030941 w 2061882"/>
                <a:gd name="connsiteY7-80" fmla="*/ 1502668 h 1502668"/>
                <a:gd name="connsiteX8-81" fmla="*/ 2061882 w 2061882"/>
                <a:gd name="connsiteY8-82" fmla="*/ 471727 h 1502668"/>
                <a:gd name="connsiteX9-83" fmla="*/ 1980866 w 2061882"/>
                <a:gd name="connsiteY9-84" fmla="*/ 70438 h 1502668"/>
                <a:gd name="connsiteX10-85" fmla="*/ 1942633 w 2061882"/>
                <a:gd name="connsiteY10-86" fmla="*/ 0 h 1502668"/>
                <a:gd name="connsiteX0-87" fmla="*/ 1942633 w 2061882"/>
                <a:gd name="connsiteY0-88" fmla="*/ 0 h 1502668"/>
                <a:gd name="connsiteX1-89" fmla="*/ 1891994 w 2061882"/>
                <a:gd name="connsiteY1-90" fmla="*/ 5601 h 1502668"/>
                <a:gd name="connsiteX2-91" fmla="*/ 982792 w 2061882"/>
                <a:gd name="connsiteY2-92" fmla="*/ 531975 h 1502668"/>
                <a:gd name="connsiteX3-93" fmla="*/ 55556 w 2061882"/>
                <a:gd name="connsiteY3-94" fmla="*/ 231357 h 1502668"/>
                <a:gd name="connsiteX4-95" fmla="*/ 30792 w 2061882"/>
                <a:gd name="connsiteY4-96" fmla="*/ 232236 h 1502668"/>
                <a:gd name="connsiteX5-97" fmla="*/ 20945 w 2061882"/>
                <a:gd name="connsiteY5-98" fmla="*/ 263957 h 1502668"/>
                <a:gd name="connsiteX6-99" fmla="*/ 0 w 2061882"/>
                <a:gd name="connsiteY6-100" fmla="*/ 471727 h 1502668"/>
                <a:gd name="connsiteX7-101" fmla="*/ 1030941 w 2061882"/>
                <a:gd name="connsiteY7-102" fmla="*/ 1502668 h 1502668"/>
                <a:gd name="connsiteX8-103" fmla="*/ 2061882 w 2061882"/>
                <a:gd name="connsiteY8-104" fmla="*/ 471727 h 1502668"/>
                <a:gd name="connsiteX9-105" fmla="*/ 1980866 w 2061882"/>
                <a:gd name="connsiteY9-106" fmla="*/ 70438 h 1502668"/>
                <a:gd name="connsiteX10-107" fmla="*/ 1942633 w 2061882"/>
                <a:gd name="connsiteY10-108" fmla="*/ 0 h 1502668"/>
                <a:gd name="connsiteX0-109" fmla="*/ 1942633 w 2061882"/>
                <a:gd name="connsiteY0-110" fmla="*/ 0 h 1502668"/>
                <a:gd name="connsiteX1-111" fmla="*/ 1891994 w 2061882"/>
                <a:gd name="connsiteY1-112" fmla="*/ 5601 h 1502668"/>
                <a:gd name="connsiteX2-113" fmla="*/ 982792 w 2061882"/>
                <a:gd name="connsiteY2-114" fmla="*/ 531975 h 1502668"/>
                <a:gd name="connsiteX3-115" fmla="*/ 55556 w 2061882"/>
                <a:gd name="connsiteY3-116" fmla="*/ 231357 h 1502668"/>
                <a:gd name="connsiteX4-117" fmla="*/ 30792 w 2061882"/>
                <a:gd name="connsiteY4-118" fmla="*/ 232236 h 1502668"/>
                <a:gd name="connsiteX5-119" fmla="*/ 20945 w 2061882"/>
                <a:gd name="connsiteY5-120" fmla="*/ 263957 h 1502668"/>
                <a:gd name="connsiteX6-121" fmla="*/ 0 w 2061882"/>
                <a:gd name="connsiteY6-122" fmla="*/ 471727 h 1502668"/>
                <a:gd name="connsiteX7-123" fmla="*/ 1030941 w 2061882"/>
                <a:gd name="connsiteY7-124" fmla="*/ 1502668 h 1502668"/>
                <a:gd name="connsiteX8-125" fmla="*/ 2061882 w 2061882"/>
                <a:gd name="connsiteY8-126" fmla="*/ 471727 h 1502668"/>
                <a:gd name="connsiteX9-127" fmla="*/ 1980866 w 2061882"/>
                <a:gd name="connsiteY9-128" fmla="*/ 70438 h 1502668"/>
                <a:gd name="connsiteX10-129" fmla="*/ 1942633 w 2061882"/>
                <a:gd name="connsiteY10-130" fmla="*/ 0 h 1502668"/>
                <a:gd name="connsiteX0-131" fmla="*/ 1942633 w 2061882"/>
                <a:gd name="connsiteY0-132" fmla="*/ 0 h 1502668"/>
                <a:gd name="connsiteX1-133" fmla="*/ 1891994 w 2061882"/>
                <a:gd name="connsiteY1-134" fmla="*/ 5601 h 1502668"/>
                <a:gd name="connsiteX2-135" fmla="*/ 982792 w 2061882"/>
                <a:gd name="connsiteY2-136" fmla="*/ 531975 h 1502668"/>
                <a:gd name="connsiteX3-137" fmla="*/ 55556 w 2061882"/>
                <a:gd name="connsiteY3-138" fmla="*/ 231357 h 1502668"/>
                <a:gd name="connsiteX4-139" fmla="*/ 30792 w 2061882"/>
                <a:gd name="connsiteY4-140" fmla="*/ 232236 h 1502668"/>
                <a:gd name="connsiteX5-141" fmla="*/ 0 w 2061882"/>
                <a:gd name="connsiteY5-142" fmla="*/ 471727 h 1502668"/>
                <a:gd name="connsiteX6-143" fmla="*/ 1030941 w 2061882"/>
                <a:gd name="connsiteY6-144" fmla="*/ 1502668 h 1502668"/>
                <a:gd name="connsiteX7-145" fmla="*/ 2061882 w 2061882"/>
                <a:gd name="connsiteY7-146" fmla="*/ 471727 h 1502668"/>
                <a:gd name="connsiteX8-147" fmla="*/ 1980866 w 2061882"/>
                <a:gd name="connsiteY8-148" fmla="*/ 70438 h 1502668"/>
                <a:gd name="connsiteX9-149" fmla="*/ 1942633 w 2061882"/>
                <a:gd name="connsiteY9-150" fmla="*/ 0 h 1502668"/>
                <a:gd name="connsiteX0-151" fmla="*/ 1942633 w 2061882"/>
                <a:gd name="connsiteY0-152" fmla="*/ 0 h 1502668"/>
                <a:gd name="connsiteX1-153" fmla="*/ 1891994 w 2061882"/>
                <a:gd name="connsiteY1-154" fmla="*/ 5601 h 1502668"/>
                <a:gd name="connsiteX2-155" fmla="*/ 982792 w 2061882"/>
                <a:gd name="connsiteY2-156" fmla="*/ 531975 h 1502668"/>
                <a:gd name="connsiteX3-157" fmla="*/ 55556 w 2061882"/>
                <a:gd name="connsiteY3-158" fmla="*/ 231357 h 1502668"/>
                <a:gd name="connsiteX4-159" fmla="*/ 30792 w 2061882"/>
                <a:gd name="connsiteY4-160" fmla="*/ 232236 h 1502668"/>
                <a:gd name="connsiteX5-161" fmla="*/ 0 w 2061882"/>
                <a:gd name="connsiteY5-162" fmla="*/ 471727 h 1502668"/>
                <a:gd name="connsiteX6-163" fmla="*/ 1030941 w 2061882"/>
                <a:gd name="connsiteY6-164" fmla="*/ 1502668 h 1502668"/>
                <a:gd name="connsiteX7-165" fmla="*/ 2061882 w 2061882"/>
                <a:gd name="connsiteY7-166" fmla="*/ 471727 h 1502668"/>
                <a:gd name="connsiteX8-167" fmla="*/ 1980866 w 2061882"/>
                <a:gd name="connsiteY8-168" fmla="*/ 70438 h 1502668"/>
                <a:gd name="connsiteX9-169" fmla="*/ 1942633 w 2061882"/>
                <a:gd name="connsiteY9-170" fmla="*/ 0 h 1502668"/>
                <a:gd name="connsiteX0-171" fmla="*/ 1942633 w 2061882"/>
                <a:gd name="connsiteY0-172" fmla="*/ 0 h 1502668"/>
                <a:gd name="connsiteX1-173" fmla="*/ 1891994 w 2061882"/>
                <a:gd name="connsiteY1-174" fmla="*/ 5601 h 1502668"/>
                <a:gd name="connsiteX2-175" fmla="*/ 957392 w 2061882"/>
                <a:gd name="connsiteY2-176" fmla="*/ 544675 h 1502668"/>
                <a:gd name="connsiteX3-177" fmla="*/ 55556 w 2061882"/>
                <a:gd name="connsiteY3-178" fmla="*/ 231357 h 1502668"/>
                <a:gd name="connsiteX4-179" fmla="*/ 30792 w 2061882"/>
                <a:gd name="connsiteY4-180" fmla="*/ 232236 h 1502668"/>
                <a:gd name="connsiteX5-181" fmla="*/ 0 w 2061882"/>
                <a:gd name="connsiteY5-182" fmla="*/ 471727 h 1502668"/>
                <a:gd name="connsiteX6-183" fmla="*/ 1030941 w 2061882"/>
                <a:gd name="connsiteY6-184" fmla="*/ 1502668 h 1502668"/>
                <a:gd name="connsiteX7-185" fmla="*/ 2061882 w 2061882"/>
                <a:gd name="connsiteY7-186" fmla="*/ 471727 h 1502668"/>
                <a:gd name="connsiteX8-187" fmla="*/ 1980866 w 2061882"/>
                <a:gd name="connsiteY8-188" fmla="*/ 70438 h 1502668"/>
                <a:gd name="connsiteX9-189" fmla="*/ 1942633 w 2061882"/>
                <a:gd name="connsiteY9-190" fmla="*/ 0 h 1502668"/>
                <a:gd name="connsiteX0-191" fmla="*/ 1942633 w 2061882"/>
                <a:gd name="connsiteY0-192" fmla="*/ 0 h 1502668"/>
                <a:gd name="connsiteX1-193" fmla="*/ 1510994 w 2061882"/>
                <a:gd name="connsiteY1-194" fmla="*/ 170701 h 1502668"/>
                <a:gd name="connsiteX2-195" fmla="*/ 957392 w 2061882"/>
                <a:gd name="connsiteY2-196" fmla="*/ 544675 h 1502668"/>
                <a:gd name="connsiteX3-197" fmla="*/ 55556 w 2061882"/>
                <a:gd name="connsiteY3-198" fmla="*/ 231357 h 1502668"/>
                <a:gd name="connsiteX4-199" fmla="*/ 30792 w 2061882"/>
                <a:gd name="connsiteY4-200" fmla="*/ 232236 h 1502668"/>
                <a:gd name="connsiteX5-201" fmla="*/ 0 w 2061882"/>
                <a:gd name="connsiteY5-202" fmla="*/ 471727 h 1502668"/>
                <a:gd name="connsiteX6-203" fmla="*/ 1030941 w 2061882"/>
                <a:gd name="connsiteY6-204" fmla="*/ 1502668 h 1502668"/>
                <a:gd name="connsiteX7-205" fmla="*/ 2061882 w 2061882"/>
                <a:gd name="connsiteY7-206" fmla="*/ 471727 h 1502668"/>
                <a:gd name="connsiteX8-207" fmla="*/ 1980866 w 2061882"/>
                <a:gd name="connsiteY8-208" fmla="*/ 70438 h 1502668"/>
                <a:gd name="connsiteX9-209" fmla="*/ 1942633 w 2061882"/>
                <a:gd name="connsiteY9-210" fmla="*/ 0 h 1502668"/>
                <a:gd name="connsiteX0-211" fmla="*/ 1942633 w 2061882"/>
                <a:gd name="connsiteY0-212" fmla="*/ 0 h 1502668"/>
                <a:gd name="connsiteX1-213" fmla="*/ 1510994 w 2061882"/>
                <a:gd name="connsiteY1-214" fmla="*/ 170701 h 1502668"/>
                <a:gd name="connsiteX2-215" fmla="*/ 957392 w 2061882"/>
                <a:gd name="connsiteY2-216" fmla="*/ 544675 h 1502668"/>
                <a:gd name="connsiteX3-217" fmla="*/ 55556 w 2061882"/>
                <a:gd name="connsiteY3-218" fmla="*/ 231357 h 1502668"/>
                <a:gd name="connsiteX4-219" fmla="*/ 30792 w 2061882"/>
                <a:gd name="connsiteY4-220" fmla="*/ 232236 h 1502668"/>
                <a:gd name="connsiteX5-221" fmla="*/ 0 w 2061882"/>
                <a:gd name="connsiteY5-222" fmla="*/ 471727 h 1502668"/>
                <a:gd name="connsiteX6-223" fmla="*/ 1030941 w 2061882"/>
                <a:gd name="connsiteY6-224" fmla="*/ 1502668 h 1502668"/>
                <a:gd name="connsiteX7-225" fmla="*/ 2061882 w 2061882"/>
                <a:gd name="connsiteY7-226" fmla="*/ 471727 h 1502668"/>
                <a:gd name="connsiteX8-227" fmla="*/ 1980866 w 2061882"/>
                <a:gd name="connsiteY8-228" fmla="*/ 70438 h 1502668"/>
                <a:gd name="connsiteX9-229" fmla="*/ 1942633 w 2061882"/>
                <a:gd name="connsiteY9-230" fmla="*/ 0 h 1502668"/>
                <a:gd name="connsiteX0-231" fmla="*/ 1942633 w 2061882"/>
                <a:gd name="connsiteY0-232" fmla="*/ 0 h 1502668"/>
                <a:gd name="connsiteX1-233" fmla="*/ 1510994 w 2061882"/>
                <a:gd name="connsiteY1-234" fmla="*/ 170701 h 1502668"/>
                <a:gd name="connsiteX2-235" fmla="*/ 942877 w 2061882"/>
                <a:gd name="connsiteY2-236" fmla="*/ 515647 h 1502668"/>
                <a:gd name="connsiteX3-237" fmla="*/ 55556 w 2061882"/>
                <a:gd name="connsiteY3-238" fmla="*/ 231357 h 1502668"/>
                <a:gd name="connsiteX4-239" fmla="*/ 30792 w 2061882"/>
                <a:gd name="connsiteY4-240" fmla="*/ 232236 h 1502668"/>
                <a:gd name="connsiteX5-241" fmla="*/ 0 w 2061882"/>
                <a:gd name="connsiteY5-242" fmla="*/ 471727 h 1502668"/>
                <a:gd name="connsiteX6-243" fmla="*/ 1030941 w 2061882"/>
                <a:gd name="connsiteY6-244" fmla="*/ 1502668 h 1502668"/>
                <a:gd name="connsiteX7-245" fmla="*/ 2061882 w 2061882"/>
                <a:gd name="connsiteY7-246" fmla="*/ 471727 h 1502668"/>
                <a:gd name="connsiteX8-247" fmla="*/ 1980866 w 2061882"/>
                <a:gd name="connsiteY8-248" fmla="*/ 70438 h 1502668"/>
                <a:gd name="connsiteX9-249" fmla="*/ 1942633 w 2061882"/>
                <a:gd name="connsiteY9-250" fmla="*/ 0 h 1502668"/>
                <a:gd name="connsiteX0-251" fmla="*/ 1942633 w 2061882"/>
                <a:gd name="connsiteY0-252" fmla="*/ 0 h 1502668"/>
                <a:gd name="connsiteX1-253" fmla="*/ 1510994 w 2061882"/>
                <a:gd name="connsiteY1-254" fmla="*/ 170701 h 1502668"/>
                <a:gd name="connsiteX2-255" fmla="*/ 942877 w 2061882"/>
                <a:gd name="connsiteY2-256" fmla="*/ 515647 h 1502668"/>
                <a:gd name="connsiteX3-257" fmla="*/ 55556 w 2061882"/>
                <a:gd name="connsiteY3-258" fmla="*/ 231357 h 1502668"/>
                <a:gd name="connsiteX4-259" fmla="*/ 30792 w 2061882"/>
                <a:gd name="connsiteY4-260" fmla="*/ 232236 h 1502668"/>
                <a:gd name="connsiteX5-261" fmla="*/ 0 w 2061882"/>
                <a:gd name="connsiteY5-262" fmla="*/ 471727 h 1502668"/>
                <a:gd name="connsiteX6-263" fmla="*/ 1030941 w 2061882"/>
                <a:gd name="connsiteY6-264" fmla="*/ 1502668 h 1502668"/>
                <a:gd name="connsiteX7-265" fmla="*/ 2061882 w 2061882"/>
                <a:gd name="connsiteY7-266" fmla="*/ 471727 h 1502668"/>
                <a:gd name="connsiteX8-267" fmla="*/ 1980866 w 2061882"/>
                <a:gd name="connsiteY8-268" fmla="*/ 70438 h 1502668"/>
                <a:gd name="connsiteX9-269" fmla="*/ 1942633 w 2061882"/>
                <a:gd name="connsiteY9-270" fmla="*/ 0 h 1502668"/>
                <a:gd name="connsiteX0-271" fmla="*/ 1942633 w 2061882"/>
                <a:gd name="connsiteY0-272" fmla="*/ 0 h 1502668"/>
                <a:gd name="connsiteX1-273" fmla="*/ 1510994 w 2061882"/>
                <a:gd name="connsiteY1-274" fmla="*/ 170701 h 1502668"/>
                <a:gd name="connsiteX2-275" fmla="*/ 797734 w 2061882"/>
                <a:gd name="connsiteY2-276" fmla="*/ 472104 h 1502668"/>
                <a:gd name="connsiteX3-277" fmla="*/ 55556 w 2061882"/>
                <a:gd name="connsiteY3-278" fmla="*/ 231357 h 1502668"/>
                <a:gd name="connsiteX4-279" fmla="*/ 30792 w 2061882"/>
                <a:gd name="connsiteY4-280" fmla="*/ 232236 h 1502668"/>
                <a:gd name="connsiteX5-281" fmla="*/ 0 w 2061882"/>
                <a:gd name="connsiteY5-282" fmla="*/ 471727 h 1502668"/>
                <a:gd name="connsiteX6-283" fmla="*/ 1030941 w 2061882"/>
                <a:gd name="connsiteY6-284" fmla="*/ 1502668 h 1502668"/>
                <a:gd name="connsiteX7-285" fmla="*/ 2061882 w 2061882"/>
                <a:gd name="connsiteY7-286" fmla="*/ 471727 h 1502668"/>
                <a:gd name="connsiteX8-287" fmla="*/ 1980866 w 2061882"/>
                <a:gd name="connsiteY8-288" fmla="*/ 70438 h 1502668"/>
                <a:gd name="connsiteX9-289" fmla="*/ 1942633 w 2061882"/>
                <a:gd name="connsiteY9-290" fmla="*/ 0 h 1502668"/>
                <a:gd name="connsiteX0-291" fmla="*/ 1942633 w 2061882"/>
                <a:gd name="connsiteY0-292" fmla="*/ 0 h 1502668"/>
                <a:gd name="connsiteX1-293" fmla="*/ 1625294 w 2061882"/>
                <a:gd name="connsiteY1-294" fmla="*/ 380251 h 1502668"/>
                <a:gd name="connsiteX2-295" fmla="*/ 797734 w 2061882"/>
                <a:gd name="connsiteY2-296" fmla="*/ 472104 h 1502668"/>
                <a:gd name="connsiteX3-297" fmla="*/ 55556 w 2061882"/>
                <a:gd name="connsiteY3-298" fmla="*/ 231357 h 1502668"/>
                <a:gd name="connsiteX4-299" fmla="*/ 30792 w 2061882"/>
                <a:gd name="connsiteY4-300" fmla="*/ 232236 h 1502668"/>
                <a:gd name="connsiteX5-301" fmla="*/ 0 w 2061882"/>
                <a:gd name="connsiteY5-302" fmla="*/ 471727 h 1502668"/>
                <a:gd name="connsiteX6-303" fmla="*/ 1030941 w 2061882"/>
                <a:gd name="connsiteY6-304" fmla="*/ 1502668 h 1502668"/>
                <a:gd name="connsiteX7-305" fmla="*/ 2061882 w 2061882"/>
                <a:gd name="connsiteY7-306" fmla="*/ 471727 h 1502668"/>
                <a:gd name="connsiteX8-307" fmla="*/ 1980866 w 2061882"/>
                <a:gd name="connsiteY8-308" fmla="*/ 70438 h 1502668"/>
                <a:gd name="connsiteX9-309" fmla="*/ 1942633 w 2061882"/>
                <a:gd name="connsiteY9-310" fmla="*/ 0 h 1502668"/>
                <a:gd name="connsiteX0-311" fmla="*/ 1942633 w 2061882"/>
                <a:gd name="connsiteY0-312" fmla="*/ 0 h 1502668"/>
                <a:gd name="connsiteX1-313" fmla="*/ 1625294 w 2061882"/>
                <a:gd name="connsiteY1-314" fmla="*/ 380251 h 1502668"/>
                <a:gd name="connsiteX2-315" fmla="*/ 807259 w 2061882"/>
                <a:gd name="connsiteY2-316" fmla="*/ 129204 h 1502668"/>
                <a:gd name="connsiteX3-317" fmla="*/ 55556 w 2061882"/>
                <a:gd name="connsiteY3-318" fmla="*/ 231357 h 1502668"/>
                <a:gd name="connsiteX4-319" fmla="*/ 30792 w 2061882"/>
                <a:gd name="connsiteY4-320" fmla="*/ 232236 h 1502668"/>
                <a:gd name="connsiteX5-321" fmla="*/ 0 w 2061882"/>
                <a:gd name="connsiteY5-322" fmla="*/ 471727 h 1502668"/>
                <a:gd name="connsiteX6-323" fmla="*/ 1030941 w 2061882"/>
                <a:gd name="connsiteY6-324" fmla="*/ 1502668 h 1502668"/>
                <a:gd name="connsiteX7-325" fmla="*/ 2061882 w 2061882"/>
                <a:gd name="connsiteY7-326" fmla="*/ 471727 h 1502668"/>
                <a:gd name="connsiteX8-327" fmla="*/ 1980866 w 2061882"/>
                <a:gd name="connsiteY8-328" fmla="*/ 70438 h 1502668"/>
                <a:gd name="connsiteX9-329" fmla="*/ 1942633 w 2061882"/>
                <a:gd name="connsiteY9-330" fmla="*/ 0 h 1502668"/>
                <a:gd name="connsiteX0-331" fmla="*/ 1942633 w 2061882"/>
                <a:gd name="connsiteY0-332" fmla="*/ 0 h 1502668"/>
                <a:gd name="connsiteX1-333" fmla="*/ 1625294 w 2061882"/>
                <a:gd name="connsiteY1-334" fmla="*/ 380251 h 1502668"/>
                <a:gd name="connsiteX2-335" fmla="*/ 807259 w 2061882"/>
                <a:gd name="connsiteY2-336" fmla="*/ 129204 h 1502668"/>
                <a:gd name="connsiteX3-337" fmla="*/ 55556 w 2061882"/>
                <a:gd name="connsiteY3-338" fmla="*/ 231357 h 1502668"/>
                <a:gd name="connsiteX4-339" fmla="*/ 30792 w 2061882"/>
                <a:gd name="connsiteY4-340" fmla="*/ 232236 h 1502668"/>
                <a:gd name="connsiteX5-341" fmla="*/ 0 w 2061882"/>
                <a:gd name="connsiteY5-342" fmla="*/ 471727 h 1502668"/>
                <a:gd name="connsiteX6-343" fmla="*/ 1030941 w 2061882"/>
                <a:gd name="connsiteY6-344" fmla="*/ 1502668 h 1502668"/>
                <a:gd name="connsiteX7-345" fmla="*/ 2061882 w 2061882"/>
                <a:gd name="connsiteY7-346" fmla="*/ 471727 h 1502668"/>
                <a:gd name="connsiteX8-347" fmla="*/ 1980866 w 2061882"/>
                <a:gd name="connsiteY8-348" fmla="*/ 70438 h 1502668"/>
                <a:gd name="connsiteX9-349" fmla="*/ 1942633 w 2061882"/>
                <a:gd name="connsiteY9-350" fmla="*/ 0 h 1502668"/>
                <a:gd name="connsiteX0-351" fmla="*/ 1942633 w 2061882"/>
                <a:gd name="connsiteY0-352" fmla="*/ 0 h 1502668"/>
                <a:gd name="connsiteX1-353" fmla="*/ 1510994 w 2061882"/>
                <a:gd name="connsiteY1-354" fmla="*/ 351676 h 1502668"/>
                <a:gd name="connsiteX2-355" fmla="*/ 807259 w 2061882"/>
                <a:gd name="connsiteY2-356" fmla="*/ 129204 h 1502668"/>
                <a:gd name="connsiteX3-357" fmla="*/ 55556 w 2061882"/>
                <a:gd name="connsiteY3-358" fmla="*/ 231357 h 1502668"/>
                <a:gd name="connsiteX4-359" fmla="*/ 30792 w 2061882"/>
                <a:gd name="connsiteY4-360" fmla="*/ 232236 h 1502668"/>
                <a:gd name="connsiteX5-361" fmla="*/ 0 w 2061882"/>
                <a:gd name="connsiteY5-362" fmla="*/ 471727 h 1502668"/>
                <a:gd name="connsiteX6-363" fmla="*/ 1030941 w 2061882"/>
                <a:gd name="connsiteY6-364" fmla="*/ 1502668 h 1502668"/>
                <a:gd name="connsiteX7-365" fmla="*/ 2061882 w 2061882"/>
                <a:gd name="connsiteY7-366" fmla="*/ 471727 h 1502668"/>
                <a:gd name="connsiteX8-367" fmla="*/ 1980866 w 2061882"/>
                <a:gd name="connsiteY8-368" fmla="*/ 70438 h 1502668"/>
                <a:gd name="connsiteX9-369" fmla="*/ 1942633 w 2061882"/>
                <a:gd name="connsiteY9-370" fmla="*/ 0 h 1502668"/>
                <a:gd name="connsiteX0-371" fmla="*/ 1942633 w 2061882"/>
                <a:gd name="connsiteY0-372" fmla="*/ 0 h 1502668"/>
                <a:gd name="connsiteX1-373" fmla="*/ 1510994 w 2061882"/>
                <a:gd name="connsiteY1-374" fmla="*/ 224676 h 1502668"/>
                <a:gd name="connsiteX2-375" fmla="*/ 807259 w 2061882"/>
                <a:gd name="connsiteY2-376" fmla="*/ 129204 h 1502668"/>
                <a:gd name="connsiteX3-377" fmla="*/ 55556 w 2061882"/>
                <a:gd name="connsiteY3-378" fmla="*/ 231357 h 1502668"/>
                <a:gd name="connsiteX4-379" fmla="*/ 30792 w 2061882"/>
                <a:gd name="connsiteY4-380" fmla="*/ 232236 h 1502668"/>
                <a:gd name="connsiteX5-381" fmla="*/ 0 w 2061882"/>
                <a:gd name="connsiteY5-382" fmla="*/ 471727 h 1502668"/>
                <a:gd name="connsiteX6-383" fmla="*/ 1030941 w 2061882"/>
                <a:gd name="connsiteY6-384" fmla="*/ 1502668 h 1502668"/>
                <a:gd name="connsiteX7-385" fmla="*/ 2061882 w 2061882"/>
                <a:gd name="connsiteY7-386" fmla="*/ 471727 h 1502668"/>
                <a:gd name="connsiteX8-387" fmla="*/ 1980866 w 2061882"/>
                <a:gd name="connsiteY8-388" fmla="*/ 70438 h 1502668"/>
                <a:gd name="connsiteX9-389" fmla="*/ 1942633 w 2061882"/>
                <a:gd name="connsiteY9-390" fmla="*/ 0 h 1502668"/>
                <a:gd name="connsiteX0-391" fmla="*/ 1942633 w 2061882"/>
                <a:gd name="connsiteY0-392" fmla="*/ 0 h 1502668"/>
                <a:gd name="connsiteX1-393" fmla="*/ 1510994 w 2061882"/>
                <a:gd name="connsiteY1-394" fmla="*/ 224676 h 1502668"/>
                <a:gd name="connsiteX2-395" fmla="*/ 794559 w 2061882"/>
                <a:gd name="connsiteY2-396" fmla="*/ 40304 h 1502668"/>
                <a:gd name="connsiteX3-397" fmla="*/ 55556 w 2061882"/>
                <a:gd name="connsiteY3-398" fmla="*/ 231357 h 1502668"/>
                <a:gd name="connsiteX4-399" fmla="*/ 30792 w 2061882"/>
                <a:gd name="connsiteY4-400" fmla="*/ 232236 h 1502668"/>
                <a:gd name="connsiteX5-401" fmla="*/ 0 w 2061882"/>
                <a:gd name="connsiteY5-402" fmla="*/ 471727 h 1502668"/>
                <a:gd name="connsiteX6-403" fmla="*/ 1030941 w 2061882"/>
                <a:gd name="connsiteY6-404" fmla="*/ 1502668 h 1502668"/>
                <a:gd name="connsiteX7-405" fmla="*/ 2061882 w 2061882"/>
                <a:gd name="connsiteY7-406" fmla="*/ 471727 h 1502668"/>
                <a:gd name="connsiteX8-407" fmla="*/ 1980866 w 2061882"/>
                <a:gd name="connsiteY8-408" fmla="*/ 70438 h 1502668"/>
                <a:gd name="connsiteX9-409" fmla="*/ 1942633 w 2061882"/>
                <a:gd name="connsiteY9-410" fmla="*/ 0 h 1502668"/>
                <a:gd name="connsiteX0-411" fmla="*/ 1942633 w 2061882"/>
                <a:gd name="connsiteY0-412" fmla="*/ 0 h 1502668"/>
                <a:gd name="connsiteX1-413" fmla="*/ 1510994 w 2061882"/>
                <a:gd name="connsiteY1-414" fmla="*/ 161176 h 1502668"/>
                <a:gd name="connsiteX2-415" fmla="*/ 794559 w 2061882"/>
                <a:gd name="connsiteY2-416" fmla="*/ 40304 h 1502668"/>
                <a:gd name="connsiteX3-417" fmla="*/ 55556 w 2061882"/>
                <a:gd name="connsiteY3-418" fmla="*/ 231357 h 1502668"/>
                <a:gd name="connsiteX4-419" fmla="*/ 30792 w 2061882"/>
                <a:gd name="connsiteY4-420" fmla="*/ 232236 h 1502668"/>
                <a:gd name="connsiteX5-421" fmla="*/ 0 w 2061882"/>
                <a:gd name="connsiteY5-422" fmla="*/ 471727 h 1502668"/>
                <a:gd name="connsiteX6-423" fmla="*/ 1030941 w 2061882"/>
                <a:gd name="connsiteY6-424" fmla="*/ 1502668 h 1502668"/>
                <a:gd name="connsiteX7-425" fmla="*/ 2061882 w 2061882"/>
                <a:gd name="connsiteY7-426" fmla="*/ 471727 h 1502668"/>
                <a:gd name="connsiteX8-427" fmla="*/ 1980866 w 2061882"/>
                <a:gd name="connsiteY8-428" fmla="*/ 70438 h 1502668"/>
                <a:gd name="connsiteX9-429" fmla="*/ 1942633 w 2061882"/>
                <a:gd name="connsiteY9-430" fmla="*/ 0 h 1502668"/>
                <a:gd name="connsiteX0-431" fmla="*/ 1942633 w 2061882"/>
                <a:gd name="connsiteY0-432" fmla="*/ 0 h 1502668"/>
                <a:gd name="connsiteX1-433" fmla="*/ 1510994 w 2061882"/>
                <a:gd name="connsiteY1-434" fmla="*/ 161176 h 1502668"/>
                <a:gd name="connsiteX2-435" fmla="*/ 794559 w 2061882"/>
                <a:gd name="connsiteY2-436" fmla="*/ 40304 h 1502668"/>
                <a:gd name="connsiteX3-437" fmla="*/ 55556 w 2061882"/>
                <a:gd name="connsiteY3-438" fmla="*/ 231357 h 1502668"/>
                <a:gd name="connsiteX4-439" fmla="*/ 30792 w 2061882"/>
                <a:gd name="connsiteY4-440" fmla="*/ 232236 h 1502668"/>
                <a:gd name="connsiteX5-441" fmla="*/ 0 w 2061882"/>
                <a:gd name="connsiteY5-442" fmla="*/ 471727 h 1502668"/>
                <a:gd name="connsiteX6-443" fmla="*/ 1030941 w 2061882"/>
                <a:gd name="connsiteY6-444" fmla="*/ 1502668 h 1502668"/>
                <a:gd name="connsiteX7-445" fmla="*/ 2061882 w 2061882"/>
                <a:gd name="connsiteY7-446" fmla="*/ 471727 h 1502668"/>
                <a:gd name="connsiteX8-447" fmla="*/ 1980866 w 2061882"/>
                <a:gd name="connsiteY8-448" fmla="*/ 70438 h 1502668"/>
                <a:gd name="connsiteX9-449" fmla="*/ 1942633 w 2061882"/>
                <a:gd name="connsiteY9-450" fmla="*/ 0 h 1502668"/>
                <a:gd name="connsiteX0-451" fmla="*/ 1942633 w 2061882"/>
                <a:gd name="connsiteY0-452" fmla="*/ 0 h 1502668"/>
                <a:gd name="connsiteX1-453" fmla="*/ 1510994 w 2061882"/>
                <a:gd name="connsiteY1-454" fmla="*/ 161176 h 1502668"/>
                <a:gd name="connsiteX2-455" fmla="*/ 794559 w 2061882"/>
                <a:gd name="connsiteY2-456" fmla="*/ 40304 h 1502668"/>
                <a:gd name="connsiteX3-457" fmla="*/ 55556 w 2061882"/>
                <a:gd name="connsiteY3-458" fmla="*/ 231357 h 1502668"/>
                <a:gd name="connsiteX4-459" fmla="*/ 30792 w 2061882"/>
                <a:gd name="connsiteY4-460" fmla="*/ 232236 h 1502668"/>
                <a:gd name="connsiteX5-461" fmla="*/ 0 w 2061882"/>
                <a:gd name="connsiteY5-462" fmla="*/ 471727 h 1502668"/>
                <a:gd name="connsiteX6-463" fmla="*/ 1030941 w 2061882"/>
                <a:gd name="connsiteY6-464" fmla="*/ 1502668 h 1502668"/>
                <a:gd name="connsiteX7-465" fmla="*/ 2061882 w 2061882"/>
                <a:gd name="connsiteY7-466" fmla="*/ 471727 h 1502668"/>
                <a:gd name="connsiteX8-467" fmla="*/ 1980866 w 2061882"/>
                <a:gd name="connsiteY8-468" fmla="*/ 70438 h 1502668"/>
                <a:gd name="connsiteX9-469" fmla="*/ 1942633 w 2061882"/>
                <a:gd name="connsiteY9-470" fmla="*/ 0 h 150266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061882" h="1502668">
                  <a:moveTo>
                    <a:pt x="1942633" y="0"/>
                  </a:moveTo>
                  <a:cubicBezTo>
                    <a:pt x="1864321" y="16710"/>
                    <a:pt x="1753140" y="141759"/>
                    <a:pt x="1510994" y="161176"/>
                  </a:cubicBezTo>
                  <a:cubicBezTo>
                    <a:pt x="1268848" y="180593"/>
                    <a:pt x="1227632" y="-9493"/>
                    <a:pt x="794559" y="40304"/>
                  </a:cubicBezTo>
                  <a:cubicBezTo>
                    <a:pt x="361486" y="90101"/>
                    <a:pt x="384999" y="241009"/>
                    <a:pt x="55556" y="231357"/>
                  </a:cubicBezTo>
                  <a:lnTo>
                    <a:pt x="30792" y="232236"/>
                  </a:lnTo>
                  <a:lnTo>
                    <a:pt x="0" y="471727"/>
                  </a:lnTo>
                  <a:cubicBezTo>
                    <a:pt x="0" y="1041100"/>
                    <a:pt x="461568" y="1502668"/>
                    <a:pt x="1030941" y="1502668"/>
                  </a:cubicBezTo>
                  <a:cubicBezTo>
                    <a:pt x="1600314" y="1502668"/>
                    <a:pt x="2061882" y="1041100"/>
                    <a:pt x="2061882" y="471727"/>
                  </a:cubicBezTo>
                  <a:cubicBezTo>
                    <a:pt x="2061882" y="329384"/>
                    <a:pt x="2033034" y="193778"/>
                    <a:pt x="1980866" y="70438"/>
                  </a:cubicBezTo>
                  <a:lnTo>
                    <a:pt x="1942633" y="0"/>
                  </a:lnTo>
                  <a:close/>
                </a:path>
              </a:pathLst>
            </a:custGeom>
            <a:solidFill>
              <a:schemeClr val="accent1">
                <a:alpha val="7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grpSp>
        <p:nvGrpSpPr>
          <p:cNvPr id="13" name="组合 12"/>
          <p:cNvGrpSpPr/>
          <p:nvPr/>
        </p:nvGrpSpPr>
        <p:grpSpPr>
          <a:xfrm>
            <a:off x="990607" y="1677413"/>
            <a:ext cx="2061882" cy="2061883"/>
            <a:chOff x="1313003" y="1667001"/>
            <a:chExt cx="2061882" cy="2061883"/>
          </a:xfrm>
        </p:grpSpPr>
        <p:sp>
          <p:nvSpPr>
            <p:cNvPr id="63" name="椭圆 62"/>
            <p:cNvSpPr/>
            <p:nvPr/>
          </p:nvSpPr>
          <p:spPr>
            <a:xfrm>
              <a:off x="1313003" y="1667001"/>
              <a:ext cx="2061882" cy="2061882"/>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7" name="任意多边形: 形状 66"/>
            <p:cNvSpPr/>
            <p:nvPr/>
          </p:nvSpPr>
          <p:spPr>
            <a:xfrm>
              <a:off x="1318452" y="2869571"/>
              <a:ext cx="1957264" cy="859313"/>
            </a:xfrm>
            <a:custGeom>
              <a:avLst/>
              <a:gdLst>
                <a:gd name="connsiteX0" fmla="*/ 0 w 1957264"/>
                <a:gd name="connsiteY0" fmla="*/ 0 h 859313"/>
                <a:gd name="connsiteX1" fmla="*/ 18387 w 1957264"/>
                <a:gd name="connsiteY1" fmla="*/ 10413 h 859313"/>
                <a:gd name="connsiteX2" fmla="*/ 472521 w 1957264"/>
                <a:gd name="connsiteY2" fmla="*/ 388887 h 859313"/>
                <a:gd name="connsiteX3" fmla="*/ 1268521 w 1957264"/>
                <a:gd name="connsiteY3" fmla="*/ 137247 h 859313"/>
                <a:gd name="connsiteX4" fmla="*/ 1867304 w 1957264"/>
                <a:gd name="connsiteY4" fmla="*/ 236155 h 859313"/>
                <a:gd name="connsiteX5" fmla="*/ 1957264 w 1957264"/>
                <a:gd name="connsiteY5" fmla="*/ 246627 h 859313"/>
                <a:gd name="connsiteX6" fmla="*/ 1922024 w 1957264"/>
                <a:gd name="connsiteY6" fmla="*/ 319780 h 859313"/>
                <a:gd name="connsiteX7" fmla="*/ 1015512 w 1957264"/>
                <a:gd name="connsiteY7" fmla="*/ 859313 h 859313"/>
                <a:gd name="connsiteX8" fmla="*/ 5516 w 1957264"/>
                <a:gd name="connsiteY8" fmla="*/ 36143 h 859313"/>
                <a:gd name="connsiteX0-1" fmla="*/ 0 w 1957264"/>
                <a:gd name="connsiteY0-2" fmla="*/ 0 h 859313"/>
                <a:gd name="connsiteX1-3" fmla="*/ 18387 w 1957264"/>
                <a:gd name="connsiteY1-4" fmla="*/ 10413 h 859313"/>
                <a:gd name="connsiteX2-5" fmla="*/ 472521 w 1957264"/>
                <a:gd name="connsiteY2-6" fmla="*/ 388887 h 859313"/>
                <a:gd name="connsiteX3-7" fmla="*/ 1268521 w 1957264"/>
                <a:gd name="connsiteY3-8" fmla="*/ 137247 h 859313"/>
                <a:gd name="connsiteX4-9" fmla="*/ 1867304 w 1957264"/>
                <a:gd name="connsiteY4-10" fmla="*/ 236155 h 859313"/>
                <a:gd name="connsiteX5-11" fmla="*/ 1957264 w 1957264"/>
                <a:gd name="connsiteY5-12" fmla="*/ 246627 h 859313"/>
                <a:gd name="connsiteX6-13" fmla="*/ 1922024 w 1957264"/>
                <a:gd name="connsiteY6-14" fmla="*/ 319780 h 859313"/>
                <a:gd name="connsiteX7-15" fmla="*/ 1015512 w 1957264"/>
                <a:gd name="connsiteY7-16" fmla="*/ 859313 h 859313"/>
                <a:gd name="connsiteX8-17" fmla="*/ 5516 w 1957264"/>
                <a:gd name="connsiteY8-18" fmla="*/ 36143 h 859313"/>
                <a:gd name="connsiteX9" fmla="*/ 0 w 1957264"/>
                <a:gd name="connsiteY9" fmla="*/ 0 h 859313"/>
                <a:gd name="connsiteX0-19" fmla="*/ 0 w 1957264"/>
                <a:gd name="connsiteY0-20" fmla="*/ 0 h 859313"/>
                <a:gd name="connsiteX1-21" fmla="*/ 18387 w 1957264"/>
                <a:gd name="connsiteY1-22" fmla="*/ 10413 h 859313"/>
                <a:gd name="connsiteX2-23" fmla="*/ 472521 w 1957264"/>
                <a:gd name="connsiteY2-24" fmla="*/ 388887 h 859313"/>
                <a:gd name="connsiteX3-25" fmla="*/ 1268521 w 1957264"/>
                <a:gd name="connsiteY3-26" fmla="*/ 200747 h 859313"/>
                <a:gd name="connsiteX4-27" fmla="*/ 1867304 w 1957264"/>
                <a:gd name="connsiteY4-28" fmla="*/ 236155 h 859313"/>
                <a:gd name="connsiteX5-29" fmla="*/ 1957264 w 1957264"/>
                <a:gd name="connsiteY5-30" fmla="*/ 246627 h 859313"/>
                <a:gd name="connsiteX6-31" fmla="*/ 1922024 w 1957264"/>
                <a:gd name="connsiteY6-32" fmla="*/ 319780 h 859313"/>
                <a:gd name="connsiteX7-33" fmla="*/ 1015512 w 1957264"/>
                <a:gd name="connsiteY7-34" fmla="*/ 859313 h 859313"/>
                <a:gd name="connsiteX8-35" fmla="*/ 5516 w 1957264"/>
                <a:gd name="connsiteY8-36" fmla="*/ 36143 h 859313"/>
                <a:gd name="connsiteX9-37" fmla="*/ 0 w 1957264"/>
                <a:gd name="connsiteY9-38" fmla="*/ 0 h 859313"/>
                <a:gd name="connsiteX0-39" fmla="*/ 0 w 1957264"/>
                <a:gd name="connsiteY0-40" fmla="*/ 0 h 859313"/>
                <a:gd name="connsiteX1-41" fmla="*/ 18387 w 1957264"/>
                <a:gd name="connsiteY1-42" fmla="*/ 10413 h 859313"/>
                <a:gd name="connsiteX2-43" fmla="*/ 472521 w 1957264"/>
                <a:gd name="connsiteY2-44" fmla="*/ 388887 h 859313"/>
                <a:gd name="connsiteX3-45" fmla="*/ 1268521 w 1957264"/>
                <a:gd name="connsiteY3-46" fmla="*/ 200747 h 859313"/>
                <a:gd name="connsiteX4-47" fmla="*/ 1867304 w 1957264"/>
                <a:gd name="connsiteY4-48" fmla="*/ 236155 h 859313"/>
                <a:gd name="connsiteX5-49" fmla="*/ 1957264 w 1957264"/>
                <a:gd name="connsiteY5-50" fmla="*/ 246627 h 859313"/>
                <a:gd name="connsiteX6-51" fmla="*/ 1922024 w 1957264"/>
                <a:gd name="connsiteY6-52" fmla="*/ 319780 h 859313"/>
                <a:gd name="connsiteX7-53" fmla="*/ 1015512 w 1957264"/>
                <a:gd name="connsiteY7-54" fmla="*/ 859313 h 859313"/>
                <a:gd name="connsiteX8-55" fmla="*/ 5516 w 1957264"/>
                <a:gd name="connsiteY8-56" fmla="*/ 36143 h 859313"/>
                <a:gd name="connsiteX9-57" fmla="*/ 0 w 1957264"/>
                <a:gd name="connsiteY9-58" fmla="*/ 0 h 859313"/>
                <a:gd name="connsiteX0-59" fmla="*/ 0 w 1957264"/>
                <a:gd name="connsiteY0-60" fmla="*/ 0 h 859313"/>
                <a:gd name="connsiteX1-61" fmla="*/ 18387 w 1957264"/>
                <a:gd name="connsiteY1-62" fmla="*/ 10413 h 859313"/>
                <a:gd name="connsiteX2-63" fmla="*/ 472521 w 1957264"/>
                <a:gd name="connsiteY2-64" fmla="*/ 388887 h 859313"/>
                <a:gd name="connsiteX3-65" fmla="*/ 1268521 w 1957264"/>
                <a:gd name="connsiteY3-66" fmla="*/ 200747 h 859313"/>
                <a:gd name="connsiteX4-67" fmla="*/ 1867304 w 1957264"/>
                <a:gd name="connsiteY4-68" fmla="*/ 236155 h 859313"/>
                <a:gd name="connsiteX5-69" fmla="*/ 1957264 w 1957264"/>
                <a:gd name="connsiteY5-70" fmla="*/ 246627 h 859313"/>
                <a:gd name="connsiteX6-71" fmla="*/ 1922024 w 1957264"/>
                <a:gd name="connsiteY6-72" fmla="*/ 319780 h 859313"/>
                <a:gd name="connsiteX7-73" fmla="*/ 1015512 w 1957264"/>
                <a:gd name="connsiteY7-74" fmla="*/ 859313 h 859313"/>
                <a:gd name="connsiteX8-75" fmla="*/ 5516 w 1957264"/>
                <a:gd name="connsiteY8-76" fmla="*/ 36143 h 859313"/>
                <a:gd name="connsiteX9-77" fmla="*/ 0 w 1957264"/>
                <a:gd name="connsiteY9-78" fmla="*/ 0 h 85931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37" y="connsiteY9-38"/>
                </a:cxn>
              </a:cxnLst>
              <a:rect l="l" t="t" r="r" b="b"/>
              <a:pathLst>
                <a:path w="1957264" h="859313">
                  <a:moveTo>
                    <a:pt x="0" y="0"/>
                  </a:moveTo>
                  <a:lnTo>
                    <a:pt x="18387" y="10413"/>
                  </a:lnTo>
                  <a:cubicBezTo>
                    <a:pt x="100863" y="81693"/>
                    <a:pt x="264165" y="357165"/>
                    <a:pt x="472521" y="388887"/>
                  </a:cubicBezTo>
                  <a:cubicBezTo>
                    <a:pt x="680877" y="420609"/>
                    <a:pt x="995720" y="237846"/>
                    <a:pt x="1268521" y="200747"/>
                  </a:cubicBezTo>
                  <a:cubicBezTo>
                    <a:pt x="1487003" y="171035"/>
                    <a:pt x="1640074" y="199877"/>
                    <a:pt x="1867304" y="236155"/>
                  </a:cubicBezTo>
                  <a:lnTo>
                    <a:pt x="1957264" y="246627"/>
                  </a:lnTo>
                  <a:lnTo>
                    <a:pt x="1922024" y="319780"/>
                  </a:lnTo>
                  <a:cubicBezTo>
                    <a:pt x="1747445" y="641150"/>
                    <a:pt x="1406956" y="859313"/>
                    <a:pt x="1015512" y="859313"/>
                  </a:cubicBezTo>
                  <a:cubicBezTo>
                    <a:pt x="517311" y="859313"/>
                    <a:pt x="101648" y="505925"/>
                    <a:pt x="5516" y="36143"/>
                  </a:cubicBezTo>
                  <a:lnTo>
                    <a:pt x="0" y="0"/>
                  </a:lnTo>
                  <a:close/>
                </a:path>
              </a:pathLst>
            </a:custGeom>
            <a:solidFill>
              <a:schemeClr val="accent1">
                <a:alpha val="31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9" name="任意多边形: 形状 68"/>
            <p:cNvSpPr/>
            <p:nvPr/>
          </p:nvSpPr>
          <p:spPr>
            <a:xfrm>
              <a:off x="1402294" y="2927118"/>
              <a:ext cx="1946142" cy="801764"/>
            </a:xfrm>
            <a:custGeom>
              <a:avLst/>
              <a:gdLst>
                <a:gd name="connsiteX0" fmla="*/ 1946142 w 1946142"/>
                <a:gd name="connsiteY0" fmla="*/ 0 h 801764"/>
                <a:gd name="connsiteX1" fmla="*/ 1926242 w 1946142"/>
                <a:gd name="connsiteY1" fmla="*/ 77393 h 801764"/>
                <a:gd name="connsiteX2" fmla="*/ 941650 w 1946142"/>
                <a:gd name="connsiteY2" fmla="*/ 801764 h 801764"/>
                <a:gd name="connsiteX3" fmla="*/ 35138 w 1946142"/>
                <a:gd name="connsiteY3" fmla="*/ 262231 h 801764"/>
                <a:gd name="connsiteX4" fmla="*/ 0 w 1946142"/>
                <a:gd name="connsiteY4" fmla="*/ 189289 h 801764"/>
                <a:gd name="connsiteX5" fmla="*/ 35994 w 1946142"/>
                <a:gd name="connsiteY5" fmla="*/ 178294 h 801764"/>
                <a:gd name="connsiteX6" fmla="*/ 239256 w 1946142"/>
                <a:gd name="connsiteY6" fmla="*/ 157538 h 801764"/>
                <a:gd name="connsiteX7" fmla="*/ 1213371 w 1946142"/>
                <a:gd name="connsiteY7" fmla="*/ 360340 h 801764"/>
                <a:gd name="connsiteX8" fmla="*/ 1757175 w 1946142"/>
                <a:gd name="connsiteY8" fmla="*/ 105235 h 801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6142" h="801764">
                  <a:moveTo>
                    <a:pt x="1946142" y="0"/>
                  </a:moveTo>
                  <a:lnTo>
                    <a:pt x="1926242" y="77393"/>
                  </a:lnTo>
                  <a:cubicBezTo>
                    <a:pt x="1795713" y="497057"/>
                    <a:pt x="1404266" y="801764"/>
                    <a:pt x="941650" y="801764"/>
                  </a:cubicBezTo>
                  <a:cubicBezTo>
                    <a:pt x="550206" y="801764"/>
                    <a:pt x="209717" y="583601"/>
                    <a:pt x="35138" y="262231"/>
                  </a:cubicBezTo>
                  <a:lnTo>
                    <a:pt x="0" y="189289"/>
                  </a:lnTo>
                  <a:lnTo>
                    <a:pt x="35994" y="178294"/>
                  </a:lnTo>
                  <a:cubicBezTo>
                    <a:pt x="91680" y="163876"/>
                    <a:pt x="152732" y="155003"/>
                    <a:pt x="239256" y="157538"/>
                  </a:cubicBezTo>
                  <a:cubicBezTo>
                    <a:pt x="585355" y="167678"/>
                    <a:pt x="856686" y="397519"/>
                    <a:pt x="1213371" y="360340"/>
                  </a:cubicBezTo>
                  <a:cubicBezTo>
                    <a:pt x="1380566" y="342912"/>
                    <a:pt x="1568051" y="218538"/>
                    <a:pt x="1757175" y="105235"/>
                  </a:cubicBezTo>
                  <a:close/>
                </a:path>
              </a:pathLst>
            </a:custGeom>
            <a:solidFill>
              <a:schemeClr val="accent1">
                <a:alpha val="7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grpSp>
        <p:nvGrpSpPr>
          <p:cNvPr id="14" name="组合 13"/>
          <p:cNvGrpSpPr/>
          <p:nvPr/>
        </p:nvGrpSpPr>
        <p:grpSpPr>
          <a:xfrm>
            <a:off x="3677575" y="1667002"/>
            <a:ext cx="2063613" cy="2072294"/>
            <a:chOff x="4817911" y="1668850"/>
            <a:chExt cx="2063613" cy="2072294"/>
          </a:xfrm>
        </p:grpSpPr>
        <p:sp>
          <p:nvSpPr>
            <p:cNvPr id="71" name="椭圆 70"/>
            <p:cNvSpPr/>
            <p:nvPr/>
          </p:nvSpPr>
          <p:spPr>
            <a:xfrm>
              <a:off x="4817911" y="1668850"/>
              <a:ext cx="2061882" cy="2061882"/>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75" name="任意多边形: 形状 74"/>
            <p:cNvSpPr/>
            <p:nvPr/>
          </p:nvSpPr>
          <p:spPr>
            <a:xfrm>
              <a:off x="4817911" y="2643364"/>
              <a:ext cx="2054088" cy="1094885"/>
            </a:xfrm>
            <a:custGeom>
              <a:avLst/>
              <a:gdLst>
                <a:gd name="connsiteX0" fmla="*/ 3229 w 2054088"/>
                <a:gd name="connsiteY0" fmla="*/ 0 h 1094885"/>
                <a:gd name="connsiteX1" fmla="*/ 28350 w 2054088"/>
                <a:gd name="connsiteY1" fmla="*/ 31931 h 1094885"/>
                <a:gd name="connsiteX2" fmla="*/ 441581 w 2054088"/>
                <a:gd name="connsiteY2" fmla="*/ 346000 h 1094885"/>
                <a:gd name="connsiteX3" fmla="*/ 1321109 w 2054088"/>
                <a:gd name="connsiteY3" fmla="*/ 67955 h 1094885"/>
                <a:gd name="connsiteX4" fmla="*/ 1982726 w 2054088"/>
                <a:gd name="connsiteY4" fmla="*/ 177242 h 1094885"/>
                <a:gd name="connsiteX5" fmla="*/ 2054088 w 2054088"/>
                <a:gd name="connsiteY5" fmla="*/ 185549 h 1094885"/>
                <a:gd name="connsiteX6" fmla="*/ 2040937 w 2054088"/>
                <a:gd name="connsiteY6" fmla="*/ 271715 h 1094885"/>
                <a:gd name="connsiteX7" fmla="*/ 1030941 w 2054088"/>
                <a:gd name="connsiteY7" fmla="*/ 1094885 h 1094885"/>
                <a:gd name="connsiteX8" fmla="*/ 0 w 2054088"/>
                <a:gd name="connsiteY8" fmla="*/ 63944 h 1094885"/>
                <a:gd name="connsiteX0-1" fmla="*/ 3229 w 2054088"/>
                <a:gd name="connsiteY0-2" fmla="*/ 0 h 1094885"/>
                <a:gd name="connsiteX1-3" fmla="*/ 28350 w 2054088"/>
                <a:gd name="connsiteY1-4" fmla="*/ 31931 h 1094885"/>
                <a:gd name="connsiteX2-5" fmla="*/ 441581 w 2054088"/>
                <a:gd name="connsiteY2-6" fmla="*/ 346000 h 1094885"/>
                <a:gd name="connsiteX3-7" fmla="*/ 1321109 w 2054088"/>
                <a:gd name="connsiteY3-8" fmla="*/ 144155 h 1094885"/>
                <a:gd name="connsiteX4-9" fmla="*/ 1982726 w 2054088"/>
                <a:gd name="connsiteY4-10" fmla="*/ 177242 h 1094885"/>
                <a:gd name="connsiteX5-11" fmla="*/ 2054088 w 2054088"/>
                <a:gd name="connsiteY5-12" fmla="*/ 185549 h 1094885"/>
                <a:gd name="connsiteX6-13" fmla="*/ 2040937 w 2054088"/>
                <a:gd name="connsiteY6-14" fmla="*/ 271715 h 1094885"/>
                <a:gd name="connsiteX7-15" fmla="*/ 1030941 w 2054088"/>
                <a:gd name="connsiteY7-16" fmla="*/ 1094885 h 1094885"/>
                <a:gd name="connsiteX8-17" fmla="*/ 0 w 2054088"/>
                <a:gd name="connsiteY8-18" fmla="*/ 63944 h 1094885"/>
                <a:gd name="connsiteX9" fmla="*/ 3229 w 2054088"/>
                <a:gd name="connsiteY9" fmla="*/ 0 h 1094885"/>
                <a:gd name="connsiteX0-19" fmla="*/ 3229 w 2054088"/>
                <a:gd name="connsiteY0-20" fmla="*/ 0 h 1094885"/>
                <a:gd name="connsiteX1-21" fmla="*/ 28350 w 2054088"/>
                <a:gd name="connsiteY1-22" fmla="*/ 31931 h 1094885"/>
                <a:gd name="connsiteX2-23" fmla="*/ 441581 w 2054088"/>
                <a:gd name="connsiteY2-24" fmla="*/ 346000 h 1094885"/>
                <a:gd name="connsiteX3-25" fmla="*/ 1321109 w 2054088"/>
                <a:gd name="connsiteY3-26" fmla="*/ 144155 h 1094885"/>
                <a:gd name="connsiteX4-27" fmla="*/ 1982726 w 2054088"/>
                <a:gd name="connsiteY4-28" fmla="*/ 177242 h 1094885"/>
                <a:gd name="connsiteX5-29" fmla="*/ 2054088 w 2054088"/>
                <a:gd name="connsiteY5-30" fmla="*/ 185549 h 1094885"/>
                <a:gd name="connsiteX6-31" fmla="*/ 2040937 w 2054088"/>
                <a:gd name="connsiteY6-32" fmla="*/ 271715 h 1094885"/>
                <a:gd name="connsiteX7-33" fmla="*/ 1030941 w 2054088"/>
                <a:gd name="connsiteY7-34" fmla="*/ 1094885 h 1094885"/>
                <a:gd name="connsiteX8-35" fmla="*/ 0 w 2054088"/>
                <a:gd name="connsiteY8-36" fmla="*/ 63944 h 1094885"/>
                <a:gd name="connsiteX9-37" fmla="*/ 3229 w 2054088"/>
                <a:gd name="connsiteY9-38" fmla="*/ 0 h 10948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37" y="connsiteY9-38"/>
                </a:cxn>
              </a:cxnLst>
              <a:rect l="l" t="t" r="r" b="b"/>
              <a:pathLst>
                <a:path w="2054088" h="1094885">
                  <a:moveTo>
                    <a:pt x="3229" y="0"/>
                  </a:moveTo>
                  <a:lnTo>
                    <a:pt x="28350" y="31931"/>
                  </a:lnTo>
                  <a:cubicBezTo>
                    <a:pt x="113585" y="141952"/>
                    <a:pt x="226121" y="327296"/>
                    <a:pt x="441581" y="346000"/>
                  </a:cubicBezTo>
                  <a:cubicBezTo>
                    <a:pt x="657041" y="364704"/>
                    <a:pt x="1016907" y="143854"/>
                    <a:pt x="1321109" y="144155"/>
                  </a:cubicBezTo>
                  <a:cubicBezTo>
                    <a:pt x="1577060" y="144408"/>
                    <a:pt x="1731652" y="137157"/>
                    <a:pt x="1982726" y="177242"/>
                  </a:cubicBezTo>
                  <a:lnTo>
                    <a:pt x="2054088" y="185549"/>
                  </a:lnTo>
                  <a:lnTo>
                    <a:pt x="2040937" y="271715"/>
                  </a:lnTo>
                  <a:cubicBezTo>
                    <a:pt x="1944806" y="741497"/>
                    <a:pt x="1529143" y="1094885"/>
                    <a:pt x="1030941" y="1094885"/>
                  </a:cubicBezTo>
                  <a:cubicBezTo>
                    <a:pt x="461568" y="1094885"/>
                    <a:pt x="0" y="633317"/>
                    <a:pt x="0" y="63944"/>
                  </a:cubicBezTo>
                  <a:lnTo>
                    <a:pt x="3229" y="0"/>
                  </a:lnTo>
                  <a:close/>
                </a:path>
              </a:pathLst>
            </a:custGeom>
            <a:solidFill>
              <a:schemeClr val="accent1">
                <a:alpha val="31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7" name="任意多边形: 形状 76"/>
            <p:cNvSpPr/>
            <p:nvPr/>
          </p:nvSpPr>
          <p:spPr>
            <a:xfrm>
              <a:off x="4824612" y="2654274"/>
              <a:ext cx="2056912" cy="1086870"/>
            </a:xfrm>
            <a:custGeom>
              <a:avLst/>
              <a:gdLst>
                <a:gd name="connsiteX0" fmla="*/ 2054088 w 2056912"/>
                <a:gd name="connsiteY0" fmla="*/ 0 h 1086870"/>
                <a:gd name="connsiteX1" fmla="*/ 2056912 w 2056912"/>
                <a:gd name="connsiteY1" fmla="*/ 55929 h 1086870"/>
                <a:gd name="connsiteX2" fmla="*/ 1025971 w 2056912"/>
                <a:gd name="connsiteY2" fmla="*/ 1086870 h 1086870"/>
                <a:gd name="connsiteX3" fmla="*/ 353 w 2056912"/>
                <a:gd name="connsiteY3" fmla="*/ 161337 h 1086870"/>
                <a:gd name="connsiteX4" fmla="*/ 0 w 2056912"/>
                <a:gd name="connsiteY4" fmla="*/ 154354 h 1086870"/>
                <a:gd name="connsiteX5" fmla="*/ 54711 w 2056912"/>
                <a:gd name="connsiteY5" fmla="*/ 137642 h 1086870"/>
                <a:gd name="connsiteX6" fmla="*/ 279302 w 2056912"/>
                <a:gd name="connsiteY6" fmla="*/ 114708 h 1086870"/>
                <a:gd name="connsiteX7" fmla="*/ 1355636 w 2056912"/>
                <a:gd name="connsiteY7" fmla="*/ 338791 h 1086870"/>
                <a:gd name="connsiteX8" fmla="*/ 1956504 w 2056912"/>
                <a:gd name="connsiteY8" fmla="*/ 56916 h 108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6912" h="1086870">
                  <a:moveTo>
                    <a:pt x="2054088" y="0"/>
                  </a:moveTo>
                  <a:lnTo>
                    <a:pt x="2056912" y="55929"/>
                  </a:lnTo>
                  <a:cubicBezTo>
                    <a:pt x="2056912" y="625302"/>
                    <a:pt x="1595344" y="1086870"/>
                    <a:pt x="1025971" y="1086870"/>
                  </a:cubicBezTo>
                  <a:cubicBezTo>
                    <a:pt x="492184" y="1086870"/>
                    <a:pt x="53147" y="681195"/>
                    <a:pt x="353" y="161337"/>
                  </a:cubicBezTo>
                  <a:lnTo>
                    <a:pt x="0" y="154354"/>
                  </a:lnTo>
                  <a:lnTo>
                    <a:pt x="54711" y="137642"/>
                  </a:lnTo>
                  <a:cubicBezTo>
                    <a:pt x="116240" y="121711"/>
                    <a:pt x="183698" y="111907"/>
                    <a:pt x="279302" y="114708"/>
                  </a:cubicBezTo>
                  <a:cubicBezTo>
                    <a:pt x="661719" y="125912"/>
                    <a:pt x="961522" y="379872"/>
                    <a:pt x="1355636" y="338791"/>
                  </a:cubicBezTo>
                  <a:cubicBezTo>
                    <a:pt x="1540375" y="319534"/>
                    <a:pt x="1747534" y="182109"/>
                    <a:pt x="1956504" y="56916"/>
                  </a:cubicBezTo>
                  <a:close/>
                </a:path>
              </a:pathLst>
            </a:custGeom>
            <a:solidFill>
              <a:schemeClr val="accent1">
                <a:alpha val="7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6" name="文本框 15"/>
          <p:cNvSpPr txBox="1"/>
          <p:nvPr/>
        </p:nvSpPr>
        <p:spPr>
          <a:xfrm>
            <a:off x="1508026" y="2279254"/>
            <a:ext cx="1027044" cy="584775"/>
          </a:xfrm>
          <a:prstGeom prst="rect">
            <a:avLst/>
          </a:prstGeom>
          <a:noFill/>
        </p:spPr>
        <p:txBody>
          <a:bodyPr wrap="square" rtlCol="0">
            <a:spAutoFit/>
          </a:bodyPr>
          <a:lstStyle/>
          <a:p>
            <a:r>
              <a:rPr lang="en-US" altLang="zh-CN" sz="3200" dirty="0">
                <a:solidFill>
                  <a:schemeClr val="accent1"/>
                </a:solidFill>
              </a:rPr>
              <a:t>10%</a:t>
            </a:r>
            <a:endParaRPr lang="zh-CN" altLang="en-US" sz="3200" dirty="0">
              <a:solidFill>
                <a:schemeClr val="accent1"/>
              </a:solidFill>
            </a:endParaRPr>
          </a:p>
        </p:txBody>
      </p:sp>
      <p:sp>
        <p:nvSpPr>
          <p:cNvPr id="78" name="文本框 77"/>
          <p:cNvSpPr txBox="1"/>
          <p:nvPr/>
        </p:nvSpPr>
        <p:spPr>
          <a:xfrm>
            <a:off x="4199980" y="2279254"/>
            <a:ext cx="1027044" cy="584775"/>
          </a:xfrm>
          <a:prstGeom prst="rect">
            <a:avLst/>
          </a:prstGeom>
          <a:noFill/>
        </p:spPr>
        <p:txBody>
          <a:bodyPr wrap="square" rtlCol="0">
            <a:spAutoFit/>
          </a:bodyPr>
          <a:lstStyle/>
          <a:p>
            <a:r>
              <a:rPr lang="en-US" altLang="zh-CN" sz="3200" dirty="0">
                <a:solidFill>
                  <a:schemeClr val="accent1"/>
                </a:solidFill>
              </a:rPr>
              <a:t>35%</a:t>
            </a:r>
            <a:endParaRPr lang="zh-CN" altLang="en-US" sz="3200" dirty="0">
              <a:solidFill>
                <a:schemeClr val="accent1"/>
              </a:solidFill>
            </a:endParaRPr>
          </a:p>
        </p:txBody>
      </p:sp>
      <p:sp>
        <p:nvSpPr>
          <p:cNvPr id="79" name="文本框 78"/>
          <p:cNvSpPr txBox="1"/>
          <p:nvPr/>
        </p:nvSpPr>
        <p:spPr>
          <a:xfrm>
            <a:off x="6879138" y="2279254"/>
            <a:ext cx="1027044" cy="584775"/>
          </a:xfrm>
          <a:prstGeom prst="rect">
            <a:avLst/>
          </a:prstGeom>
          <a:noFill/>
        </p:spPr>
        <p:txBody>
          <a:bodyPr wrap="square" rtlCol="0">
            <a:spAutoFit/>
          </a:bodyPr>
          <a:lstStyle/>
          <a:p>
            <a:pPr algn="ctr"/>
            <a:r>
              <a:rPr lang="en-US" altLang="zh-CN" sz="3200" dirty="0">
                <a:solidFill>
                  <a:schemeClr val="bg1"/>
                </a:solidFill>
              </a:rPr>
              <a:t>75%</a:t>
            </a:r>
            <a:endParaRPr lang="zh-CN" altLang="en-US" sz="3200" dirty="0">
              <a:solidFill>
                <a:schemeClr val="bg1"/>
              </a:solidFill>
            </a:endParaRPr>
          </a:p>
        </p:txBody>
      </p:sp>
      <p:sp>
        <p:nvSpPr>
          <p:cNvPr id="80" name="矩形 79"/>
          <p:cNvSpPr/>
          <p:nvPr/>
        </p:nvSpPr>
        <p:spPr>
          <a:xfrm>
            <a:off x="1236718" y="4055260"/>
            <a:ext cx="1569661"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81" name="文本框 80"/>
          <p:cNvSpPr txBox="1"/>
          <p:nvPr/>
        </p:nvSpPr>
        <p:spPr>
          <a:xfrm flipH="1">
            <a:off x="846798" y="4486948"/>
            <a:ext cx="2349500" cy="1341521"/>
          </a:xfrm>
          <a:prstGeom prst="rect">
            <a:avLst/>
          </a:prstGeom>
          <a:noFill/>
        </p:spPr>
        <p:txBody>
          <a:bodyPr wrap="square" rtlCol="0">
            <a:spAutoFit/>
          </a:bodyPr>
          <a:lstStyle/>
          <a:p>
            <a:pPr algn="ct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cxnSp>
        <p:nvCxnSpPr>
          <p:cNvPr id="18" name="直接连接符 17"/>
          <p:cNvCxnSpPr/>
          <p:nvPr/>
        </p:nvCxnSpPr>
        <p:spPr>
          <a:xfrm>
            <a:off x="1701241" y="4443406"/>
            <a:ext cx="640615" cy="0"/>
          </a:xfrm>
          <a:prstGeom prst="line">
            <a:avLst/>
          </a:prstGeom>
          <a:ln w="22225"/>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9045864" y="1677414"/>
            <a:ext cx="2066238" cy="2061882"/>
            <a:chOff x="9285867" y="1612423"/>
            <a:chExt cx="2066238" cy="2061882"/>
          </a:xfrm>
        </p:grpSpPr>
        <p:sp>
          <p:nvSpPr>
            <p:cNvPr id="83" name="椭圆 82"/>
            <p:cNvSpPr/>
            <p:nvPr/>
          </p:nvSpPr>
          <p:spPr>
            <a:xfrm>
              <a:off x="9288045" y="1612423"/>
              <a:ext cx="2061882" cy="2061882"/>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87" name="任意多边形: 形状 86"/>
            <p:cNvSpPr/>
            <p:nvPr/>
          </p:nvSpPr>
          <p:spPr>
            <a:xfrm>
              <a:off x="9290223" y="1660544"/>
              <a:ext cx="2061882" cy="2013494"/>
            </a:xfrm>
            <a:custGeom>
              <a:avLst/>
              <a:gdLst>
                <a:gd name="connsiteX0" fmla="*/ 1343083 w 2061882"/>
                <a:gd name="connsiteY0" fmla="*/ 0 h 2013494"/>
                <a:gd name="connsiteX1" fmla="*/ 1432230 w 2061882"/>
                <a:gd name="connsiteY1" fmla="*/ 32629 h 2013494"/>
                <a:gd name="connsiteX2" fmla="*/ 2061882 w 2061882"/>
                <a:gd name="connsiteY2" fmla="*/ 982553 h 2013494"/>
                <a:gd name="connsiteX3" fmla="*/ 1030941 w 2061882"/>
                <a:gd name="connsiteY3" fmla="*/ 2013494 h 2013494"/>
                <a:gd name="connsiteX4" fmla="*/ 0 w 2061882"/>
                <a:gd name="connsiteY4" fmla="*/ 982553 h 2013494"/>
                <a:gd name="connsiteX5" fmla="*/ 176069 w 2061882"/>
                <a:gd name="connsiteY5" fmla="*/ 406144 h 2013494"/>
                <a:gd name="connsiteX6" fmla="*/ 238297 w 2061882"/>
                <a:gd name="connsiteY6" fmla="*/ 330722 h 2013494"/>
                <a:gd name="connsiteX7" fmla="*/ 274982 w 2061882"/>
                <a:gd name="connsiteY7" fmla="*/ 344461 h 2013494"/>
                <a:gd name="connsiteX8" fmla="*/ 1312257 w 2061882"/>
                <a:gd name="connsiteY8" fmla="*/ 4500 h 201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1882" h="2013494">
                  <a:moveTo>
                    <a:pt x="1343083" y="0"/>
                  </a:moveTo>
                  <a:lnTo>
                    <a:pt x="1432230" y="32629"/>
                  </a:lnTo>
                  <a:cubicBezTo>
                    <a:pt x="1802250" y="189134"/>
                    <a:pt x="2061882" y="555523"/>
                    <a:pt x="2061882" y="982553"/>
                  </a:cubicBezTo>
                  <a:cubicBezTo>
                    <a:pt x="2061882" y="1551926"/>
                    <a:pt x="1600314" y="2013494"/>
                    <a:pt x="1030941" y="2013494"/>
                  </a:cubicBezTo>
                  <a:cubicBezTo>
                    <a:pt x="461568" y="2013494"/>
                    <a:pt x="0" y="1551926"/>
                    <a:pt x="0" y="982553"/>
                  </a:cubicBezTo>
                  <a:cubicBezTo>
                    <a:pt x="0" y="769038"/>
                    <a:pt x="64908" y="570683"/>
                    <a:pt x="176069" y="406144"/>
                  </a:cubicBezTo>
                  <a:lnTo>
                    <a:pt x="238297" y="330722"/>
                  </a:lnTo>
                  <a:lnTo>
                    <a:pt x="274982" y="344461"/>
                  </a:lnTo>
                  <a:cubicBezTo>
                    <a:pt x="666794" y="446549"/>
                    <a:pt x="962154" y="77097"/>
                    <a:pt x="1312257" y="4500"/>
                  </a:cubicBezTo>
                  <a:close/>
                </a:path>
              </a:pathLst>
            </a:custGeom>
            <a:solidFill>
              <a:schemeClr val="accent1">
                <a:alpha val="31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9" name="任意多边形: 形状 88"/>
            <p:cNvSpPr/>
            <p:nvPr/>
          </p:nvSpPr>
          <p:spPr>
            <a:xfrm>
              <a:off x="9285867" y="1812327"/>
              <a:ext cx="2061882" cy="1861977"/>
            </a:xfrm>
            <a:custGeom>
              <a:avLst/>
              <a:gdLst>
                <a:gd name="connsiteX0" fmla="*/ 412981 w 2061882"/>
                <a:gd name="connsiteY0" fmla="*/ 0 h 1854742"/>
                <a:gd name="connsiteX1" fmla="*/ 416642 w 2061882"/>
                <a:gd name="connsiteY1" fmla="*/ 846 h 1854742"/>
                <a:gd name="connsiteX2" fmla="*/ 1427349 w 2061882"/>
                <a:gd name="connsiteY2" fmla="*/ 225811 h 1854742"/>
                <a:gd name="connsiteX3" fmla="*/ 1668545 w 2061882"/>
                <a:gd name="connsiteY3" fmla="*/ 158011 h 1854742"/>
                <a:gd name="connsiteX4" fmla="*/ 1771691 w 2061882"/>
                <a:gd name="connsiteY4" fmla="*/ 109075 h 1854742"/>
                <a:gd name="connsiteX5" fmla="*/ 1885813 w 2061882"/>
                <a:gd name="connsiteY5" fmla="*/ 247392 h 1854742"/>
                <a:gd name="connsiteX6" fmla="*/ 2061882 w 2061882"/>
                <a:gd name="connsiteY6" fmla="*/ 823801 h 1854742"/>
                <a:gd name="connsiteX7" fmla="*/ 1030941 w 2061882"/>
                <a:gd name="connsiteY7" fmla="*/ 1854742 h 1854742"/>
                <a:gd name="connsiteX8" fmla="*/ 0 w 2061882"/>
                <a:gd name="connsiteY8" fmla="*/ 823801 h 1854742"/>
                <a:gd name="connsiteX9" fmla="*/ 375167 w 2061882"/>
                <a:gd name="connsiteY9" fmla="*/ 28277 h 1854742"/>
                <a:gd name="connsiteX0-1" fmla="*/ 412981 w 2061882"/>
                <a:gd name="connsiteY0-2" fmla="*/ 7235 h 1861977"/>
                <a:gd name="connsiteX1-3" fmla="*/ 416642 w 2061882"/>
                <a:gd name="connsiteY1-4" fmla="*/ 8081 h 1861977"/>
                <a:gd name="connsiteX2-5" fmla="*/ 733136 w 2061882"/>
                <a:gd name="connsiteY2-6" fmla="*/ 14981 h 1861977"/>
                <a:gd name="connsiteX3-7" fmla="*/ 1427349 w 2061882"/>
                <a:gd name="connsiteY3-8" fmla="*/ 233046 h 1861977"/>
                <a:gd name="connsiteX4-9" fmla="*/ 1668545 w 2061882"/>
                <a:gd name="connsiteY4-10" fmla="*/ 165246 h 1861977"/>
                <a:gd name="connsiteX5-11" fmla="*/ 1771691 w 2061882"/>
                <a:gd name="connsiteY5-12" fmla="*/ 116310 h 1861977"/>
                <a:gd name="connsiteX6-13" fmla="*/ 1885813 w 2061882"/>
                <a:gd name="connsiteY6-14" fmla="*/ 254627 h 1861977"/>
                <a:gd name="connsiteX7-15" fmla="*/ 2061882 w 2061882"/>
                <a:gd name="connsiteY7-16" fmla="*/ 831036 h 1861977"/>
                <a:gd name="connsiteX8-17" fmla="*/ 1030941 w 2061882"/>
                <a:gd name="connsiteY8-18" fmla="*/ 1861977 h 1861977"/>
                <a:gd name="connsiteX9-19" fmla="*/ 0 w 2061882"/>
                <a:gd name="connsiteY9-20" fmla="*/ 831036 h 1861977"/>
                <a:gd name="connsiteX10" fmla="*/ 375167 w 2061882"/>
                <a:gd name="connsiteY10" fmla="*/ 35512 h 1861977"/>
                <a:gd name="connsiteX11" fmla="*/ 412981 w 2061882"/>
                <a:gd name="connsiteY11" fmla="*/ 7235 h 1861977"/>
                <a:gd name="connsiteX0-21" fmla="*/ 412981 w 2061882"/>
                <a:gd name="connsiteY0-22" fmla="*/ 7235 h 1861977"/>
                <a:gd name="connsiteX1-23" fmla="*/ 416642 w 2061882"/>
                <a:gd name="connsiteY1-24" fmla="*/ 8081 h 1861977"/>
                <a:gd name="connsiteX2-25" fmla="*/ 733136 w 2061882"/>
                <a:gd name="connsiteY2-26" fmla="*/ 14981 h 1861977"/>
                <a:gd name="connsiteX3-27" fmla="*/ 1427349 w 2061882"/>
                <a:gd name="connsiteY3-28" fmla="*/ 233046 h 1861977"/>
                <a:gd name="connsiteX4-29" fmla="*/ 1668545 w 2061882"/>
                <a:gd name="connsiteY4-30" fmla="*/ 165246 h 1861977"/>
                <a:gd name="connsiteX5-31" fmla="*/ 1771691 w 2061882"/>
                <a:gd name="connsiteY5-32" fmla="*/ 116310 h 1861977"/>
                <a:gd name="connsiteX6-33" fmla="*/ 1885813 w 2061882"/>
                <a:gd name="connsiteY6-34" fmla="*/ 254627 h 1861977"/>
                <a:gd name="connsiteX7-35" fmla="*/ 2061882 w 2061882"/>
                <a:gd name="connsiteY7-36" fmla="*/ 831036 h 1861977"/>
                <a:gd name="connsiteX8-37" fmla="*/ 1030941 w 2061882"/>
                <a:gd name="connsiteY8-38" fmla="*/ 1861977 h 1861977"/>
                <a:gd name="connsiteX9-39" fmla="*/ 0 w 2061882"/>
                <a:gd name="connsiteY9-40" fmla="*/ 831036 h 1861977"/>
                <a:gd name="connsiteX10-41" fmla="*/ 375167 w 2061882"/>
                <a:gd name="connsiteY10-42" fmla="*/ 35512 h 1861977"/>
                <a:gd name="connsiteX11-43" fmla="*/ 412981 w 2061882"/>
                <a:gd name="connsiteY11-44" fmla="*/ 7235 h 186197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41" y="connsiteY10-42"/>
                </a:cxn>
                <a:cxn ang="0">
                  <a:pos x="connsiteX11-43" y="connsiteY11-44"/>
                </a:cxn>
              </a:cxnLst>
              <a:rect l="l" t="t" r="r" b="b"/>
              <a:pathLst>
                <a:path w="2061882" h="1861977">
                  <a:moveTo>
                    <a:pt x="412981" y="7235"/>
                  </a:moveTo>
                  <a:lnTo>
                    <a:pt x="416642" y="8081"/>
                  </a:lnTo>
                  <a:cubicBezTo>
                    <a:pt x="465768" y="24189"/>
                    <a:pt x="564685" y="-22513"/>
                    <a:pt x="733136" y="14981"/>
                  </a:cubicBezTo>
                  <a:cubicBezTo>
                    <a:pt x="901587" y="52475"/>
                    <a:pt x="1207948" y="246102"/>
                    <a:pt x="1427349" y="233046"/>
                  </a:cubicBezTo>
                  <a:cubicBezTo>
                    <a:pt x="1584970" y="223666"/>
                    <a:pt x="1585649" y="200331"/>
                    <a:pt x="1668545" y="165246"/>
                  </a:cubicBezTo>
                  <a:lnTo>
                    <a:pt x="1771691" y="116310"/>
                  </a:lnTo>
                  <a:lnTo>
                    <a:pt x="1885813" y="254627"/>
                  </a:lnTo>
                  <a:cubicBezTo>
                    <a:pt x="1996974" y="419166"/>
                    <a:pt x="2061882" y="617521"/>
                    <a:pt x="2061882" y="831036"/>
                  </a:cubicBezTo>
                  <a:cubicBezTo>
                    <a:pt x="2061882" y="1400409"/>
                    <a:pt x="1600314" y="1861977"/>
                    <a:pt x="1030941" y="1861977"/>
                  </a:cubicBezTo>
                  <a:cubicBezTo>
                    <a:pt x="461568" y="1861977"/>
                    <a:pt x="0" y="1400409"/>
                    <a:pt x="0" y="831036"/>
                  </a:cubicBezTo>
                  <a:cubicBezTo>
                    <a:pt x="0" y="510764"/>
                    <a:pt x="146043" y="224602"/>
                    <a:pt x="375167" y="35512"/>
                  </a:cubicBezTo>
                  <a:lnTo>
                    <a:pt x="412981" y="7235"/>
                  </a:lnTo>
                  <a:close/>
                </a:path>
              </a:pathLst>
            </a:custGeom>
            <a:solidFill>
              <a:schemeClr val="accent1">
                <a:alpha val="7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90" name="文本框 89"/>
          <p:cNvSpPr txBox="1"/>
          <p:nvPr/>
        </p:nvSpPr>
        <p:spPr>
          <a:xfrm>
            <a:off x="9565461" y="2279254"/>
            <a:ext cx="1027044" cy="584775"/>
          </a:xfrm>
          <a:prstGeom prst="rect">
            <a:avLst/>
          </a:prstGeom>
          <a:noFill/>
        </p:spPr>
        <p:txBody>
          <a:bodyPr wrap="square" rtlCol="0">
            <a:spAutoFit/>
          </a:bodyPr>
          <a:lstStyle/>
          <a:p>
            <a:r>
              <a:rPr lang="en-US" altLang="zh-CN" sz="3200" dirty="0">
                <a:solidFill>
                  <a:schemeClr val="bg1"/>
                </a:solidFill>
              </a:rPr>
              <a:t>90%</a:t>
            </a:r>
            <a:endParaRPr lang="zh-CN" altLang="en-US" sz="3200" dirty="0">
              <a:solidFill>
                <a:schemeClr val="bg1"/>
              </a:solidFill>
            </a:endParaRPr>
          </a:p>
        </p:txBody>
      </p:sp>
      <p:sp>
        <p:nvSpPr>
          <p:cNvPr id="96" name="矩形 95"/>
          <p:cNvSpPr/>
          <p:nvPr/>
        </p:nvSpPr>
        <p:spPr>
          <a:xfrm>
            <a:off x="3918377" y="4055260"/>
            <a:ext cx="1569661"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97" name="文本框 96"/>
          <p:cNvSpPr txBox="1"/>
          <p:nvPr/>
        </p:nvSpPr>
        <p:spPr>
          <a:xfrm flipH="1">
            <a:off x="3528457" y="4486948"/>
            <a:ext cx="2349500" cy="1341521"/>
          </a:xfrm>
          <a:prstGeom prst="rect">
            <a:avLst/>
          </a:prstGeom>
          <a:noFill/>
        </p:spPr>
        <p:txBody>
          <a:bodyPr wrap="square" rtlCol="0">
            <a:spAutoFit/>
          </a:bodyPr>
          <a:lstStyle/>
          <a:p>
            <a:pPr algn="ct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cxnSp>
        <p:nvCxnSpPr>
          <p:cNvPr id="98" name="直接连接符 97"/>
          <p:cNvCxnSpPr/>
          <p:nvPr/>
        </p:nvCxnSpPr>
        <p:spPr>
          <a:xfrm>
            <a:off x="4382900" y="4443406"/>
            <a:ext cx="640615"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00" name="矩形 99"/>
          <p:cNvSpPr/>
          <p:nvPr/>
        </p:nvSpPr>
        <p:spPr>
          <a:xfrm>
            <a:off x="6600036" y="4055260"/>
            <a:ext cx="1569661"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101" name="文本框 100"/>
          <p:cNvSpPr txBox="1"/>
          <p:nvPr/>
        </p:nvSpPr>
        <p:spPr>
          <a:xfrm flipH="1">
            <a:off x="6210116" y="4486948"/>
            <a:ext cx="2349500" cy="1341521"/>
          </a:xfrm>
          <a:prstGeom prst="rect">
            <a:avLst/>
          </a:prstGeom>
          <a:noFill/>
        </p:spPr>
        <p:txBody>
          <a:bodyPr wrap="square" rtlCol="0">
            <a:spAutoFit/>
          </a:bodyPr>
          <a:lstStyle/>
          <a:p>
            <a:pPr algn="ct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cxnSp>
        <p:nvCxnSpPr>
          <p:cNvPr id="102" name="直接连接符 101"/>
          <p:cNvCxnSpPr/>
          <p:nvPr/>
        </p:nvCxnSpPr>
        <p:spPr>
          <a:xfrm>
            <a:off x="7064559" y="4443406"/>
            <a:ext cx="640615"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9281695" y="4055260"/>
            <a:ext cx="1569661"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105" name="文本框 104"/>
          <p:cNvSpPr txBox="1"/>
          <p:nvPr/>
        </p:nvSpPr>
        <p:spPr>
          <a:xfrm flipH="1">
            <a:off x="8891775" y="4486948"/>
            <a:ext cx="2349500" cy="1341521"/>
          </a:xfrm>
          <a:prstGeom prst="rect">
            <a:avLst/>
          </a:prstGeom>
          <a:noFill/>
        </p:spPr>
        <p:txBody>
          <a:bodyPr wrap="square" rtlCol="0">
            <a:spAutoFit/>
          </a:bodyPr>
          <a:lstStyle/>
          <a:p>
            <a:pPr algn="ct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cxnSp>
        <p:nvCxnSpPr>
          <p:cNvPr id="106" name="直接连接符 105"/>
          <p:cNvCxnSpPr/>
          <p:nvPr/>
        </p:nvCxnSpPr>
        <p:spPr>
          <a:xfrm>
            <a:off x="9746218" y="4443406"/>
            <a:ext cx="640615" cy="0"/>
          </a:xfrm>
          <a:prstGeom prst="line">
            <a:avLst/>
          </a:prstGeom>
          <a:ln w="2222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solidFill>
                  <a:schemeClr val="accent1"/>
                </a:solidFill>
              </a:rPr>
              <a:t>散点图</a:t>
            </a:r>
          </a:p>
        </p:txBody>
      </p:sp>
      <p:cxnSp>
        <p:nvCxnSpPr>
          <p:cNvPr id="7" name="直接连接符 6"/>
          <p:cNvCxnSpPr/>
          <p:nvPr/>
        </p:nvCxnSpPr>
        <p:spPr>
          <a:xfrm>
            <a:off x="19732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9732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graphicFrame>
        <p:nvGraphicFramePr>
          <p:cNvPr id="8" name="图表 7"/>
          <p:cNvGraphicFramePr/>
          <p:nvPr/>
        </p:nvGraphicFramePr>
        <p:xfrm>
          <a:off x="711539" y="1572079"/>
          <a:ext cx="5226933" cy="4078514"/>
        </p:xfrm>
        <a:graphic>
          <a:graphicData uri="http://schemas.openxmlformats.org/drawingml/2006/chart">
            <c:chart xmlns:c="http://schemas.openxmlformats.org/drawingml/2006/chart" xmlns:r="http://schemas.openxmlformats.org/officeDocument/2006/relationships" r:id="rId3"/>
          </a:graphicData>
        </a:graphic>
      </p:graphicFrame>
      <p:grpSp>
        <p:nvGrpSpPr>
          <p:cNvPr id="2" name="组合 1"/>
          <p:cNvGrpSpPr/>
          <p:nvPr/>
        </p:nvGrpSpPr>
        <p:grpSpPr>
          <a:xfrm>
            <a:off x="6269795" y="1798474"/>
            <a:ext cx="830418" cy="830418"/>
            <a:chOff x="6269795" y="1798474"/>
            <a:chExt cx="830418" cy="830418"/>
          </a:xfrm>
        </p:grpSpPr>
        <p:sp>
          <p:nvSpPr>
            <p:cNvPr id="11" name="椭圆 10"/>
            <p:cNvSpPr/>
            <p:nvPr/>
          </p:nvSpPr>
          <p:spPr>
            <a:xfrm>
              <a:off x="6407850" y="1936529"/>
              <a:ext cx="554308" cy="554308"/>
            </a:xfrm>
            <a:prstGeom prst="ellipse">
              <a:avLst/>
            </a:prstGeom>
            <a:solidFill>
              <a:schemeClr val="accent1"/>
            </a:solidFill>
            <a:ln>
              <a:gradFill>
                <a:gsLst>
                  <a:gs pos="0">
                    <a:srgbClr val="9A0000">
                      <a:alpha val="94000"/>
                    </a:srgbClr>
                  </a:gs>
                  <a:gs pos="72000">
                    <a:srgbClr val="9A0000">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p:cNvSpPr/>
            <p:nvPr/>
          </p:nvSpPr>
          <p:spPr>
            <a:xfrm>
              <a:off x="6341862" y="1870541"/>
              <a:ext cx="686284" cy="686284"/>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269795" y="1798474"/>
              <a:ext cx="830418" cy="83041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6269795" y="3225060"/>
            <a:ext cx="830418" cy="830418"/>
            <a:chOff x="6269795" y="3225060"/>
            <a:chExt cx="830418" cy="830418"/>
          </a:xfrm>
        </p:grpSpPr>
        <p:sp>
          <p:nvSpPr>
            <p:cNvPr id="15" name="椭圆 14"/>
            <p:cNvSpPr/>
            <p:nvPr/>
          </p:nvSpPr>
          <p:spPr>
            <a:xfrm>
              <a:off x="6407850" y="3363115"/>
              <a:ext cx="554308" cy="554308"/>
            </a:xfrm>
            <a:prstGeom prst="ellipse">
              <a:avLst/>
            </a:prstGeom>
            <a:solidFill>
              <a:schemeClr val="accent1"/>
            </a:solidFill>
            <a:ln>
              <a:gradFill>
                <a:gsLst>
                  <a:gs pos="0">
                    <a:srgbClr val="9A0000">
                      <a:alpha val="94000"/>
                    </a:srgbClr>
                  </a:gs>
                  <a:gs pos="72000">
                    <a:srgbClr val="9A0000">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p:nvSpPr>
          <p:spPr>
            <a:xfrm>
              <a:off x="6341862" y="3297127"/>
              <a:ext cx="686284" cy="686284"/>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6269795" y="3225060"/>
              <a:ext cx="830418" cy="83041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6269795" y="4651645"/>
            <a:ext cx="830418" cy="830418"/>
            <a:chOff x="6269795" y="4651645"/>
            <a:chExt cx="830418" cy="830418"/>
          </a:xfrm>
        </p:grpSpPr>
        <p:sp>
          <p:nvSpPr>
            <p:cNvPr id="21" name="椭圆 20"/>
            <p:cNvSpPr/>
            <p:nvPr/>
          </p:nvSpPr>
          <p:spPr>
            <a:xfrm>
              <a:off x="6407850" y="4789700"/>
              <a:ext cx="554308" cy="554308"/>
            </a:xfrm>
            <a:prstGeom prst="ellipse">
              <a:avLst/>
            </a:prstGeom>
            <a:solidFill>
              <a:schemeClr val="accent1"/>
            </a:solidFill>
            <a:ln>
              <a:gradFill>
                <a:gsLst>
                  <a:gs pos="0">
                    <a:srgbClr val="9A0000">
                      <a:alpha val="94000"/>
                    </a:srgbClr>
                  </a:gs>
                  <a:gs pos="72000">
                    <a:srgbClr val="9A0000">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椭圆 21"/>
            <p:cNvSpPr/>
            <p:nvPr/>
          </p:nvSpPr>
          <p:spPr>
            <a:xfrm>
              <a:off x="6341862" y="4723712"/>
              <a:ext cx="686284" cy="686284"/>
            </a:xfrm>
            <a:prstGeom prst="ellipse">
              <a:avLst/>
            </a:prstGeom>
            <a:noFill/>
            <a:ln>
              <a:gradFill flip="none" rotWithShape="1">
                <a:gsLst>
                  <a:gs pos="0">
                    <a:schemeClr val="accent1"/>
                  </a:gs>
                  <a:gs pos="70000">
                    <a:schemeClr val="accent1">
                      <a:alpha val="0"/>
                    </a:schemeClr>
                  </a:gs>
                </a:gsLst>
                <a:lin ang="9000000" scaled="0"/>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269795" y="4651645"/>
              <a:ext cx="830418" cy="830418"/>
            </a:xfrm>
            <a:prstGeom prst="ellipse">
              <a:avLst/>
            </a:prstGeom>
            <a:noFill/>
            <a:ln>
              <a:gradFill flip="none" rotWithShape="1">
                <a:gsLst>
                  <a:gs pos="0">
                    <a:schemeClr val="accent1"/>
                  </a:gs>
                  <a:gs pos="95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矩形 25"/>
          <p:cNvSpPr/>
          <p:nvPr/>
        </p:nvSpPr>
        <p:spPr>
          <a:xfrm>
            <a:off x="7215550" y="1722726"/>
            <a:ext cx="1569661"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27" name="文本框 26"/>
          <p:cNvSpPr txBox="1"/>
          <p:nvPr/>
        </p:nvSpPr>
        <p:spPr>
          <a:xfrm flipH="1">
            <a:off x="7215003" y="2036289"/>
            <a:ext cx="429382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sp>
        <p:nvSpPr>
          <p:cNvPr id="29" name="矩形 28"/>
          <p:cNvSpPr/>
          <p:nvPr/>
        </p:nvSpPr>
        <p:spPr>
          <a:xfrm>
            <a:off x="7215550" y="3089934"/>
            <a:ext cx="1569661"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30" name="文本框 29"/>
          <p:cNvSpPr txBox="1"/>
          <p:nvPr/>
        </p:nvSpPr>
        <p:spPr>
          <a:xfrm flipH="1">
            <a:off x="7215003" y="3403497"/>
            <a:ext cx="429382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sp>
        <p:nvSpPr>
          <p:cNvPr id="35" name="矩形 34"/>
          <p:cNvSpPr/>
          <p:nvPr/>
        </p:nvSpPr>
        <p:spPr>
          <a:xfrm>
            <a:off x="7215550" y="4599036"/>
            <a:ext cx="1569661"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36" name="文本框 35"/>
          <p:cNvSpPr txBox="1"/>
          <p:nvPr/>
        </p:nvSpPr>
        <p:spPr>
          <a:xfrm flipH="1">
            <a:off x="7215003" y="4912599"/>
            <a:ext cx="4293824"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a:t>
            </a:r>
          </a:p>
        </p:txBody>
      </p:sp>
      <p:pic>
        <p:nvPicPr>
          <p:cNvPr id="37" name="图形 36" descr="数据库"/>
          <p:cNvPicPr>
            <a:picLocks noChangeAspect="1"/>
          </p:cNvPicPr>
          <p:nvPr/>
        </p:nvPicPr>
        <p:blipFill>
          <a:blip r:embed="rId4" cstate="screen">
            <a:extLst>
              <a:ext uri="{96DAC541-7B7A-43D3-8B79-37D633B846F1}">
                <asvg:svgBlip xmlns:asvg="http://schemas.microsoft.com/office/drawing/2016/SVG/main" r:embed="rId5"/>
              </a:ext>
            </a:extLst>
          </a:blip>
          <a:stretch>
            <a:fillRect/>
          </a:stretch>
        </p:blipFill>
        <p:spPr>
          <a:xfrm>
            <a:off x="6490043" y="3444228"/>
            <a:ext cx="402430" cy="402430"/>
          </a:xfrm>
          <a:prstGeom prst="rect">
            <a:avLst/>
          </a:prstGeom>
        </p:spPr>
      </p:pic>
      <p:pic>
        <p:nvPicPr>
          <p:cNvPr id="38" name="图形 37" descr="单级齿轮"/>
          <p:cNvPicPr>
            <a:picLocks noChangeAspect="1"/>
          </p:cNvPicPr>
          <p:nvPr/>
        </p:nvPicPr>
        <p:blipFill>
          <a:blip r:embed="rId6" cstate="screen">
            <a:extLst>
              <a:ext uri="{96DAC541-7B7A-43D3-8B79-37D633B846F1}">
                <asvg:svgBlip xmlns:asvg="http://schemas.microsoft.com/office/drawing/2016/SVG/main" r:embed="rId7"/>
              </a:ext>
            </a:extLst>
          </a:blip>
          <a:stretch>
            <a:fillRect/>
          </a:stretch>
        </p:blipFill>
        <p:spPr>
          <a:xfrm>
            <a:off x="6462658" y="1981738"/>
            <a:ext cx="457200" cy="457200"/>
          </a:xfrm>
          <a:prstGeom prst="rect">
            <a:avLst/>
          </a:prstGeom>
        </p:spPr>
      </p:pic>
      <p:pic>
        <p:nvPicPr>
          <p:cNvPr id="39" name="图形 38" descr="桌子"/>
          <p:cNvPicPr>
            <a:picLocks noChangeAspect="1"/>
          </p:cNvPicPr>
          <p:nvPr/>
        </p:nvPicPr>
        <p:blipFill>
          <a:blip r:embed="rId8" cstate="screen">
            <a:extLst>
              <a:ext uri="{96DAC541-7B7A-43D3-8B79-37D633B846F1}">
                <asvg:svgBlip xmlns:asvg="http://schemas.microsoft.com/office/drawing/2016/SVG/main" r:embed="rId9"/>
              </a:ext>
            </a:extLst>
          </a:blip>
          <a:stretch>
            <a:fillRect/>
          </a:stretch>
        </p:blipFill>
        <p:spPr>
          <a:xfrm>
            <a:off x="6476351" y="4851947"/>
            <a:ext cx="429815" cy="429815"/>
          </a:xfrm>
          <a:prstGeom prst="rect">
            <a:avLst/>
          </a:prstGeom>
        </p:spPr>
      </p:pic>
      <p:sp>
        <p:nvSpPr>
          <p:cNvPr id="5" name="文本占位符 4"/>
          <p:cNvSpPr>
            <a:spLocks noGrp="1"/>
          </p:cNvSpPr>
          <p:nvPr>
            <p:ph type="body" sz="quarter" idx="11"/>
          </p:nvPr>
        </p:nvSpPr>
        <p:spPr/>
        <p:txBody>
          <a:bodyPr/>
          <a:lstStyle/>
          <a:p>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3430154" y="1692533"/>
          <a:ext cx="5209401" cy="3472934"/>
        </p:xfrm>
        <a:graphic>
          <a:graphicData uri="http://schemas.openxmlformats.org/drawingml/2006/chart">
            <c:chart xmlns:c="http://schemas.openxmlformats.org/drawingml/2006/chart" xmlns:r="http://schemas.openxmlformats.org/officeDocument/2006/relationships" r:id="rId4"/>
          </a:graphicData>
        </a:graphic>
      </p:graphicFrame>
      <p:sp>
        <p:nvSpPr>
          <p:cNvPr id="10" name="等腰三角形 9"/>
          <p:cNvSpPr/>
          <p:nvPr/>
        </p:nvSpPr>
        <p:spPr>
          <a:xfrm rot="5400000" flipH="1">
            <a:off x="3816911" y="3381858"/>
            <a:ext cx="286222" cy="233846"/>
          </a:xfrm>
          <a:prstGeom prst="triangl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0" name="等腰三角形 129"/>
          <p:cNvSpPr/>
          <p:nvPr/>
        </p:nvSpPr>
        <p:spPr>
          <a:xfrm rot="16200000">
            <a:off x="8066641" y="3381858"/>
            <a:ext cx="286222" cy="233846"/>
          </a:xfrm>
          <a:prstGeom prst="triangl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2" name="矩形 131"/>
          <p:cNvSpPr/>
          <p:nvPr/>
        </p:nvSpPr>
        <p:spPr>
          <a:xfrm>
            <a:off x="8575341" y="2579880"/>
            <a:ext cx="1627697" cy="369332"/>
          </a:xfrm>
          <a:prstGeom prst="rect">
            <a:avLst/>
          </a:prstGeom>
        </p:spPr>
        <p:txBody>
          <a:bodyPr wrap="square">
            <a:spAutoFit/>
          </a:bodyPr>
          <a:lstStyle/>
          <a:p>
            <a:r>
              <a:rPr lang="zh-CN" altLang="en-US" b="1" dirty="0">
                <a:solidFill>
                  <a:schemeClr val="accent1"/>
                </a:solidFill>
                <a:latin typeface="+mn-ea"/>
              </a:rPr>
              <a:t>点击输入标题</a:t>
            </a:r>
          </a:p>
        </p:txBody>
      </p:sp>
      <p:sp>
        <p:nvSpPr>
          <p:cNvPr id="133" name="文本框 132"/>
          <p:cNvSpPr txBox="1"/>
          <p:nvPr/>
        </p:nvSpPr>
        <p:spPr>
          <a:xfrm flipH="1">
            <a:off x="8575340" y="2993050"/>
            <a:ext cx="2968960" cy="1021433"/>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a:t>
            </a:r>
          </a:p>
        </p:txBody>
      </p:sp>
      <p:sp>
        <p:nvSpPr>
          <p:cNvPr id="134" name="矩形 133"/>
          <p:cNvSpPr/>
          <p:nvPr/>
        </p:nvSpPr>
        <p:spPr>
          <a:xfrm>
            <a:off x="2049167" y="2579880"/>
            <a:ext cx="1627697" cy="369332"/>
          </a:xfrm>
          <a:prstGeom prst="rect">
            <a:avLst/>
          </a:prstGeom>
        </p:spPr>
        <p:txBody>
          <a:bodyPr wrap="square">
            <a:spAutoFit/>
          </a:bodyPr>
          <a:lstStyle/>
          <a:p>
            <a:pPr algn="r"/>
            <a:r>
              <a:rPr lang="zh-CN" altLang="en-US" b="1" dirty="0">
                <a:solidFill>
                  <a:schemeClr val="accent1"/>
                </a:solidFill>
                <a:latin typeface="+mn-ea"/>
              </a:rPr>
              <a:t>点击输入标题</a:t>
            </a:r>
          </a:p>
        </p:txBody>
      </p:sp>
      <p:sp>
        <p:nvSpPr>
          <p:cNvPr id="135" name="文本框 134"/>
          <p:cNvSpPr txBox="1"/>
          <p:nvPr/>
        </p:nvSpPr>
        <p:spPr>
          <a:xfrm flipH="1">
            <a:off x="707904" y="2993050"/>
            <a:ext cx="2968960" cy="1021433"/>
          </a:xfrm>
          <a:prstGeom prst="rect">
            <a:avLst/>
          </a:prstGeom>
          <a:noFill/>
        </p:spPr>
        <p:txBody>
          <a:bodyPr wrap="square" rtlCol="0">
            <a:spAutoFit/>
          </a:bodyPr>
          <a:lstStyle/>
          <a:p>
            <a:pPr algn="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a:t>
            </a:r>
          </a:p>
        </p:txBody>
      </p:sp>
      <p:sp>
        <p:nvSpPr>
          <p:cNvPr id="13" name="椭圆 12"/>
          <p:cNvSpPr/>
          <p:nvPr/>
        </p:nvSpPr>
        <p:spPr>
          <a:xfrm>
            <a:off x="4210775" y="1543775"/>
            <a:ext cx="3770450" cy="377045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椭圆 13"/>
          <p:cNvSpPr/>
          <p:nvPr/>
        </p:nvSpPr>
        <p:spPr>
          <a:xfrm>
            <a:off x="5585284" y="2918284"/>
            <a:ext cx="1021433" cy="1021433"/>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7" name="laptop-pie-chart-on-screen_38877"/>
          <p:cNvSpPr>
            <a:spLocks noChangeAspect="1"/>
          </p:cNvSpPr>
          <p:nvPr/>
        </p:nvSpPr>
        <p:spPr bwMode="auto">
          <a:xfrm>
            <a:off x="5791158" y="3210590"/>
            <a:ext cx="609685" cy="436821"/>
          </a:xfrm>
          <a:custGeom>
            <a:avLst/>
            <a:gdLst>
              <a:gd name="connsiteX0" fmla="*/ 257242 w 596753"/>
              <a:gd name="connsiteY0" fmla="*/ 409512 h 427556"/>
              <a:gd name="connsiteX1" fmla="*/ 253799 w 596753"/>
              <a:gd name="connsiteY1" fmla="*/ 412949 h 427556"/>
              <a:gd name="connsiteX2" fmla="*/ 257242 w 596753"/>
              <a:gd name="connsiteY2" fmla="*/ 416386 h 427556"/>
              <a:gd name="connsiteX3" fmla="*/ 339430 w 596753"/>
              <a:gd name="connsiteY3" fmla="*/ 416386 h 427556"/>
              <a:gd name="connsiteX4" fmla="*/ 342873 w 596753"/>
              <a:gd name="connsiteY4" fmla="*/ 412949 h 427556"/>
              <a:gd name="connsiteX5" fmla="*/ 339430 w 596753"/>
              <a:gd name="connsiteY5" fmla="*/ 409512 h 427556"/>
              <a:gd name="connsiteX6" fmla="*/ 5942 w 596753"/>
              <a:gd name="connsiteY6" fmla="*/ 398342 h 427556"/>
              <a:gd name="connsiteX7" fmla="*/ 8094 w 596753"/>
              <a:gd name="connsiteY7" fmla="*/ 398772 h 427556"/>
              <a:gd name="connsiteX8" fmla="*/ 588577 w 596753"/>
              <a:gd name="connsiteY8" fmla="*/ 398772 h 427556"/>
              <a:gd name="connsiteX9" fmla="*/ 591159 w 596753"/>
              <a:gd name="connsiteY9" fmla="*/ 398342 h 427556"/>
              <a:gd name="connsiteX10" fmla="*/ 596753 w 596753"/>
              <a:gd name="connsiteY10" fmla="*/ 403497 h 427556"/>
              <a:gd name="connsiteX11" fmla="*/ 594602 w 596753"/>
              <a:gd name="connsiteY11" fmla="*/ 409512 h 427556"/>
              <a:gd name="connsiteX12" fmla="*/ 295109 w 596753"/>
              <a:gd name="connsiteY12" fmla="*/ 427556 h 427556"/>
              <a:gd name="connsiteX13" fmla="*/ 99750 w 596753"/>
              <a:gd name="connsiteY13" fmla="*/ 423260 h 427556"/>
              <a:gd name="connsiteX14" fmla="*/ 1209 w 596753"/>
              <a:gd name="connsiteY14" fmla="*/ 408653 h 427556"/>
              <a:gd name="connsiteX15" fmla="*/ 779 w 596753"/>
              <a:gd name="connsiteY15" fmla="*/ 401779 h 427556"/>
              <a:gd name="connsiteX16" fmla="*/ 5942 w 596753"/>
              <a:gd name="connsiteY16" fmla="*/ 398342 h 427556"/>
              <a:gd name="connsiteX17" fmla="*/ 48501 w 596753"/>
              <a:gd name="connsiteY17" fmla="*/ 344608 h 427556"/>
              <a:gd name="connsiteX18" fmla="*/ 19670 w 596753"/>
              <a:gd name="connsiteY18" fmla="*/ 381587 h 427556"/>
              <a:gd name="connsiteX19" fmla="*/ 577353 w 596753"/>
              <a:gd name="connsiteY19" fmla="*/ 381587 h 427556"/>
              <a:gd name="connsiteX20" fmla="*/ 549813 w 596753"/>
              <a:gd name="connsiteY20" fmla="*/ 344608 h 427556"/>
              <a:gd name="connsiteX21" fmla="*/ 45489 w 596753"/>
              <a:gd name="connsiteY21" fmla="*/ 332998 h 427556"/>
              <a:gd name="connsiteX22" fmla="*/ 552825 w 596753"/>
              <a:gd name="connsiteY22" fmla="*/ 332998 h 427556"/>
              <a:gd name="connsiteX23" fmla="*/ 557559 w 596753"/>
              <a:gd name="connsiteY23" fmla="*/ 335148 h 427556"/>
              <a:gd name="connsiteX24" fmla="*/ 592844 w 596753"/>
              <a:gd name="connsiteY24" fmla="*/ 383307 h 427556"/>
              <a:gd name="connsiteX25" fmla="*/ 594565 w 596753"/>
              <a:gd name="connsiteY25" fmla="*/ 387607 h 427556"/>
              <a:gd name="connsiteX26" fmla="*/ 591123 w 596753"/>
              <a:gd name="connsiteY26" fmla="*/ 392767 h 427556"/>
              <a:gd name="connsiteX27" fmla="*/ 5901 w 596753"/>
              <a:gd name="connsiteY27" fmla="*/ 392767 h 427556"/>
              <a:gd name="connsiteX28" fmla="*/ 2888 w 596753"/>
              <a:gd name="connsiteY28" fmla="*/ 389757 h 427556"/>
              <a:gd name="connsiteX29" fmla="*/ 3319 w 596753"/>
              <a:gd name="connsiteY29" fmla="*/ 383737 h 427556"/>
              <a:gd name="connsiteX30" fmla="*/ 40756 w 596753"/>
              <a:gd name="connsiteY30" fmla="*/ 335148 h 427556"/>
              <a:gd name="connsiteX31" fmla="*/ 45489 w 596753"/>
              <a:gd name="connsiteY31" fmla="*/ 332998 h 427556"/>
              <a:gd name="connsiteX32" fmla="*/ 493453 w 596753"/>
              <a:gd name="connsiteY32" fmla="*/ 232922 h 427556"/>
              <a:gd name="connsiteX33" fmla="*/ 474517 w 596753"/>
              <a:gd name="connsiteY33" fmla="*/ 251832 h 427556"/>
              <a:gd name="connsiteX34" fmla="*/ 493453 w 596753"/>
              <a:gd name="connsiteY34" fmla="*/ 270742 h 427556"/>
              <a:gd name="connsiteX35" fmla="*/ 512388 w 596753"/>
              <a:gd name="connsiteY35" fmla="*/ 251832 h 427556"/>
              <a:gd name="connsiteX36" fmla="*/ 493453 w 596753"/>
              <a:gd name="connsiteY36" fmla="*/ 232922 h 427556"/>
              <a:gd name="connsiteX37" fmla="*/ 385916 w 596753"/>
              <a:gd name="connsiteY37" fmla="*/ 225174 h 427556"/>
              <a:gd name="connsiteX38" fmla="*/ 402696 w 596753"/>
              <a:gd name="connsiteY38" fmla="*/ 241932 h 427556"/>
              <a:gd name="connsiteX39" fmla="*/ 425068 w 596753"/>
              <a:gd name="connsiteY39" fmla="*/ 241932 h 427556"/>
              <a:gd name="connsiteX40" fmla="*/ 425068 w 596753"/>
              <a:gd name="connsiteY40" fmla="*/ 249237 h 427556"/>
              <a:gd name="connsiteX41" fmla="*/ 399684 w 596753"/>
              <a:gd name="connsiteY41" fmla="*/ 249237 h 427556"/>
              <a:gd name="connsiteX42" fmla="*/ 380753 w 596753"/>
              <a:gd name="connsiteY42" fmla="*/ 230330 h 427556"/>
              <a:gd name="connsiteX43" fmla="*/ 493453 w 596753"/>
              <a:gd name="connsiteY43" fmla="*/ 220459 h 427556"/>
              <a:gd name="connsiteX44" fmla="*/ 474948 w 596753"/>
              <a:gd name="connsiteY44" fmla="*/ 226046 h 427556"/>
              <a:gd name="connsiteX45" fmla="*/ 483124 w 596753"/>
              <a:gd name="connsiteY45" fmla="*/ 234212 h 427556"/>
              <a:gd name="connsiteX46" fmla="*/ 493453 w 596753"/>
              <a:gd name="connsiteY46" fmla="*/ 231203 h 427556"/>
              <a:gd name="connsiteX47" fmla="*/ 514110 w 596753"/>
              <a:gd name="connsiteY47" fmla="*/ 251832 h 427556"/>
              <a:gd name="connsiteX48" fmla="*/ 493453 w 596753"/>
              <a:gd name="connsiteY48" fmla="*/ 272461 h 427556"/>
              <a:gd name="connsiteX49" fmla="*/ 472796 w 596753"/>
              <a:gd name="connsiteY49" fmla="*/ 251832 h 427556"/>
              <a:gd name="connsiteX50" fmla="*/ 481403 w 596753"/>
              <a:gd name="connsiteY50" fmla="*/ 235071 h 427556"/>
              <a:gd name="connsiteX51" fmla="*/ 473657 w 596753"/>
              <a:gd name="connsiteY51" fmla="*/ 227335 h 427556"/>
              <a:gd name="connsiteX52" fmla="*/ 462037 w 596753"/>
              <a:gd name="connsiteY52" fmla="*/ 251832 h 427556"/>
              <a:gd name="connsiteX53" fmla="*/ 493453 w 596753"/>
              <a:gd name="connsiteY53" fmla="*/ 283206 h 427556"/>
              <a:gd name="connsiteX54" fmla="*/ 524869 w 596753"/>
              <a:gd name="connsiteY54" fmla="*/ 251832 h 427556"/>
              <a:gd name="connsiteX55" fmla="*/ 493453 w 596753"/>
              <a:gd name="connsiteY55" fmla="*/ 220459 h 427556"/>
              <a:gd name="connsiteX56" fmla="*/ 431912 w 596753"/>
              <a:gd name="connsiteY56" fmla="*/ 214872 h 427556"/>
              <a:gd name="connsiteX57" fmla="*/ 463758 w 596753"/>
              <a:gd name="connsiteY57" fmla="*/ 214872 h 427556"/>
              <a:gd name="connsiteX58" fmla="*/ 473226 w 596753"/>
              <a:gd name="connsiteY58" fmla="*/ 224327 h 427556"/>
              <a:gd name="connsiteX59" fmla="*/ 493453 w 596753"/>
              <a:gd name="connsiteY59" fmla="*/ 217451 h 427556"/>
              <a:gd name="connsiteX60" fmla="*/ 527881 w 596753"/>
              <a:gd name="connsiteY60" fmla="*/ 251832 h 427556"/>
              <a:gd name="connsiteX61" fmla="*/ 493453 w 596753"/>
              <a:gd name="connsiteY61" fmla="*/ 286214 h 427556"/>
              <a:gd name="connsiteX62" fmla="*/ 459025 w 596753"/>
              <a:gd name="connsiteY62" fmla="*/ 251832 h 427556"/>
              <a:gd name="connsiteX63" fmla="*/ 471505 w 596753"/>
              <a:gd name="connsiteY63" fmla="*/ 225187 h 427556"/>
              <a:gd name="connsiteX64" fmla="*/ 463328 w 596753"/>
              <a:gd name="connsiteY64" fmla="*/ 216591 h 427556"/>
              <a:gd name="connsiteX65" fmla="*/ 431912 w 596753"/>
              <a:gd name="connsiteY65" fmla="*/ 216591 h 427556"/>
              <a:gd name="connsiteX66" fmla="*/ 195244 w 596753"/>
              <a:gd name="connsiteY66" fmla="*/ 213178 h 427556"/>
              <a:gd name="connsiteX67" fmla="*/ 199117 w 596753"/>
              <a:gd name="connsiteY67" fmla="*/ 219184 h 427556"/>
              <a:gd name="connsiteX68" fmla="*/ 162970 w 596753"/>
              <a:gd name="connsiteY68" fmla="*/ 240205 h 427556"/>
              <a:gd name="connsiteX69" fmla="*/ 128975 w 596753"/>
              <a:gd name="connsiteY69" fmla="*/ 240205 h 427556"/>
              <a:gd name="connsiteX70" fmla="*/ 128975 w 596753"/>
              <a:gd name="connsiteY70" fmla="*/ 232912 h 427556"/>
              <a:gd name="connsiteX71" fmla="*/ 161249 w 596753"/>
              <a:gd name="connsiteY71" fmla="*/ 232912 h 427556"/>
              <a:gd name="connsiteX72" fmla="*/ 480109 w 596753"/>
              <a:gd name="connsiteY72" fmla="*/ 196807 h 427556"/>
              <a:gd name="connsiteX73" fmla="*/ 538184 w 596753"/>
              <a:gd name="connsiteY73" fmla="*/ 196807 h 427556"/>
              <a:gd name="connsiteX74" fmla="*/ 538184 w 596753"/>
              <a:gd name="connsiteY74" fmla="*/ 200688 h 427556"/>
              <a:gd name="connsiteX75" fmla="*/ 480109 w 596753"/>
              <a:gd name="connsiteY75" fmla="*/ 200688 h 427556"/>
              <a:gd name="connsiteX76" fmla="*/ 357040 w 596753"/>
              <a:gd name="connsiteY76" fmla="*/ 189924 h 427556"/>
              <a:gd name="connsiteX77" fmla="*/ 340689 w 596753"/>
              <a:gd name="connsiteY77" fmla="*/ 220855 h 427556"/>
              <a:gd name="connsiteX78" fmla="*/ 360482 w 596753"/>
              <a:gd name="connsiteY78" fmla="*/ 240617 h 427556"/>
              <a:gd name="connsiteX79" fmla="*/ 384578 w 596753"/>
              <a:gd name="connsiteY79" fmla="*/ 193791 h 427556"/>
              <a:gd name="connsiteX80" fmla="*/ 456046 w 596753"/>
              <a:gd name="connsiteY80" fmla="*/ 187775 h 427556"/>
              <a:gd name="connsiteX81" fmla="*/ 538184 w 596753"/>
              <a:gd name="connsiteY81" fmla="*/ 187775 h 427556"/>
              <a:gd name="connsiteX82" fmla="*/ 538184 w 596753"/>
              <a:gd name="connsiteY82" fmla="*/ 191656 h 427556"/>
              <a:gd name="connsiteX83" fmla="*/ 456046 w 596753"/>
              <a:gd name="connsiteY83" fmla="*/ 191656 h 427556"/>
              <a:gd name="connsiteX84" fmla="*/ 500361 w 596753"/>
              <a:gd name="connsiteY84" fmla="*/ 179660 h 427556"/>
              <a:gd name="connsiteX85" fmla="*/ 538184 w 596753"/>
              <a:gd name="connsiteY85" fmla="*/ 179660 h 427556"/>
              <a:gd name="connsiteX86" fmla="*/ 538184 w 596753"/>
              <a:gd name="connsiteY86" fmla="*/ 183471 h 427556"/>
              <a:gd name="connsiteX87" fmla="*/ 500361 w 596753"/>
              <a:gd name="connsiteY87" fmla="*/ 183471 h 427556"/>
              <a:gd name="connsiteX88" fmla="*/ 494292 w 596753"/>
              <a:gd name="connsiteY88" fmla="*/ 170204 h 427556"/>
              <a:gd name="connsiteX89" fmla="*/ 538184 w 596753"/>
              <a:gd name="connsiteY89" fmla="*/ 170204 h 427556"/>
              <a:gd name="connsiteX90" fmla="*/ 538184 w 596753"/>
              <a:gd name="connsiteY90" fmla="*/ 174015 h 427556"/>
              <a:gd name="connsiteX91" fmla="*/ 494292 w 596753"/>
              <a:gd name="connsiteY91" fmla="*/ 174015 h 427556"/>
              <a:gd name="connsiteX92" fmla="*/ 476227 w 596753"/>
              <a:gd name="connsiteY92" fmla="*/ 161171 h 427556"/>
              <a:gd name="connsiteX93" fmla="*/ 538183 w 596753"/>
              <a:gd name="connsiteY93" fmla="*/ 161171 h 427556"/>
              <a:gd name="connsiteX94" fmla="*/ 538183 w 596753"/>
              <a:gd name="connsiteY94" fmla="*/ 164558 h 427556"/>
              <a:gd name="connsiteX95" fmla="*/ 476227 w 596753"/>
              <a:gd name="connsiteY95" fmla="*/ 164558 h 427556"/>
              <a:gd name="connsiteX96" fmla="*/ 509817 w 596753"/>
              <a:gd name="connsiteY96" fmla="*/ 152562 h 427556"/>
              <a:gd name="connsiteX97" fmla="*/ 538184 w 596753"/>
              <a:gd name="connsiteY97" fmla="*/ 152562 h 427556"/>
              <a:gd name="connsiteX98" fmla="*/ 538184 w 596753"/>
              <a:gd name="connsiteY98" fmla="*/ 156443 h 427556"/>
              <a:gd name="connsiteX99" fmla="*/ 509817 w 596753"/>
              <a:gd name="connsiteY99" fmla="*/ 156443 h 427556"/>
              <a:gd name="connsiteX100" fmla="*/ 63138 w 596753"/>
              <a:gd name="connsiteY100" fmla="*/ 116010 h 427556"/>
              <a:gd name="connsiteX101" fmla="*/ 116556 w 596753"/>
              <a:gd name="connsiteY101" fmla="*/ 116010 h 427556"/>
              <a:gd name="connsiteX102" fmla="*/ 116556 w 596753"/>
              <a:gd name="connsiteY102" fmla="*/ 117774 h 427556"/>
              <a:gd name="connsiteX103" fmla="*/ 63138 w 596753"/>
              <a:gd name="connsiteY103" fmla="*/ 117774 h 427556"/>
              <a:gd name="connsiteX104" fmla="*/ 63138 w 596753"/>
              <a:gd name="connsiteY104" fmla="*/ 104860 h 427556"/>
              <a:gd name="connsiteX105" fmla="*/ 149228 w 596753"/>
              <a:gd name="connsiteY105" fmla="*/ 104860 h 427556"/>
              <a:gd name="connsiteX106" fmla="*/ 149228 w 596753"/>
              <a:gd name="connsiteY106" fmla="*/ 107048 h 427556"/>
              <a:gd name="connsiteX107" fmla="*/ 63138 w 596753"/>
              <a:gd name="connsiteY107" fmla="*/ 107048 h 427556"/>
              <a:gd name="connsiteX108" fmla="*/ 63138 w 596753"/>
              <a:gd name="connsiteY108" fmla="*/ 93288 h 427556"/>
              <a:gd name="connsiteX109" fmla="*/ 101878 w 596753"/>
              <a:gd name="connsiteY109" fmla="*/ 93288 h 427556"/>
              <a:gd name="connsiteX110" fmla="*/ 101878 w 596753"/>
              <a:gd name="connsiteY110" fmla="*/ 94982 h 427556"/>
              <a:gd name="connsiteX111" fmla="*/ 63138 w 596753"/>
              <a:gd name="connsiteY111" fmla="*/ 94982 h 427556"/>
              <a:gd name="connsiteX112" fmla="*/ 296370 w 596753"/>
              <a:gd name="connsiteY112" fmla="*/ 85102 h 427556"/>
              <a:gd name="connsiteX113" fmla="*/ 327350 w 596753"/>
              <a:gd name="connsiteY113" fmla="*/ 90257 h 427556"/>
              <a:gd name="connsiteX114" fmla="*/ 327781 w 596753"/>
              <a:gd name="connsiteY114" fmla="*/ 90687 h 427556"/>
              <a:gd name="connsiteX115" fmla="*/ 328211 w 596753"/>
              <a:gd name="connsiteY115" fmla="*/ 90687 h 427556"/>
              <a:gd name="connsiteX116" fmla="*/ 328211 w 596753"/>
              <a:gd name="connsiteY116" fmla="*/ 91116 h 427556"/>
              <a:gd name="connsiteX117" fmla="*/ 328641 w 596753"/>
              <a:gd name="connsiteY117" fmla="*/ 91546 h 427556"/>
              <a:gd name="connsiteX118" fmla="*/ 328641 w 596753"/>
              <a:gd name="connsiteY118" fmla="*/ 91976 h 427556"/>
              <a:gd name="connsiteX119" fmla="*/ 328641 w 596753"/>
              <a:gd name="connsiteY119" fmla="*/ 92405 h 427556"/>
              <a:gd name="connsiteX120" fmla="*/ 318314 w 596753"/>
              <a:gd name="connsiteY120" fmla="*/ 121618 h 427556"/>
              <a:gd name="connsiteX121" fmla="*/ 317884 w 596753"/>
              <a:gd name="connsiteY121" fmla="*/ 122048 h 427556"/>
              <a:gd name="connsiteX122" fmla="*/ 317884 w 596753"/>
              <a:gd name="connsiteY122" fmla="*/ 122477 h 427556"/>
              <a:gd name="connsiteX123" fmla="*/ 317454 w 596753"/>
              <a:gd name="connsiteY123" fmla="*/ 122477 h 427556"/>
              <a:gd name="connsiteX124" fmla="*/ 317023 w 596753"/>
              <a:gd name="connsiteY124" fmla="*/ 122477 h 427556"/>
              <a:gd name="connsiteX125" fmla="*/ 317023 w 596753"/>
              <a:gd name="connsiteY125" fmla="*/ 122907 h 427556"/>
              <a:gd name="connsiteX126" fmla="*/ 316593 w 596753"/>
              <a:gd name="connsiteY126" fmla="*/ 122907 h 427556"/>
              <a:gd name="connsiteX127" fmla="*/ 316163 w 596753"/>
              <a:gd name="connsiteY127" fmla="*/ 122477 h 427556"/>
              <a:gd name="connsiteX128" fmla="*/ 296370 w 596753"/>
              <a:gd name="connsiteY128" fmla="*/ 119040 h 427556"/>
              <a:gd name="connsiteX129" fmla="*/ 237421 w 596753"/>
              <a:gd name="connsiteY129" fmla="*/ 177896 h 427556"/>
              <a:gd name="connsiteX130" fmla="*/ 296370 w 596753"/>
              <a:gd name="connsiteY130" fmla="*/ 236751 h 427556"/>
              <a:gd name="connsiteX131" fmla="*/ 337247 w 596753"/>
              <a:gd name="connsiteY131" fmla="*/ 219996 h 427556"/>
              <a:gd name="connsiteX132" fmla="*/ 354028 w 596753"/>
              <a:gd name="connsiteY132" fmla="*/ 187776 h 427556"/>
              <a:gd name="connsiteX133" fmla="*/ 354458 w 596753"/>
              <a:gd name="connsiteY133" fmla="*/ 187347 h 427556"/>
              <a:gd name="connsiteX134" fmla="*/ 354458 w 596753"/>
              <a:gd name="connsiteY134" fmla="*/ 186917 h 427556"/>
              <a:gd name="connsiteX135" fmla="*/ 354888 w 596753"/>
              <a:gd name="connsiteY135" fmla="*/ 186487 h 427556"/>
              <a:gd name="connsiteX136" fmla="*/ 355319 w 596753"/>
              <a:gd name="connsiteY136" fmla="*/ 186487 h 427556"/>
              <a:gd name="connsiteX137" fmla="*/ 355749 w 596753"/>
              <a:gd name="connsiteY137" fmla="*/ 186487 h 427556"/>
              <a:gd name="connsiteX138" fmla="*/ 356179 w 596753"/>
              <a:gd name="connsiteY138" fmla="*/ 186058 h 427556"/>
              <a:gd name="connsiteX139" fmla="*/ 386729 w 596753"/>
              <a:gd name="connsiteY139" fmla="*/ 190783 h 427556"/>
              <a:gd name="connsiteX140" fmla="*/ 386729 w 596753"/>
              <a:gd name="connsiteY140" fmla="*/ 191213 h 427556"/>
              <a:gd name="connsiteX141" fmla="*/ 387160 w 596753"/>
              <a:gd name="connsiteY141" fmla="*/ 191213 h 427556"/>
              <a:gd name="connsiteX142" fmla="*/ 387590 w 596753"/>
              <a:gd name="connsiteY142" fmla="*/ 191213 h 427556"/>
              <a:gd name="connsiteX143" fmla="*/ 387590 w 596753"/>
              <a:gd name="connsiteY143" fmla="*/ 191643 h 427556"/>
              <a:gd name="connsiteX144" fmla="*/ 388020 w 596753"/>
              <a:gd name="connsiteY144" fmla="*/ 192072 h 427556"/>
              <a:gd name="connsiteX145" fmla="*/ 388020 w 596753"/>
              <a:gd name="connsiteY145" fmla="*/ 192502 h 427556"/>
              <a:gd name="connsiteX146" fmla="*/ 388020 w 596753"/>
              <a:gd name="connsiteY146" fmla="*/ 192931 h 427556"/>
              <a:gd name="connsiteX147" fmla="*/ 361343 w 596753"/>
              <a:gd name="connsiteY147" fmla="*/ 244054 h 427556"/>
              <a:gd name="connsiteX148" fmla="*/ 296370 w 596753"/>
              <a:gd name="connsiteY148" fmla="*/ 270689 h 427556"/>
              <a:gd name="connsiteX149" fmla="*/ 202998 w 596753"/>
              <a:gd name="connsiteY149" fmla="*/ 177896 h 427556"/>
              <a:gd name="connsiteX150" fmla="*/ 296370 w 596753"/>
              <a:gd name="connsiteY150" fmla="*/ 85102 h 427556"/>
              <a:gd name="connsiteX151" fmla="*/ 63138 w 596753"/>
              <a:gd name="connsiteY151" fmla="*/ 82068 h 427556"/>
              <a:gd name="connsiteX152" fmla="*/ 125588 w 596753"/>
              <a:gd name="connsiteY152" fmla="*/ 82068 h 427556"/>
              <a:gd name="connsiteX153" fmla="*/ 125588 w 596753"/>
              <a:gd name="connsiteY153" fmla="*/ 84256 h 427556"/>
              <a:gd name="connsiteX154" fmla="*/ 63138 w 596753"/>
              <a:gd name="connsiteY154" fmla="*/ 84256 h 427556"/>
              <a:gd name="connsiteX155" fmla="*/ 426741 w 596753"/>
              <a:gd name="connsiteY155" fmla="*/ 77340 h 427556"/>
              <a:gd name="connsiteX156" fmla="*/ 468042 w 596753"/>
              <a:gd name="connsiteY156" fmla="*/ 77340 h 427556"/>
              <a:gd name="connsiteX157" fmla="*/ 468042 w 596753"/>
              <a:gd name="connsiteY157" fmla="*/ 84656 h 427556"/>
              <a:gd name="connsiteX158" fmla="*/ 429753 w 596753"/>
              <a:gd name="connsiteY158" fmla="*/ 84656 h 427556"/>
              <a:gd name="connsiteX159" fmla="*/ 406521 w 596753"/>
              <a:gd name="connsiteY159" fmla="*/ 107895 h 427556"/>
              <a:gd name="connsiteX160" fmla="*/ 401358 w 596753"/>
              <a:gd name="connsiteY160" fmla="*/ 102731 h 427556"/>
              <a:gd name="connsiteX161" fmla="*/ 348906 w 596753"/>
              <a:gd name="connsiteY161" fmla="*/ 71765 h 427556"/>
              <a:gd name="connsiteX162" fmla="*/ 410389 w 596753"/>
              <a:gd name="connsiteY162" fmla="*/ 159445 h 427556"/>
              <a:gd name="connsiteX163" fmla="*/ 409099 w 596753"/>
              <a:gd name="connsiteY163" fmla="*/ 174489 h 427556"/>
              <a:gd name="connsiteX164" fmla="*/ 409099 w 596753"/>
              <a:gd name="connsiteY164" fmla="*/ 174918 h 427556"/>
              <a:gd name="connsiteX165" fmla="*/ 408669 w 596753"/>
              <a:gd name="connsiteY165" fmla="*/ 175348 h 427556"/>
              <a:gd name="connsiteX166" fmla="*/ 408239 w 596753"/>
              <a:gd name="connsiteY166" fmla="*/ 175778 h 427556"/>
              <a:gd name="connsiteX167" fmla="*/ 407810 w 596753"/>
              <a:gd name="connsiteY167" fmla="*/ 175778 h 427556"/>
              <a:gd name="connsiteX168" fmla="*/ 407380 w 596753"/>
              <a:gd name="connsiteY168" fmla="*/ 175778 h 427556"/>
              <a:gd name="connsiteX169" fmla="*/ 376853 w 596753"/>
              <a:gd name="connsiteY169" fmla="*/ 171050 h 427556"/>
              <a:gd name="connsiteX170" fmla="*/ 376423 w 596753"/>
              <a:gd name="connsiteY170" fmla="*/ 171050 h 427556"/>
              <a:gd name="connsiteX171" fmla="*/ 375993 w 596753"/>
              <a:gd name="connsiteY171" fmla="*/ 170620 h 427556"/>
              <a:gd name="connsiteX172" fmla="*/ 375563 w 596753"/>
              <a:gd name="connsiteY172" fmla="*/ 170191 h 427556"/>
              <a:gd name="connsiteX173" fmla="*/ 375563 w 596753"/>
              <a:gd name="connsiteY173" fmla="*/ 169761 h 427556"/>
              <a:gd name="connsiteX174" fmla="*/ 375563 w 596753"/>
              <a:gd name="connsiteY174" fmla="*/ 169331 h 427556"/>
              <a:gd name="connsiteX175" fmla="*/ 376423 w 596753"/>
              <a:gd name="connsiteY175" fmla="*/ 159445 h 427556"/>
              <a:gd name="connsiteX176" fmla="*/ 337297 w 596753"/>
              <a:gd name="connsiteY176" fmla="*/ 104000 h 427556"/>
              <a:gd name="connsiteX177" fmla="*/ 336867 w 596753"/>
              <a:gd name="connsiteY177" fmla="*/ 104000 h 427556"/>
              <a:gd name="connsiteX178" fmla="*/ 336437 w 596753"/>
              <a:gd name="connsiteY178" fmla="*/ 103571 h 427556"/>
              <a:gd name="connsiteX179" fmla="*/ 336437 w 596753"/>
              <a:gd name="connsiteY179" fmla="*/ 103141 h 427556"/>
              <a:gd name="connsiteX180" fmla="*/ 336437 w 596753"/>
              <a:gd name="connsiteY180" fmla="*/ 102711 h 427556"/>
              <a:gd name="connsiteX181" fmla="*/ 336437 w 596753"/>
              <a:gd name="connsiteY181" fmla="*/ 102281 h 427556"/>
              <a:gd name="connsiteX182" fmla="*/ 336437 w 596753"/>
              <a:gd name="connsiteY182" fmla="*/ 101851 h 427556"/>
              <a:gd name="connsiteX183" fmla="*/ 346756 w 596753"/>
              <a:gd name="connsiteY183" fmla="*/ 73054 h 427556"/>
              <a:gd name="connsiteX184" fmla="*/ 346756 w 596753"/>
              <a:gd name="connsiteY184" fmla="*/ 72625 h 427556"/>
              <a:gd name="connsiteX185" fmla="*/ 347186 w 596753"/>
              <a:gd name="connsiteY185" fmla="*/ 72195 h 427556"/>
              <a:gd name="connsiteX186" fmla="*/ 347616 w 596753"/>
              <a:gd name="connsiteY186" fmla="*/ 72195 h 427556"/>
              <a:gd name="connsiteX187" fmla="*/ 348906 w 596753"/>
              <a:gd name="connsiteY187" fmla="*/ 71765 h 427556"/>
              <a:gd name="connsiteX188" fmla="*/ 63138 w 596753"/>
              <a:gd name="connsiteY188" fmla="*/ 69225 h 427556"/>
              <a:gd name="connsiteX189" fmla="*/ 139349 w 596753"/>
              <a:gd name="connsiteY189" fmla="*/ 69225 h 427556"/>
              <a:gd name="connsiteX190" fmla="*/ 139349 w 596753"/>
              <a:gd name="connsiteY190" fmla="*/ 70919 h 427556"/>
              <a:gd name="connsiteX191" fmla="*/ 63138 w 596753"/>
              <a:gd name="connsiteY191" fmla="*/ 70919 h 427556"/>
              <a:gd name="connsiteX192" fmla="*/ 63138 w 596753"/>
              <a:gd name="connsiteY192" fmla="*/ 58005 h 427556"/>
              <a:gd name="connsiteX193" fmla="*/ 125588 w 596753"/>
              <a:gd name="connsiteY193" fmla="*/ 58005 h 427556"/>
              <a:gd name="connsiteX194" fmla="*/ 125588 w 596753"/>
              <a:gd name="connsiteY194" fmla="*/ 60193 h 427556"/>
              <a:gd name="connsiteX195" fmla="*/ 63138 w 596753"/>
              <a:gd name="connsiteY195" fmla="*/ 60193 h 427556"/>
              <a:gd name="connsiteX196" fmla="*/ 118673 w 596753"/>
              <a:gd name="connsiteY196" fmla="*/ 42974 h 427556"/>
              <a:gd name="connsiteX197" fmla="*/ 168139 w 596753"/>
              <a:gd name="connsiteY197" fmla="*/ 42974 h 427556"/>
              <a:gd name="connsiteX198" fmla="*/ 168139 w 596753"/>
              <a:gd name="connsiteY198" fmla="*/ 50736 h 427556"/>
              <a:gd name="connsiteX199" fmla="*/ 118673 w 596753"/>
              <a:gd name="connsiteY199" fmla="*/ 50736 h 427556"/>
              <a:gd name="connsiteX200" fmla="*/ 63138 w 596753"/>
              <a:gd name="connsiteY200" fmla="*/ 42974 h 427556"/>
              <a:gd name="connsiteX201" fmla="*/ 112675 w 596753"/>
              <a:gd name="connsiteY201" fmla="*/ 42974 h 427556"/>
              <a:gd name="connsiteX202" fmla="*/ 112675 w 596753"/>
              <a:gd name="connsiteY202" fmla="*/ 50736 h 427556"/>
              <a:gd name="connsiteX203" fmla="*/ 63138 w 596753"/>
              <a:gd name="connsiteY203" fmla="*/ 50736 h 427556"/>
              <a:gd name="connsiteX204" fmla="*/ 53702 w 596753"/>
              <a:gd name="connsiteY204" fmla="*/ 23206 h 427556"/>
              <a:gd name="connsiteX205" fmla="*/ 53702 w 596753"/>
              <a:gd name="connsiteY205" fmla="*/ 306405 h 427556"/>
              <a:gd name="connsiteX206" fmla="*/ 542962 w 596753"/>
              <a:gd name="connsiteY206" fmla="*/ 306405 h 427556"/>
              <a:gd name="connsiteX207" fmla="*/ 542962 w 596753"/>
              <a:gd name="connsiteY207" fmla="*/ 23206 h 427556"/>
              <a:gd name="connsiteX208" fmla="*/ 53702 w 596753"/>
              <a:gd name="connsiteY208" fmla="*/ 0 h 427556"/>
              <a:gd name="connsiteX209" fmla="*/ 542962 w 596753"/>
              <a:gd name="connsiteY209" fmla="*/ 0 h 427556"/>
              <a:gd name="connsiteX210" fmla="*/ 566198 w 596753"/>
              <a:gd name="connsiteY210" fmla="*/ 23206 h 427556"/>
              <a:gd name="connsiteX211" fmla="*/ 566198 w 596753"/>
              <a:gd name="connsiteY211" fmla="*/ 306405 h 427556"/>
              <a:gd name="connsiteX212" fmla="*/ 542962 w 596753"/>
              <a:gd name="connsiteY212" fmla="*/ 329611 h 427556"/>
              <a:gd name="connsiteX213" fmla="*/ 53702 w 596753"/>
              <a:gd name="connsiteY213" fmla="*/ 329611 h 427556"/>
              <a:gd name="connsiteX214" fmla="*/ 30466 w 596753"/>
              <a:gd name="connsiteY214" fmla="*/ 306405 h 427556"/>
              <a:gd name="connsiteX215" fmla="*/ 30466 w 596753"/>
              <a:gd name="connsiteY215" fmla="*/ 23206 h 427556"/>
              <a:gd name="connsiteX216" fmla="*/ 53702 w 596753"/>
              <a:gd name="connsiteY216" fmla="*/ 0 h 42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596753" h="427556">
                <a:moveTo>
                  <a:pt x="257242" y="409512"/>
                </a:moveTo>
                <a:cubicBezTo>
                  <a:pt x="255520" y="409512"/>
                  <a:pt x="253799" y="410801"/>
                  <a:pt x="253799" y="412949"/>
                </a:cubicBezTo>
                <a:cubicBezTo>
                  <a:pt x="253799" y="414667"/>
                  <a:pt x="255520" y="416386"/>
                  <a:pt x="257242" y="416386"/>
                </a:cubicBezTo>
                <a:lnTo>
                  <a:pt x="339430" y="416386"/>
                </a:lnTo>
                <a:cubicBezTo>
                  <a:pt x="341151" y="416386"/>
                  <a:pt x="342873" y="414667"/>
                  <a:pt x="342873" y="412949"/>
                </a:cubicBezTo>
                <a:cubicBezTo>
                  <a:pt x="342873" y="410801"/>
                  <a:pt x="341151" y="409512"/>
                  <a:pt x="339430" y="409512"/>
                </a:cubicBezTo>
                <a:close/>
                <a:moveTo>
                  <a:pt x="5942" y="398342"/>
                </a:moveTo>
                <a:cubicBezTo>
                  <a:pt x="6373" y="398772"/>
                  <a:pt x="7233" y="398772"/>
                  <a:pt x="8094" y="398772"/>
                </a:cubicBezTo>
                <a:lnTo>
                  <a:pt x="588577" y="398772"/>
                </a:lnTo>
                <a:cubicBezTo>
                  <a:pt x="589438" y="398772"/>
                  <a:pt x="590299" y="398772"/>
                  <a:pt x="591159" y="398342"/>
                </a:cubicBezTo>
                <a:cubicBezTo>
                  <a:pt x="594171" y="398342"/>
                  <a:pt x="596323" y="400490"/>
                  <a:pt x="596753" y="403497"/>
                </a:cubicBezTo>
                <a:cubicBezTo>
                  <a:pt x="596753" y="405646"/>
                  <a:pt x="596323" y="407794"/>
                  <a:pt x="594602" y="409512"/>
                </a:cubicBezTo>
                <a:cubicBezTo>
                  <a:pt x="579541" y="426267"/>
                  <a:pt x="361376" y="427556"/>
                  <a:pt x="295109" y="427556"/>
                </a:cubicBezTo>
                <a:cubicBezTo>
                  <a:pt x="221096" y="427556"/>
                  <a:pt x="151817" y="425838"/>
                  <a:pt x="99750" y="423260"/>
                </a:cubicBezTo>
                <a:cubicBezTo>
                  <a:pt x="7664" y="418964"/>
                  <a:pt x="3361" y="412519"/>
                  <a:pt x="1209" y="408653"/>
                </a:cubicBezTo>
                <a:cubicBezTo>
                  <a:pt x="-82" y="406505"/>
                  <a:pt x="-512" y="403927"/>
                  <a:pt x="779" y="401779"/>
                </a:cubicBezTo>
                <a:cubicBezTo>
                  <a:pt x="1639" y="399631"/>
                  <a:pt x="3791" y="398342"/>
                  <a:pt x="5942" y="398342"/>
                </a:cubicBezTo>
                <a:close/>
                <a:moveTo>
                  <a:pt x="48501" y="344608"/>
                </a:moveTo>
                <a:lnTo>
                  <a:pt x="19670" y="381587"/>
                </a:lnTo>
                <a:lnTo>
                  <a:pt x="577353" y="381587"/>
                </a:lnTo>
                <a:lnTo>
                  <a:pt x="549813" y="344608"/>
                </a:lnTo>
                <a:close/>
                <a:moveTo>
                  <a:pt x="45489" y="332998"/>
                </a:moveTo>
                <a:lnTo>
                  <a:pt x="552825" y="332998"/>
                </a:lnTo>
                <a:cubicBezTo>
                  <a:pt x="554546" y="332998"/>
                  <a:pt x="556268" y="333858"/>
                  <a:pt x="557559" y="335148"/>
                </a:cubicBezTo>
                <a:lnTo>
                  <a:pt x="592844" y="383307"/>
                </a:lnTo>
                <a:cubicBezTo>
                  <a:pt x="593705" y="384167"/>
                  <a:pt x="594565" y="385887"/>
                  <a:pt x="594565" y="387607"/>
                </a:cubicBezTo>
                <a:cubicBezTo>
                  <a:pt x="594565" y="389757"/>
                  <a:pt x="592844" y="391907"/>
                  <a:pt x="591123" y="392767"/>
                </a:cubicBezTo>
                <a:lnTo>
                  <a:pt x="5901" y="392767"/>
                </a:lnTo>
                <a:cubicBezTo>
                  <a:pt x="4610" y="392337"/>
                  <a:pt x="3319" y="391047"/>
                  <a:pt x="2888" y="389757"/>
                </a:cubicBezTo>
                <a:cubicBezTo>
                  <a:pt x="2028" y="388037"/>
                  <a:pt x="2028" y="385457"/>
                  <a:pt x="3319" y="383737"/>
                </a:cubicBezTo>
                <a:lnTo>
                  <a:pt x="40756" y="335148"/>
                </a:lnTo>
                <a:cubicBezTo>
                  <a:pt x="42047" y="333858"/>
                  <a:pt x="43768" y="332998"/>
                  <a:pt x="45489" y="332998"/>
                </a:cubicBezTo>
                <a:close/>
                <a:moveTo>
                  <a:pt x="493453" y="232922"/>
                </a:moveTo>
                <a:cubicBezTo>
                  <a:pt x="482694" y="232922"/>
                  <a:pt x="474517" y="241518"/>
                  <a:pt x="474517" y="251832"/>
                </a:cubicBezTo>
                <a:cubicBezTo>
                  <a:pt x="474517" y="262147"/>
                  <a:pt x="482694" y="270742"/>
                  <a:pt x="493453" y="270742"/>
                </a:cubicBezTo>
                <a:cubicBezTo>
                  <a:pt x="503781" y="270742"/>
                  <a:pt x="512388" y="262147"/>
                  <a:pt x="512388" y="251832"/>
                </a:cubicBezTo>
                <a:cubicBezTo>
                  <a:pt x="512388" y="241518"/>
                  <a:pt x="503781" y="232922"/>
                  <a:pt x="493453" y="232922"/>
                </a:cubicBezTo>
                <a:close/>
                <a:moveTo>
                  <a:pt x="385916" y="225174"/>
                </a:moveTo>
                <a:lnTo>
                  <a:pt x="402696" y="241932"/>
                </a:lnTo>
                <a:lnTo>
                  <a:pt x="425068" y="241932"/>
                </a:lnTo>
                <a:lnTo>
                  <a:pt x="425068" y="249237"/>
                </a:lnTo>
                <a:lnTo>
                  <a:pt x="399684" y="249237"/>
                </a:lnTo>
                <a:lnTo>
                  <a:pt x="380753" y="230330"/>
                </a:lnTo>
                <a:close/>
                <a:moveTo>
                  <a:pt x="493453" y="220459"/>
                </a:moveTo>
                <a:cubicBezTo>
                  <a:pt x="486567" y="220459"/>
                  <a:pt x="480112" y="222608"/>
                  <a:pt x="474948" y="226046"/>
                </a:cubicBezTo>
                <a:lnTo>
                  <a:pt x="483124" y="234212"/>
                </a:lnTo>
                <a:cubicBezTo>
                  <a:pt x="486137" y="232063"/>
                  <a:pt x="489580" y="231203"/>
                  <a:pt x="493453" y="231203"/>
                </a:cubicBezTo>
                <a:cubicBezTo>
                  <a:pt x="504642" y="231203"/>
                  <a:pt x="514110" y="240228"/>
                  <a:pt x="514110" y="251832"/>
                </a:cubicBezTo>
                <a:cubicBezTo>
                  <a:pt x="514110" y="263436"/>
                  <a:pt x="504642" y="272461"/>
                  <a:pt x="493453" y="272461"/>
                </a:cubicBezTo>
                <a:cubicBezTo>
                  <a:pt x="481833" y="272461"/>
                  <a:pt x="472796" y="263436"/>
                  <a:pt x="472796" y="251832"/>
                </a:cubicBezTo>
                <a:cubicBezTo>
                  <a:pt x="472796" y="244956"/>
                  <a:pt x="476239" y="238939"/>
                  <a:pt x="481403" y="235071"/>
                </a:cubicBezTo>
                <a:lnTo>
                  <a:pt x="473657" y="227335"/>
                </a:lnTo>
                <a:cubicBezTo>
                  <a:pt x="466341" y="232922"/>
                  <a:pt x="462037" y="241948"/>
                  <a:pt x="462037" y="251832"/>
                </a:cubicBezTo>
                <a:cubicBezTo>
                  <a:pt x="462037" y="269023"/>
                  <a:pt x="475808" y="283206"/>
                  <a:pt x="493453" y="283206"/>
                </a:cubicBezTo>
                <a:cubicBezTo>
                  <a:pt x="510667" y="283206"/>
                  <a:pt x="524869" y="269453"/>
                  <a:pt x="524869" y="251832"/>
                </a:cubicBezTo>
                <a:cubicBezTo>
                  <a:pt x="524869" y="234641"/>
                  <a:pt x="510667" y="220459"/>
                  <a:pt x="493453" y="220459"/>
                </a:cubicBezTo>
                <a:close/>
                <a:moveTo>
                  <a:pt x="431912" y="214872"/>
                </a:moveTo>
                <a:lnTo>
                  <a:pt x="463758" y="214872"/>
                </a:lnTo>
                <a:lnTo>
                  <a:pt x="473226" y="224327"/>
                </a:lnTo>
                <a:cubicBezTo>
                  <a:pt x="478821" y="220029"/>
                  <a:pt x="485707" y="217451"/>
                  <a:pt x="493453" y="217451"/>
                </a:cubicBezTo>
                <a:cubicBezTo>
                  <a:pt x="512388" y="217451"/>
                  <a:pt x="527881" y="232922"/>
                  <a:pt x="527881" y="251832"/>
                </a:cubicBezTo>
                <a:cubicBezTo>
                  <a:pt x="527881" y="270742"/>
                  <a:pt x="512388" y="286214"/>
                  <a:pt x="493453" y="286214"/>
                </a:cubicBezTo>
                <a:cubicBezTo>
                  <a:pt x="474517" y="286214"/>
                  <a:pt x="459025" y="270742"/>
                  <a:pt x="459025" y="251832"/>
                </a:cubicBezTo>
                <a:cubicBezTo>
                  <a:pt x="459025" y="241088"/>
                  <a:pt x="463758" y="231633"/>
                  <a:pt x="471505" y="225187"/>
                </a:cubicBezTo>
                <a:lnTo>
                  <a:pt x="463328" y="216591"/>
                </a:lnTo>
                <a:lnTo>
                  <a:pt x="431912" y="216591"/>
                </a:lnTo>
                <a:close/>
                <a:moveTo>
                  <a:pt x="195244" y="213178"/>
                </a:moveTo>
                <a:lnTo>
                  <a:pt x="199117" y="219184"/>
                </a:lnTo>
                <a:lnTo>
                  <a:pt x="162970" y="240205"/>
                </a:lnTo>
                <a:lnTo>
                  <a:pt x="128975" y="240205"/>
                </a:lnTo>
                <a:lnTo>
                  <a:pt x="128975" y="232912"/>
                </a:lnTo>
                <a:lnTo>
                  <a:pt x="161249" y="232912"/>
                </a:lnTo>
                <a:close/>
                <a:moveTo>
                  <a:pt x="480109" y="196807"/>
                </a:moveTo>
                <a:lnTo>
                  <a:pt x="538184" y="196807"/>
                </a:lnTo>
                <a:lnTo>
                  <a:pt x="538184" y="200688"/>
                </a:lnTo>
                <a:lnTo>
                  <a:pt x="480109" y="200688"/>
                </a:lnTo>
                <a:close/>
                <a:moveTo>
                  <a:pt x="357040" y="189924"/>
                </a:moveTo>
                <a:cubicBezTo>
                  <a:pt x="354888" y="201523"/>
                  <a:pt x="349295" y="212263"/>
                  <a:pt x="340689" y="220855"/>
                </a:cubicBezTo>
                <a:lnTo>
                  <a:pt x="360482" y="240617"/>
                </a:lnTo>
                <a:cubicBezTo>
                  <a:pt x="372960" y="227729"/>
                  <a:pt x="381136" y="211404"/>
                  <a:pt x="384578" y="193791"/>
                </a:cubicBezTo>
                <a:close/>
                <a:moveTo>
                  <a:pt x="456046" y="187775"/>
                </a:moveTo>
                <a:lnTo>
                  <a:pt x="538184" y="187775"/>
                </a:lnTo>
                <a:lnTo>
                  <a:pt x="538184" y="191656"/>
                </a:lnTo>
                <a:lnTo>
                  <a:pt x="456046" y="191656"/>
                </a:lnTo>
                <a:close/>
                <a:moveTo>
                  <a:pt x="500361" y="179660"/>
                </a:moveTo>
                <a:lnTo>
                  <a:pt x="538184" y="179660"/>
                </a:lnTo>
                <a:lnTo>
                  <a:pt x="538184" y="183471"/>
                </a:lnTo>
                <a:lnTo>
                  <a:pt x="500361" y="183471"/>
                </a:lnTo>
                <a:close/>
                <a:moveTo>
                  <a:pt x="494292" y="170204"/>
                </a:moveTo>
                <a:lnTo>
                  <a:pt x="538184" y="170204"/>
                </a:lnTo>
                <a:lnTo>
                  <a:pt x="538184" y="174015"/>
                </a:lnTo>
                <a:lnTo>
                  <a:pt x="494292" y="174015"/>
                </a:lnTo>
                <a:close/>
                <a:moveTo>
                  <a:pt x="476227" y="161171"/>
                </a:moveTo>
                <a:lnTo>
                  <a:pt x="538183" y="161171"/>
                </a:lnTo>
                <a:lnTo>
                  <a:pt x="538183" y="164558"/>
                </a:lnTo>
                <a:lnTo>
                  <a:pt x="476227" y="164558"/>
                </a:lnTo>
                <a:close/>
                <a:moveTo>
                  <a:pt x="509817" y="152562"/>
                </a:moveTo>
                <a:lnTo>
                  <a:pt x="538184" y="152562"/>
                </a:lnTo>
                <a:lnTo>
                  <a:pt x="538184" y="156443"/>
                </a:lnTo>
                <a:lnTo>
                  <a:pt x="509817" y="156443"/>
                </a:lnTo>
                <a:close/>
                <a:moveTo>
                  <a:pt x="63138" y="116010"/>
                </a:moveTo>
                <a:lnTo>
                  <a:pt x="116556" y="116010"/>
                </a:lnTo>
                <a:lnTo>
                  <a:pt x="116556" y="117774"/>
                </a:lnTo>
                <a:lnTo>
                  <a:pt x="63138" y="117774"/>
                </a:lnTo>
                <a:close/>
                <a:moveTo>
                  <a:pt x="63138" y="104860"/>
                </a:moveTo>
                <a:lnTo>
                  <a:pt x="149228" y="104860"/>
                </a:lnTo>
                <a:lnTo>
                  <a:pt x="149228" y="107048"/>
                </a:lnTo>
                <a:lnTo>
                  <a:pt x="63138" y="107048"/>
                </a:lnTo>
                <a:close/>
                <a:moveTo>
                  <a:pt x="63138" y="93288"/>
                </a:moveTo>
                <a:lnTo>
                  <a:pt x="101878" y="93288"/>
                </a:lnTo>
                <a:lnTo>
                  <a:pt x="101878" y="94982"/>
                </a:lnTo>
                <a:lnTo>
                  <a:pt x="63138" y="94982"/>
                </a:lnTo>
                <a:close/>
                <a:moveTo>
                  <a:pt x="296370" y="85102"/>
                </a:moveTo>
                <a:cubicBezTo>
                  <a:pt x="306697" y="85102"/>
                  <a:pt x="317454" y="86820"/>
                  <a:pt x="327350" y="90257"/>
                </a:cubicBezTo>
                <a:cubicBezTo>
                  <a:pt x="327350" y="90687"/>
                  <a:pt x="327781" y="90687"/>
                  <a:pt x="327781" y="90687"/>
                </a:cubicBezTo>
                <a:cubicBezTo>
                  <a:pt x="327781" y="90687"/>
                  <a:pt x="327781" y="90687"/>
                  <a:pt x="328211" y="90687"/>
                </a:cubicBezTo>
                <a:cubicBezTo>
                  <a:pt x="328211" y="90687"/>
                  <a:pt x="328211" y="91116"/>
                  <a:pt x="328211" y="91116"/>
                </a:cubicBezTo>
                <a:cubicBezTo>
                  <a:pt x="328641" y="91546"/>
                  <a:pt x="328641" y="91546"/>
                  <a:pt x="328641" y="91546"/>
                </a:cubicBezTo>
                <a:cubicBezTo>
                  <a:pt x="328641" y="91546"/>
                  <a:pt x="328641" y="91976"/>
                  <a:pt x="328641" y="91976"/>
                </a:cubicBezTo>
                <a:cubicBezTo>
                  <a:pt x="328641" y="91976"/>
                  <a:pt x="328641" y="91976"/>
                  <a:pt x="328641" y="92405"/>
                </a:cubicBezTo>
                <a:lnTo>
                  <a:pt x="318314" y="121618"/>
                </a:lnTo>
                <a:cubicBezTo>
                  <a:pt x="318314" y="122048"/>
                  <a:pt x="317884" y="122048"/>
                  <a:pt x="317884" y="122048"/>
                </a:cubicBezTo>
                <a:cubicBezTo>
                  <a:pt x="317884" y="122048"/>
                  <a:pt x="317884" y="122048"/>
                  <a:pt x="317884" y="122477"/>
                </a:cubicBezTo>
                <a:cubicBezTo>
                  <a:pt x="317454" y="122477"/>
                  <a:pt x="317454" y="122477"/>
                  <a:pt x="317454" y="122477"/>
                </a:cubicBezTo>
                <a:cubicBezTo>
                  <a:pt x="317454" y="122477"/>
                  <a:pt x="317454" y="122477"/>
                  <a:pt x="317023" y="122477"/>
                </a:cubicBezTo>
                <a:cubicBezTo>
                  <a:pt x="317023" y="122477"/>
                  <a:pt x="317023" y="122907"/>
                  <a:pt x="317023" y="122907"/>
                </a:cubicBezTo>
                <a:cubicBezTo>
                  <a:pt x="316593" y="122907"/>
                  <a:pt x="316593" y="122907"/>
                  <a:pt x="316593" y="122907"/>
                </a:cubicBezTo>
                <a:cubicBezTo>
                  <a:pt x="316593" y="122907"/>
                  <a:pt x="316163" y="122907"/>
                  <a:pt x="316163" y="122477"/>
                </a:cubicBezTo>
                <a:cubicBezTo>
                  <a:pt x="309709" y="120329"/>
                  <a:pt x="302824" y="119040"/>
                  <a:pt x="296370" y="119040"/>
                </a:cubicBezTo>
                <a:cubicBezTo>
                  <a:pt x="263668" y="119040"/>
                  <a:pt x="237421" y="145676"/>
                  <a:pt x="237421" y="177896"/>
                </a:cubicBezTo>
                <a:cubicBezTo>
                  <a:pt x="237421" y="210545"/>
                  <a:pt x="263668" y="236751"/>
                  <a:pt x="296370" y="236751"/>
                </a:cubicBezTo>
                <a:cubicBezTo>
                  <a:pt x="311860" y="236751"/>
                  <a:pt x="326490" y="230736"/>
                  <a:pt x="337247" y="219996"/>
                </a:cubicBezTo>
                <a:cubicBezTo>
                  <a:pt x="346283" y="210975"/>
                  <a:pt x="352307" y="199805"/>
                  <a:pt x="354028" y="187776"/>
                </a:cubicBezTo>
                <a:cubicBezTo>
                  <a:pt x="354028" y="187347"/>
                  <a:pt x="354458" y="187347"/>
                  <a:pt x="354458" y="187347"/>
                </a:cubicBezTo>
                <a:cubicBezTo>
                  <a:pt x="354458" y="187347"/>
                  <a:pt x="354458" y="186917"/>
                  <a:pt x="354458" y="186917"/>
                </a:cubicBezTo>
                <a:cubicBezTo>
                  <a:pt x="354888" y="186917"/>
                  <a:pt x="354888" y="186487"/>
                  <a:pt x="354888" y="186487"/>
                </a:cubicBezTo>
                <a:cubicBezTo>
                  <a:pt x="354888" y="186487"/>
                  <a:pt x="354888" y="186487"/>
                  <a:pt x="355319" y="186487"/>
                </a:cubicBezTo>
                <a:cubicBezTo>
                  <a:pt x="355749" y="186058"/>
                  <a:pt x="355749" y="186487"/>
                  <a:pt x="355749" y="186487"/>
                </a:cubicBezTo>
                <a:cubicBezTo>
                  <a:pt x="355749" y="186058"/>
                  <a:pt x="356179" y="186058"/>
                  <a:pt x="356179" y="186058"/>
                </a:cubicBezTo>
                <a:lnTo>
                  <a:pt x="386729" y="190783"/>
                </a:lnTo>
                <a:cubicBezTo>
                  <a:pt x="386729" y="190783"/>
                  <a:pt x="386729" y="191213"/>
                  <a:pt x="386729" y="191213"/>
                </a:cubicBezTo>
                <a:cubicBezTo>
                  <a:pt x="387160" y="191213"/>
                  <a:pt x="387160" y="191213"/>
                  <a:pt x="387160" y="191213"/>
                </a:cubicBezTo>
                <a:cubicBezTo>
                  <a:pt x="387160" y="191213"/>
                  <a:pt x="387590" y="191213"/>
                  <a:pt x="387590" y="191213"/>
                </a:cubicBezTo>
                <a:cubicBezTo>
                  <a:pt x="387590" y="191643"/>
                  <a:pt x="387590" y="191643"/>
                  <a:pt x="387590" y="191643"/>
                </a:cubicBezTo>
                <a:cubicBezTo>
                  <a:pt x="387590" y="191643"/>
                  <a:pt x="387590" y="191643"/>
                  <a:pt x="388020" y="192072"/>
                </a:cubicBezTo>
                <a:cubicBezTo>
                  <a:pt x="388020" y="192502"/>
                  <a:pt x="388020" y="192502"/>
                  <a:pt x="388020" y="192502"/>
                </a:cubicBezTo>
                <a:cubicBezTo>
                  <a:pt x="388020" y="192502"/>
                  <a:pt x="388020" y="192931"/>
                  <a:pt x="388020" y="192931"/>
                </a:cubicBezTo>
                <a:cubicBezTo>
                  <a:pt x="385008" y="212263"/>
                  <a:pt x="375542" y="229877"/>
                  <a:pt x="361343" y="244054"/>
                </a:cubicBezTo>
                <a:cubicBezTo>
                  <a:pt x="344131" y="261238"/>
                  <a:pt x="320896" y="270689"/>
                  <a:pt x="296370" y="270689"/>
                </a:cubicBezTo>
                <a:cubicBezTo>
                  <a:pt x="244736" y="270689"/>
                  <a:pt x="202998" y="229018"/>
                  <a:pt x="202998" y="177896"/>
                </a:cubicBezTo>
                <a:cubicBezTo>
                  <a:pt x="202998" y="126773"/>
                  <a:pt x="244736" y="85102"/>
                  <a:pt x="296370" y="85102"/>
                </a:cubicBezTo>
                <a:close/>
                <a:moveTo>
                  <a:pt x="63138" y="82068"/>
                </a:moveTo>
                <a:lnTo>
                  <a:pt x="125588" y="82068"/>
                </a:lnTo>
                <a:lnTo>
                  <a:pt x="125588" y="84256"/>
                </a:lnTo>
                <a:lnTo>
                  <a:pt x="63138" y="84256"/>
                </a:lnTo>
                <a:close/>
                <a:moveTo>
                  <a:pt x="426741" y="77340"/>
                </a:moveTo>
                <a:lnTo>
                  <a:pt x="468042" y="77340"/>
                </a:lnTo>
                <a:lnTo>
                  <a:pt x="468042" y="84656"/>
                </a:lnTo>
                <a:lnTo>
                  <a:pt x="429753" y="84656"/>
                </a:lnTo>
                <a:lnTo>
                  <a:pt x="406521" y="107895"/>
                </a:lnTo>
                <a:lnTo>
                  <a:pt x="401358" y="102731"/>
                </a:lnTo>
                <a:close/>
                <a:moveTo>
                  <a:pt x="348906" y="71765"/>
                </a:moveTo>
                <a:cubicBezTo>
                  <a:pt x="385882" y="85089"/>
                  <a:pt x="410389" y="120333"/>
                  <a:pt x="410389" y="159445"/>
                </a:cubicBezTo>
                <a:cubicBezTo>
                  <a:pt x="410389" y="164603"/>
                  <a:pt x="409959" y="169331"/>
                  <a:pt x="409099" y="174489"/>
                </a:cubicBezTo>
                <a:cubicBezTo>
                  <a:pt x="409099" y="174489"/>
                  <a:pt x="409099" y="174489"/>
                  <a:pt x="409099" y="174918"/>
                </a:cubicBezTo>
                <a:cubicBezTo>
                  <a:pt x="409099" y="174918"/>
                  <a:pt x="409099" y="174918"/>
                  <a:pt x="408669" y="175348"/>
                </a:cubicBezTo>
                <a:cubicBezTo>
                  <a:pt x="408669" y="175348"/>
                  <a:pt x="408669" y="175348"/>
                  <a:pt x="408239" y="175778"/>
                </a:cubicBezTo>
                <a:cubicBezTo>
                  <a:pt x="407810" y="175778"/>
                  <a:pt x="407810" y="175778"/>
                  <a:pt x="407810" y="175778"/>
                </a:cubicBezTo>
                <a:cubicBezTo>
                  <a:pt x="407380" y="175778"/>
                  <a:pt x="407380" y="175778"/>
                  <a:pt x="407380" y="175778"/>
                </a:cubicBezTo>
                <a:lnTo>
                  <a:pt x="376853" y="171050"/>
                </a:lnTo>
                <a:cubicBezTo>
                  <a:pt x="376853" y="171050"/>
                  <a:pt x="376853" y="171050"/>
                  <a:pt x="376423" y="171050"/>
                </a:cubicBezTo>
                <a:cubicBezTo>
                  <a:pt x="375993" y="170620"/>
                  <a:pt x="375993" y="170620"/>
                  <a:pt x="375993" y="170620"/>
                </a:cubicBezTo>
                <a:cubicBezTo>
                  <a:pt x="375563" y="170191"/>
                  <a:pt x="375563" y="170191"/>
                  <a:pt x="375563" y="170191"/>
                </a:cubicBezTo>
                <a:cubicBezTo>
                  <a:pt x="375563" y="170191"/>
                  <a:pt x="375563" y="169761"/>
                  <a:pt x="375563" y="169761"/>
                </a:cubicBezTo>
                <a:cubicBezTo>
                  <a:pt x="375563" y="169761"/>
                  <a:pt x="375563" y="169761"/>
                  <a:pt x="375563" y="169331"/>
                </a:cubicBezTo>
                <a:cubicBezTo>
                  <a:pt x="375993" y="165892"/>
                  <a:pt x="376423" y="162884"/>
                  <a:pt x="376423" y="159445"/>
                </a:cubicBezTo>
                <a:cubicBezTo>
                  <a:pt x="376423" y="134946"/>
                  <a:pt x="360515" y="112597"/>
                  <a:pt x="337297" y="104000"/>
                </a:cubicBezTo>
                <a:cubicBezTo>
                  <a:pt x="336867" y="104000"/>
                  <a:pt x="336867" y="104000"/>
                  <a:pt x="336867" y="104000"/>
                </a:cubicBezTo>
                <a:cubicBezTo>
                  <a:pt x="336867" y="103571"/>
                  <a:pt x="336867" y="103571"/>
                  <a:pt x="336437" y="103571"/>
                </a:cubicBezTo>
                <a:cubicBezTo>
                  <a:pt x="336437" y="103571"/>
                  <a:pt x="336437" y="103571"/>
                  <a:pt x="336437" y="103141"/>
                </a:cubicBezTo>
                <a:cubicBezTo>
                  <a:pt x="336437" y="102711"/>
                  <a:pt x="336437" y="102711"/>
                  <a:pt x="336437" y="102711"/>
                </a:cubicBezTo>
                <a:cubicBezTo>
                  <a:pt x="336437" y="102711"/>
                  <a:pt x="336437" y="102281"/>
                  <a:pt x="336437" y="102281"/>
                </a:cubicBezTo>
                <a:cubicBezTo>
                  <a:pt x="336437" y="102281"/>
                  <a:pt x="336437" y="102281"/>
                  <a:pt x="336437" y="101851"/>
                </a:cubicBezTo>
                <a:lnTo>
                  <a:pt x="346756" y="73054"/>
                </a:lnTo>
                <a:cubicBezTo>
                  <a:pt x="346756" y="73054"/>
                  <a:pt x="346756" y="72625"/>
                  <a:pt x="346756" y="72625"/>
                </a:cubicBezTo>
                <a:cubicBezTo>
                  <a:pt x="346756" y="72625"/>
                  <a:pt x="346756" y="72625"/>
                  <a:pt x="347186" y="72195"/>
                </a:cubicBezTo>
                <a:cubicBezTo>
                  <a:pt x="347186" y="72195"/>
                  <a:pt x="347186" y="72195"/>
                  <a:pt x="347616" y="72195"/>
                </a:cubicBezTo>
                <a:cubicBezTo>
                  <a:pt x="348046" y="71765"/>
                  <a:pt x="348476" y="71765"/>
                  <a:pt x="348906" y="71765"/>
                </a:cubicBezTo>
                <a:close/>
                <a:moveTo>
                  <a:pt x="63138" y="69225"/>
                </a:moveTo>
                <a:lnTo>
                  <a:pt x="139349" y="69225"/>
                </a:lnTo>
                <a:lnTo>
                  <a:pt x="139349" y="70919"/>
                </a:lnTo>
                <a:lnTo>
                  <a:pt x="63138" y="70919"/>
                </a:lnTo>
                <a:close/>
                <a:moveTo>
                  <a:pt x="63138" y="58005"/>
                </a:moveTo>
                <a:lnTo>
                  <a:pt x="125588" y="58005"/>
                </a:lnTo>
                <a:lnTo>
                  <a:pt x="125588" y="60193"/>
                </a:lnTo>
                <a:lnTo>
                  <a:pt x="63138" y="60193"/>
                </a:lnTo>
                <a:close/>
                <a:moveTo>
                  <a:pt x="118673" y="42974"/>
                </a:moveTo>
                <a:lnTo>
                  <a:pt x="168139" y="42974"/>
                </a:lnTo>
                <a:lnTo>
                  <a:pt x="168139" y="50736"/>
                </a:lnTo>
                <a:lnTo>
                  <a:pt x="118673" y="50736"/>
                </a:lnTo>
                <a:close/>
                <a:moveTo>
                  <a:pt x="63138" y="42974"/>
                </a:moveTo>
                <a:lnTo>
                  <a:pt x="112675" y="42974"/>
                </a:lnTo>
                <a:lnTo>
                  <a:pt x="112675" y="50736"/>
                </a:lnTo>
                <a:lnTo>
                  <a:pt x="63138" y="50736"/>
                </a:lnTo>
                <a:close/>
                <a:moveTo>
                  <a:pt x="53702" y="23206"/>
                </a:moveTo>
                <a:lnTo>
                  <a:pt x="53702" y="306405"/>
                </a:lnTo>
                <a:lnTo>
                  <a:pt x="542962" y="306405"/>
                </a:lnTo>
                <a:lnTo>
                  <a:pt x="542962" y="23206"/>
                </a:lnTo>
                <a:close/>
                <a:moveTo>
                  <a:pt x="53702" y="0"/>
                </a:moveTo>
                <a:lnTo>
                  <a:pt x="542962" y="0"/>
                </a:lnTo>
                <a:cubicBezTo>
                  <a:pt x="555871" y="0"/>
                  <a:pt x="566198" y="10314"/>
                  <a:pt x="566198" y="23206"/>
                </a:cubicBezTo>
                <a:lnTo>
                  <a:pt x="566198" y="306405"/>
                </a:lnTo>
                <a:cubicBezTo>
                  <a:pt x="566198" y="319297"/>
                  <a:pt x="555871" y="329611"/>
                  <a:pt x="542962" y="329611"/>
                </a:cubicBezTo>
                <a:lnTo>
                  <a:pt x="53702" y="329611"/>
                </a:lnTo>
                <a:cubicBezTo>
                  <a:pt x="40793" y="329611"/>
                  <a:pt x="30466" y="319297"/>
                  <a:pt x="30466" y="306405"/>
                </a:cubicBezTo>
                <a:lnTo>
                  <a:pt x="30466" y="23206"/>
                </a:lnTo>
                <a:cubicBezTo>
                  <a:pt x="30466" y="10314"/>
                  <a:pt x="40793" y="0"/>
                  <a:pt x="53702" y="0"/>
                </a:cubicBezTo>
                <a:close/>
              </a:path>
            </a:pathLst>
          </a:custGeom>
          <a:solidFill>
            <a:schemeClr val="accent1"/>
          </a:solidFill>
          <a:ln>
            <a:noFill/>
          </a:ln>
        </p:spPr>
      </p:sp>
      <p:sp>
        <p:nvSpPr>
          <p:cNvPr id="15" name="文本占位符 14"/>
          <p:cNvSpPr>
            <a:spLocks noGrp="1"/>
          </p:cNvSpPr>
          <p:nvPr>
            <p:ph type="body" sz="quarter" idx="10"/>
          </p:nvPr>
        </p:nvSpPr>
        <p:spPr/>
        <p:txBody>
          <a:bodyPr/>
          <a:lstStyle/>
          <a:p>
            <a:r>
              <a:rPr lang="zh-CN" altLang="en-US" dirty="0">
                <a:solidFill>
                  <a:schemeClr val="accent1"/>
                </a:solidFill>
              </a:rPr>
              <a:t>饼图</a:t>
            </a:r>
          </a:p>
        </p:txBody>
      </p:sp>
      <p:sp>
        <p:nvSpPr>
          <p:cNvPr id="16" name="文本占位符 15"/>
          <p:cNvSpPr>
            <a:spLocks noGrp="1"/>
          </p:cNvSpPr>
          <p:nvPr>
            <p:ph type="body" sz="quarter" idx="11"/>
          </p:nvPr>
        </p:nvSpPr>
        <p:spPr/>
        <p:txBody>
          <a:bodyPr/>
          <a:lstStyle/>
          <a:p>
            <a:endParaRPr lang="zh-CN" altLang="en-US"/>
          </a:p>
        </p:txBody>
      </p:sp>
      <p:cxnSp>
        <p:nvCxnSpPr>
          <p:cNvPr id="19" name="直接连接符 18"/>
          <p:cNvCxnSpPr/>
          <p:nvPr/>
        </p:nvCxnSpPr>
        <p:spPr>
          <a:xfrm>
            <a:off x="1639454"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639454"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占位符 42"/>
          <p:cNvSpPr>
            <a:spLocks noGrp="1"/>
          </p:cNvSpPr>
          <p:nvPr>
            <p:ph type="body" sz="quarter" idx="10"/>
          </p:nvPr>
        </p:nvSpPr>
        <p:spPr/>
        <p:txBody>
          <a:bodyPr/>
          <a:lstStyle/>
          <a:p>
            <a:r>
              <a:rPr lang="zh-CN" altLang="en-US" dirty="0">
                <a:solidFill>
                  <a:schemeClr val="accent1"/>
                </a:solidFill>
              </a:rPr>
              <a:t>折线图</a:t>
            </a:r>
          </a:p>
        </p:txBody>
      </p:sp>
      <p:sp>
        <p:nvSpPr>
          <p:cNvPr id="39" name="矩形 38"/>
          <p:cNvSpPr/>
          <p:nvPr/>
        </p:nvSpPr>
        <p:spPr>
          <a:xfrm>
            <a:off x="739060" y="1634100"/>
            <a:ext cx="1723550" cy="400110"/>
          </a:xfrm>
          <a:prstGeom prst="rect">
            <a:avLst/>
          </a:prstGeom>
        </p:spPr>
        <p:txBody>
          <a:bodyPr wrap="none">
            <a:spAutoFit/>
          </a:bodyPr>
          <a:lstStyle/>
          <a:p>
            <a:pPr algn="ctr"/>
            <a:r>
              <a:rPr lang="zh-CN" altLang="en-US" sz="2000" b="1" dirty="0">
                <a:solidFill>
                  <a:schemeClr val="accent1"/>
                </a:solidFill>
                <a:latin typeface="+mn-ea"/>
              </a:rPr>
              <a:t>点击输入结论</a:t>
            </a:r>
          </a:p>
        </p:txBody>
      </p:sp>
      <p:sp>
        <p:nvSpPr>
          <p:cNvPr id="40" name="矩形 39"/>
          <p:cNvSpPr/>
          <p:nvPr/>
        </p:nvSpPr>
        <p:spPr>
          <a:xfrm>
            <a:off x="849128" y="2113993"/>
            <a:ext cx="585901" cy="45719"/>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1" name="矩形 40"/>
          <p:cNvSpPr/>
          <p:nvPr/>
        </p:nvSpPr>
        <p:spPr>
          <a:xfrm>
            <a:off x="739060" y="2424180"/>
            <a:ext cx="4791585" cy="143385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学校已经成为国家人才培养、科学研究、社会服务、文化传承创新和国际合作交流的重要基地。学校已经成为国家人才培养、科学研究、社会服务、文化传承创新和国际合作交流的重要基地。</a:t>
            </a:r>
          </a:p>
        </p:txBody>
      </p:sp>
      <p:sp>
        <p:nvSpPr>
          <p:cNvPr id="42" name="矩形 41"/>
          <p:cNvSpPr/>
          <p:nvPr/>
        </p:nvSpPr>
        <p:spPr>
          <a:xfrm>
            <a:off x="739059" y="4060394"/>
            <a:ext cx="4791585" cy="143385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学校已经成为国家人才培养、科学研究、社会服务、文化传承创新和国际合作交流的重要基地。学校已经成为国家人才培养、科学研究、社会服务、文化传承创新和国际合作交流的重要基地。</a:t>
            </a:r>
          </a:p>
        </p:txBody>
      </p:sp>
      <p:sp>
        <p:nvSpPr>
          <p:cNvPr id="44" name="文本占位符 43"/>
          <p:cNvSpPr>
            <a:spLocks noGrp="1"/>
          </p:cNvSpPr>
          <p:nvPr>
            <p:ph type="body" sz="quarter" idx="11"/>
          </p:nvPr>
        </p:nvSpPr>
        <p:spPr/>
        <p:txBody>
          <a:bodyPr/>
          <a:lstStyle/>
          <a:p>
            <a:endParaRPr lang="zh-CN" altLang="en-US"/>
          </a:p>
        </p:txBody>
      </p:sp>
      <p:cxnSp>
        <p:nvCxnSpPr>
          <p:cNvPr id="14" name="直接连接符 13"/>
          <p:cNvCxnSpPr/>
          <p:nvPr/>
        </p:nvCxnSpPr>
        <p:spPr>
          <a:xfrm>
            <a:off x="19732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9732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graphicFrame>
        <p:nvGraphicFramePr>
          <p:cNvPr id="8" name="图表 7"/>
          <p:cNvGraphicFramePr/>
          <p:nvPr/>
        </p:nvGraphicFramePr>
        <p:xfrm>
          <a:off x="5916706" y="1941729"/>
          <a:ext cx="5452356" cy="3725894"/>
        </p:xfrm>
        <a:graphic>
          <a:graphicData uri="http://schemas.openxmlformats.org/drawingml/2006/chart">
            <c:chart xmlns:c="http://schemas.openxmlformats.org/drawingml/2006/chart" xmlns:r="http://schemas.openxmlformats.org/officeDocument/2006/relationships" r:id="rId3"/>
          </a:graphicData>
        </a:graphic>
      </p:graphicFrame>
      <p:sp>
        <p:nvSpPr>
          <p:cNvPr id="19" name="文本框 18"/>
          <p:cNvSpPr txBox="1"/>
          <p:nvPr/>
        </p:nvSpPr>
        <p:spPr>
          <a:xfrm>
            <a:off x="10657733" y="2501306"/>
            <a:ext cx="810642" cy="282583"/>
          </a:xfrm>
          <a:prstGeom prst="rect">
            <a:avLst/>
          </a:prstGeom>
          <a:noFill/>
        </p:spPr>
        <p:txBody>
          <a:bodyPr wrap="square" rtlCol="0">
            <a:spAutoFit/>
          </a:bodyPr>
          <a:lstStyle/>
          <a:p>
            <a:r>
              <a:rPr lang="zh-CN" altLang="en-US" sz="1200" dirty="0">
                <a:solidFill>
                  <a:schemeClr val="accent3"/>
                </a:solidFill>
                <a:latin typeface="+mj-ea"/>
                <a:ea typeface="+mj-ea"/>
              </a:rPr>
              <a:t>项目</a:t>
            </a:r>
            <a:r>
              <a:rPr lang="en-US" altLang="zh-CN" sz="1200" dirty="0">
                <a:solidFill>
                  <a:schemeClr val="accent3"/>
                </a:solidFill>
                <a:latin typeface="+mj-ea"/>
                <a:ea typeface="+mj-ea"/>
              </a:rPr>
              <a:t>A</a:t>
            </a:r>
            <a:endParaRPr lang="zh-CN" altLang="en-US" sz="1200" dirty="0">
              <a:solidFill>
                <a:schemeClr val="accent3"/>
              </a:solidFill>
              <a:latin typeface="+mj-ea"/>
              <a:ea typeface="+mj-ea"/>
            </a:endParaRPr>
          </a:p>
        </p:txBody>
      </p:sp>
      <p:sp>
        <p:nvSpPr>
          <p:cNvPr id="20" name="文本框 19"/>
          <p:cNvSpPr txBox="1"/>
          <p:nvPr/>
        </p:nvSpPr>
        <p:spPr>
          <a:xfrm>
            <a:off x="10657733" y="2799294"/>
            <a:ext cx="810642" cy="282583"/>
          </a:xfrm>
          <a:prstGeom prst="rect">
            <a:avLst/>
          </a:prstGeom>
          <a:noFill/>
        </p:spPr>
        <p:txBody>
          <a:bodyPr wrap="square" rtlCol="0">
            <a:spAutoFit/>
          </a:bodyPr>
          <a:lstStyle/>
          <a:p>
            <a:r>
              <a:rPr lang="zh-CN" altLang="en-US" sz="1200" dirty="0">
                <a:solidFill>
                  <a:schemeClr val="accent1"/>
                </a:solidFill>
                <a:latin typeface="+mj-ea"/>
                <a:ea typeface="+mj-ea"/>
              </a:rPr>
              <a:t>项目</a:t>
            </a:r>
            <a:r>
              <a:rPr lang="en-US" altLang="zh-CN" sz="1200" dirty="0">
                <a:solidFill>
                  <a:schemeClr val="accent1"/>
                </a:solidFill>
                <a:latin typeface="+mj-ea"/>
                <a:ea typeface="+mj-ea"/>
              </a:rPr>
              <a:t>B</a:t>
            </a:r>
            <a:endParaRPr lang="zh-CN" altLang="en-US" sz="1200" dirty="0">
              <a:solidFill>
                <a:schemeClr val="accent1"/>
              </a:solidFill>
              <a:latin typeface="+mj-ea"/>
              <a:ea typeface="+mj-ea"/>
            </a:endParaRPr>
          </a:p>
        </p:txBody>
      </p:sp>
      <p:sp>
        <p:nvSpPr>
          <p:cNvPr id="21" name="文本框 20"/>
          <p:cNvSpPr txBox="1"/>
          <p:nvPr/>
        </p:nvSpPr>
        <p:spPr>
          <a:xfrm>
            <a:off x="10657733" y="3673020"/>
            <a:ext cx="810642" cy="282583"/>
          </a:xfrm>
          <a:prstGeom prst="rect">
            <a:avLst/>
          </a:prstGeom>
          <a:noFill/>
        </p:spPr>
        <p:txBody>
          <a:bodyPr wrap="square" rtlCol="0">
            <a:spAutoFit/>
          </a:bodyPr>
          <a:lstStyle/>
          <a:p>
            <a:r>
              <a:rPr lang="zh-CN" altLang="en-US" sz="1200" dirty="0">
                <a:solidFill>
                  <a:schemeClr val="accent2"/>
                </a:solidFill>
                <a:latin typeface="+mj-ea"/>
                <a:ea typeface="+mj-ea"/>
              </a:rPr>
              <a:t>项目</a:t>
            </a:r>
            <a:r>
              <a:rPr lang="en-US" altLang="zh-CN" sz="1200" dirty="0">
                <a:solidFill>
                  <a:schemeClr val="accent2"/>
                </a:solidFill>
                <a:latin typeface="+mj-ea"/>
                <a:ea typeface="+mj-ea"/>
              </a:rPr>
              <a:t>C</a:t>
            </a:r>
            <a:endParaRPr lang="zh-CN" altLang="en-US" sz="1200" dirty="0">
              <a:solidFill>
                <a:schemeClr val="accent2"/>
              </a:solidFill>
              <a:latin typeface="+mj-ea"/>
              <a:ea typeface="+mj-ea"/>
            </a:endParaRPr>
          </a:p>
        </p:txBody>
      </p:sp>
      <p:grpSp>
        <p:nvGrpSpPr>
          <p:cNvPr id="18" name="组合 17"/>
          <p:cNvGrpSpPr/>
          <p:nvPr/>
        </p:nvGrpSpPr>
        <p:grpSpPr>
          <a:xfrm>
            <a:off x="7434755" y="2267286"/>
            <a:ext cx="1243986" cy="461914"/>
            <a:chOff x="6437637" y="1496351"/>
            <a:chExt cx="1211262" cy="461914"/>
          </a:xfrm>
        </p:grpSpPr>
        <p:sp>
          <p:nvSpPr>
            <p:cNvPr id="27" name="任意多边形: 形状 26"/>
            <p:cNvSpPr/>
            <p:nvPr/>
          </p:nvSpPr>
          <p:spPr>
            <a:xfrm flipV="1">
              <a:off x="6437637" y="1496351"/>
              <a:ext cx="1211262" cy="461914"/>
            </a:xfrm>
            <a:custGeom>
              <a:avLst/>
              <a:gdLst>
                <a:gd name="connsiteX0" fmla="*/ 76655 w 1326776"/>
                <a:gd name="connsiteY0" fmla="*/ 629942 h 629942"/>
                <a:gd name="connsiteX1" fmla="*/ 1250121 w 1326776"/>
                <a:gd name="connsiteY1" fmla="*/ 629942 h 629942"/>
                <a:gd name="connsiteX2" fmla="*/ 1326776 w 1326776"/>
                <a:gd name="connsiteY2" fmla="*/ 553287 h 629942"/>
                <a:gd name="connsiteX3" fmla="*/ 1326776 w 1326776"/>
                <a:gd name="connsiteY3" fmla="*/ 246676 h 629942"/>
                <a:gd name="connsiteX4" fmla="*/ 1250121 w 1326776"/>
                <a:gd name="connsiteY4" fmla="*/ 170021 h 629942"/>
                <a:gd name="connsiteX5" fmla="*/ 762000 w 1326776"/>
                <a:gd name="connsiteY5" fmla="*/ 170021 h 629942"/>
                <a:gd name="connsiteX6" fmla="*/ 663388 w 1326776"/>
                <a:gd name="connsiteY6" fmla="*/ 0 h 629942"/>
                <a:gd name="connsiteX7" fmla="*/ 564776 w 1326776"/>
                <a:gd name="connsiteY7" fmla="*/ 170021 h 629942"/>
                <a:gd name="connsiteX8" fmla="*/ 76655 w 1326776"/>
                <a:gd name="connsiteY8" fmla="*/ 170021 h 629942"/>
                <a:gd name="connsiteX9" fmla="*/ 0 w 1326776"/>
                <a:gd name="connsiteY9" fmla="*/ 246676 h 629942"/>
                <a:gd name="connsiteX10" fmla="*/ 0 w 1326776"/>
                <a:gd name="connsiteY10" fmla="*/ 553287 h 629942"/>
                <a:gd name="connsiteX11" fmla="*/ 76655 w 1326776"/>
                <a:gd name="connsiteY11" fmla="*/ 629942 h 62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6776" h="629942">
                  <a:moveTo>
                    <a:pt x="76655" y="629942"/>
                  </a:moveTo>
                  <a:lnTo>
                    <a:pt x="1250121" y="629942"/>
                  </a:lnTo>
                  <a:cubicBezTo>
                    <a:pt x="1292456" y="629942"/>
                    <a:pt x="1326776" y="595622"/>
                    <a:pt x="1326776" y="553287"/>
                  </a:cubicBezTo>
                  <a:lnTo>
                    <a:pt x="1326776" y="246676"/>
                  </a:lnTo>
                  <a:cubicBezTo>
                    <a:pt x="1326776" y="204341"/>
                    <a:pt x="1292456" y="170021"/>
                    <a:pt x="1250121" y="170021"/>
                  </a:cubicBezTo>
                  <a:lnTo>
                    <a:pt x="762000" y="170021"/>
                  </a:lnTo>
                  <a:lnTo>
                    <a:pt x="663388" y="0"/>
                  </a:lnTo>
                  <a:lnTo>
                    <a:pt x="564776" y="170021"/>
                  </a:lnTo>
                  <a:lnTo>
                    <a:pt x="76655" y="170021"/>
                  </a:lnTo>
                  <a:cubicBezTo>
                    <a:pt x="34320" y="170021"/>
                    <a:pt x="0" y="204341"/>
                    <a:pt x="0" y="246676"/>
                  </a:cubicBezTo>
                  <a:lnTo>
                    <a:pt x="0" y="553287"/>
                  </a:lnTo>
                  <a:cubicBezTo>
                    <a:pt x="0" y="595622"/>
                    <a:pt x="34320" y="629942"/>
                    <a:pt x="76655" y="629942"/>
                  </a:cubicBezTo>
                  <a:close/>
                </a:path>
              </a:pathLst>
            </a:custGeom>
            <a:solidFill>
              <a:schemeClr val="bg1"/>
            </a:solidFill>
            <a:ln w="127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8" name="文本框 27"/>
            <p:cNvSpPr txBox="1"/>
            <p:nvPr/>
          </p:nvSpPr>
          <p:spPr>
            <a:xfrm>
              <a:off x="6509407" y="1505448"/>
              <a:ext cx="1067722" cy="307777"/>
            </a:xfrm>
            <a:prstGeom prst="rect">
              <a:avLst/>
            </a:prstGeom>
            <a:noFill/>
          </p:spPr>
          <p:txBody>
            <a:bodyPr wrap="square" rtlCol="0">
              <a:spAutoFit/>
            </a:bodyPr>
            <a:lstStyle/>
            <a:p>
              <a:pPr algn="ctr"/>
              <a:r>
                <a:rPr lang="en-US" altLang="zh-CN" sz="1400" dirty="0">
                  <a:solidFill>
                    <a:schemeClr val="accent1"/>
                  </a:solidFill>
                </a:rPr>
                <a:t>1,300,200</a:t>
              </a:r>
              <a:endParaRPr lang="zh-CN" altLang="en-US" sz="1400" dirty="0">
                <a:solidFill>
                  <a:schemeClr val="accent1"/>
                </a:solidFil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zh-CN" altLang="en-US" dirty="0">
                <a:solidFill>
                  <a:schemeClr val="accent1"/>
                </a:solidFill>
              </a:rPr>
              <a:t>柱形图</a:t>
            </a:r>
          </a:p>
        </p:txBody>
      </p:sp>
      <p:graphicFrame>
        <p:nvGraphicFramePr>
          <p:cNvPr id="5" name="图表 4"/>
          <p:cNvGraphicFramePr/>
          <p:nvPr/>
        </p:nvGraphicFramePr>
        <p:xfrm>
          <a:off x="605003" y="1657335"/>
          <a:ext cx="5490997" cy="4079418"/>
        </p:xfrm>
        <a:graphic>
          <a:graphicData uri="http://schemas.openxmlformats.org/drawingml/2006/chart">
            <c:chart xmlns:c="http://schemas.openxmlformats.org/drawingml/2006/chart" xmlns:r="http://schemas.openxmlformats.org/officeDocument/2006/relationships" r:id="rId3"/>
          </a:graphicData>
        </a:graphic>
      </p:graphicFrame>
      <p:sp>
        <p:nvSpPr>
          <p:cNvPr id="14" name="矩形 13"/>
          <p:cNvSpPr/>
          <p:nvPr/>
        </p:nvSpPr>
        <p:spPr>
          <a:xfrm>
            <a:off x="6335597" y="1657335"/>
            <a:ext cx="1723550" cy="400110"/>
          </a:xfrm>
          <a:prstGeom prst="rect">
            <a:avLst/>
          </a:prstGeom>
        </p:spPr>
        <p:txBody>
          <a:bodyPr wrap="none">
            <a:spAutoFit/>
          </a:bodyPr>
          <a:lstStyle/>
          <a:p>
            <a:pPr algn="ctr"/>
            <a:r>
              <a:rPr lang="zh-CN" altLang="en-US" sz="2000" b="1" dirty="0">
                <a:solidFill>
                  <a:schemeClr val="accent1"/>
                </a:solidFill>
                <a:latin typeface="+mn-ea"/>
              </a:rPr>
              <a:t>点击输入结论</a:t>
            </a:r>
          </a:p>
        </p:txBody>
      </p:sp>
      <p:sp>
        <p:nvSpPr>
          <p:cNvPr id="8" name="矩形 7"/>
          <p:cNvSpPr/>
          <p:nvPr/>
        </p:nvSpPr>
        <p:spPr>
          <a:xfrm>
            <a:off x="6445665" y="2137228"/>
            <a:ext cx="585901" cy="45719"/>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矩形 18"/>
          <p:cNvSpPr/>
          <p:nvPr/>
        </p:nvSpPr>
        <p:spPr>
          <a:xfrm>
            <a:off x="6335597" y="2447415"/>
            <a:ext cx="5096915" cy="143385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学校已经成为国家人才培养、科学研究、社会服务、文化传承创新和国际合作交流的重要基地。学校已经成为国家人才培养、科学研究、社会服务、文化传承创新和国际合作交流的重要基地。</a:t>
            </a:r>
          </a:p>
        </p:txBody>
      </p:sp>
      <p:sp>
        <p:nvSpPr>
          <p:cNvPr id="21" name="矩形 20"/>
          <p:cNvSpPr/>
          <p:nvPr/>
        </p:nvSpPr>
        <p:spPr>
          <a:xfrm>
            <a:off x="6335596" y="4083629"/>
            <a:ext cx="5096915" cy="143385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学校已经成为国家人才培养、科学研究、社会服务、文化传承创新和国际合作交流的重要基地。学校已经成为国家人才培养、科学研究、社会服务、文化传承创新和国际合作交流的重要基地。</a:t>
            </a:r>
          </a:p>
        </p:txBody>
      </p:sp>
      <p:sp>
        <p:nvSpPr>
          <p:cNvPr id="11" name="文本占位符 10"/>
          <p:cNvSpPr>
            <a:spLocks noGrp="1"/>
          </p:cNvSpPr>
          <p:nvPr>
            <p:ph type="body" sz="quarter" idx="11"/>
          </p:nvPr>
        </p:nvSpPr>
        <p:spPr/>
        <p:txBody>
          <a:bodyPr/>
          <a:lstStyle/>
          <a:p>
            <a:endParaRPr lang="zh-CN" altLang="en-US"/>
          </a:p>
        </p:txBody>
      </p:sp>
      <p:cxnSp>
        <p:nvCxnSpPr>
          <p:cNvPr id="15" name="直接连接符 14"/>
          <p:cNvCxnSpPr/>
          <p:nvPr/>
        </p:nvCxnSpPr>
        <p:spPr>
          <a:xfrm>
            <a:off x="19732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9732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13" name="任意多边形: 形状 12"/>
          <p:cNvSpPr/>
          <p:nvPr/>
        </p:nvSpPr>
        <p:spPr>
          <a:xfrm flipV="1">
            <a:off x="1202248" y="1690365"/>
            <a:ext cx="1326776" cy="429887"/>
          </a:xfrm>
          <a:custGeom>
            <a:avLst/>
            <a:gdLst>
              <a:gd name="connsiteX0" fmla="*/ 76655 w 1326776"/>
              <a:gd name="connsiteY0" fmla="*/ 629942 h 629942"/>
              <a:gd name="connsiteX1" fmla="*/ 1250121 w 1326776"/>
              <a:gd name="connsiteY1" fmla="*/ 629942 h 629942"/>
              <a:gd name="connsiteX2" fmla="*/ 1326776 w 1326776"/>
              <a:gd name="connsiteY2" fmla="*/ 553287 h 629942"/>
              <a:gd name="connsiteX3" fmla="*/ 1326776 w 1326776"/>
              <a:gd name="connsiteY3" fmla="*/ 246676 h 629942"/>
              <a:gd name="connsiteX4" fmla="*/ 1250121 w 1326776"/>
              <a:gd name="connsiteY4" fmla="*/ 170021 h 629942"/>
              <a:gd name="connsiteX5" fmla="*/ 762000 w 1326776"/>
              <a:gd name="connsiteY5" fmla="*/ 170021 h 629942"/>
              <a:gd name="connsiteX6" fmla="*/ 663388 w 1326776"/>
              <a:gd name="connsiteY6" fmla="*/ 0 h 629942"/>
              <a:gd name="connsiteX7" fmla="*/ 564776 w 1326776"/>
              <a:gd name="connsiteY7" fmla="*/ 170021 h 629942"/>
              <a:gd name="connsiteX8" fmla="*/ 76655 w 1326776"/>
              <a:gd name="connsiteY8" fmla="*/ 170021 h 629942"/>
              <a:gd name="connsiteX9" fmla="*/ 0 w 1326776"/>
              <a:gd name="connsiteY9" fmla="*/ 246676 h 629942"/>
              <a:gd name="connsiteX10" fmla="*/ 0 w 1326776"/>
              <a:gd name="connsiteY10" fmla="*/ 553287 h 629942"/>
              <a:gd name="connsiteX11" fmla="*/ 76655 w 1326776"/>
              <a:gd name="connsiteY11" fmla="*/ 629942 h 62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6776" h="629942">
                <a:moveTo>
                  <a:pt x="76655" y="629942"/>
                </a:moveTo>
                <a:lnTo>
                  <a:pt x="1250121" y="629942"/>
                </a:lnTo>
                <a:cubicBezTo>
                  <a:pt x="1292456" y="629942"/>
                  <a:pt x="1326776" y="595622"/>
                  <a:pt x="1326776" y="553287"/>
                </a:cubicBezTo>
                <a:lnTo>
                  <a:pt x="1326776" y="246676"/>
                </a:lnTo>
                <a:cubicBezTo>
                  <a:pt x="1326776" y="204341"/>
                  <a:pt x="1292456" y="170021"/>
                  <a:pt x="1250121" y="170021"/>
                </a:cubicBezTo>
                <a:lnTo>
                  <a:pt x="762000" y="170021"/>
                </a:lnTo>
                <a:lnTo>
                  <a:pt x="663388" y="0"/>
                </a:lnTo>
                <a:lnTo>
                  <a:pt x="564776" y="170021"/>
                </a:lnTo>
                <a:lnTo>
                  <a:pt x="76655" y="170021"/>
                </a:lnTo>
                <a:cubicBezTo>
                  <a:pt x="34320" y="170021"/>
                  <a:pt x="0" y="204341"/>
                  <a:pt x="0" y="246676"/>
                </a:cubicBezTo>
                <a:lnTo>
                  <a:pt x="0" y="553287"/>
                </a:lnTo>
                <a:cubicBezTo>
                  <a:pt x="0" y="595622"/>
                  <a:pt x="34320" y="629942"/>
                  <a:pt x="76655" y="629942"/>
                </a:cubicBezTo>
                <a:close/>
              </a:path>
            </a:pathLst>
          </a:custGeom>
          <a:solidFill>
            <a:schemeClr val="bg1"/>
          </a:solidFill>
          <a:ln w="127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345788" y="1690365"/>
            <a:ext cx="1039697" cy="307777"/>
          </a:xfrm>
          <a:prstGeom prst="rect">
            <a:avLst/>
          </a:prstGeom>
          <a:noFill/>
        </p:spPr>
        <p:txBody>
          <a:bodyPr wrap="square" rtlCol="0">
            <a:spAutoFit/>
          </a:bodyPr>
          <a:lstStyle/>
          <a:p>
            <a:pPr algn="ctr"/>
            <a:r>
              <a:rPr lang="en-US" altLang="zh-CN" sz="1400" dirty="0">
                <a:solidFill>
                  <a:schemeClr val="accent1"/>
                </a:solidFill>
              </a:rPr>
              <a:t>1,300,200</a:t>
            </a:r>
            <a:endParaRPr lang="zh-CN" altLang="en-US" sz="1400" dirty="0">
              <a:solidFill>
                <a:schemeClr val="accen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r>
              <a:rPr lang="zh-CN" altLang="en-US" dirty="0">
                <a:solidFill>
                  <a:schemeClr val="accent1"/>
                </a:solidFill>
              </a:rPr>
              <a:t>条形图</a:t>
            </a:r>
          </a:p>
        </p:txBody>
      </p:sp>
      <p:sp>
        <p:nvSpPr>
          <p:cNvPr id="12" name="矩形 11"/>
          <p:cNvSpPr/>
          <p:nvPr/>
        </p:nvSpPr>
        <p:spPr>
          <a:xfrm>
            <a:off x="6335597" y="1657335"/>
            <a:ext cx="1723550" cy="400110"/>
          </a:xfrm>
          <a:prstGeom prst="rect">
            <a:avLst/>
          </a:prstGeom>
        </p:spPr>
        <p:txBody>
          <a:bodyPr wrap="none">
            <a:spAutoFit/>
          </a:bodyPr>
          <a:lstStyle/>
          <a:p>
            <a:pPr algn="ctr"/>
            <a:r>
              <a:rPr lang="zh-CN" altLang="en-US" sz="2000" b="1" dirty="0">
                <a:solidFill>
                  <a:schemeClr val="accent1"/>
                </a:solidFill>
                <a:latin typeface="+mn-ea"/>
              </a:rPr>
              <a:t>点击输入结论</a:t>
            </a:r>
          </a:p>
        </p:txBody>
      </p:sp>
      <p:sp>
        <p:nvSpPr>
          <p:cNvPr id="13" name="矩形 12"/>
          <p:cNvSpPr/>
          <p:nvPr/>
        </p:nvSpPr>
        <p:spPr>
          <a:xfrm>
            <a:off x="6445665" y="2137228"/>
            <a:ext cx="585901" cy="45719"/>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矩形 13"/>
          <p:cNvSpPr/>
          <p:nvPr/>
        </p:nvSpPr>
        <p:spPr>
          <a:xfrm>
            <a:off x="6335597" y="2447415"/>
            <a:ext cx="5096915" cy="143385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学校已经成为国家人才培养、科学研究、社会服务、文化传承创新和国际合作交流的重要基地。学校已经成为国家人才培养、科学研究、社会服务、文化传承创新和国际合作交流的重要基地。</a:t>
            </a:r>
          </a:p>
        </p:txBody>
      </p:sp>
      <p:sp>
        <p:nvSpPr>
          <p:cNvPr id="15" name="矩形 14"/>
          <p:cNvSpPr/>
          <p:nvPr/>
        </p:nvSpPr>
        <p:spPr>
          <a:xfrm>
            <a:off x="6335596" y="4083629"/>
            <a:ext cx="5096915" cy="143385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学校已经成为国家人才培养、科学研究、社会服务、文化传承创新和国际合作交流的重要基地。学校已经成为国家人才培养、科学研究、社会服务、文化传承创新和国际合作交流的重要基地。</a:t>
            </a:r>
          </a:p>
        </p:txBody>
      </p:sp>
      <p:sp>
        <p:nvSpPr>
          <p:cNvPr id="10" name="文本占位符 9"/>
          <p:cNvSpPr>
            <a:spLocks noGrp="1"/>
          </p:cNvSpPr>
          <p:nvPr>
            <p:ph type="body" sz="quarter" idx="11"/>
          </p:nvPr>
        </p:nvSpPr>
        <p:spPr/>
        <p:txBody>
          <a:bodyPr/>
          <a:lstStyle/>
          <a:p>
            <a:endParaRPr lang="zh-CN" altLang="en-US"/>
          </a:p>
        </p:txBody>
      </p:sp>
      <p:cxnSp>
        <p:nvCxnSpPr>
          <p:cNvPr id="16" name="直接连接符 15"/>
          <p:cNvCxnSpPr/>
          <p:nvPr/>
        </p:nvCxnSpPr>
        <p:spPr>
          <a:xfrm>
            <a:off x="197321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97321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graphicFrame>
        <p:nvGraphicFramePr>
          <p:cNvPr id="11" name="图表 10"/>
          <p:cNvGraphicFramePr/>
          <p:nvPr/>
        </p:nvGraphicFramePr>
        <p:xfrm>
          <a:off x="713694" y="1561328"/>
          <a:ext cx="4816246" cy="19534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图表 17"/>
          <p:cNvGraphicFramePr/>
          <p:nvPr/>
        </p:nvGraphicFramePr>
        <p:xfrm>
          <a:off x="713694" y="3569966"/>
          <a:ext cx="4816246" cy="1953474"/>
        </p:xfrm>
        <a:graphic>
          <a:graphicData uri="http://schemas.openxmlformats.org/drawingml/2006/chart">
            <c:chart xmlns:c="http://schemas.openxmlformats.org/drawingml/2006/chart" xmlns:r="http://schemas.openxmlformats.org/officeDocument/2006/relationships" r:id="rId4"/>
          </a:graphicData>
        </a:graphic>
      </p:graphicFrame>
      <p:cxnSp>
        <p:nvCxnSpPr>
          <p:cNvPr id="3" name="直接连接符 2"/>
          <p:cNvCxnSpPr/>
          <p:nvPr/>
        </p:nvCxnSpPr>
        <p:spPr>
          <a:xfrm>
            <a:off x="4976586" y="1696960"/>
            <a:ext cx="0" cy="165473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976586" y="3696405"/>
            <a:ext cx="0" cy="1687286"/>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007490" y="1742262"/>
            <a:ext cx="899878" cy="461665"/>
          </a:xfrm>
          <a:prstGeom prst="rect">
            <a:avLst/>
          </a:prstGeom>
          <a:noFill/>
        </p:spPr>
        <p:txBody>
          <a:bodyPr wrap="square" rtlCol="0">
            <a:spAutoFit/>
          </a:bodyPr>
          <a:lstStyle/>
          <a:p>
            <a:pPr algn="ctr"/>
            <a:r>
              <a:rPr lang="en-US" altLang="zh-CN" sz="2400" b="1" dirty="0">
                <a:solidFill>
                  <a:schemeClr val="accent1"/>
                </a:solidFill>
              </a:rPr>
              <a:t>79%</a:t>
            </a:r>
            <a:endParaRPr lang="zh-CN" altLang="en-US" sz="2400" b="1" dirty="0">
              <a:solidFill>
                <a:schemeClr val="accent1"/>
              </a:solidFill>
            </a:endParaRPr>
          </a:p>
        </p:txBody>
      </p:sp>
      <p:sp>
        <p:nvSpPr>
          <p:cNvPr id="23" name="文本框 22"/>
          <p:cNvSpPr txBox="1"/>
          <p:nvPr/>
        </p:nvSpPr>
        <p:spPr>
          <a:xfrm>
            <a:off x="5007490" y="3747205"/>
            <a:ext cx="899878" cy="461665"/>
          </a:xfrm>
          <a:prstGeom prst="rect">
            <a:avLst/>
          </a:prstGeom>
          <a:noFill/>
        </p:spPr>
        <p:txBody>
          <a:bodyPr wrap="square" rtlCol="0">
            <a:spAutoFit/>
          </a:bodyPr>
          <a:lstStyle/>
          <a:p>
            <a:pPr algn="ctr"/>
            <a:r>
              <a:rPr lang="en-US" altLang="zh-CN" sz="2400" b="1" dirty="0">
                <a:solidFill>
                  <a:schemeClr val="accent1"/>
                </a:solidFill>
              </a:rPr>
              <a:t>86%</a:t>
            </a:r>
            <a:endParaRPr lang="zh-CN" altLang="en-US" sz="2400" b="1" dirty="0">
              <a:solidFill>
                <a:schemeClr val="accent1"/>
              </a:solidFill>
            </a:endParaRPr>
          </a:p>
        </p:txBody>
      </p:sp>
      <p:sp>
        <p:nvSpPr>
          <p:cNvPr id="24" name="文本框 23"/>
          <p:cNvSpPr txBox="1"/>
          <p:nvPr/>
        </p:nvSpPr>
        <p:spPr>
          <a:xfrm>
            <a:off x="5007490" y="2402048"/>
            <a:ext cx="899878" cy="369332"/>
          </a:xfrm>
          <a:prstGeom prst="rect">
            <a:avLst/>
          </a:prstGeom>
          <a:noFill/>
        </p:spPr>
        <p:txBody>
          <a:bodyPr wrap="square" rtlCol="0">
            <a:spAutoFit/>
          </a:bodyPr>
          <a:lstStyle/>
          <a:p>
            <a:pPr algn="ctr"/>
            <a:r>
              <a:rPr lang="en-US" altLang="zh-CN" dirty="0">
                <a:solidFill>
                  <a:schemeClr val="bg2">
                    <a:lumMod val="90000"/>
                  </a:schemeClr>
                </a:solidFill>
              </a:rPr>
              <a:t>65%</a:t>
            </a:r>
            <a:endParaRPr lang="zh-CN" altLang="en-US" dirty="0">
              <a:solidFill>
                <a:schemeClr val="bg2">
                  <a:lumMod val="90000"/>
                </a:schemeClr>
              </a:solidFill>
            </a:endParaRPr>
          </a:p>
        </p:txBody>
      </p:sp>
      <p:sp>
        <p:nvSpPr>
          <p:cNvPr id="25" name="文本框 24"/>
          <p:cNvSpPr txBox="1"/>
          <p:nvPr/>
        </p:nvSpPr>
        <p:spPr>
          <a:xfrm>
            <a:off x="5007490" y="4438400"/>
            <a:ext cx="899878" cy="369332"/>
          </a:xfrm>
          <a:prstGeom prst="rect">
            <a:avLst/>
          </a:prstGeom>
          <a:noFill/>
        </p:spPr>
        <p:txBody>
          <a:bodyPr wrap="square" rtlCol="0">
            <a:spAutoFit/>
          </a:bodyPr>
          <a:lstStyle/>
          <a:p>
            <a:pPr algn="ctr"/>
            <a:r>
              <a:rPr lang="en-US" altLang="zh-CN" dirty="0">
                <a:solidFill>
                  <a:schemeClr val="bg2">
                    <a:lumMod val="90000"/>
                  </a:schemeClr>
                </a:solidFill>
              </a:rPr>
              <a:t>71%</a:t>
            </a:r>
            <a:endParaRPr lang="zh-CN" altLang="en-US" dirty="0">
              <a:solidFill>
                <a:schemeClr val="bg2">
                  <a:lumMod val="90000"/>
                </a:schemeClr>
              </a:solidFill>
            </a:endParaRPr>
          </a:p>
        </p:txBody>
      </p:sp>
      <p:sp>
        <p:nvSpPr>
          <p:cNvPr id="26" name="文本框 25"/>
          <p:cNvSpPr txBox="1"/>
          <p:nvPr/>
        </p:nvSpPr>
        <p:spPr>
          <a:xfrm>
            <a:off x="5007490" y="2967752"/>
            <a:ext cx="899878" cy="369332"/>
          </a:xfrm>
          <a:prstGeom prst="rect">
            <a:avLst/>
          </a:prstGeom>
          <a:noFill/>
        </p:spPr>
        <p:txBody>
          <a:bodyPr wrap="square" rtlCol="0">
            <a:spAutoFit/>
          </a:bodyPr>
          <a:lstStyle/>
          <a:p>
            <a:pPr algn="ctr"/>
            <a:r>
              <a:rPr lang="en-US" altLang="zh-CN" dirty="0">
                <a:solidFill>
                  <a:schemeClr val="bg2">
                    <a:lumMod val="90000"/>
                  </a:schemeClr>
                </a:solidFill>
              </a:rPr>
              <a:t>43%</a:t>
            </a:r>
            <a:endParaRPr lang="zh-CN" altLang="en-US" dirty="0">
              <a:solidFill>
                <a:schemeClr val="bg2">
                  <a:lumMod val="90000"/>
                </a:schemeClr>
              </a:solidFill>
            </a:endParaRPr>
          </a:p>
        </p:txBody>
      </p:sp>
      <p:sp>
        <p:nvSpPr>
          <p:cNvPr id="27" name="文本框 26"/>
          <p:cNvSpPr txBox="1"/>
          <p:nvPr/>
        </p:nvSpPr>
        <p:spPr>
          <a:xfrm>
            <a:off x="5007490" y="5006485"/>
            <a:ext cx="899878" cy="369332"/>
          </a:xfrm>
          <a:prstGeom prst="rect">
            <a:avLst/>
          </a:prstGeom>
          <a:noFill/>
        </p:spPr>
        <p:txBody>
          <a:bodyPr wrap="square" rtlCol="0">
            <a:spAutoFit/>
          </a:bodyPr>
          <a:lstStyle/>
          <a:p>
            <a:pPr algn="ctr"/>
            <a:r>
              <a:rPr lang="en-US" altLang="zh-CN" dirty="0">
                <a:solidFill>
                  <a:schemeClr val="bg2">
                    <a:lumMod val="90000"/>
                  </a:schemeClr>
                </a:solidFill>
              </a:rPr>
              <a:t>54%</a:t>
            </a:r>
            <a:endParaRPr lang="zh-CN" altLang="en-US" dirty="0">
              <a:solidFill>
                <a:schemeClr val="bg2">
                  <a:lumMod val="9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1639454"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639454"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31" name="空心弧 30"/>
          <p:cNvSpPr/>
          <p:nvPr/>
        </p:nvSpPr>
        <p:spPr>
          <a:xfrm rot="2526000">
            <a:off x="1303996" y="2075508"/>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7" name="空心弧 36"/>
          <p:cNvSpPr/>
          <p:nvPr/>
        </p:nvSpPr>
        <p:spPr>
          <a:xfrm rot="3606000">
            <a:off x="1320405" y="197190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8" name="空心弧 37"/>
          <p:cNvSpPr/>
          <p:nvPr/>
        </p:nvSpPr>
        <p:spPr>
          <a:xfrm rot="4686000">
            <a:off x="1368028" y="1878439"/>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9" name="空心弧 38"/>
          <p:cNvSpPr/>
          <p:nvPr/>
        </p:nvSpPr>
        <p:spPr>
          <a:xfrm rot="5766000">
            <a:off x="1442201" y="1804266"/>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0" name="空心弧 39"/>
          <p:cNvSpPr/>
          <p:nvPr/>
        </p:nvSpPr>
        <p:spPr>
          <a:xfrm rot="6846000">
            <a:off x="1535665" y="175664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1" name="空心弧 40"/>
          <p:cNvSpPr/>
          <p:nvPr/>
        </p:nvSpPr>
        <p:spPr>
          <a:xfrm rot="7926000">
            <a:off x="1639270" y="1740234"/>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2" name="空心弧 41"/>
          <p:cNvSpPr/>
          <p:nvPr/>
        </p:nvSpPr>
        <p:spPr>
          <a:xfrm rot="9006000">
            <a:off x="1742875" y="175664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3" name="空心弧 42"/>
          <p:cNvSpPr/>
          <p:nvPr/>
        </p:nvSpPr>
        <p:spPr>
          <a:xfrm rot="10086000">
            <a:off x="1836339" y="1804266"/>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4" name="空心弧 43"/>
          <p:cNvSpPr/>
          <p:nvPr/>
        </p:nvSpPr>
        <p:spPr>
          <a:xfrm rot="11166000">
            <a:off x="1910512" y="1878439"/>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5" name="空心弧 44"/>
          <p:cNvSpPr/>
          <p:nvPr/>
        </p:nvSpPr>
        <p:spPr>
          <a:xfrm rot="12246000">
            <a:off x="1958134" y="197190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6" name="空心弧 45"/>
          <p:cNvSpPr/>
          <p:nvPr/>
        </p:nvSpPr>
        <p:spPr>
          <a:xfrm rot="13326000">
            <a:off x="1974543" y="2075508"/>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7" name="空心弧 46"/>
          <p:cNvSpPr/>
          <p:nvPr/>
        </p:nvSpPr>
        <p:spPr>
          <a:xfrm rot="14406000">
            <a:off x="1958134" y="217911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8" name="空心弧 47"/>
          <p:cNvSpPr/>
          <p:nvPr/>
        </p:nvSpPr>
        <p:spPr>
          <a:xfrm rot="15486000">
            <a:off x="1910512" y="2272577"/>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9" name="空心弧 48"/>
          <p:cNvSpPr/>
          <p:nvPr/>
        </p:nvSpPr>
        <p:spPr>
          <a:xfrm rot="16566000">
            <a:off x="1836339" y="2346750"/>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0" name="空心弧 49"/>
          <p:cNvSpPr/>
          <p:nvPr/>
        </p:nvSpPr>
        <p:spPr>
          <a:xfrm rot="17646000">
            <a:off x="1742875" y="2394372"/>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1" name="空心弧 50"/>
          <p:cNvSpPr/>
          <p:nvPr/>
        </p:nvSpPr>
        <p:spPr>
          <a:xfrm rot="18726000">
            <a:off x="1639270" y="2410781"/>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2" name="空心弧 51"/>
          <p:cNvSpPr/>
          <p:nvPr/>
        </p:nvSpPr>
        <p:spPr>
          <a:xfrm rot="19806000">
            <a:off x="1535665" y="2394372"/>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3" name="空心弧 52"/>
          <p:cNvSpPr/>
          <p:nvPr/>
        </p:nvSpPr>
        <p:spPr>
          <a:xfrm rot="20886000">
            <a:off x="1442201" y="2346750"/>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4" name="空心弧 53"/>
          <p:cNvSpPr/>
          <p:nvPr/>
        </p:nvSpPr>
        <p:spPr>
          <a:xfrm rot="366000">
            <a:off x="1368028" y="2272577"/>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5" name="空心弧 54"/>
          <p:cNvSpPr/>
          <p:nvPr/>
        </p:nvSpPr>
        <p:spPr>
          <a:xfrm rot="1446000">
            <a:off x="1320405" y="217911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7" name="空心弧 56"/>
          <p:cNvSpPr/>
          <p:nvPr/>
        </p:nvSpPr>
        <p:spPr>
          <a:xfrm rot="2526000">
            <a:off x="3874110" y="2075508"/>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8" name="空心弧 57"/>
          <p:cNvSpPr/>
          <p:nvPr/>
        </p:nvSpPr>
        <p:spPr>
          <a:xfrm rot="3606000">
            <a:off x="3890519" y="197190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9" name="空心弧 58"/>
          <p:cNvSpPr/>
          <p:nvPr/>
        </p:nvSpPr>
        <p:spPr>
          <a:xfrm rot="4686000">
            <a:off x="3938142" y="1878439"/>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0" name="空心弧 59"/>
          <p:cNvSpPr/>
          <p:nvPr/>
        </p:nvSpPr>
        <p:spPr>
          <a:xfrm rot="5766000">
            <a:off x="4012315" y="1804266"/>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 name="空心弧 60"/>
          <p:cNvSpPr/>
          <p:nvPr/>
        </p:nvSpPr>
        <p:spPr>
          <a:xfrm rot="6846000">
            <a:off x="4105779" y="175664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 name="空心弧 61"/>
          <p:cNvSpPr/>
          <p:nvPr/>
        </p:nvSpPr>
        <p:spPr>
          <a:xfrm rot="7926000">
            <a:off x="4209384" y="1740234"/>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 name="空心弧 62"/>
          <p:cNvSpPr/>
          <p:nvPr/>
        </p:nvSpPr>
        <p:spPr>
          <a:xfrm rot="9006000">
            <a:off x="4312989" y="175664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 name="空心弧 63"/>
          <p:cNvSpPr/>
          <p:nvPr/>
        </p:nvSpPr>
        <p:spPr>
          <a:xfrm rot="10086000">
            <a:off x="4406453" y="1804266"/>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 name="空心弧 64"/>
          <p:cNvSpPr/>
          <p:nvPr/>
        </p:nvSpPr>
        <p:spPr>
          <a:xfrm rot="11166000">
            <a:off x="4480626" y="1878439"/>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 name="空心弧 65"/>
          <p:cNvSpPr/>
          <p:nvPr/>
        </p:nvSpPr>
        <p:spPr>
          <a:xfrm rot="12246000">
            <a:off x="4528248" y="197190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 name="空心弧 66"/>
          <p:cNvSpPr/>
          <p:nvPr/>
        </p:nvSpPr>
        <p:spPr>
          <a:xfrm rot="13326000">
            <a:off x="4544657" y="2075508"/>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 name="空心弧 67"/>
          <p:cNvSpPr/>
          <p:nvPr/>
        </p:nvSpPr>
        <p:spPr>
          <a:xfrm rot="14406000">
            <a:off x="4528248" y="217911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 name="空心弧 68"/>
          <p:cNvSpPr/>
          <p:nvPr/>
        </p:nvSpPr>
        <p:spPr>
          <a:xfrm rot="15486000">
            <a:off x="4480626" y="2272577"/>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 name="空心弧 69"/>
          <p:cNvSpPr/>
          <p:nvPr/>
        </p:nvSpPr>
        <p:spPr>
          <a:xfrm rot="16566000">
            <a:off x="4406453" y="2346750"/>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 name="空心弧 70"/>
          <p:cNvSpPr/>
          <p:nvPr/>
        </p:nvSpPr>
        <p:spPr>
          <a:xfrm rot="17646000">
            <a:off x="4312989" y="2394372"/>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 name="空心弧 71"/>
          <p:cNvSpPr/>
          <p:nvPr/>
        </p:nvSpPr>
        <p:spPr>
          <a:xfrm rot="18726000">
            <a:off x="4209384" y="2410781"/>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 name="空心弧 72"/>
          <p:cNvSpPr/>
          <p:nvPr/>
        </p:nvSpPr>
        <p:spPr>
          <a:xfrm rot="19806000">
            <a:off x="4105779" y="2394372"/>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 name="空心弧 73"/>
          <p:cNvSpPr/>
          <p:nvPr/>
        </p:nvSpPr>
        <p:spPr>
          <a:xfrm rot="20886000">
            <a:off x="4012315" y="2346750"/>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 name="空心弧 74"/>
          <p:cNvSpPr/>
          <p:nvPr/>
        </p:nvSpPr>
        <p:spPr>
          <a:xfrm rot="366000">
            <a:off x="3938142" y="2272577"/>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 name="空心弧 75"/>
          <p:cNvSpPr/>
          <p:nvPr/>
        </p:nvSpPr>
        <p:spPr>
          <a:xfrm rot="1446000">
            <a:off x="3890519" y="217911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 name="空心弧 77"/>
          <p:cNvSpPr/>
          <p:nvPr/>
        </p:nvSpPr>
        <p:spPr>
          <a:xfrm rot="2526000">
            <a:off x="9014337" y="2075508"/>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 name="空心弧 78"/>
          <p:cNvSpPr/>
          <p:nvPr/>
        </p:nvSpPr>
        <p:spPr>
          <a:xfrm rot="3606000">
            <a:off x="9030746" y="197190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 name="空心弧 79"/>
          <p:cNvSpPr/>
          <p:nvPr/>
        </p:nvSpPr>
        <p:spPr>
          <a:xfrm rot="4686000">
            <a:off x="9078369" y="1878439"/>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 name="空心弧 80"/>
          <p:cNvSpPr/>
          <p:nvPr/>
        </p:nvSpPr>
        <p:spPr>
          <a:xfrm rot="5766000">
            <a:off x="9152542" y="1804266"/>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 name="空心弧 81"/>
          <p:cNvSpPr/>
          <p:nvPr/>
        </p:nvSpPr>
        <p:spPr>
          <a:xfrm rot="6846000">
            <a:off x="9246006" y="175664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 name="空心弧 82"/>
          <p:cNvSpPr/>
          <p:nvPr/>
        </p:nvSpPr>
        <p:spPr>
          <a:xfrm rot="7926000">
            <a:off x="9349611" y="1740234"/>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 name="空心弧 83"/>
          <p:cNvSpPr/>
          <p:nvPr/>
        </p:nvSpPr>
        <p:spPr>
          <a:xfrm rot="9006000">
            <a:off x="9453216" y="175664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 name="空心弧 84"/>
          <p:cNvSpPr/>
          <p:nvPr/>
        </p:nvSpPr>
        <p:spPr>
          <a:xfrm rot="10086000">
            <a:off x="9546680" y="1804266"/>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 name="空心弧 85"/>
          <p:cNvSpPr/>
          <p:nvPr/>
        </p:nvSpPr>
        <p:spPr>
          <a:xfrm rot="11166000">
            <a:off x="9620853" y="1878439"/>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 name="空心弧 86"/>
          <p:cNvSpPr/>
          <p:nvPr/>
        </p:nvSpPr>
        <p:spPr>
          <a:xfrm rot="12246000">
            <a:off x="9668475" y="197190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 name="空心弧 87"/>
          <p:cNvSpPr/>
          <p:nvPr/>
        </p:nvSpPr>
        <p:spPr>
          <a:xfrm rot="13326000">
            <a:off x="9684884" y="2075508"/>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 name="空心弧 88"/>
          <p:cNvSpPr/>
          <p:nvPr/>
        </p:nvSpPr>
        <p:spPr>
          <a:xfrm rot="14406000">
            <a:off x="9668475" y="217911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 name="空心弧 89"/>
          <p:cNvSpPr/>
          <p:nvPr/>
        </p:nvSpPr>
        <p:spPr>
          <a:xfrm rot="15486000">
            <a:off x="9620853" y="2272577"/>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 name="空心弧 90"/>
          <p:cNvSpPr/>
          <p:nvPr/>
        </p:nvSpPr>
        <p:spPr>
          <a:xfrm rot="16566000">
            <a:off x="9546680" y="2346750"/>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 name="空心弧 91"/>
          <p:cNvSpPr/>
          <p:nvPr/>
        </p:nvSpPr>
        <p:spPr>
          <a:xfrm rot="17646000">
            <a:off x="9453216" y="2394372"/>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 name="空心弧 92"/>
          <p:cNvSpPr/>
          <p:nvPr/>
        </p:nvSpPr>
        <p:spPr>
          <a:xfrm rot="18726000">
            <a:off x="9349611" y="2410781"/>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 name="空心弧 93"/>
          <p:cNvSpPr/>
          <p:nvPr/>
        </p:nvSpPr>
        <p:spPr>
          <a:xfrm rot="19806000">
            <a:off x="9246006" y="2394372"/>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 name="空心弧 94"/>
          <p:cNvSpPr/>
          <p:nvPr/>
        </p:nvSpPr>
        <p:spPr>
          <a:xfrm rot="20886000">
            <a:off x="9152542" y="2346750"/>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 name="空心弧 95"/>
          <p:cNvSpPr/>
          <p:nvPr/>
        </p:nvSpPr>
        <p:spPr>
          <a:xfrm rot="366000">
            <a:off x="9078369" y="2272577"/>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 name="空心弧 96"/>
          <p:cNvSpPr/>
          <p:nvPr/>
        </p:nvSpPr>
        <p:spPr>
          <a:xfrm rot="1446000">
            <a:off x="9030746" y="217911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 name="空心弧 98"/>
          <p:cNvSpPr/>
          <p:nvPr/>
        </p:nvSpPr>
        <p:spPr>
          <a:xfrm rot="2526000">
            <a:off x="6444224" y="2075508"/>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 name="空心弧 99"/>
          <p:cNvSpPr/>
          <p:nvPr/>
        </p:nvSpPr>
        <p:spPr>
          <a:xfrm rot="3606000">
            <a:off x="6460633" y="197190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 name="空心弧 100"/>
          <p:cNvSpPr/>
          <p:nvPr/>
        </p:nvSpPr>
        <p:spPr>
          <a:xfrm rot="4686000">
            <a:off x="6508256" y="1878439"/>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 name="空心弧 101"/>
          <p:cNvSpPr/>
          <p:nvPr/>
        </p:nvSpPr>
        <p:spPr>
          <a:xfrm rot="5766000">
            <a:off x="6582429" y="1804266"/>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 name="空心弧 102"/>
          <p:cNvSpPr/>
          <p:nvPr/>
        </p:nvSpPr>
        <p:spPr>
          <a:xfrm rot="6846000">
            <a:off x="6675893" y="175664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 name="空心弧 103"/>
          <p:cNvSpPr/>
          <p:nvPr/>
        </p:nvSpPr>
        <p:spPr>
          <a:xfrm rot="7926000">
            <a:off x="6779498" y="1740234"/>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 name="空心弧 104"/>
          <p:cNvSpPr/>
          <p:nvPr/>
        </p:nvSpPr>
        <p:spPr>
          <a:xfrm rot="9006000">
            <a:off x="6883103" y="175664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 name="空心弧 105"/>
          <p:cNvSpPr/>
          <p:nvPr/>
        </p:nvSpPr>
        <p:spPr>
          <a:xfrm rot="10086000">
            <a:off x="6976567" y="1804266"/>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 name="空心弧 106"/>
          <p:cNvSpPr/>
          <p:nvPr/>
        </p:nvSpPr>
        <p:spPr>
          <a:xfrm rot="11166000">
            <a:off x="7050740" y="1878439"/>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 name="空心弧 107"/>
          <p:cNvSpPr/>
          <p:nvPr/>
        </p:nvSpPr>
        <p:spPr>
          <a:xfrm rot="12246000">
            <a:off x="7098362" y="1971903"/>
            <a:ext cx="1028262" cy="1028262"/>
          </a:xfrm>
          <a:prstGeom prst="blockArc">
            <a:avLst>
              <a:gd name="adj1" fmla="val 7769288"/>
              <a:gd name="adj2" fmla="val 9169713"/>
              <a:gd name="adj3" fmla="val 2024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 name="空心弧 108"/>
          <p:cNvSpPr/>
          <p:nvPr/>
        </p:nvSpPr>
        <p:spPr>
          <a:xfrm rot="13326000">
            <a:off x="7114771" y="2075508"/>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 name="空心弧 109"/>
          <p:cNvSpPr/>
          <p:nvPr/>
        </p:nvSpPr>
        <p:spPr>
          <a:xfrm rot="14406000">
            <a:off x="7098362" y="217911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 name="空心弧 110"/>
          <p:cNvSpPr/>
          <p:nvPr/>
        </p:nvSpPr>
        <p:spPr>
          <a:xfrm rot="15486000">
            <a:off x="7050740" y="2272577"/>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 name="空心弧 111"/>
          <p:cNvSpPr/>
          <p:nvPr/>
        </p:nvSpPr>
        <p:spPr>
          <a:xfrm rot="16566000">
            <a:off x="6976567" y="2346750"/>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 name="空心弧 112"/>
          <p:cNvSpPr/>
          <p:nvPr/>
        </p:nvSpPr>
        <p:spPr>
          <a:xfrm rot="17646000">
            <a:off x="6883103" y="2394372"/>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 name="空心弧 113"/>
          <p:cNvSpPr/>
          <p:nvPr/>
        </p:nvSpPr>
        <p:spPr>
          <a:xfrm rot="18726000">
            <a:off x="6779498" y="2410781"/>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 name="空心弧 114"/>
          <p:cNvSpPr/>
          <p:nvPr/>
        </p:nvSpPr>
        <p:spPr>
          <a:xfrm rot="19806000">
            <a:off x="6675893" y="2394372"/>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 name="空心弧 115"/>
          <p:cNvSpPr/>
          <p:nvPr/>
        </p:nvSpPr>
        <p:spPr>
          <a:xfrm rot="20886000">
            <a:off x="6582429" y="2346750"/>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 name="空心弧 116"/>
          <p:cNvSpPr/>
          <p:nvPr/>
        </p:nvSpPr>
        <p:spPr>
          <a:xfrm rot="366000">
            <a:off x="6508256" y="2272577"/>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 name="空心弧 117"/>
          <p:cNvSpPr/>
          <p:nvPr/>
        </p:nvSpPr>
        <p:spPr>
          <a:xfrm rot="1446000">
            <a:off x="6460633" y="2179113"/>
            <a:ext cx="1028262" cy="1028262"/>
          </a:xfrm>
          <a:prstGeom prst="blockArc">
            <a:avLst>
              <a:gd name="adj1" fmla="val 7769288"/>
              <a:gd name="adj2" fmla="val 9169713"/>
              <a:gd name="adj3" fmla="val 202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 name="文本框 118"/>
          <p:cNvSpPr txBox="1"/>
          <p:nvPr/>
        </p:nvSpPr>
        <p:spPr>
          <a:xfrm>
            <a:off x="1667018" y="2328028"/>
            <a:ext cx="972764" cy="523220"/>
          </a:xfrm>
          <a:prstGeom prst="rect">
            <a:avLst/>
          </a:prstGeom>
          <a:noFill/>
        </p:spPr>
        <p:txBody>
          <a:bodyPr wrap="square" rtlCol="0">
            <a:spAutoFit/>
          </a:bodyPr>
          <a:lstStyle/>
          <a:p>
            <a:pPr algn="ctr"/>
            <a:r>
              <a:rPr lang="en-US" altLang="zh-CN" sz="2800" dirty="0">
                <a:solidFill>
                  <a:schemeClr val="accent1"/>
                </a:solidFill>
                <a:latin typeface="+mj-lt"/>
              </a:rPr>
              <a:t>45%</a:t>
            </a:r>
            <a:endParaRPr lang="zh-CN" altLang="en-US" sz="2800" dirty="0">
              <a:solidFill>
                <a:schemeClr val="accent1"/>
              </a:solidFill>
              <a:latin typeface="+mj-lt"/>
            </a:endParaRPr>
          </a:p>
        </p:txBody>
      </p:sp>
      <p:sp>
        <p:nvSpPr>
          <p:cNvPr id="120" name="文本框 119"/>
          <p:cNvSpPr txBox="1"/>
          <p:nvPr/>
        </p:nvSpPr>
        <p:spPr>
          <a:xfrm>
            <a:off x="4237132" y="2328028"/>
            <a:ext cx="972764" cy="523220"/>
          </a:xfrm>
          <a:prstGeom prst="rect">
            <a:avLst/>
          </a:prstGeom>
          <a:noFill/>
        </p:spPr>
        <p:txBody>
          <a:bodyPr wrap="square" rtlCol="0">
            <a:spAutoFit/>
          </a:bodyPr>
          <a:lstStyle/>
          <a:p>
            <a:pPr algn="ctr"/>
            <a:r>
              <a:rPr lang="en-US" altLang="zh-CN" sz="2800" dirty="0">
                <a:solidFill>
                  <a:schemeClr val="accent1"/>
                </a:solidFill>
                <a:latin typeface="+mj-lt"/>
              </a:rPr>
              <a:t>25%</a:t>
            </a:r>
            <a:endParaRPr lang="zh-CN" altLang="en-US" sz="2800" dirty="0">
              <a:solidFill>
                <a:schemeClr val="accent1"/>
              </a:solidFill>
              <a:latin typeface="+mj-lt"/>
            </a:endParaRPr>
          </a:p>
        </p:txBody>
      </p:sp>
      <p:sp>
        <p:nvSpPr>
          <p:cNvPr id="121" name="文本框 120"/>
          <p:cNvSpPr txBox="1"/>
          <p:nvPr/>
        </p:nvSpPr>
        <p:spPr>
          <a:xfrm>
            <a:off x="6807246" y="2328028"/>
            <a:ext cx="972764" cy="523220"/>
          </a:xfrm>
          <a:prstGeom prst="rect">
            <a:avLst/>
          </a:prstGeom>
          <a:noFill/>
        </p:spPr>
        <p:txBody>
          <a:bodyPr wrap="square" rtlCol="0">
            <a:spAutoFit/>
          </a:bodyPr>
          <a:lstStyle/>
          <a:p>
            <a:pPr algn="ctr"/>
            <a:r>
              <a:rPr lang="en-US" altLang="zh-CN" sz="2800" dirty="0">
                <a:solidFill>
                  <a:schemeClr val="accent1"/>
                </a:solidFill>
                <a:latin typeface="+mj-lt"/>
              </a:rPr>
              <a:t>75%</a:t>
            </a:r>
            <a:endParaRPr lang="zh-CN" altLang="en-US" sz="2800" dirty="0">
              <a:solidFill>
                <a:schemeClr val="accent1"/>
              </a:solidFill>
              <a:latin typeface="+mj-lt"/>
            </a:endParaRPr>
          </a:p>
        </p:txBody>
      </p:sp>
      <p:sp>
        <p:nvSpPr>
          <p:cNvPr id="122" name="文本框 121"/>
          <p:cNvSpPr txBox="1"/>
          <p:nvPr/>
        </p:nvSpPr>
        <p:spPr>
          <a:xfrm>
            <a:off x="9377359" y="2328028"/>
            <a:ext cx="972764" cy="523220"/>
          </a:xfrm>
          <a:prstGeom prst="rect">
            <a:avLst/>
          </a:prstGeom>
          <a:noFill/>
        </p:spPr>
        <p:txBody>
          <a:bodyPr wrap="square" rtlCol="0">
            <a:spAutoFit/>
          </a:bodyPr>
          <a:lstStyle/>
          <a:p>
            <a:pPr algn="ctr"/>
            <a:r>
              <a:rPr lang="en-US" altLang="zh-CN" sz="2800" dirty="0">
                <a:solidFill>
                  <a:schemeClr val="accent1"/>
                </a:solidFill>
                <a:latin typeface="+mj-lt"/>
              </a:rPr>
              <a:t>50%</a:t>
            </a:r>
            <a:endParaRPr lang="zh-CN" altLang="en-US" sz="2800" dirty="0">
              <a:solidFill>
                <a:schemeClr val="accent1"/>
              </a:solidFill>
              <a:latin typeface="+mj-lt"/>
            </a:endParaRPr>
          </a:p>
        </p:txBody>
      </p:sp>
      <p:sp>
        <p:nvSpPr>
          <p:cNvPr id="123" name="矩形 122"/>
          <p:cNvSpPr/>
          <p:nvPr/>
        </p:nvSpPr>
        <p:spPr>
          <a:xfrm>
            <a:off x="1406670" y="3630560"/>
            <a:ext cx="1569660"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124" name="矩形 123"/>
          <p:cNvSpPr/>
          <p:nvPr/>
        </p:nvSpPr>
        <p:spPr>
          <a:xfrm>
            <a:off x="3961093" y="3630560"/>
            <a:ext cx="1569660"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125" name="矩形 124"/>
          <p:cNvSpPr/>
          <p:nvPr/>
        </p:nvSpPr>
        <p:spPr>
          <a:xfrm>
            <a:off x="6515516" y="3630560"/>
            <a:ext cx="1569660"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126" name="矩形 125"/>
          <p:cNvSpPr/>
          <p:nvPr/>
        </p:nvSpPr>
        <p:spPr>
          <a:xfrm>
            <a:off x="9069939" y="3630560"/>
            <a:ext cx="1569660" cy="369332"/>
          </a:xfrm>
          <a:prstGeom prst="rect">
            <a:avLst/>
          </a:prstGeom>
        </p:spPr>
        <p:txBody>
          <a:bodyPr wrap="none">
            <a:spAutoFit/>
          </a:bodyPr>
          <a:lstStyle/>
          <a:p>
            <a:pPr algn="ctr"/>
            <a:r>
              <a:rPr lang="zh-CN" altLang="en-US" b="1" dirty="0">
                <a:solidFill>
                  <a:schemeClr val="accent1"/>
                </a:solidFill>
                <a:latin typeface="+mn-ea"/>
              </a:rPr>
              <a:t>点击输入标题</a:t>
            </a:r>
          </a:p>
        </p:txBody>
      </p:sp>
      <p:sp>
        <p:nvSpPr>
          <p:cNvPr id="3" name="矩形 2"/>
          <p:cNvSpPr/>
          <p:nvPr/>
        </p:nvSpPr>
        <p:spPr>
          <a:xfrm>
            <a:off x="1219978" y="4545992"/>
            <a:ext cx="9752044" cy="1358504"/>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矩形 3"/>
          <p:cNvSpPr/>
          <p:nvPr/>
        </p:nvSpPr>
        <p:spPr>
          <a:xfrm>
            <a:off x="1219978" y="4545992"/>
            <a:ext cx="45719" cy="1358504"/>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1486835" y="4722350"/>
            <a:ext cx="870259" cy="1005788"/>
          </a:xfrm>
          <a:prstGeom prst="rect">
            <a:avLst/>
          </a:prstGeom>
          <a:noFill/>
        </p:spPr>
        <p:txBody>
          <a:bodyPr wrap="square" rtlCol="0">
            <a:spAutoFit/>
          </a:bodyPr>
          <a:lstStyle/>
          <a:p>
            <a:pPr algn="dist">
              <a:lnSpc>
                <a:spcPct val="130000"/>
              </a:lnSpc>
            </a:pPr>
            <a:r>
              <a:rPr lang="zh-CN" altLang="en-US" sz="2400" b="1" dirty="0">
                <a:solidFill>
                  <a:schemeClr val="accent1"/>
                </a:solidFill>
                <a:latin typeface="+mj-ea"/>
                <a:ea typeface="+mj-ea"/>
              </a:rPr>
              <a:t>结论</a:t>
            </a:r>
            <a:endParaRPr lang="en-US" altLang="zh-CN" sz="2400" b="1" dirty="0">
              <a:solidFill>
                <a:schemeClr val="accent1"/>
              </a:solidFill>
              <a:latin typeface="+mj-ea"/>
              <a:ea typeface="+mj-ea"/>
            </a:endParaRPr>
          </a:p>
          <a:p>
            <a:pPr algn="dist">
              <a:lnSpc>
                <a:spcPct val="130000"/>
              </a:lnSpc>
            </a:pPr>
            <a:r>
              <a:rPr lang="zh-CN" altLang="en-US" sz="2400" b="1" dirty="0">
                <a:solidFill>
                  <a:schemeClr val="accent1"/>
                </a:solidFill>
                <a:latin typeface="+mj-ea"/>
                <a:ea typeface="+mj-ea"/>
              </a:rPr>
              <a:t>在此</a:t>
            </a:r>
          </a:p>
        </p:txBody>
      </p:sp>
      <p:cxnSp>
        <p:nvCxnSpPr>
          <p:cNvPr id="18" name="直接连接符 17"/>
          <p:cNvCxnSpPr/>
          <p:nvPr/>
        </p:nvCxnSpPr>
        <p:spPr>
          <a:xfrm>
            <a:off x="2504752" y="4800246"/>
            <a:ext cx="0" cy="8499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9" name="矩形 128"/>
          <p:cNvSpPr/>
          <p:nvPr/>
        </p:nvSpPr>
        <p:spPr>
          <a:xfrm>
            <a:off x="2735016" y="4680672"/>
            <a:ext cx="8017742" cy="1089144"/>
          </a:xfrm>
          <a:prstGeom prst="rect">
            <a:avLst/>
          </a:prstGeom>
        </p:spPr>
        <p:txBody>
          <a:bodyPr wrap="square">
            <a:spAutoFit/>
          </a:bodyPr>
          <a:lstStyle/>
          <a:p>
            <a:pPr algn="just">
              <a:lnSpc>
                <a:spcPct val="14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学校已经成为国家人才培养、科学研究、社会服务、文化传承创新和国际合作交流的重要基地。学校已经成为国家人才培养、科学研究、社会服务、文化传承创新和国际合作交流的重要基地。</a:t>
            </a:r>
          </a:p>
        </p:txBody>
      </p:sp>
      <p:sp>
        <p:nvSpPr>
          <p:cNvPr id="19" name="文本占位符 18"/>
          <p:cNvSpPr>
            <a:spLocks noGrp="1"/>
          </p:cNvSpPr>
          <p:nvPr>
            <p:ph type="body" sz="quarter" idx="10"/>
          </p:nvPr>
        </p:nvSpPr>
        <p:spPr/>
        <p:txBody>
          <a:bodyPr/>
          <a:lstStyle/>
          <a:p>
            <a:r>
              <a:rPr lang="zh-CN" altLang="en-US" dirty="0">
                <a:solidFill>
                  <a:schemeClr val="accent1"/>
                </a:solidFill>
              </a:rPr>
              <a:t>饼图</a:t>
            </a:r>
          </a:p>
        </p:txBody>
      </p:sp>
      <p:sp>
        <p:nvSpPr>
          <p:cNvPr id="24" name="文本占位符 23"/>
          <p:cNvSpPr>
            <a:spLocks noGrp="1"/>
          </p:cNvSpPr>
          <p:nvPr>
            <p:ph type="body" sz="quarter" idx="11"/>
          </p:nvPr>
        </p:nvSpPr>
        <p:spPr/>
        <p:txBody>
          <a:bodyPr/>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矩形 13"/>
          <p:cNvSpPr/>
          <p:nvPr/>
        </p:nvSpPr>
        <p:spPr>
          <a:xfrm>
            <a:off x="0" y="-613274"/>
            <a:ext cx="4026746" cy="7985624"/>
          </a:xfrm>
          <a:prstGeom prst="rect">
            <a:avLst/>
          </a:prstGeom>
          <a:blipFill dpi="0" rotWithShape="1">
            <a:blip r:embed="rId3" cstate="email">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4252888" y="-33151"/>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blipFill dpi="0" rotWithShape="1">
            <a:blip r:embed="rId4"/>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4252888" y="-33151"/>
            <a:ext cx="7939086" cy="6892294"/>
          </a:xfrm>
          <a:custGeom>
            <a:avLst/>
            <a:gdLst>
              <a:gd name="connsiteX0" fmla="*/ 1727580 w 7939086"/>
              <a:gd name="connsiteY0" fmla="*/ 19508 h 6892294"/>
              <a:gd name="connsiteX1" fmla="*/ 1727580 w 7939086"/>
              <a:gd name="connsiteY1" fmla="*/ 3446148 h 6892294"/>
              <a:gd name="connsiteX2" fmla="*/ 1727580 w 7939086"/>
              <a:gd name="connsiteY2" fmla="*/ 3446808 h 6892294"/>
              <a:gd name="connsiteX3" fmla="*/ 1727580 w 7939086"/>
              <a:gd name="connsiteY3" fmla="*/ 6873448 h 6892294"/>
              <a:gd name="connsiteX4" fmla="*/ 240365 w 7939086"/>
              <a:gd name="connsiteY4" fmla="*/ 3731435 h 6892294"/>
              <a:gd name="connsiteX5" fmla="*/ 557 w 7939086"/>
              <a:gd name="connsiteY5" fmla="*/ 3446808 h 6892294"/>
              <a:gd name="connsiteX6" fmla="*/ 1 w 7939086"/>
              <a:gd name="connsiteY6" fmla="*/ 3446808 h 6892294"/>
              <a:gd name="connsiteX7" fmla="*/ 0 w 7939086"/>
              <a:gd name="connsiteY7" fmla="*/ 3446808 h 6892294"/>
              <a:gd name="connsiteX8" fmla="*/ 278 w 7939086"/>
              <a:gd name="connsiteY8" fmla="*/ 3446478 h 6892294"/>
              <a:gd name="connsiteX9" fmla="*/ 0 w 7939086"/>
              <a:gd name="connsiteY9" fmla="*/ 3446148 h 6892294"/>
              <a:gd name="connsiteX10" fmla="*/ 1 w 7939086"/>
              <a:gd name="connsiteY10" fmla="*/ 3446148 h 6892294"/>
              <a:gd name="connsiteX11" fmla="*/ 557 w 7939086"/>
              <a:gd name="connsiteY11" fmla="*/ 3446148 h 6892294"/>
              <a:gd name="connsiteX12" fmla="*/ 240365 w 7939086"/>
              <a:gd name="connsiteY12" fmla="*/ 3161522 h 6892294"/>
              <a:gd name="connsiteX13" fmla="*/ 1727580 w 7939086"/>
              <a:gd name="connsiteY13" fmla="*/ 19508 h 6892294"/>
              <a:gd name="connsiteX14" fmla="*/ 5012490 w 7939086"/>
              <a:gd name="connsiteY14" fmla="*/ 0 h 6892294"/>
              <a:gd name="connsiteX15" fmla="*/ 7939086 w 7939086"/>
              <a:gd name="connsiteY15" fmla="*/ 0 h 6892294"/>
              <a:gd name="connsiteX16" fmla="*/ 7939086 w 7939086"/>
              <a:gd name="connsiteY16" fmla="*/ 6892294 h 6892294"/>
              <a:gd name="connsiteX17" fmla="*/ 5012490 w 7939086"/>
              <a:gd name="connsiteY17" fmla="*/ 6892294 h 6892294"/>
              <a:gd name="connsiteX18" fmla="*/ 5012490 w 7939086"/>
              <a:gd name="connsiteY18" fmla="*/ 6892294 h 6892294"/>
              <a:gd name="connsiteX19" fmla="*/ 4060530 w 7939086"/>
              <a:gd name="connsiteY19" fmla="*/ 6892294 h 6892294"/>
              <a:gd name="connsiteX20" fmla="*/ 3088246 w 7939086"/>
              <a:gd name="connsiteY20" fmla="*/ 6892294 h 6892294"/>
              <a:gd name="connsiteX21" fmla="*/ 1727582 w 7939086"/>
              <a:gd name="connsiteY21" fmla="*/ 6892294 h 6892294"/>
              <a:gd name="connsiteX22" fmla="*/ 1727582 w 7939086"/>
              <a:gd name="connsiteY22" fmla="*/ 662 h 6892294"/>
              <a:gd name="connsiteX23" fmla="*/ 3088246 w 7939086"/>
              <a:gd name="connsiteY23" fmla="*/ 662 h 6892294"/>
              <a:gd name="connsiteX24" fmla="*/ 3088246 w 7939086"/>
              <a:gd name="connsiteY24" fmla="*/ 2 h 6892294"/>
              <a:gd name="connsiteX25" fmla="*/ 5012490 w 7939086"/>
              <a:gd name="connsiteY25" fmla="*/ 2 h 689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39086" h="6892294">
                <a:moveTo>
                  <a:pt x="1727580" y="19508"/>
                </a:moveTo>
                <a:lnTo>
                  <a:pt x="1727580" y="3446148"/>
                </a:lnTo>
                <a:lnTo>
                  <a:pt x="1727580" y="3446808"/>
                </a:lnTo>
                <a:lnTo>
                  <a:pt x="1727580" y="6873448"/>
                </a:lnTo>
                <a:cubicBezTo>
                  <a:pt x="1497613" y="5771152"/>
                  <a:pt x="1373298" y="5108525"/>
                  <a:pt x="240365" y="3731435"/>
                </a:cubicBezTo>
                <a:lnTo>
                  <a:pt x="557" y="3446808"/>
                </a:lnTo>
                <a:lnTo>
                  <a:pt x="1" y="3446808"/>
                </a:lnTo>
                <a:lnTo>
                  <a:pt x="0" y="3446808"/>
                </a:lnTo>
                <a:lnTo>
                  <a:pt x="278" y="3446478"/>
                </a:lnTo>
                <a:lnTo>
                  <a:pt x="0" y="3446148"/>
                </a:lnTo>
                <a:lnTo>
                  <a:pt x="1" y="3446148"/>
                </a:lnTo>
                <a:lnTo>
                  <a:pt x="557" y="3446148"/>
                </a:lnTo>
                <a:lnTo>
                  <a:pt x="240365" y="3161522"/>
                </a:lnTo>
                <a:cubicBezTo>
                  <a:pt x="1373298" y="1784432"/>
                  <a:pt x="1497613" y="1121805"/>
                  <a:pt x="1727580" y="19508"/>
                </a:cubicBezTo>
                <a:close/>
                <a:moveTo>
                  <a:pt x="5012490" y="0"/>
                </a:moveTo>
                <a:lnTo>
                  <a:pt x="7939086" y="0"/>
                </a:lnTo>
                <a:lnTo>
                  <a:pt x="7939086" y="6892294"/>
                </a:lnTo>
                <a:lnTo>
                  <a:pt x="5012490" y="6892294"/>
                </a:lnTo>
                <a:lnTo>
                  <a:pt x="5012490" y="6892294"/>
                </a:lnTo>
                <a:lnTo>
                  <a:pt x="4060530" y="6892294"/>
                </a:lnTo>
                <a:lnTo>
                  <a:pt x="3088246" y="6892294"/>
                </a:lnTo>
                <a:lnTo>
                  <a:pt x="1727582" y="6892294"/>
                </a:lnTo>
                <a:lnTo>
                  <a:pt x="1727582" y="662"/>
                </a:lnTo>
                <a:lnTo>
                  <a:pt x="3088246" y="662"/>
                </a:lnTo>
                <a:lnTo>
                  <a:pt x="3088246" y="2"/>
                </a:lnTo>
                <a:lnTo>
                  <a:pt x="5012490" y="2"/>
                </a:lnTo>
                <a:close/>
              </a:path>
            </a:pathLst>
          </a:cu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rot="5400000">
            <a:off x="1633474" y="2421313"/>
            <a:ext cx="7010399" cy="1862978"/>
            <a:chOff x="-58746" y="3263928"/>
            <a:chExt cx="12140523" cy="1782159"/>
          </a:xfrm>
        </p:grpSpPr>
        <p:sp>
          <p:nvSpPr>
            <p:cNvPr id="16" name="任意多边形: 形状 15"/>
            <p:cNvSpPr/>
            <p:nvPr/>
          </p:nvSpPr>
          <p:spPr>
            <a:xfrm>
              <a:off x="5985776" y="3335434"/>
              <a:ext cx="6096001"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p:cNvSpPr/>
            <p:nvPr/>
          </p:nvSpPr>
          <p:spPr>
            <a:xfrm flipH="1">
              <a:off x="-58746" y="3263928"/>
              <a:ext cx="6127972"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组合 2"/>
          <p:cNvGrpSpPr/>
          <p:nvPr/>
        </p:nvGrpSpPr>
        <p:grpSpPr>
          <a:xfrm>
            <a:off x="3998161" y="2880682"/>
            <a:ext cx="1085850" cy="1085850"/>
            <a:chOff x="5553075" y="2996436"/>
            <a:chExt cx="1085850" cy="1085850"/>
          </a:xfrm>
        </p:grpSpPr>
        <p:sp>
          <p:nvSpPr>
            <p:cNvPr id="33" name="椭圆 32"/>
            <p:cNvSpPr/>
            <p:nvPr/>
          </p:nvSpPr>
          <p:spPr>
            <a:xfrm>
              <a:off x="5553075" y="2996436"/>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rotWithShape="1">
            <a:blip r:embed="rId5"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3041810"/>
              <a:ext cx="1033202" cy="1033202"/>
            </a:xfrm>
            <a:prstGeom prst="ellipse">
              <a:avLst/>
            </a:prstGeom>
          </p:spPr>
        </p:pic>
      </p:grpSp>
      <p:sp>
        <p:nvSpPr>
          <p:cNvPr id="10" name="文本框 9"/>
          <p:cNvSpPr txBox="1"/>
          <p:nvPr/>
        </p:nvSpPr>
        <p:spPr>
          <a:xfrm>
            <a:off x="1084734" y="2105561"/>
            <a:ext cx="3100127" cy="2646878"/>
          </a:xfrm>
          <a:prstGeom prst="rect">
            <a:avLst/>
          </a:prstGeom>
          <a:noFill/>
        </p:spPr>
        <p:txBody>
          <a:bodyPr wrap="square" rtlCol="0">
            <a:spAutoFit/>
          </a:bodyPr>
          <a:lstStyle/>
          <a:p>
            <a:pPr algn="ctr"/>
            <a:r>
              <a:rPr lang="en-US" altLang="zh-CN" sz="16600" b="1" dirty="0">
                <a:solidFill>
                  <a:schemeClr val="accent1"/>
                </a:solidFill>
              </a:rPr>
              <a:t>05</a:t>
            </a:r>
            <a:endParaRPr lang="zh-CN" altLang="en-US" sz="16600" b="1" dirty="0">
              <a:solidFill>
                <a:schemeClr val="accent1"/>
              </a:solidFill>
            </a:endParaRPr>
          </a:p>
        </p:txBody>
      </p:sp>
      <p:sp>
        <p:nvSpPr>
          <p:cNvPr id="11" name="矩形 10"/>
          <p:cNvSpPr/>
          <p:nvPr/>
        </p:nvSpPr>
        <p:spPr>
          <a:xfrm>
            <a:off x="1489319" y="3383558"/>
            <a:ext cx="2376000" cy="449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sz="2400" dirty="0">
                <a:solidFill>
                  <a:schemeClr val="accent1"/>
                </a:solidFill>
              </a:rPr>
              <a:t>PART FIVE</a:t>
            </a:r>
            <a:endParaRPr lang="zh-CN" altLang="en-US" sz="2400" dirty="0">
              <a:solidFill>
                <a:schemeClr val="accent1"/>
              </a:solidFill>
            </a:endParaRPr>
          </a:p>
        </p:txBody>
      </p:sp>
      <p:sp>
        <p:nvSpPr>
          <p:cNvPr id="25" name="文本框 24"/>
          <p:cNvSpPr txBox="1"/>
          <p:nvPr/>
        </p:nvSpPr>
        <p:spPr>
          <a:xfrm>
            <a:off x="5748421" y="2921169"/>
            <a:ext cx="4954259" cy="1015663"/>
          </a:xfrm>
          <a:prstGeom prst="rect">
            <a:avLst/>
          </a:prstGeom>
          <a:noFill/>
        </p:spPr>
        <p:txBody>
          <a:bodyPr wrap="square" rtlCol="0">
            <a:spAutoFit/>
          </a:bodyPr>
          <a:lstStyle/>
          <a:p>
            <a:pPr algn="ctr"/>
            <a:r>
              <a:rPr lang="zh-CN" altLang="en-US" sz="6000" b="1" dirty="0">
                <a:solidFill>
                  <a:schemeClr val="bg1"/>
                </a:solidFill>
                <a:latin typeface="微软雅黑" panose="020B0503020204020204" pitchFamily="34" charset="-122"/>
                <a:ea typeface="微软雅黑" panose="020B0503020204020204" pitchFamily="34" charset="-122"/>
              </a:rPr>
              <a:t>补充页面</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89508"/>
            <a:ext cx="12212570" cy="2304143"/>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30" name="图片 29"/>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flipH="1">
            <a:off x="393166" y="1256891"/>
            <a:ext cx="4616197" cy="4808540"/>
          </a:xfrm>
          <a:prstGeom prst="rect">
            <a:avLst/>
          </a:prstGeom>
        </p:spPr>
      </p:pic>
      <p:sp>
        <p:nvSpPr>
          <p:cNvPr id="20" name="文本占位符 19"/>
          <p:cNvSpPr>
            <a:spLocks noGrp="1"/>
          </p:cNvSpPr>
          <p:nvPr>
            <p:ph type="body" sz="quarter" idx="10"/>
          </p:nvPr>
        </p:nvSpPr>
        <p:spPr/>
        <p:txBody>
          <a:bodyPr/>
          <a:lstStyle/>
          <a:p>
            <a:r>
              <a:rPr lang="zh-CN" altLang="en-US" dirty="0">
                <a:solidFill>
                  <a:schemeClr val="accent1"/>
                </a:solidFill>
              </a:rPr>
              <a:t>样机页</a:t>
            </a:r>
          </a:p>
        </p:txBody>
      </p:sp>
      <p:sp>
        <p:nvSpPr>
          <p:cNvPr id="13" name="文本占位符 12"/>
          <p:cNvSpPr>
            <a:spLocks noGrp="1"/>
          </p:cNvSpPr>
          <p:nvPr>
            <p:ph type="body" sz="quarter" idx="11"/>
          </p:nvPr>
        </p:nvSpPr>
        <p:spPr/>
        <p:txBody>
          <a:bodyPr/>
          <a:lstStyle/>
          <a:p>
            <a:endParaRPr lang="zh-CN" altLang="en-US"/>
          </a:p>
        </p:txBody>
      </p:sp>
      <p:cxnSp>
        <p:nvCxnSpPr>
          <p:cNvPr id="7" name="直接连接符 6"/>
          <p:cNvCxnSpPr/>
          <p:nvPr/>
        </p:nvCxnSpPr>
        <p:spPr>
          <a:xfrm>
            <a:off x="19541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9541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15" name="椭圆 14"/>
          <p:cNvSpPr/>
          <p:nvPr/>
        </p:nvSpPr>
        <p:spPr>
          <a:xfrm>
            <a:off x="4748407" y="4134716"/>
            <a:ext cx="918400" cy="918400"/>
          </a:xfrm>
          <a:prstGeom prst="ellipse">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9" name="椭圆 28"/>
          <p:cNvSpPr/>
          <p:nvPr/>
        </p:nvSpPr>
        <p:spPr>
          <a:xfrm>
            <a:off x="8350001" y="4134716"/>
            <a:ext cx="918400" cy="918400"/>
          </a:xfrm>
          <a:prstGeom prst="ellipse">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矩形 34"/>
          <p:cNvSpPr/>
          <p:nvPr/>
        </p:nvSpPr>
        <p:spPr>
          <a:xfrm>
            <a:off x="4748407" y="1637376"/>
            <a:ext cx="2411298" cy="400110"/>
          </a:xfrm>
          <a:prstGeom prst="rect">
            <a:avLst/>
          </a:prstGeom>
        </p:spPr>
        <p:txBody>
          <a:bodyPr wrap="square">
            <a:spAutoFit/>
          </a:bodyPr>
          <a:lstStyle/>
          <a:p>
            <a:r>
              <a:rPr lang="zh-CN" altLang="en-US" sz="2000" b="1" dirty="0">
                <a:solidFill>
                  <a:schemeClr val="accent1"/>
                </a:solidFill>
                <a:latin typeface="+mn-ea"/>
              </a:rPr>
              <a:t>点击输入标题</a:t>
            </a:r>
          </a:p>
        </p:txBody>
      </p:sp>
      <p:sp>
        <p:nvSpPr>
          <p:cNvPr id="36" name="文本框 35"/>
          <p:cNvSpPr txBox="1"/>
          <p:nvPr/>
        </p:nvSpPr>
        <p:spPr>
          <a:xfrm flipH="1">
            <a:off x="4748406" y="2050546"/>
            <a:ext cx="6766260" cy="1089144"/>
          </a:xfrm>
          <a:prstGeom prst="rect">
            <a:avLst/>
          </a:prstGeom>
          <a:noFill/>
        </p:spPr>
        <p:txBody>
          <a:bodyPr wrap="square" rtlCol="0">
            <a:spAutoFit/>
          </a:bodyPr>
          <a:lstStyle/>
          <a:p>
            <a:pPr>
              <a:lnSpc>
                <a:spcPct val="14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点击在此输入文章内容点击在此输入文章内容点击在此输入文章内容点击在此输入文章内容点击在此输入文章内容点击在此输入文章内容点击在此输入文章内容点击在此输入文章内容</a:t>
            </a:r>
          </a:p>
        </p:txBody>
      </p:sp>
      <p:sp>
        <p:nvSpPr>
          <p:cNvPr id="38" name="矩形 37"/>
          <p:cNvSpPr/>
          <p:nvPr/>
        </p:nvSpPr>
        <p:spPr>
          <a:xfrm>
            <a:off x="5760307" y="4107006"/>
            <a:ext cx="1960556" cy="369332"/>
          </a:xfrm>
          <a:prstGeom prst="rect">
            <a:avLst/>
          </a:prstGeom>
        </p:spPr>
        <p:txBody>
          <a:bodyPr wrap="square">
            <a:spAutoFit/>
          </a:bodyPr>
          <a:lstStyle/>
          <a:p>
            <a:r>
              <a:rPr lang="zh-CN" altLang="en-US" b="1" dirty="0">
                <a:solidFill>
                  <a:schemeClr val="bg1"/>
                </a:solidFill>
                <a:latin typeface="+mn-ea"/>
              </a:rPr>
              <a:t>在此输入小标题</a:t>
            </a:r>
          </a:p>
        </p:txBody>
      </p:sp>
      <p:sp>
        <p:nvSpPr>
          <p:cNvPr id="39" name="文本框 38"/>
          <p:cNvSpPr txBox="1"/>
          <p:nvPr/>
        </p:nvSpPr>
        <p:spPr>
          <a:xfrm flipH="1">
            <a:off x="5760303" y="4466285"/>
            <a:ext cx="2276073" cy="663258"/>
          </a:xfrm>
          <a:prstGeom prst="rect">
            <a:avLst/>
          </a:prstGeom>
          <a:noFill/>
        </p:spPr>
        <p:txBody>
          <a:bodyPr wrap="square" rtlCol="0">
            <a:spAutoFit/>
          </a:bodyPr>
          <a:lstStyle/>
          <a:p>
            <a:pPr>
              <a:lnSpc>
                <a:spcPct val="130000"/>
              </a:lnSpc>
            </a:pPr>
            <a:r>
              <a:rPr lang="zh-CN" altLang="en-US" sz="1500" dirty="0">
                <a:solidFill>
                  <a:schemeClr val="bg1"/>
                </a:solidFill>
                <a:latin typeface="+mn-ea"/>
              </a:rPr>
              <a:t>点击在此输入文章内容点击在此输入文章内容</a:t>
            </a:r>
          </a:p>
        </p:txBody>
      </p:sp>
      <p:sp>
        <p:nvSpPr>
          <p:cNvPr id="40" name="矩形 39"/>
          <p:cNvSpPr/>
          <p:nvPr/>
        </p:nvSpPr>
        <p:spPr>
          <a:xfrm>
            <a:off x="9364604" y="4107006"/>
            <a:ext cx="1960556" cy="369332"/>
          </a:xfrm>
          <a:prstGeom prst="rect">
            <a:avLst/>
          </a:prstGeom>
        </p:spPr>
        <p:txBody>
          <a:bodyPr wrap="square">
            <a:spAutoFit/>
          </a:bodyPr>
          <a:lstStyle/>
          <a:p>
            <a:r>
              <a:rPr lang="zh-CN" altLang="en-US" b="1" dirty="0">
                <a:solidFill>
                  <a:schemeClr val="bg1"/>
                </a:solidFill>
                <a:latin typeface="+mn-ea"/>
              </a:rPr>
              <a:t>在此输入小标题</a:t>
            </a:r>
          </a:p>
        </p:txBody>
      </p:sp>
      <p:sp>
        <p:nvSpPr>
          <p:cNvPr id="41" name="文本框 40"/>
          <p:cNvSpPr txBox="1"/>
          <p:nvPr/>
        </p:nvSpPr>
        <p:spPr>
          <a:xfrm flipH="1">
            <a:off x="9364600" y="4466285"/>
            <a:ext cx="2276073" cy="663258"/>
          </a:xfrm>
          <a:prstGeom prst="rect">
            <a:avLst/>
          </a:prstGeom>
          <a:noFill/>
        </p:spPr>
        <p:txBody>
          <a:bodyPr wrap="square" rtlCol="0">
            <a:spAutoFit/>
          </a:bodyPr>
          <a:lstStyle/>
          <a:p>
            <a:pPr>
              <a:lnSpc>
                <a:spcPct val="130000"/>
              </a:lnSpc>
            </a:pPr>
            <a:r>
              <a:rPr lang="zh-CN" altLang="en-US" sz="1500" dirty="0">
                <a:solidFill>
                  <a:schemeClr val="bg1"/>
                </a:solidFill>
                <a:latin typeface="+mn-ea"/>
              </a:rPr>
              <a:t>点击在此输入文章内容点击在此输入文章内容</a:t>
            </a:r>
          </a:p>
        </p:txBody>
      </p:sp>
      <p:pic>
        <p:nvPicPr>
          <p:cNvPr id="42" name="图形 41" descr="数据库"/>
          <p:cNvPicPr>
            <a:picLocks noChangeAspect="1"/>
          </p:cNvPicPr>
          <p:nvPr/>
        </p:nvPicPr>
        <p:blipFill>
          <a:blip r:embed="rId5" cstate="screen">
            <a:extLst>
              <a:ext uri="{96DAC541-7B7A-43D3-8B79-37D633B846F1}">
                <asvg:svgBlip xmlns:asvg="http://schemas.microsoft.com/office/drawing/2016/SVG/main" r:embed="rId6"/>
              </a:ext>
            </a:extLst>
          </a:blip>
          <a:stretch>
            <a:fillRect/>
          </a:stretch>
        </p:blipFill>
        <p:spPr>
          <a:xfrm>
            <a:off x="8540745" y="4325460"/>
            <a:ext cx="536912" cy="536912"/>
          </a:xfrm>
          <a:prstGeom prst="rect">
            <a:avLst/>
          </a:prstGeom>
        </p:spPr>
      </p:pic>
      <p:pic>
        <p:nvPicPr>
          <p:cNvPr id="43" name="图形 42" descr="单级齿轮"/>
          <p:cNvPicPr>
            <a:picLocks noChangeAspect="1"/>
          </p:cNvPicPr>
          <p:nvPr/>
        </p:nvPicPr>
        <p:blipFill>
          <a:blip r:embed="rId7" cstate="screen">
            <a:extLst>
              <a:ext uri="{96DAC541-7B7A-43D3-8B79-37D633B846F1}">
                <asvg:svgBlip xmlns:asvg="http://schemas.microsoft.com/office/drawing/2016/SVG/main" r:embed="rId8"/>
              </a:ext>
            </a:extLst>
          </a:blip>
          <a:stretch>
            <a:fillRect/>
          </a:stretch>
        </p:blipFill>
        <p:spPr>
          <a:xfrm>
            <a:off x="4902615" y="4288924"/>
            <a:ext cx="609985" cy="609985"/>
          </a:xfrm>
          <a:prstGeom prst="rect">
            <a:avLst/>
          </a:prstGeom>
        </p:spPr>
      </p:pic>
      <p:pic>
        <p:nvPicPr>
          <p:cNvPr id="25" name="图片占位符 24"/>
          <p:cNvPicPr>
            <a:picLocks noGrp="1" noChangeAspect="1"/>
          </p:cNvPicPr>
          <p:nvPr>
            <p:ph type="pic" sz="quarter" idx="12"/>
          </p:nvPr>
        </p:nvPicPr>
        <p:blipFill>
          <a:blip r:embed="rId9" cstate="screen"/>
          <a:srcRect/>
          <a:stretch>
            <a:fillRect/>
          </a:stretch>
        </p:blipFill>
        <p:spPr>
          <a:xfrm rot="21360000">
            <a:off x="582514" y="2020727"/>
            <a:ext cx="4268878" cy="2572504"/>
          </a:xfrm>
          <a:scene3d>
            <a:camera prst="perspectiveFront" fov="2700000">
              <a:rot lat="20460000" lon="18546000" rev="312000"/>
            </a:camera>
            <a:lightRig rig="threePt" dir="t"/>
          </a:scene3d>
        </p:spPr>
      </p:pic>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文本占位符 48"/>
          <p:cNvSpPr>
            <a:spLocks noGrp="1"/>
          </p:cNvSpPr>
          <p:nvPr>
            <p:ph type="body" sz="quarter" idx="10"/>
          </p:nvPr>
        </p:nvSpPr>
        <p:spPr/>
        <p:txBody>
          <a:bodyPr/>
          <a:lstStyle/>
          <a:p>
            <a:r>
              <a:rPr lang="zh-CN" altLang="en-US" dirty="0">
                <a:solidFill>
                  <a:schemeClr val="accent1"/>
                </a:solidFill>
              </a:rPr>
              <a:t>样机页</a:t>
            </a: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3057" y="762000"/>
            <a:ext cx="4063443" cy="5260241"/>
          </a:xfrm>
          <a:prstGeom prst="rect">
            <a:avLst/>
          </a:prstGeom>
        </p:spPr>
      </p:pic>
      <p:sp>
        <p:nvSpPr>
          <p:cNvPr id="6" name="任意多边形: 形状 5"/>
          <p:cNvSpPr/>
          <p:nvPr/>
        </p:nvSpPr>
        <p:spPr>
          <a:xfrm>
            <a:off x="7778393" y="1531031"/>
            <a:ext cx="2991629" cy="3909991"/>
          </a:xfrm>
          <a:custGeom>
            <a:avLst/>
            <a:gdLst>
              <a:gd name="connsiteX0" fmla="*/ 647700 w 2730500"/>
              <a:gd name="connsiteY0" fmla="*/ 25400 h 3568700"/>
              <a:gd name="connsiteX1" fmla="*/ 0 w 2730500"/>
              <a:gd name="connsiteY1" fmla="*/ 25400 h 3568700"/>
              <a:gd name="connsiteX2" fmla="*/ 0 w 2730500"/>
              <a:gd name="connsiteY2" fmla="*/ 3568700 h 3568700"/>
              <a:gd name="connsiteX3" fmla="*/ 2730500 w 2730500"/>
              <a:gd name="connsiteY3" fmla="*/ 3568700 h 3568700"/>
              <a:gd name="connsiteX4" fmla="*/ 2730500 w 2730500"/>
              <a:gd name="connsiteY4" fmla="*/ 0 h 3568700"/>
              <a:gd name="connsiteX5" fmla="*/ 2095500 w 2730500"/>
              <a:gd name="connsiteY5" fmla="*/ 0 h 3568700"/>
              <a:gd name="connsiteX6" fmla="*/ 2171700 w 2730500"/>
              <a:gd name="connsiteY6" fmla="*/ 177800 h 3568700"/>
              <a:gd name="connsiteX7" fmla="*/ 609600 w 2730500"/>
              <a:gd name="connsiteY7" fmla="*/ 177800 h 3568700"/>
              <a:gd name="connsiteX8" fmla="*/ 647700 w 2730500"/>
              <a:gd name="connsiteY8" fmla="*/ 25400 h 356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0500" h="3568700">
                <a:moveTo>
                  <a:pt x="647700" y="25400"/>
                </a:moveTo>
                <a:lnTo>
                  <a:pt x="0" y="25400"/>
                </a:lnTo>
                <a:lnTo>
                  <a:pt x="0" y="3568700"/>
                </a:lnTo>
                <a:lnTo>
                  <a:pt x="2730500" y="3568700"/>
                </a:lnTo>
                <a:lnTo>
                  <a:pt x="2730500" y="0"/>
                </a:lnTo>
                <a:lnTo>
                  <a:pt x="2095500" y="0"/>
                </a:lnTo>
                <a:lnTo>
                  <a:pt x="2171700" y="177800"/>
                </a:lnTo>
                <a:lnTo>
                  <a:pt x="609600" y="177800"/>
                </a:lnTo>
                <a:lnTo>
                  <a:pt x="647700" y="25400"/>
                </a:lnTo>
                <a:close/>
              </a:path>
            </a:pathLst>
          </a:cu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在此可插入问卷图片</a:t>
            </a:r>
            <a:endParaRPr lang="en-US" altLang="zh-CN" dirty="0"/>
          </a:p>
          <a:p>
            <a:pPr algn="ctr"/>
            <a:r>
              <a:rPr lang="zh-CN" altLang="en-US" dirty="0"/>
              <a:t>（点击选择图片填充）</a:t>
            </a:r>
          </a:p>
        </p:txBody>
      </p:sp>
      <p:sp>
        <p:nvSpPr>
          <p:cNvPr id="37" name="矩形 36"/>
          <p:cNvSpPr/>
          <p:nvPr/>
        </p:nvSpPr>
        <p:spPr>
          <a:xfrm>
            <a:off x="1800336" y="1284704"/>
            <a:ext cx="2411298" cy="400110"/>
          </a:xfrm>
          <a:prstGeom prst="rect">
            <a:avLst/>
          </a:prstGeom>
        </p:spPr>
        <p:txBody>
          <a:bodyPr wrap="square">
            <a:spAutoFit/>
          </a:bodyPr>
          <a:lstStyle/>
          <a:p>
            <a:r>
              <a:rPr lang="zh-CN" altLang="en-US" sz="2000" b="1" dirty="0">
                <a:solidFill>
                  <a:schemeClr val="accent1"/>
                </a:solidFill>
                <a:latin typeface="+mn-ea"/>
              </a:rPr>
              <a:t>结论一</a:t>
            </a:r>
          </a:p>
        </p:txBody>
      </p:sp>
      <p:sp>
        <p:nvSpPr>
          <p:cNvPr id="38" name="文本框 37"/>
          <p:cNvSpPr txBox="1"/>
          <p:nvPr/>
        </p:nvSpPr>
        <p:spPr>
          <a:xfrm flipH="1">
            <a:off x="1800335" y="1609386"/>
            <a:ext cx="5305089"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点击在此输入文章内容点击在此输入文章内容点击在此输入文章内容点击在此输入文章内容点击在此输入文章内容</a:t>
            </a:r>
          </a:p>
        </p:txBody>
      </p:sp>
      <p:sp>
        <p:nvSpPr>
          <p:cNvPr id="41" name="矩形 40"/>
          <p:cNvSpPr/>
          <p:nvPr/>
        </p:nvSpPr>
        <p:spPr>
          <a:xfrm>
            <a:off x="1800336" y="2504690"/>
            <a:ext cx="2411298" cy="400110"/>
          </a:xfrm>
          <a:prstGeom prst="rect">
            <a:avLst/>
          </a:prstGeom>
        </p:spPr>
        <p:txBody>
          <a:bodyPr wrap="square">
            <a:spAutoFit/>
          </a:bodyPr>
          <a:lstStyle/>
          <a:p>
            <a:r>
              <a:rPr lang="zh-CN" altLang="en-US" sz="2000" b="1" dirty="0">
                <a:solidFill>
                  <a:schemeClr val="accent1"/>
                </a:solidFill>
                <a:latin typeface="+mn-ea"/>
              </a:rPr>
              <a:t>结论二</a:t>
            </a:r>
          </a:p>
        </p:txBody>
      </p:sp>
      <p:sp>
        <p:nvSpPr>
          <p:cNvPr id="42" name="文本框 41"/>
          <p:cNvSpPr txBox="1"/>
          <p:nvPr/>
        </p:nvSpPr>
        <p:spPr>
          <a:xfrm flipH="1">
            <a:off x="1800335" y="2829372"/>
            <a:ext cx="5305089"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点击在此输入文章内容点击在此输入文章内容点击在此输入文章内容点击在此输入文章内容点击在此输入文章内容</a:t>
            </a:r>
          </a:p>
        </p:txBody>
      </p:sp>
      <p:sp>
        <p:nvSpPr>
          <p:cNvPr id="44" name="矩形 43"/>
          <p:cNvSpPr/>
          <p:nvPr/>
        </p:nvSpPr>
        <p:spPr>
          <a:xfrm>
            <a:off x="1800336" y="3724676"/>
            <a:ext cx="2411298" cy="400110"/>
          </a:xfrm>
          <a:prstGeom prst="rect">
            <a:avLst/>
          </a:prstGeom>
        </p:spPr>
        <p:txBody>
          <a:bodyPr wrap="square">
            <a:spAutoFit/>
          </a:bodyPr>
          <a:lstStyle/>
          <a:p>
            <a:r>
              <a:rPr lang="zh-CN" altLang="en-US" sz="2000" b="1" dirty="0">
                <a:solidFill>
                  <a:schemeClr val="accent1"/>
                </a:solidFill>
                <a:latin typeface="+mn-ea"/>
              </a:rPr>
              <a:t>结论三</a:t>
            </a:r>
          </a:p>
        </p:txBody>
      </p:sp>
      <p:sp>
        <p:nvSpPr>
          <p:cNvPr id="45" name="文本框 44"/>
          <p:cNvSpPr txBox="1"/>
          <p:nvPr/>
        </p:nvSpPr>
        <p:spPr>
          <a:xfrm flipH="1">
            <a:off x="1800335" y="4049358"/>
            <a:ext cx="5305089"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点击在此输入文章内容点击在此输入文章内容点击在此输入文章内容点击在此输入文章内容点击在此输入文章内容</a:t>
            </a:r>
          </a:p>
        </p:txBody>
      </p:sp>
      <p:sp>
        <p:nvSpPr>
          <p:cNvPr id="47" name="矩形 46"/>
          <p:cNvSpPr/>
          <p:nvPr/>
        </p:nvSpPr>
        <p:spPr>
          <a:xfrm>
            <a:off x="1800336" y="4944662"/>
            <a:ext cx="2411298" cy="400110"/>
          </a:xfrm>
          <a:prstGeom prst="rect">
            <a:avLst/>
          </a:prstGeom>
        </p:spPr>
        <p:txBody>
          <a:bodyPr wrap="square">
            <a:spAutoFit/>
          </a:bodyPr>
          <a:lstStyle/>
          <a:p>
            <a:r>
              <a:rPr lang="zh-CN" altLang="en-US" sz="2000" b="1" dirty="0">
                <a:solidFill>
                  <a:schemeClr val="accent1"/>
                </a:solidFill>
                <a:latin typeface="+mn-ea"/>
              </a:rPr>
              <a:t>结论四</a:t>
            </a:r>
          </a:p>
        </p:txBody>
      </p:sp>
      <p:sp>
        <p:nvSpPr>
          <p:cNvPr id="48" name="文本框 47"/>
          <p:cNvSpPr txBox="1"/>
          <p:nvPr/>
        </p:nvSpPr>
        <p:spPr>
          <a:xfrm flipH="1">
            <a:off x="1800335" y="5269344"/>
            <a:ext cx="5305089" cy="701346"/>
          </a:xfrm>
          <a:prstGeom prst="rect">
            <a:avLst/>
          </a:prstGeom>
          <a:noFill/>
        </p:spPr>
        <p:txBody>
          <a:bodyPr wrap="square" rtlCol="0">
            <a:spAutoFit/>
          </a:bodyPr>
          <a:lstStyle/>
          <a:p>
            <a:pPr>
              <a:lnSpc>
                <a:spcPct val="13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点击在此输入文章内容点击在此输入文章内容点击在此输入文章内容点击在此输入文章内容点击在此输入文章内容</a:t>
            </a:r>
          </a:p>
        </p:txBody>
      </p:sp>
      <p:sp>
        <p:nvSpPr>
          <p:cNvPr id="50" name="文本占位符 49"/>
          <p:cNvSpPr>
            <a:spLocks noGrp="1"/>
          </p:cNvSpPr>
          <p:nvPr>
            <p:ph type="body" sz="quarter" idx="11"/>
          </p:nvPr>
        </p:nvSpPr>
        <p:spPr/>
        <p:txBody>
          <a:bodyPr/>
          <a:lstStyle/>
          <a:p>
            <a:endParaRPr lang="zh-CN" altLang="en-US"/>
          </a:p>
        </p:txBody>
      </p:sp>
      <p:grpSp>
        <p:nvGrpSpPr>
          <p:cNvPr id="39" name="组合 38"/>
          <p:cNvGrpSpPr/>
          <p:nvPr/>
        </p:nvGrpSpPr>
        <p:grpSpPr>
          <a:xfrm>
            <a:off x="869418" y="1394509"/>
            <a:ext cx="733284" cy="493378"/>
            <a:chOff x="5766480" y="1780885"/>
            <a:chExt cx="733284" cy="493378"/>
          </a:xfrm>
        </p:grpSpPr>
        <p:sp>
          <p:nvSpPr>
            <p:cNvPr id="40" name="平行四边形 39"/>
            <p:cNvSpPr/>
            <p:nvPr/>
          </p:nvSpPr>
          <p:spPr>
            <a:xfrm>
              <a:off x="5766480" y="1780885"/>
              <a:ext cx="733284" cy="491862"/>
            </a:xfrm>
            <a:prstGeom prst="parallelogram">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3" name="等腰三角形 42"/>
            <p:cNvSpPr/>
            <p:nvPr/>
          </p:nvSpPr>
          <p:spPr>
            <a:xfrm rot="18511552">
              <a:off x="6271453" y="2058275"/>
              <a:ext cx="322933" cy="109043"/>
            </a:xfrm>
            <a:prstGeom prst="triangle">
              <a:avLst>
                <a:gd name="adj" fmla="val 72506"/>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6" name="文本框 45"/>
            <p:cNvSpPr txBox="1"/>
            <p:nvPr/>
          </p:nvSpPr>
          <p:spPr>
            <a:xfrm>
              <a:off x="5818631" y="1795983"/>
              <a:ext cx="598782" cy="461665"/>
            </a:xfrm>
            <a:prstGeom prst="rect">
              <a:avLst/>
            </a:prstGeom>
            <a:noFill/>
          </p:spPr>
          <p:txBody>
            <a:bodyPr wrap="square" rtlCol="0">
              <a:spAutoFit/>
            </a:bodyPr>
            <a:lstStyle/>
            <a:p>
              <a:pPr algn="ctr"/>
              <a:r>
                <a:rPr lang="en-US" altLang="zh-CN" sz="2400" i="1" dirty="0">
                  <a:solidFill>
                    <a:schemeClr val="bg1"/>
                  </a:solidFill>
                </a:rPr>
                <a:t>01</a:t>
              </a:r>
              <a:endParaRPr lang="zh-CN" altLang="en-US" sz="2400" i="1" dirty="0">
                <a:solidFill>
                  <a:schemeClr val="bg1"/>
                </a:solidFill>
              </a:endParaRPr>
            </a:p>
          </p:txBody>
        </p:sp>
      </p:grpSp>
      <p:grpSp>
        <p:nvGrpSpPr>
          <p:cNvPr id="51" name="组合 50"/>
          <p:cNvGrpSpPr/>
          <p:nvPr/>
        </p:nvGrpSpPr>
        <p:grpSpPr>
          <a:xfrm>
            <a:off x="869418" y="2598040"/>
            <a:ext cx="733284" cy="493378"/>
            <a:chOff x="5766480" y="3096391"/>
            <a:chExt cx="733284" cy="493378"/>
          </a:xfrm>
        </p:grpSpPr>
        <p:sp>
          <p:nvSpPr>
            <p:cNvPr id="52" name="平行四边形 51"/>
            <p:cNvSpPr/>
            <p:nvPr/>
          </p:nvSpPr>
          <p:spPr>
            <a:xfrm>
              <a:off x="5766480" y="3096391"/>
              <a:ext cx="733284" cy="491862"/>
            </a:xfrm>
            <a:prstGeom prst="parallelogram">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3" name="等腰三角形 52"/>
            <p:cNvSpPr/>
            <p:nvPr/>
          </p:nvSpPr>
          <p:spPr>
            <a:xfrm rot="18511552">
              <a:off x="6271453" y="3373781"/>
              <a:ext cx="322933" cy="109043"/>
            </a:xfrm>
            <a:prstGeom prst="triangle">
              <a:avLst>
                <a:gd name="adj" fmla="val 72506"/>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4" name="文本框 53"/>
            <p:cNvSpPr txBox="1"/>
            <p:nvPr/>
          </p:nvSpPr>
          <p:spPr>
            <a:xfrm>
              <a:off x="5818631" y="3111489"/>
              <a:ext cx="598782" cy="461665"/>
            </a:xfrm>
            <a:prstGeom prst="rect">
              <a:avLst/>
            </a:prstGeom>
            <a:noFill/>
          </p:spPr>
          <p:txBody>
            <a:bodyPr wrap="square" rtlCol="0">
              <a:spAutoFit/>
            </a:bodyPr>
            <a:lstStyle/>
            <a:p>
              <a:pPr algn="ctr"/>
              <a:r>
                <a:rPr lang="en-US" altLang="zh-CN" sz="2400" i="1" dirty="0">
                  <a:solidFill>
                    <a:schemeClr val="bg1"/>
                  </a:solidFill>
                </a:rPr>
                <a:t>02</a:t>
              </a:r>
              <a:endParaRPr lang="zh-CN" altLang="en-US" sz="2400" i="1" dirty="0">
                <a:solidFill>
                  <a:schemeClr val="bg1"/>
                </a:solidFill>
              </a:endParaRPr>
            </a:p>
          </p:txBody>
        </p:sp>
      </p:grpSp>
      <p:grpSp>
        <p:nvGrpSpPr>
          <p:cNvPr id="55" name="组合 54"/>
          <p:cNvGrpSpPr/>
          <p:nvPr/>
        </p:nvGrpSpPr>
        <p:grpSpPr>
          <a:xfrm>
            <a:off x="869418" y="3801571"/>
            <a:ext cx="733284" cy="493378"/>
            <a:chOff x="5766480" y="4411897"/>
            <a:chExt cx="733284" cy="493378"/>
          </a:xfrm>
        </p:grpSpPr>
        <p:sp>
          <p:nvSpPr>
            <p:cNvPr id="56" name="平行四边形 55"/>
            <p:cNvSpPr/>
            <p:nvPr/>
          </p:nvSpPr>
          <p:spPr>
            <a:xfrm>
              <a:off x="5766480" y="4411897"/>
              <a:ext cx="733284" cy="491862"/>
            </a:xfrm>
            <a:prstGeom prst="parallelogram">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7" name="等腰三角形 56"/>
            <p:cNvSpPr/>
            <p:nvPr/>
          </p:nvSpPr>
          <p:spPr>
            <a:xfrm rot="18511552">
              <a:off x="6271453" y="4689287"/>
              <a:ext cx="322933" cy="109043"/>
            </a:xfrm>
            <a:prstGeom prst="triangle">
              <a:avLst>
                <a:gd name="adj" fmla="val 72506"/>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8" name="文本框 57"/>
            <p:cNvSpPr txBox="1"/>
            <p:nvPr/>
          </p:nvSpPr>
          <p:spPr>
            <a:xfrm>
              <a:off x="5818631" y="4426995"/>
              <a:ext cx="598782" cy="461665"/>
            </a:xfrm>
            <a:prstGeom prst="rect">
              <a:avLst/>
            </a:prstGeom>
            <a:noFill/>
          </p:spPr>
          <p:txBody>
            <a:bodyPr wrap="square" rtlCol="0">
              <a:spAutoFit/>
            </a:bodyPr>
            <a:lstStyle/>
            <a:p>
              <a:pPr algn="ctr"/>
              <a:r>
                <a:rPr lang="en-US" altLang="zh-CN" sz="2400" i="1" dirty="0">
                  <a:solidFill>
                    <a:schemeClr val="bg1"/>
                  </a:solidFill>
                </a:rPr>
                <a:t>03</a:t>
              </a:r>
              <a:endParaRPr lang="zh-CN" altLang="en-US" sz="2400" i="1" dirty="0">
                <a:solidFill>
                  <a:schemeClr val="bg1"/>
                </a:solidFill>
              </a:endParaRPr>
            </a:p>
          </p:txBody>
        </p:sp>
      </p:grpSp>
      <p:grpSp>
        <p:nvGrpSpPr>
          <p:cNvPr id="59" name="组合 58"/>
          <p:cNvGrpSpPr/>
          <p:nvPr/>
        </p:nvGrpSpPr>
        <p:grpSpPr>
          <a:xfrm>
            <a:off x="869418" y="5005101"/>
            <a:ext cx="733284" cy="493378"/>
            <a:chOff x="5766480" y="4411897"/>
            <a:chExt cx="733284" cy="493378"/>
          </a:xfrm>
        </p:grpSpPr>
        <p:sp>
          <p:nvSpPr>
            <p:cNvPr id="60" name="平行四边形 59"/>
            <p:cNvSpPr/>
            <p:nvPr/>
          </p:nvSpPr>
          <p:spPr>
            <a:xfrm>
              <a:off x="5766480" y="4411897"/>
              <a:ext cx="733284" cy="491862"/>
            </a:xfrm>
            <a:prstGeom prst="parallelogram">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1" name="等腰三角形 60"/>
            <p:cNvSpPr/>
            <p:nvPr/>
          </p:nvSpPr>
          <p:spPr>
            <a:xfrm rot="18511552">
              <a:off x="6271453" y="4689287"/>
              <a:ext cx="322933" cy="109043"/>
            </a:xfrm>
            <a:prstGeom prst="triangle">
              <a:avLst>
                <a:gd name="adj" fmla="val 72506"/>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2" name="文本框 61"/>
            <p:cNvSpPr txBox="1"/>
            <p:nvPr/>
          </p:nvSpPr>
          <p:spPr>
            <a:xfrm>
              <a:off x="5818631" y="4426995"/>
              <a:ext cx="598782" cy="461665"/>
            </a:xfrm>
            <a:prstGeom prst="rect">
              <a:avLst/>
            </a:prstGeom>
            <a:noFill/>
          </p:spPr>
          <p:txBody>
            <a:bodyPr wrap="square" rtlCol="0">
              <a:spAutoFit/>
            </a:bodyPr>
            <a:lstStyle/>
            <a:p>
              <a:pPr algn="ctr"/>
              <a:r>
                <a:rPr lang="en-US" altLang="zh-CN" sz="2400" i="1" dirty="0">
                  <a:solidFill>
                    <a:schemeClr val="bg1"/>
                  </a:solidFill>
                </a:rPr>
                <a:t>04</a:t>
              </a:r>
              <a:endParaRPr lang="zh-CN" altLang="en-US" sz="2400" i="1" dirty="0">
                <a:solidFill>
                  <a:schemeClr val="bg1"/>
                </a:solidFill>
              </a:endParaRPr>
            </a:p>
          </p:txBody>
        </p:sp>
      </p:grpSp>
      <p:cxnSp>
        <p:nvCxnSpPr>
          <p:cNvPr id="63" name="直接连接符 62"/>
          <p:cNvCxnSpPr/>
          <p:nvPr/>
        </p:nvCxnSpPr>
        <p:spPr>
          <a:xfrm>
            <a:off x="19541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19541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p:cNvPicPr>
            <a:picLocks noChangeAspect="1"/>
          </p:cNvPicPr>
          <p:nvPr/>
        </p:nvPicPr>
        <p:blipFill>
          <a:blip r:embed="rId4" cstate="email"/>
          <a:srcRect/>
          <a:stretch>
            <a:fillRect/>
          </a:stretch>
        </p:blipFill>
        <p:spPr>
          <a:xfrm>
            <a:off x="948745" y="2451982"/>
            <a:ext cx="1759831" cy="2494538"/>
          </a:xfrm>
          <a:prstGeom prst="rect">
            <a:avLst/>
          </a:prstGeom>
        </p:spPr>
      </p:pic>
      <p:pic>
        <p:nvPicPr>
          <p:cNvPr id="49" name="图片 48"/>
          <p:cNvPicPr>
            <a:picLocks noChangeAspect="1"/>
          </p:cNvPicPr>
          <p:nvPr/>
        </p:nvPicPr>
        <p:blipFill>
          <a:blip r:embed="rId5" cstate="email"/>
          <a:srcRect/>
          <a:stretch>
            <a:fillRect/>
          </a:stretch>
        </p:blipFill>
        <p:spPr>
          <a:xfrm>
            <a:off x="3118572" y="3551548"/>
            <a:ext cx="1693222" cy="2400120"/>
          </a:xfrm>
          <a:prstGeom prst="rect">
            <a:avLst/>
          </a:prstGeom>
        </p:spPr>
      </p:pic>
      <p:pic>
        <p:nvPicPr>
          <p:cNvPr id="47" name="图片 46"/>
          <p:cNvPicPr>
            <a:picLocks noChangeAspect="1"/>
          </p:cNvPicPr>
          <p:nvPr/>
        </p:nvPicPr>
        <p:blipFill>
          <a:blip r:embed="rId6" cstate="email"/>
          <a:srcRect/>
          <a:stretch>
            <a:fillRect/>
          </a:stretch>
        </p:blipFill>
        <p:spPr>
          <a:xfrm>
            <a:off x="5289686" y="2571536"/>
            <a:ext cx="1628883" cy="2308921"/>
          </a:xfrm>
          <a:prstGeom prst="rect">
            <a:avLst/>
          </a:prstGeom>
        </p:spPr>
      </p:pic>
      <p:pic>
        <p:nvPicPr>
          <p:cNvPr id="45" name="图片 44"/>
          <p:cNvPicPr>
            <a:picLocks noChangeAspect="1"/>
          </p:cNvPicPr>
          <p:nvPr/>
        </p:nvPicPr>
        <p:blipFill>
          <a:blip r:embed="rId7" cstate="email"/>
          <a:srcRect/>
          <a:stretch>
            <a:fillRect/>
          </a:stretch>
        </p:blipFill>
        <p:spPr>
          <a:xfrm>
            <a:off x="7452535" y="3630529"/>
            <a:ext cx="1631696" cy="2312909"/>
          </a:xfrm>
          <a:prstGeom prst="rect">
            <a:avLst/>
          </a:prstGeom>
        </p:spPr>
      </p:pic>
      <p:pic>
        <p:nvPicPr>
          <p:cNvPr id="43" name="图片 42"/>
          <p:cNvPicPr>
            <a:picLocks noChangeAspect="1"/>
          </p:cNvPicPr>
          <p:nvPr/>
        </p:nvPicPr>
        <p:blipFill>
          <a:blip r:embed="rId8" cstate="email"/>
          <a:srcRect/>
          <a:stretch>
            <a:fillRect/>
          </a:stretch>
        </p:blipFill>
        <p:spPr>
          <a:xfrm>
            <a:off x="9595827" y="2598017"/>
            <a:ext cx="1608603" cy="2280173"/>
          </a:xfrm>
          <a:prstGeom prst="rect">
            <a:avLst/>
          </a:prstGeom>
        </p:spPr>
      </p:pic>
      <p:pic>
        <p:nvPicPr>
          <p:cNvPr id="52" name="图片 51"/>
          <p:cNvPicPr>
            <a:picLocks noChangeAspect="1"/>
          </p:cNvPicPr>
          <p:nvPr/>
        </p:nvPicPr>
        <p:blipFill>
          <a:blip r:embed="rId9" cstate="screen"/>
          <a:stretch>
            <a:fillRect/>
          </a:stretch>
        </p:blipFill>
        <p:spPr>
          <a:xfrm>
            <a:off x="312608" y="2169319"/>
            <a:ext cx="2851364" cy="3059866"/>
          </a:xfrm>
          <a:prstGeom prst="rect">
            <a:avLst/>
          </a:prstGeom>
        </p:spPr>
      </p:pic>
      <p:pic>
        <p:nvPicPr>
          <p:cNvPr id="50" name="图片 49"/>
          <p:cNvPicPr>
            <a:picLocks noChangeAspect="1"/>
          </p:cNvPicPr>
          <p:nvPr/>
        </p:nvPicPr>
        <p:blipFill>
          <a:blip r:embed="rId9" cstate="screen"/>
          <a:stretch>
            <a:fillRect/>
          </a:stretch>
        </p:blipFill>
        <p:spPr>
          <a:xfrm>
            <a:off x="2455314" y="3209920"/>
            <a:ext cx="2851364" cy="3059866"/>
          </a:xfrm>
          <a:prstGeom prst="rect">
            <a:avLst/>
          </a:prstGeom>
        </p:spPr>
      </p:pic>
      <p:pic>
        <p:nvPicPr>
          <p:cNvPr id="48" name="图片 47"/>
          <p:cNvPicPr>
            <a:picLocks noChangeAspect="1"/>
          </p:cNvPicPr>
          <p:nvPr/>
        </p:nvPicPr>
        <p:blipFill>
          <a:blip r:embed="rId9" cstate="screen"/>
          <a:stretch>
            <a:fillRect/>
          </a:stretch>
        </p:blipFill>
        <p:spPr>
          <a:xfrm>
            <a:off x="4598021" y="2196063"/>
            <a:ext cx="2851364" cy="3059866"/>
          </a:xfrm>
          <a:prstGeom prst="rect">
            <a:avLst/>
          </a:prstGeom>
        </p:spPr>
      </p:pic>
      <p:pic>
        <p:nvPicPr>
          <p:cNvPr id="46" name="图片 45"/>
          <p:cNvPicPr>
            <a:picLocks noChangeAspect="1"/>
          </p:cNvPicPr>
          <p:nvPr/>
        </p:nvPicPr>
        <p:blipFill>
          <a:blip r:embed="rId9" cstate="screen"/>
          <a:stretch>
            <a:fillRect/>
          </a:stretch>
        </p:blipFill>
        <p:spPr>
          <a:xfrm>
            <a:off x="6740727" y="3236814"/>
            <a:ext cx="2851364" cy="3059866"/>
          </a:xfrm>
          <a:prstGeom prst="rect">
            <a:avLst/>
          </a:prstGeom>
        </p:spPr>
      </p:pic>
      <p:pic>
        <p:nvPicPr>
          <p:cNvPr id="44" name="图片 43"/>
          <p:cNvPicPr>
            <a:picLocks noChangeAspect="1"/>
          </p:cNvPicPr>
          <p:nvPr/>
        </p:nvPicPr>
        <p:blipFill>
          <a:blip r:embed="rId9" cstate="screen"/>
          <a:stretch>
            <a:fillRect/>
          </a:stretch>
        </p:blipFill>
        <p:spPr>
          <a:xfrm>
            <a:off x="8883435" y="2185681"/>
            <a:ext cx="2851364" cy="3059866"/>
          </a:xfrm>
          <a:prstGeom prst="rect">
            <a:avLst/>
          </a:prstGeom>
        </p:spPr>
      </p:pic>
      <p:cxnSp>
        <p:nvCxnSpPr>
          <p:cNvPr id="7" name="直接连接符 6"/>
          <p:cNvCxnSpPr/>
          <p:nvPr/>
        </p:nvCxnSpPr>
        <p:spPr>
          <a:xfrm>
            <a:off x="2678060"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678060"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sp>
        <p:nvSpPr>
          <p:cNvPr id="54" name="文本框 53"/>
          <p:cNvSpPr txBox="1"/>
          <p:nvPr/>
        </p:nvSpPr>
        <p:spPr>
          <a:xfrm flipH="1">
            <a:off x="1764650" y="1189504"/>
            <a:ext cx="8662700" cy="744435"/>
          </a:xfrm>
          <a:prstGeom prst="rect">
            <a:avLst/>
          </a:prstGeom>
          <a:noFill/>
        </p:spPr>
        <p:txBody>
          <a:bodyPr wrap="square" rtlCol="0">
            <a:spAutoFit/>
          </a:bodyPr>
          <a:lstStyle/>
          <a:p>
            <a:pPr algn="ctr">
              <a:lnSpc>
                <a:spcPct val="140000"/>
              </a:lnSpc>
            </a:pPr>
            <a:r>
              <a:rPr lang="zh-CN" altLang="en-US" sz="1600" dirty="0">
                <a:solidFill>
                  <a:schemeClr val="tx1">
                    <a:lumMod val="50000"/>
                    <a:lumOff val="50000"/>
                  </a:schemeClr>
                </a:solidFill>
                <a:latin typeface="+mn-ea"/>
              </a:rPr>
              <a:t>点击在此输入文章内容点击在此输入文章内容点击在此输入文章内容点击在此输入文章内容点击在此输入文章内容点击在此输入文章内容点击在此输入文章内容</a:t>
            </a:r>
          </a:p>
        </p:txBody>
      </p:sp>
      <p:sp>
        <p:nvSpPr>
          <p:cNvPr id="3" name="文本占位符 2"/>
          <p:cNvSpPr>
            <a:spLocks noGrp="1"/>
          </p:cNvSpPr>
          <p:nvPr>
            <p:ph type="body" sz="quarter" idx="10"/>
          </p:nvPr>
        </p:nvSpPr>
        <p:spPr/>
        <p:txBody>
          <a:bodyPr/>
          <a:lstStyle/>
          <a:p>
            <a:r>
              <a:rPr lang="zh-CN" altLang="en-US" dirty="0">
                <a:solidFill>
                  <a:schemeClr val="accent1"/>
                </a:solidFill>
              </a:rPr>
              <a:t>证书展示页</a:t>
            </a:r>
          </a:p>
        </p:txBody>
      </p:sp>
      <p:sp>
        <p:nvSpPr>
          <p:cNvPr id="4" name="文本占位符 3"/>
          <p:cNvSpPr>
            <a:spLocks noGrp="1"/>
          </p:cNvSpPr>
          <p:nvPr>
            <p:ph type="body" sz="quarter" idx="11"/>
          </p:nvPr>
        </p:nvSpPr>
        <p:spPr/>
        <p:txBody>
          <a:bodyPr/>
          <a:lstStyle/>
          <a:p>
            <a:endParaRPr lang="zh-CN" altLang="en-US"/>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altLang="en-US" dirty="0">
                <a:solidFill>
                  <a:schemeClr val="accent1"/>
                </a:solidFill>
              </a:rPr>
              <a:t>词云</a:t>
            </a:r>
          </a:p>
        </p:txBody>
      </p:sp>
      <p:cxnSp>
        <p:nvCxnSpPr>
          <p:cNvPr id="7" name="直接连接符 6"/>
          <p:cNvCxnSpPr/>
          <p:nvPr/>
        </p:nvCxnSpPr>
        <p:spPr>
          <a:xfrm>
            <a:off x="1616499" y="466912"/>
            <a:ext cx="0" cy="252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616499" y="523220"/>
            <a:ext cx="1790700" cy="307777"/>
          </a:xfrm>
          <a:prstGeom prst="rect">
            <a:avLst/>
          </a:prstGeom>
          <a:noFill/>
        </p:spPr>
        <p:txBody>
          <a:bodyPr wrap="square" rtlCol="0">
            <a:spAutoFit/>
          </a:bodyPr>
          <a:lstStyle/>
          <a:p>
            <a:r>
              <a:rPr lang="en-US" altLang="zh-CN" sz="1400" dirty="0">
                <a:solidFill>
                  <a:schemeClr val="tx1">
                    <a:lumMod val="50000"/>
                    <a:lumOff val="50000"/>
                  </a:schemeClr>
                </a:solidFill>
              </a:rPr>
              <a:t>Here is</a:t>
            </a:r>
            <a:r>
              <a:rPr lang="zh-CN" altLang="en-US" sz="1400" dirty="0">
                <a:solidFill>
                  <a:schemeClr val="tx1">
                    <a:lumMod val="50000"/>
                    <a:lumOff val="50000"/>
                  </a:schemeClr>
                </a:solidFill>
              </a:rPr>
              <a:t> </a:t>
            </a:r>
            <a:r>
              <a:rPr lang="en-US" altLang="zh-CN" sz="1400" dirty="0">
                <a:solidFill>
                  <a:schemeClr val="tx1">
                    <a:lumMod val="50000"/>
                    <a:lumOff val="50000"/>
                  </a:schemeClr>
                </a:solidFill>
              </a:rPr>
              <a:t>English</a:t>
            </a:r>
            <a:endParaRPr lang="zh-CN" altLang="en-US" sz="1400" dirty="0">
              <a:solidFill>
                <a:schemeClr val="tx1">
                  <a:lumMod val="50000"/>
                  <a:lumOff val="50000"/>
                </a:schemeClr>
              </a:solidFill>
            </a:endParaRPr>
          </a:p>
        </p:txBody>
      </p:sp>
      <p:grpSp>
        <p:nvGrpSpPr>
          <p:cNvPr id="13" name="Group 4"/>
          <p:cNvGrpSpPr>
            <a:grpSpLocks noChangeAspect="1"/>
          </p:cNvGrpSpPr>
          <p:nvPr/>
        </p:nvGrpSpPr>
        <p:grpSpPr bwMode="auto">
          <a:xfrm>
            <a:off x="3686810" y="1030901"/>
            <a:ext cx="4818380" cy="4796198"/>
            <a:chOff x="1668" y="0"/>
            <a:chExt cx="4344" cy="4324"/>
          </a:xfrm>
          <a:solidFill>
            <a:schemeClr val="accent1">
              <a:alpha val="25000"/>
            </a:schemeClr>
          </a:solidFill>
          <a:effectLst/>
        </p:grpSpPr>
        <p:grpSp>
          <p:nvGrpSpPr>
            <p:cNvPr id="14" name="Group 205"/>
            <p:cNvGrpSpPr/>
            <p:nvPr/>
          </p:nvGrpSpPr>
          <p:grpSpPr bwMode="auto">
            <a:xfrm>
              <a:off x="1704" y="0"/>
              <a:ext cx="4308" cy="4324"/>
              <a:chOff x="1704" y="0"/>
              <a:chExt cx="4308" cy="4324"/>
            </a:xfrm>
            <a:grpFill/>
          </p:grpSpPr>
          <p:sp>
            <p:nvSpPr>
              <p:cNvPr id="55" name="Freeform 5"/>
              <p:cNvSpPr>
                <a:spLocks noEditPoints="1"/>
              </p:cNvSpPr>
              <p:nvPr/>
            </p:nvSpPr>
            <p:spPr bwMode="auto">
              <a:xfrm>
                <a:off x="1862" y="28"/>
                <a:ext cx="4023" cy="3852"/>
              </a:xfrm>
              <a:custGeom>
                <a:avLst/>
                <a:gdLst>
                  <a:gd name="T0" fmla="*/ 736 w 1015"/>
                  <a:gd name="T1" fmla="*/ 923 h 972"/>
                  <a:gd name="T2" fmla="*/ 125 w 1015"/>
                  <a:gd name="T3" fmla="*/ 743 h 972"/>
                  <a:gd name="T4" fmla="*/ 582 w 1015"/>
                  <a:gd name="T5" fmla="*/ 676 h 972"/>
                  <a:gd name="T6" fmla="*/ 242 w 1015"/>
                  <a:gd name="T7" fmla="*/ 593 h 972"/>
                  <a:gd name="T8" fmla="*/ 179 w 1015"/>
                  <a:gd name="T9" fmla="*/ 480 h 972"/>
                  <a:gd name="T10" fmla="*/ 786 w 1015"/>
                  <a:gd name="T11" fmla="*/ 502 h 972"/>
                  <a:gd name="T12" fmla="*/ 868 w 1015"/>
                  <a:gd name="T13" fmla="*/ 405 h 972"/>
                  <a:gd name="T14" fmla="*/ 0 w 1015"/>
                  <a:gd name="T15" fmla="*/ 505 h 972"/>
                  <a:gd name="T16" fmla="*/ 537 w 1015"/>
                  <a:gd name="T17" fmla="*/ 392 h 972"/>
                  <a:gd name="T18" fmla="*/ 918 w 1015"/>
                  <a:gd name="T19" fmla="*/ 318 h 972"/>
                  <a:gd name="T20" fmla="*/ 814 w 1015"/>
                  <a:gd name="T21" fmla="*/ 276 h 972"/>
                  <a:gd name="T22" fmla="*/ 490 w 1015"/>
                  <a:gd name="T23" fmla="*/ 271 h 972"/>
                  <a:gd name="T24" fmla="*/ 459 w 1015"/>
                  <a:gd name="T25" fmla="*/ 157 h 972"/>
                  <a:gd name="T26" fmla="*/ 710 w 1015"/>
                  <a:gd name="T27" fmla="*/ 163 h 972"/>
                  <a:gd name="T28" fmla="*/ 700 w 1015"/>
                  <a:gd name="T29" fmla="*/ 77 h 972"/>
                  <a:gd name="T30" fmla="*/ 490 w 1015"/>
                  <a:gd name="T31" fmla="*/ 729 h 972"/>
                  <a:gd name="T32" fmla="*/ 783 w 1015"/>
                  <a:gd name="T33" fmla="*/ 738 h 972"/>
                  <a:gd name="T34" fmla="*/ 274 w 1015"/>
                  <a:gd name="T35" fmla="*/ 603 h 972"/>
                  <a:gd name="T36" fmla="*/ 657 w 1015"/>
                  <a:gd name="T37" fmla="*/ 609 h 972"/>
                  <a:gd name="T38" fmla="*/ 303 w 1015"/>
                  <a:gd name="T39" fmla="*/ 576 h 972"/>
                  <a:gd name="T40" fmla="*/ 337 w 1015"/>
                  <a:gd name="T41" fmla="*/ 527 h 972"/>
                  <a:gd name="T42" fmla="*/ 496 w 1015"/>
                  <a:gd name="T43" fmla="*/ 445 h 972"/>
                  <a:gd name="T44" fmla="*/ 358 w 1015"/>
                  <a:gd name="T45" fmla="*/ 570 h 972"/>
                  <a:gd name="T46" fmla="*/ 632 w 1015"/>
                  <a:gd name="T47" fmla="*/ 627 h 972"/>
                  <a:gd name="T48" fmla="*/ 342 w 1015"/>
                  <a:gd name="T49" fmla="*/ 541 h 972"/>
                  <a:gd name="T50" fmla="*/ 489 w 1015"/>
                  <a:gd name="T51" fmla="*/ 437 h 972"/>
                  <a:gd name="T52" fmla="*/ 473 w 1015"/>
                  <a:gd name="T53" fmla="*/ 421 h 972"/>
                  <a:gd name="T54" fmla="*/ 431 w 1015"/>
                  <a:gd name="T55" fmla="*/ 377 h 972"/>
                  <a:gd name="T56" fmla="*/ 316 w 1015"/>
                  <a:gd name="T57" fmla="*/ 261 h 972"/>
                  <a:gd name="T58" fmla="*/ 392 w 1015"/>
                  <a:gd name="T59" fmla="*/ 365 h 972"/>
                  <a:gd name="T60" fmla="*/ 384 w 1015"/>
                  <a:gd name="T61" fmla="*/ 371 h 972"/>
                  <a:gd name="T62" fmla="*/ 543 w 1015"/>
                  <a:gd name="T63" fmla="*/ 183 h 972"/>
                  <a:gd name="T64" fmla="*/ 347 w 1015"/>
                  <a:gd name="T65" fmla="*/ 50 h 972"/>
                  <a:gd name="T66" fmla="*/ 355 w 1015"/>
                  <a:gd name="T67" fmla="*/ 105 h 972"/>
                  <a:gd name="T68" fmla="*/ 222 w 1015"/>
                  <a:gd name="T69" fmla="*/ 169 h 972"/>
                  <a:gd name="T70" fmla="*/ 247 w 1015"/>
                  <a:gd name="T71" fmla="*/ 247 h 972"/>
                  <a:gd name="T72" fmla="*/ 261 w 1015"/>
                  <a:gd name="T73" fmla="*/ 362 h 972"/>
                  <a:gd name="T74" fmla="*/ 232 w 1015"/>
                  <a:gd name="T75" fmla="*/ 518 h 972"/>
                  <a:gd name="T76" fmla="*/ 161 w 1015"/>
                  <a:gd name="T77" fmla="*/ 150 h 972"/>
                  <a:gd name="T78" fmla="*/ 88 w 1015"/>
                  <a:gd name="T79" fmla="*/ 303 h 972"/>
                  <a:gd name="T80" fmla="*/ 132 w 1015"/>
                  <a:gd name="T81" fmla="*/ 370 h 972"/>
                  <a:gd name="T82" fmla="*/ 255 w 1015"/>
                  <a:gd name="T83" fmla="*/ 555 h 972"/>
                  <a:gd name="T84" fmla="*/ 340 w 1015"/>
                  <a:gd name="T85" fmla="*/ 680 h 972"/>
                  <a:gd name="T86" fmla="*/ 460 w 1015"/>
                  <a:gd name="T87" fmla="*/ 758 h 972"/>
                  <a:gd name="T88" fmla="*/ 354 w 1015"/>
                  <a:gd name="T89" fmla="*/ 915 h 972"/>
                  <a:gd name="T90" fmla="*/ 539 w 1015"/>
                  <a:gd name="T91" fmla="*/ 811 h 972"/>
                  <a:gd name="T92" fmla="*/ 681 w 1015"/>
                  <a:gd name="T93" fmla="*/ 886 h 972"/>
                  <a:gd name="T94" fmla="*/ 706 w 1015"/>
                  <a:gd name="T95" fmla="*/ 838 h 972"/>
                  <a:gd name="T96" fmla="*/ 569 w 1015"/>
                  <a:gd name="T97" fmla="*/ 793 h 972"/>
                  <a:gd name="T98" fmla="*/ 882 w 1015"/>
                  <a:gd name="T99" fmla="*/ 687 h 972"/>
                  <a:gd name="T100" fmla="*/ 942 w 1015"/>
                  <a:gd name="T101" fmla="*/ 640 h 972"/>
                  <a:gd name="T102" fmla="*/ 1013 w 1015"/>
                  <a:gd name="T103" fmla="*/ 530 h 972"/>
                  <a:gd name="T104" fmla="*/ 689 w 1015"/>
                  <a:gd name="T105" fmla="*/ 722 h 972"/>
                  <a:gd name="T106" fmla="*/ 786 w 1015"/>
                  <a:gd name="T107" fmla="*/ 742 h 972"/>
                  <a:gd name="T108" fmla="*/ 682 w 1015"/>
                  <a:gd name="T109" fmla="*/ 587 h 972"/>
                  <a:gd name="T110" fmla="*/ 490 w 1015"/>
                  <a:gd name="T111" fmla="*/ 438 h 972"/>
                  <a:gd name="T112" fmla="*/ 809 w 1015"/>
                  <a:gd name="T113" fmla="*/ 113 h 972"/>
                  <a:gd name="T114" fmla="*/ 237 w 1015"/>
                  <a:gd name="T115" fmla="*/ 179 h 972"/>
                  <a:gd name="T116" fmla="*/ 499 w 1015"/>
                  <a:gd name="T117" fmla="*/ 266 h 972"/>
                  <a:gd name="T118" fmla="*/ 576 w 1015"/>
                  <a:gd name="T119" fmla="*/ 101 h 972"/>
                  <a:gd name="T120" fmla="*/ 465 w 1015"/>
                  <a:gd name="T121" fmla="*/ 38 h 972"/>
                  <a:gd name="T122" fmla="*/ 408 w 1015"/>
                  <a:gd name="T123" fmla="*/ 17 h 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15" h="972">
                    <a:moveTo>
                      <a:pt x="596" y="920"/>
                    </a:moveTo>
                    <a:cubicBezTo>
                      <a:pt x="486" y="971"/>
                      <a:pt x="486" y="971"/>
                      <a:pt x="486" y="971"/>
                    </a:cubicBezTo>
                    <a:cubicBezTo>
                      <a:pt x="486" y="971"/>
                      <a:pt x="487" y="972"/>
                      <a:pt x="487" y="972"/>
                    </a:cubicBezTo>
                    <a:cubicBezTo>
                      <a:pt x="599" y="923"/>
                      <a:pt x="599" y="923"/>
                      <a:pt x="599" y="923"/>
                    </a:cubicBezTo>
                    <a:cubicBezTo>
                      <a:pt x="599" y="923"/>
                      <a:pt x="598" y="922"/>
                      <a:pt x="598" y="922"/>
                    </a:cubicBezTo>
                    <a:cubicBezTo>
                      <a:pt x="542" y="947"/>
                      <a:pt x="542" y="947"/>
                      <a:pt x="542" y="947"/>
                    </a:cubicBezTo>
                    <a:cubicBezTo>
                      <a:pt x="597" y="921"/>
                      <a:pt x="597" y="921"/>
                      <a:pt x="597" y="921"/>
                    </a:cubicBezTo>
                    <a:cubicBezTo>
                      <a:pt x="597" y="921"/>
                      <a:pt x="597" y="920"/>
                      <a:pt x="596" y="920"/>
                    </a:cubicBezTo>
                    <a:moveTo>
                      <a:pt x="923" y="771"/>
                    </a:moveTo>
                    <a:cubicBezTo>
                      <a:pt x="736" y="922"/>
                      <a:pt x="736" y="922"/>
                      <a:pt x="736" y="922"/>
                    </a:cubicBezTo>
                    <a:cubicBezTo>
                      <a:pt x="736" y="922"/>
                      <a:pt x="736" y="922"/>
                      <a:pt x="736" y="923"/>
                    </a:cubicBezTo>
                    <a:cubicBezTo>
                      <a:pt x="923" y="771"/>
                      <a:pt x="923" y="771"/>
                      <a:pt x="923" y="771"/>
                    </a:cubicBezTo>
                    <a:cubicBezTo>
                      <a:pt x="923" y="771"/>
                      <a:pt x="923" y="771"/>
                      <a:pt x="923" y="771"/>
                    </a:cubicBezTo>
                    <a:moveTo>
                      <a:pt x="229" y="725"/>
                    </a:moveTo>
                    <a:cubicBezTo>
                      <a:pt x="229" y="725"/>
                      <a:pt x="229" y="725"/>
                      <a:pt x="229" y="725"/>
                    </a:cubicBezTo>
                    <a:cubicBezTo>
                      <a:pt x="229" y="725"/>
                      <a:pt x="229" y="725"/>
                      <a:pt x="229" y="725"/>
                    </a:cubicBezTo>
                    <a:cubicBezTo>
                      <a:pt x="231" y="846"/>
                      <a:pt x="231" y="846"/>
                      <a:pt x="231" y="846"/>
                    </a:cubicBezTo>
                    <a:cubicBezTo>
                      <a:pt x="231" y="846"/>
                      <a:pt x="231" y="846"/>
                      <a:pt x="231" y="846"/>
                    </a:cubicBezTo>
                    <a:cubicBezTo>
                      <a:pt x="231" y="846"/>
                      <a:pt x="231" y="846"/>
                      <a:pt x="231" y="846"/>
                    </a:cubicBezTo>
                    <a:cubicBezTo>
                      <a:pt x="229" y="725"/>
                      <a:pt x="229" y="725"/>
                      <a:pt x="229" y="725"/>
                    </a:cubicBezTo>
                    <a:moveTo>
                      <a:pt x="225" y="721"/>
                    </a:moveTo>
                    <a:cubicBezTo>
                      <a:pt x="125" y="743"/>
                      <a:pt x="125" y="743"/>
                      <a:pt x="125" y="743"/>
                    </a:cubicBezTo>
                    <a:cubicBezTo>
                      <a:pt x="125" y="743"/>
                      <a:pt x="125" y="743"/>
                      <a:pt x="125" y="743"/>
                    </a:cubicBezTo>
                    <a:cubicBezTo>
                      <a:pt x="225" y="721"/>
                      <a:pt x="225" y="721"/>
                      <a:pt x="225" y="721"/>
                    </a:cubicBezTo>
                    <a:cubicBezTo>
                      <a:pt x="225" y="721"/>
                      <a:pt x="225" y="721"/>
                      <a:pt x="225" y="721"/>
                    </a:cubicBezTo>
                    <a:moveTo>
                      <a:pt x="342" y="692"/>
                    </a:moveTo>
                    <a:cubicBezTo>
                      <a:pt x="342" y="805"/>
                      <a:pt x="342" y="805"/>
                      <a:pt x="342" y="805"/>
                    </a:cubicBezTo>
                    <a:cubicBezTo>
                      <a:pt x="342" y="805"/>
                      <a:pt x="342" y="805"/>
                      <a:pt x="342" y="805"/>
                    </a:cubicBezTo>
                    <a:cubicBezTo>
                      <a:pt x="342" y="805"/>
                      <a:pt x="343" y="805"/>
                      <a:pt x="343" y="805"/>
                    </a:cubicBezTo>
                    <a:cubicBezTo>
                      <a:pt x="344" y="692"/>
                      <a:pt x="344" y="692"/>
                      <a:pt x="344" y="692"/>
                    </a:cubicBezTo>
                    <a:cubicBezTo>
                      <a:pt x="343" y="692"/>
                      <a:pt x="343" y="692"/>
                      <a:pt x="343" y="692"/>
                    </a:cubicBezTo>
                    <a:cubicBezTo>
                      <a:pt x="343" y="692"/>
                      <a:pt x="343" y="692"/>
                      <a:pt x="342" y="692"/>
                    </a:cubicBezTo>
                    <a:moveTo>
                      <a:pt x="582" y="676"/>
                    </a:moveTo>
                    <a:cubicBezTo>
                      <a:pt x="582" y="677"/>
                      <a:pt x="582" y="677"/>
                      <a:pt x="582" y="677"/>
                    </a:cubicBezTo>
                    <a:cubicBezTo>
                      <a:pt x="584" y="678"/>
                      <a:pt x="586" y="679"/>
                      <a:pt x="589" y="680"/>
                    </a:cubicBezTo>
                    <a:cubicBezTo>
                      <a:pt x="604" y="685"/>
                      <a:pt x="604" y="685"/>
                      <a:pt x="604" y="685"/>
                    </a:cubicBezTo>
                    <a:cubicBezTo>
                      <a:pt x="634" y="696"/>
                      <a:pt x="634" y="696"/>
                      <a:pt x="634" y="696"/>
                    </a:cubicBezTo>
                    <a:cubicBezTo>
                      <a:pt x="688" y="716"/>
                      <a:pt x="688" y="716"/>
                      <a:pt x="688" y="716"/>
                    </a:cubicBezTo>
                    <a:cubicBezTo>
                      <a:pt x="688" y="715"/>
                      <a:pt x="689" y="715"/>
                      <a:pt x="689" y="714"/>
                    </a:cubicBezTo>
                    <a:cubicBezTo>
                      <a:pt x="635" y="695"/>
                      <a:pt x="635" y="695"/>
                      <a:pt x="635" y="695"/>
                    </a:cubicBezTo>
                    <a:cubicBezTo>
                      <a:pt x="604" y="684"/>
                      <a:pt x="604" y="684"/>
                      <a:pt x="604" y="684"/>
                    </a:cubicBezTo>
                    <a:cubicBezTo>
                      <a:pt x="589" y="679"/>
                      <a:pt x="589" y="679"/>
                      <a:pt x="589" y="679"/>
                    </a:cubicBezTo>
                    <a:cubicBezTo>
                      <a:pt x="587" y="678"/>
                      <a:pt x="585" y="677"/>
                      <a:pt x="582" y="676"/>
                    </a:cubicBezTo>
                    <a:moveTo>
                      <a:pt x="242" y="593"/>
                    </a:moveTo>
                    <a:cubicBezTo>
                      <a:pt x="147" y="610"/>
                      <a:pt x="147" y="610"/>
                      <a:pt x="147" y="610"/>
                    </a:cubicBezTo>
                    <a:cubicBezTo>
                      <a:pt x="143" y="610"/>
                      <a:pt x="143" y="610"/>
                      <a:pt x="143" y="610"/>
                    </a:cubicBezTo>
                    <a:cubicBezTo>
                      <a:pt x="143" y="611"/>
                      <a:pt x="143" y="611"/>
                      <a:pt x="144" y="612"/>
                    </a:cubicBezTo>
                    <a:cubicBezTo>
                      <a:pt x="147" y="611"/>
                      <a:pt x="147" y="611"/>
                      <a:pt x="147" y="611"/>
                    </a:cubicBezTo>
                    <a:cubicBezTo>
                      <a:pt x="242" y="595"/>
                      <a:pt x="242" y="595"/>
                      <a:pt x="242" y="595"/>
                    </a:cubicBezTo>
                    <a:cubicBezTo>
                      <a:pt x="242" y="594"/>
                      <a:pt x="242" y="594"/>
                      <a:pt x="242" y="593"/>
                    </a:cubicBezTo>
                    <a:moveTo>
                      <a:pt x="179" y="480"/>
                    </a:moveTo>
                    <a:cubicBezTo>
                      <a:pt x="78" y="492"/>
                      <a:pt x="78" y="492"/>
                      <a:pt x="78" y="492"/>
                    </a:cubicBezTo>
                    <a:cubicBezTo>
                      <a:pt x="78" y="492"/>
                      <a:pt x="78" y="492"/>
                      <a:pt x="78" y="493"/>
                    </a:cubicBezTo>
                    <a:cubicBezTo>
                      <a:pt x="179" y="481"/>
                      <a:pt x="179" y="481"/>
                      <a:pt x="179" y="481"/>
                    </a:cubicBezTo>
                    <a:cubicBezTo>
                      <a:pt x="179" y="480"/>
                      <a:pt x="179" y="480"/>
                      <a:pt x="179" y="480"/>
                    </a:cubicBezTo>
                    <a:moveTo>
                      <a:pt x="667" y="446"/>
                    </a:moveTo>
                    <a:cubicBezTo>
                      <a:pt x="667" y="447"/>
                      <a:pt x="667" y="447"/>
                      <a:pt x="667" y="447"/>
                    </a:cubicBezTo>
                    <a:cubicBezTo>
                      <a:pt x="784" y="504"/>
                      <a:pt x="784" y="504"/>
                      <a:pt x="784" y="504"/>
                    </a:cubicBezTo>
                    <a:cubicBezTo>
                      <a:pt x="796" y="625"/>
                      <a:pt x="796" y="625"/>
                      <a:pt x="796" y="625"/>
                    </a:cubicBezTo>
                    <a:cubicBezTo>
                      <a:pt x="796" y="624"/>
                      <a:pt x="796" y="624"/>
                      <a:pt x="797" y="624"/>
                    </a:cubicBezTo>
                    <a:cubicBezTo>
                      <a:pt x="797" y="624"/>
                      <a:pt x="797" y="624"/>
                      <a:pt x="797" y="624"/>
                    </a:cubicBezTo>
                    <a:cubicBezTo>
                      <a:pt x="786" y="504"/>
                      <a:pt x="786" y="504"/>
                      <a:pt x="786" y="504"/>
                    </a:cubicBezTo>
                    <a:cubicBezTo>
                      <a:pt x="884" y="552"/>
                      <a:pt x="884" y="552"/>
                      <a:pt x="884" y="552"/>
                    </a:cubicBezTo>
                    <a:cubicBezTo>
                      <a:pt x="884" y="552"/>
                      <a:pt x="884" y="552"/>
                      <a:pt x="884" y="551"/>
                    </a:cubicBezTo>
                    <a:cubicBezTo>
                      <a:pt x="786" y="504"/>
                      <a:pt x="786" y="504"/>
                      <a:pt x="786" y="504"/>
                    </a:cubicBezTo>
                    <a:cubicBezTo>
                      <a:pt x="786" y="502"/>
                      <a:pt x="786" y="502"/>
                      <a:pt x="786" y="502"/>
                    </a:cubicBezTo>
                    <a:cubicBezTo>
                      <a:pt x="785" y="502"/>
                      <a:pt x="785" y="502"/>
                      <a:pt x="784" y="502"/>
                    </a:cubicBezTo>
                    <a:cubicBezTo>
                      <a:pt x="784" y="502"/>
                      <a:pt x="784" y="502"/>
                      <a:pt x="784" y="502"/>
                    </a:cubicBezTo>
                    <a:cubicBezTo>
                      <a:pt x="784" y="503"/>
                      <a:pt x="784" y="503"/>
                      <a:pt x="784" y="503"/>
                    </a:cubicBezTo>
                    <a:cubicBezTo>
                      <a:pt x="667" y="446"/>
                      <a:pt x="667" y="446"/>
                      <a:pt x="667" y="446"/>
                    </a:cubicBezTo>
                    <a:moveTo>
                      <a:pt x="863" y="408"/>
                    </a:moveTo>
                    <a:cubicBezTo>
                      <a:pt x="863" y="408"/>
                      <a:pt x="863" y="408"/>
                      <a:pt x="863" y="408"/>
                    </a:cubicBezTo>
                    <a:cubicBezTo>
                      <a:pt x="888" y="549"/>
                      <a:pt x="888" y="549"/>
                      <a:pt x="888" y="549"/>
                    </a:cubicBezTo>
                    <a:cubicBezTo>
                      <a:pt x="888" y="549"/>
                      <a:pt x="888" y="548"/>
                      <a:pt x="888" y="548"/>
                    </a:cubicBezTo>
                    <a:cubicBezTo>
                      <a:pt x="863" y="408"/>
                      <a:pt x="863" y="408"/>
                      <a:pt x="863" y="408"/>
                    </a:cubicBezTo>
                    <a:moveTo>
                      <a:pt x="868" y="405"/>
                    </a:moveTo>
                    <a:cubicBezTo>
                      <a:pt x="868" y="405"/>
                      <a:pt x="868" y="405"/>
                      <a:pt x="868" y="405"/>
                    </a:cubicBezTo>
                    <a:cubicBezTo>
                      <a:pt x="955" y="458"/>
                      <a:pt x="955" y="458"/>
                      <a:pt x="955" y="458"/>
                    </a:cubicBezTo>
                    <a:cubicBezTo>
                      <a:pt x="955" y="458"/>
                      <a:pt x="955" y="457"/>
                      <a:pt x="955" y="457"/>
                    </a:cubicBezTo>
                    <a:cubicBezTo>
                      <a:pt x="868" y="405"/>
                      <a:pt x="868" y="405"/>
                      <a:pt x="868" y="405"/>
                    </a:cubicBezTo>
                    <a:moveTo>
                      <a:pt x="988" y="380"/>
                    </a:moveTo>
                    <a:cubicBezTo>
                      <a:pt x="962" y="454"/>
                      <a:pt x="962" y="454"/>
                      <a:pt x="962" y="454"/>
                    </a:cubicBezTo>
                    <a:cubicBezTo>
                      <a:pt x="963" y="455"/>
                      <a:pt x="963" y="455"/>
                      <a:pt x="964" y="455"/>
                    </a:cubicBezTo>
                    <a:cubicBezTo>
                      <a:pt x="990" y="380"/>
                      <a:pt x="990" y="380"/>
                      <a:pt x="990" y="380"/>
                    </a:cubicBezTo>
                    <a:cubicBezTo>
                      <a:pt x="989" y="380"/>
                      <a:pt x="988" y="380"/>
                      <a:pt x="988" y="380"/>
                    </a:cubicBezTo>
                    <a:moveTo>
                      <a:pt x="41" y="376"/>
                    </a:moveTo>
                    <a:cubicBezTo>
                      <a:pt x="0" y="504"/>
                      <a:pt x="0" y="504"/>
                      <a:pt x="0" y="504"/>
                    </a:cubicBezTo>
                    <a:cubicBezTo>
                      <a:pt x="0" y="504"/>
                      <a:pt x="0" y="504"/>
                      <a:pt x="0" y="505"/>
                    </a:cubicBezTo>
                    <a:cubicBezTo>
                      <a:pt x="41" y="377"/>
                      <a:pt x="41" y="377"/>
                      <a:pt x="41" y="377"/>
                    </a:cubicBezTo>
                    <a:cubicBezTo>
                      <a:pt x="41" y="376"/>
                      <a:pt x="41" y="376"/>
                      <a:pt x="41" y="376"/>
                    </a:cubicBezTo>
                    <a:moveTo>
                      <a:pt x="751" y="366"/>
                    </a:moveTo>
                    <a:cubicBezTo>
                      <a:pt x="750" y="366"/>
                      <a:pt x="750" y="366"/>
                      <a:pt x="749" y="366"/>
                    </a:cubicBezTo>
                    <a:cubicBezTo>
                      <a:pt x="782" y="489"/>
                      <a:pt x="782" y="489"/>
                      <a:pt x="782" y="489"/>
                    </a:cubicBezTo>
                    <a:cubicBezTo>
                      <a:pt x="782" y="489"/>
                      <a:pt x="783" y="489"/>
                      <a:pt x="783" y="489"/>
                    </a:cubicBezTo>
                    <a:cubicBezTo>
                      <a:pt x="751" y="366"/>
                      <a:pt x="751" y="366"/>
                      <a:pt x="751" y="366"/>
                    </a:cubicBezTo>
                    <a:moveTo>
                      <a:pt x="620" y="320"/>
                    </a:moveTo>
                    <a:cubicBezTo>
                      <a:pt x="574" y="360"/>
                      <a:pt x="574" y="360"/>
                      <a:pt x="574" y="360"/>
                    </a:cubicBezTo>
                    <a:cubicBezTo>
                      <a:pt x="550" y="381"/>
                      <a:pt x="550" y="381"/>
                      <a:pt x="550" y="381"/>
                    </a:cubicBezTo>
                    <a:cubicBezTo>
                      <a:pt x="537" y="392"/>
                      <a:pt x="537" y="392"/>
                      <a:pt x="537" y="392"/>
                    </a:cubicBezTo>
                    <a:cubicBezTo>
                      <a:pt x="535" y="394"/>
                      <a:pt x="533" y="396"/>
                      <a:pt x="531" y="397"/>
                    </a:cubicBezTo>
                    <a:cubicBezTo>
                      <a:pt x="531" y="397"/>
                      <a:pt x="531" y="397"/>
                      <a:pt x="531" y="397"/>
                    </a:cubicBezTo>
                    <a:cubicBezTo>
                      <a:pt x="531" y="398"/>
                      <a:pt x="532" y="398"/>
                      <a:pt x="532" y="398"/>
                    </a:cubicBezTo>
                    <a:cubicBezTo>
                      <a:pt x="534" y="396"/>
                      <a:pt x="536" y="395"/>
                      <a:pt x="538" y="393"/>
                    </a:cubicBezTo>
                    <a:cubicBezTo>
                      <a:pt x="550" y="382"/>
                      <a:pt x="550" y="382"/>
                      <a:pt x="550" y="382"/>
                    </a:cubicBezTo>
                    <a:cubicBezTo>
                      <a:pt x="575" y="361"/>
                      <a:pt x="575" y="361"/>
                      <a:pt x="575" y="361"/>
                    </a:cubicBezTo>
                    <a:cubicBezTo>
                      <a:pt x="621" y="321"/>
                      <a:pt x="621" y="321"/>
                      <a:pt x="621" y="321"/>
                    </a:cubicBezTo>
                    <a:cubicBezTo>
                      <a:pt x="621" y="321"/>
                      <a:pt x="621" y="321"/>
                      <a:pt x="621" y="321"/>
                    </a:cubicBezTo>
                    <a:cubicBezTo>
                      <a:pt x="620" y="321"/>
                      <a:pt x="620" y="321"/>
                      <a:pt x="620" y="320"/>
                    </a:cubicBezTo>
                    <a:moveTo>
                      <a:pt x="919" y="317"/>
                    </a:moveTo>
                    <a:cubicBezTo>
                      <a:pt x="919" y="317"/>
                      <a:pt x="918" y="317"/>
                      <a:pt x="918" y="318"/>
                    </a:cubicBezTo>
                    <a:cubicBezTo>
                      <a:pt x="986" y="373"/>
                      <a:pt x="986" y="373"/>
                      <a:pt x="986" y="373"/>
                    </a:cubicBezTo>
                    <a:cubicBezTo>
                      <a:pt x="986" y="373"/>
                      <a:pt x="987" y="373"/>
                      <a:pt x="987" y="372"/>
                    </a:cubicBezTo>
                    <a:cubicBezTo>
                      <a:pt x="987" y="372"/>
                      <a:pt x="987" y="372"/>
                      <a:pt x="987" y="372"/>
                    </a:cubicBezTo>
                    <a:cubicBezTo>
                      <a:pt x="919" y="317"/>
                      <a:pt x="919" y="317"/>
                      <a:pt x="919" y="317"/>
                    </a:cubicBezTo>
                    <a:moveTo>
                      <a:pt x="802" y="278"/>
                    </a:moveTo>
                    <a:cubicBezTo>
                      <a:pt x="751" y="358"/>
                      <a:pt x="751" y="358"/>
                      <a:pt x="751" y="358"/>
                    </a:cubicBezTo>
                    <a:cubicBezTo>
                      <a:pt x="751" y="358"/>
                      <a:pt x="752" y="358"/>
                      <a:pt x="752" y="359"/>
                    </a:cubicBezTo>
                    <a:cubicBezTo>
                      <a:pt x="803" y="279"/>
                      <a:pt x="803" y="279"/>
                      <a:pt x="803" y="279"/>
                    </a:cubicBezTo>
                    <a:cubicBezTo>
                      <a:pt x="803" y="279"/>
                      <a:pt x="802" y="279"/>
                      <a:pt x="802" y="278"/>
                    </a:cubicBezTo>
                    <a:moveTo>
                      <a:pt x="814" y="274"/>
                    </a:moveTo>
                    <a:cubicBezTo>
                      <a:pt x="814" y="275"/>
                      <a:pt x="814" y="275"/>
                      <a:pt x="814" y="276"/>
                    </a:cubicBezTo>
                    <a:cubicBezTo>
                      <a:pt x="905" y="310"/>
                      <a:pt x="905" y="310"/>
                      <a:pt x="905" y="310"/>
                    </a:cubicBezTo>
                    <a:cubicBezTo>
                      <a:pt x="905" y="310"/>
                      <a:pt x="905" y="309"/>
                      <a:pt x="905" y="309"/>
                    </a:cubicBezTo>
                    <a:cubicBezTo>
                      <a:pt x="814" y="274"/>
                      <a:pt x="814" y="274"/>
                      <a:pt x="814" y="274"/>
                    </a:cubicBezTo>
                    <a:moveTo>
                      <a:pt x="231" y="249"/>
                    </a:moveTo>
                    <a:cubicBezTo>
                      <a:pt x="231" y="249"/>
                      <a:pt x="230" y="249"/>
                      <a:pt x="230" y="249"/>
                    </a:cubicBezTo>
                    <a:cubicBezTo>
                      <a:pt x="256" y="349"/>
                      <a:pt x="256" y="349"/>
                      <a:pt x="256" y="349"/>
                    </a:cubicBezTo>
                    <a:cubicBezTo>
                      <a:pt x="257" y="349"/>
                      <a:pt x="257" y="349"/>
                      <a:pt x="257" y="349"/>
                    </a:cubicBezTo>
                    <a:cubicBezTo>
                      <a:pt x="231" y="249"/>
                      <a:pt x="231" y="249"/>
                      <a:pt x="231" y="249"/>
                    </a:cubicBezTo>
                    <a:moveTo>
                      <a:pt x="360" y="246"/>
                    </a:moveTo>
                    <a:cubicBezTo>
                      <a:pt x="360" y="246"/>
                      <a:pt x="360" y="246"/>
                      <a:pt x="359" y="246"/>
                    </a:cubicBezTo>
                    <a:cubicBezTo>
                      <a:pt x="490" y="271"/>
                      <a:pt x="490" y="271"/>
                      <a:pt x="490" y="271"/>
                    </a:cubicBezTo>
                    <a:cubicBezTo>
                      <a:pt x="490" y="271"/>
                      <a:pt x="490" y="271"/>
                      <a:pt x="490" y="270"/>
                    </a:cubicBezTo>
                    <a:cubicBezTo>
                      <a:pt x="360" y="246"/>
                      <a:pt x="360" y="246"/>
                      <a:pt x="360" y="246"/>
                    </a:cubicBezTo>
                    <a:moveTo>
                      <a:pt x="830" y="186"/>
                    </a:moveTo>
                    <a:cubicBezTo>
                      <a:pt x="830" y="186"/>
                      <a:pt x="830" y="186"/>
                      <a:pt x="830" y="186"/>
                    </a:cubicBezTo>
                    <a:cubicBezTo>
                      <a:pt x="921" y="233"/>
                      <a:pt x="921" y="233"/>
                      <a:pt x="921" y="233"/>
                    </a:cubicBezTo>
                    <a:cubicBezTo>
                      <a:pt x="921" y="233"/>
                      <a:pt x="921" y="233"/>
                      <a:pt x="921" y="233"/>
                    </a:cubicBezTo>
                    <a:cubicBezTo>
                      <a:pt x="830" y="186"/>
                      <a:pt x="830" y="186"/>
                      <a:pt x="830" y="186"/>
                    </a:cubicBezTo>
                    <a:moveTo>
                      <a:pt x="333" y="146"/>
                    </a:moveTo>
                    <a:cubicBezTo>
                      <a:pt x="333" y="147"/>
                      <a:pt x="333" y="147"/>
                      <a:pt x="333" y="147"/>
                    </a:cubicBezTo>
                    <a:cubicBezTo>
                      <a:pt x="459" y="158"/>
                      <a:pt x="459" y="158"/>
                      <a:pt x="459" y="158"/>
                    </a:cubicBezTo>
                    <a:cubicBezTo>
                      <a:pt x="459" y="158"/>
                      <a:pt x="459" y="158"/>
                      <a:pt x="459" y="157"/>
                    </a:cubicBezTo>
                    <a:cubicBezTo>
                      <a:pt x="333" y="146"/>
                      <a:pt x="333" y="146"/>
                      <a:pt x="333" y="146"/>
                    </a:cubicBezTo>
                    <a:moveTo>
                      <a:pt x="814" y="115"/>
                    </a:moveTo>
                    <a:cubicBezTo>
                      <a:pt x="814" y="115"/>
                      <a:pt x="814" y="115"/>
                      <a:pt x="814" y="115"/>
                    </a:cubicBezTo>
                    <a:cubicBezTo>
                      <a:pt x="824" y="176"/>
                      <a:pt x="824" y="176"/>
                      <a:pt x="824" y="176"/>
                    </a:cubicBezTo>
                    <a:cubicBezTo>
                      <a:pt x="824" y="176"/>
                      <a:pt x="824" y="176"/>
                      <a:pt x="824" y="176"/>
                    </a:cubicBezTo>
                    <a:cubicBezTo>
                      <a:pt x="814" y="115"/>
                      <a:pt x="814" y="115"/>
                      <a:pt x="814" y="115"/>
                    </a:cubicBezTo>
                    <a:moveTo>
                      <a:pt x="704" y="92"/>
                    </a:moveTo>
                    <a:cubicBezTo>
                      <a:pt x="704" y="92"/>
                      <a:pt x="704" y="92"/>
                      <a:pt x="704" y="92"/>
                    </a:cubicBezTo>
                    <a:cubicBezTo>
                      <a:pt x="709" y="163"/>
                      <a:pt x="709" y="163"/>
                      <a:pt x="709" y="163"/>
                    </a:cubicBezTo>
                    <a:cubicBezTo>
                      <a:pt x="710" y="163"/>
                      <a:pt x="710" y="163"/>
                      <a:pt x="710" y="163"/>
                    </a:cubicBezTo>
                    <a:cubicBezTo>
                      <a:pt x="710" y="163"/>
                      <a:pt x="710" y="163"/>
                      <a:pt x="710" y="163"/>
                    </a:cubicBezTo>
                    <a:cubicBezTo>
                      <a:pt x="704" y="92"/>
                      <a:pt x="704" y="92"/>
                      <a:pt x="704" y="92"/>
                    </a:cubicBezTo>
                    <a:moveTo>
                      <a:pt x="245" y="64"/>
                    </a:moveTo>
                    <a:cubicBezTo>
                      <a:pt x="166" y="143"/>
                      <a:pt x="166" y="143"/>
                      <a:pt x="166" y="143"/>
                    </a:cubicBezTo>
                    <a:cubicBezTo>
                      <a:pt x="166" y="143"/>
                      <a:pt x="167" y="144"/>
                      <a:pt x="167" y="144"/>
                    </a:cubicBezTo>
                    <a:cubicBezTo>
                      <a:pt x="246" y="65"/>
                      <a:pt x="246" y="65"/>
                      <a:pt x="246" y="65"/>
                    </a:cubicBezTo>
                    <a:cubicBezTo>
                      <a:pt x="246" y="65"/>
                      <a:pt x="245" y="65"/>
                      <a:pt x="245" y="65"/>
                    </a:cubicBezTo>
                    <a:cubicBezTo>
                      <a:pt x="245" y="65"/>
                      <a:pt x="245" y="65"/>
                      <a:pt x="245" y="64"/>
                    </a:cubicBezTo>
                    <a:moveTo>
                      <a:pt x="681" y="40"/>
                    </a:moveTo>
                    <a:cubicBezTo>
                      <a:pt x="680" y="40"/>
                      <a:pt x="680" y="40"/>
                      <a:pt x="680" y="40"/>
                    </a:cubicBezTo>
                    <a:cubicBezTo>
                      <a:pt x="699" y="78"/>
                      <a:pt x="699" y="78"/>
                      <a:pt x="699" y="78"/>
                    </a:cubicBezTo>
                    <a:cubicBezTo>
                      <a:pt x="700" y="78"/>
                      <a:pt x="700" y="77"/>
                      <a:pt x="700" y="77"/>
                    </a:cubicBezTo>
                    <a:cubicBezTo>
                      <a:pt x="681" y="40"/>
                      <a:pt x="681" y="40"/>
                      <a:pt x="681" y="40"/>
                    </a:cubicBezTo>
                    <a:moveTo>
                      <a:pt x="467" y="853"/>
                    </a:moveTo>
                    <a:cubicBezTo>
                      <a:pt x="465" y="821"/>
                      <a:pt x="465" y="821"/>
                      <a:pt x="465" y="821"/>
                    </a:cubicBezTo>
                    <a:cubicBezTo>
                      <a:pt x="536" y="812"/>
                      <a:pt x="536" y="812"/>
                      <a:pt x="536" y="812"/>
                    </a:cubicBezTo>
                    <a:cubicBezTo>
                      <a:pt x="467" y="853"/>
                      <a:pt x="467" y="853"/>
                      <a:pt x="467" y="853"/>
                    </a:cubicBezTo>
                    <a:moveTo>
                      <a:pt x="540" y="811"/>
                    </a:moveTo>
                    <a:cubicBezTo>
                      <a:pt x="569" y="794"/>
                      <a:pt x="569" y="794"/>
                      <a:pt x="569" y="794"/>
                    </a:cubicBezTo>
                    <a:cubicBezTo>
                      <a:pt x="583" y="805"/>
                      <a:pt x="583" y="805"/>
                      <a:pt x="583" y="805"/>
                    </a:cubicBezTo>
                    <a:cubicBezTo>
                      <a:pt x="540" y="811"/>
                      <a:pt x="540" y="811"/>
                      <a:pt x="540" y="811"/>
                    </a:cubicBezTo>
                    <a:moveTo>
                      <a:pt x="568" y="793"/>
                    </a:moveTo>
                    <a:cubicBezTo>
                      <a:pt x="490" y="729"/>
                      <a:pt x="490" y="729"/>
                      <a:pt x="490" y="729"/>
                    </a:cubicBezTo>
                    <a:cubicBezTo>
                      <a:pt x="525" y="704"/>
                      <a:pt x="525" y="704"/>
                      <a:pt x="525" y="704"/>
                    </a:cubicBezTo>
                    <a:cubicBezTo>
                      <a:pt x="641" y="749"/>
                      <a:pt x="641" y="749"/>
                      <a:pt x="641" y="749"/>
                    </a:cubicBezTo>
                    <a:cubicBezTo>
                      <a:pt x="568" y="793"/>
                      <a:pt x="568" y="793"/>
                      <a:pt x="568" y="793"/>
                    </a:cubicBezTo>
                    <a:moveTo>
                      <a:pt x="490" y="729"/>
                    </a:moveTo>
                    <a:cubicBezTo>
                      <a:pt x="397" y="653"/>
                      <a:pt x="397" y="653"/>
                      <a:pt x="397" y="653"/>
                    </a:cubicBezTo>
                    <a:cubicBezTo>
                      <a:pt x="525" y="703"/>
                      <a:pt x="525" y="703"/>
                      <a:pt x="525" y="703"/>
                    </a:cubicBezTo>
                    <a:cubicBezTo>
                      <a:pt x="490" y="729"/>
                      <a:pt x="490" y="729"/>
                      <a:pt x="490" y="729"/>
                    </a:cubicBezTo>
                    <a:moveTo>
                      <a:pt x="783" y="738"/>
                    </a:moveTo>
                    <a:cubicBezTo>
                      <a:pt x="669" y="629"/>
                      <a:pt x="669" y="629"/>
                      <a:pt x="669" y="629"/>
                    </a:cubicBezTo>
                    <a:cubicBezTo>
                      <a:pt x="677" y="630"/>
                      <a:pt x="677" y="630"/>
                      <a:pt x="677" y="630"/>
                    </a:cubicBezTo>
                    <a:cubicBezTo>
                      <a:pt x="783" y="738"/>
                      <a:pt x="783" y="738"/>
                      <a:pt x="783" y="738"/>
                    </a:cubicBezTo>
                    <a:moveTo>
                      <a:pt x="667" y="628"/>
                    </a:moveTo>
                    <a:cubicBezTo>
                      <a:pt x="633" y="627"/>
                      <a:pt x="633" y="627"/>
                      <a:pt x="633" y="627"/>
                    </a:cubicBezTo>
                    <a:cubicBezTo>
                      <a:pt x="652" y="614"/>
                      <a:pt x="652" y="614"/>
                      <a:pt x="652" y="614"/>
                    </a:cubicBezTo>
                    <a:cubicBezTo>
                      <a:pt x="667" y="628"/>
                      <a:pt x="667" y="628"/>
                      <a:pt x="667" y="628"/>
                    </a:cubicBezTo>
                    <a:moveTo>
                      <a:pt x="675" y="628"/>
                    </a:moveTo>
                    <a:cubicBezTo>
                      <a:pt x="667" y="628"/>
                      <a:pt x="667" y="628"/>
                      <a:pt x="667" y="628"/>
                    </a:cubicBezTo>
                    <a:cubicBezTo>
                      <a:pt x="652" y="613"/>
                      <a:pt x="652" y="613"/>
                      <a:pt x="652" y="613"/>
                    </a:cubicBezTo>
                    <a:cubicBezTo>
                      <a:pt x="657" y="610"/>
                      <a:pt x="657" y="610"/>
                      <a:pt x="657" y="610"/>
                    </a:cubicBezTo>
                    <a:cubicBezTo>
                      <a:pt x="675" y="628"/>
                      <a:pt x="675" y="628"/>
                      <a:pt x="675" y="628"/>
                    </a:cubicBezTo>
                    <a:moveTo>
                      <a:pt x="291" y="609"/>
                    </a:moveTo>
                    <a:cubicBezTo>
                      <a:pt x="274" y="603"/>
                      <a:pt x="274" y="603"/>
                      <a:pt x="274" y="603"/>
                    </a:cubicBezTo>
                    <a:cubicBezTo>
                      <a:pt x="282" y="595"/>
                      <a:pt x="282" y="595"/>
                      <a:pt x="282" y="595"/>
                    </a:cubicBezTo>
                    <a:cubicBezTo>
                      <a:pt x="291" y="609"/>
                      <a:pt x="291" y="609"/>
                      <a:pt x="291" y="609"/>
                    </a:cubicBezTo>
                    <a:moveTo>
                      <a:pt x="391" y="649"/>
                    </a:moveTo>
                    <a:cubicBezTo>
                      <a:pt x="293" y="610"/>
                      <a:pt x="293" y="610"/>
                      <a:pt x="293" y="610"/>
                    </a:cubicBezTo>
                    <a:cubicBezTo>
                      <a:pt x="283" y="595"/>
                      <a:pt x="283" y="595"/>
                      <a:pt x="283" y="595"/>
                    </a:cubicBezTo>
                    <a:cubicBezTo>
                      <a:pt x="303" y="577"/>
                      <a:pt x="303" y="577"/>
                      <a:pt x="303" y="577"/>
                    </a:cubicBezTo>
                    <a:cubicBezTo>
                      <a:pt x="391" y="649"/>
                      <a:pt x="391" y="649"/>
                      <a:pt x="391" y="649"/>
                    </a:cubicBezTo>
                    <a:moveTo>
                      <a:pt x="652" y="613"/>
                    </a:moveTo>
                    <a:cubicBezTo>
                      <a:pt x="586" y="551"/>
                      <a:pt x="586" y="551"/>
                      <a:pt x="586" y="551"/>
                    </a:cubicBezTo>
                    <a:cubicBezTo>
                      <a:pt x="607" y="558"/>
                      <a:pt x="607" y="558"/>
                      <a:pt x="607" y="558"/>
                    </a:cubicBezTo>
                    <a:cubicBezTo>
                      <a:pt x="657" y="609"/>
                      <a:pt x="657" y="609"/>
                      <a:pt x="657" y="609"/>
                    </a:cubicBezTo>
                    <a:cubicBezTo>
                      <a:pt x="652" y="613"/>
                      <a:pt x="652" y="613"/>
                      <a:pt x="652" y="613"/>
                    </a:cubicBezTo>
                    <a:moveTo>
                      <a:pt x="283" y="594"/>
                    </a:moveTo>
                    <a:cubicBezTo>
                      <a:pt x="256" y="555"/>
                      <a:pt x="256" y="555"/>
                      <a:pt x="256" y="555"/>
                    </a:cubicBezTo>
                    <a:cubicBezTo>
                      <a:pt x="270" y="550"/>
                      <a:pt x="270" y="550"/>
                      <a:pt x="270" y="550"/>
                    </a:cubicBezTo>
                    <a:cubicBezTo>
                      <a:pt x="303" y="576"/>
                      <a:pt x="303" y="576"/>
                      <a:pt x="303" y="576"/>
                    </a:cubicBezTo>
                    <a:cubicBezTo>
                      <a:pt x="283" y="594"/>
                      <a:pt x="283" y="594"/>
                      <a:pt x="283" y="594"/>
                    </a:cubicBezTo>
                    <a:moveTo>
                      <a:pt x="303" y="576"/>
                    </a:moveTo>
                    <a:cubicBezTo>
                      <a:pt x="271" y="550"/>
                      <a:pt x="271" y="550"/>
                      <a:pt x="271" y="550"/>
                    </a:cubicBezTo>
                    <a:cubicBezTo>
                      <a:pt x="337" y="527"/>
                      <a:pt x="337" y="527"/>
                      <a:pt x="337" y="527"/>
                    </a:cubicBezTo>
                    <a:cubicBezTo>
                      <a:pt x="342" y="541"/>
                      <a:pt x="342" y="541"/>
                      <a:pt x="342" y="541"/>
                    </a:cubicBezTo>
                    <a:cubicBezTo>
                      <a:pt x="303" y="576"/>
                      <a:pt x="303" y="576"/>
                      <a:pt x="303" y="576"/>
                    </a:cubicBezTo>
                    <a:moveTo>
                      <a:pt x="606" y="558"/>
                    </a:moveTo>
                    <a:cubicBezTo>
                      <a:pt x="586" y="550"/>
                      <a:pt x="586" y="550"/>
                      <a:pt x="586" y="550"/>
                    </a:cubicBezTo>
                    <a:cubicBezTo>
                      <a:pt x="564" y="529"/>
                      <a:pt x="564" y="529"/>
                      <a:pt x="564" y="529"/>
                    </a:cubicBezTo>
                    <a:cubicBezTo>
                      <a:pt x="572" y="523"/>
                      <a:pt x="572" y="523"/>
                      <a:pt x="572" y="523"/>
                    </a:cubicBezTo>
                    <a:cubicBezTo>
                      <a:pt x="606" y="558"/>
                      <a:pt x="606" y="558"/>
                      <a:pt x="606" y="558"/>
                    </a:cubicBezTo>
                    <a:moveTo>
                      <a:pt x="256" y="554"/>
                    </a:moveTo>
                    <a:cubicBezTo>
                      <a:pt x="233" y="520"/>
                      <a:pt x="233" y="520"/>
                      <a:pt x="233" y="520"/>
                    </a:cubicBezTo>
                    <a:cubicBezTo>
                      <a:pt x="269" y="549"/>
                      <a:pt x="269" y="549"/>
                      <a:pt x="269" y="549"/>
                    </a:cubicBezTo>
                    <a:cubicBezTo>
                      <a:pt x="256" y="554"/>
                      <a:pt x="256" y="554"/>
                      <a:pt x="256" y="554"/>
                    </a:cubicBezTo>
                    <a:moveTo>
                      <a:pt x="342" y="540"/>
                    </a:moveTo>
                    <a:cubicBezTo>
                      <a:pt x="337" y="527"/>
                      <a:pt x="337" y="527"/>
                      <a:pt x="337" y="527"/>
                    </a:cubicBezTo>
                    <a:cubicBezTo>
                      <a:pt x="369" y="515"/>
                      <a:pt x="369" y="515"/>
                      <a:pt x="369" y="515"/>
                    </a:cubicBezTo>
                    <a:cubicBezTo>
                      <a:pt x="342" y="540"/>
                      <a:pt x="342" y="540"/>
                      <a:pt x="342" y="540"/>
                    </a:cubicBezTo>
                    <a:moveTo>
                      <a:pt x="564" y="529"/>
                    </a:moveTo>
                    <a:cubicBezTo>
                      <a:pt x="486" y="454"/>
                      <a:pt x="486" y="454"/>
                      <a:pt x="486" y="454"/>
                    </a:cubicBezTo>
                    <a:cubicBezTo>
                      <a:pt x="496" y="445"/>
                      <a:pt x="496" y="445"/>
                      <a:pt x="496" y="445"/>
                    </a:cubicBezTo>
                    <a:cubicBezTo>
                      <a:pt x="572" y="522"/>
                      <a:pt x="572" y="522"/>
                      <a:pt x="572" y="522"/>
                    </a:cubicBezTo>
                    <a:cubicBezTo>
                      <a:pt x="564" y="529"/>
                      <a:pt x="564" y="529"/>
                      <a:pt x="564" y="529"/>
                    </a:cubicBezTo>
                    <a:moveTo>
                      <a:pt x="486" y="454"/>
                    </a:moveTo>
                    <a:cubicBezTo>
                      <a:pt x="479" y="448"/>
                      <a:pt x="479" y="448"/>
                      <a:pt x="479" y="448"/>
                    </a:cubicBezTo>
                    <a:cubicBezTo>
                      <a:pt x="490" y="438"/>
                      <a:pt x="490" y="438"/>
                      <a:pt x="490" y="438"/>
                    </a:cubicBezTo>
                    <a:cubicBezTo>
                      <a:pt x="496" y="445"/>
                      <a:pt x="496" y="445"/>
                      <a:pt x="496" y="445"/>
                    </a:cubicBezTo>
                    <a:cubicBezTo>
                      <a:pt x="486" y="454"/>
                      <a:pt x="486" y="454"/>
                      <a:pt x="486" y="454"/>
                    </a:cubicBezTo>
                    <a:moveTo>
                      <a:pt x="372" y="513"/>
                    </a:moveTo>
                    <a:cubicBezTo>
                      <a:pt x="461" y="431"/>
                      <a:pt x="461" y="431"/>
                      <a:pt x="461" y="431"/>
                    </a:cubicBezTo>
                    <a:cubicBezTo>
                      <a:pt x="478" y="447"/>
                      <a:pt x="478" y="447"/>
                      <a:pt x="478" y="447"/>
                    </a:cubicBezTo>
                    <a:cubicBezTo>
                      <a:pt x="435" y="489"/>
                      <a:pt x="435" y="489"/>
                      <a:pt x="435" y="489"/>
                    </a:cubicBezTo>
                    <a:cubicBezTo>
                      <a:pt x="435" y="489"/>
                      <a:pt x="435" y="489"/>
                      <a:pt x="435" y="489"/>
                    </a:cubicBezTo>
                    <a:cubicBezTo>
                      <a:pt x="435" y="489"/>
                      <a:pt x="435" y="490"/>
                      <a:pt x="436" y="490"/>
                    </a:cubicBezTo>
                    <a:cubicBezTo>
                      <a:pt x="479" y="448"/>
                      <a:pt x="479" y="448"/>
                      <a:pt x="479" y="448"/>
                    </a:cubicBezTo>
                    <a:cubicBezTo>
                      <a:pt x="485" y="454"/>
                      <a:pt x="485" y="454"/>
                      <a:pt x="485" y="454"/>
                    </a:cubicBezTo>
                    <a:cubicBezTo>
                      <a:pt x="358" y="570"/>
                      <a:pt x="358" y="570"/>
                      <a:pt x="358" y="570"/>
                    </a:cubicBezTo>
                    <a:cubicBezTo>
                      <a:pt x="358" y="570"/>
                      <a:pt x="358" y="570"/>
                      <a:pt x="358" y="570"/>
                    </a:cubicBezTo>
                    <a:cubicBezTo>
                      <a:pt x="485" y="454"/>
                      <a:pt x="485" y="454"/>
                      <a:pt x="485" y="454"/>
                    </a:cubicBezTo>
                    <a:cubicBezTo>
                      <a:pt x="564" y="529"/>
                      <a:pt x="564" y="529"/>
                      <a:pt x="564" y="529"/>
                    </a:cubicBezTo>
                    <a:cubicBezTo>
                      <a:pt x="560" y="533"/>
                      <a:pt x="560" y="533"/>
                      <a:pt x="560" y="533"/>
                    </a:cubicBezTo>
                    <a:cubicBezTo>
                      <a:pt x="560" y="533"/>
                      <a:pt x="560" y="533"/>
                      <a:pt x="560" y="533"/>
                    </a:cubicBezTo>
                    <a:cubicBezTo>
                      <a:pt x="564" y="530"/>
                      <a:pt x="564" y="530"/>
                      <a:pt x="564" y="530"/>
                    </a:cubicBezTo>
                    <a:cubicBezTo>
                      <a:pt x="585" y="549"/>
                      <a:pt x="585" y="549"/>
                      <a:pt x="585" y="549"/>
                    </a:cubicBezTo>
                    <a:cubicBezTo>
                      <a:pt x="561" y="541"/>
                      <a:pt x="561" y="541"/>
                      <a:pt x="561" y="541"/>
                    </a:cubicBezTo>
                    <a:cubicBezTo>
                      <a:pt x="561" y="541"/>
                      <a:pt x="561" y="541"/>
                      <a:pt x="561" y="541"/>
                    </a:cubicBezTo>
                    <a:cubicBezTo>
                      <a:pt x="586" y="550"/>
                      <a:pt x="586" y="550"/>
                      <a:pt x="586" y="550"/>
                    </a:cubicBezTo>
                    <a:cubicBezTo>
                      <a:pt x="652" y="613"/>
                      <a:pt x="652" y="613"/>
                      <a:pt x="652" y="613"/>
                    </a:cubicBezTo>
                    <a:cubicBezTo>
                      <a:pt x="632" y="627"/>
                      <a:pt x="632" y="627"/>
                      <a:pt x="632" y="627"/>
                    </a:cubicBezTo>
                    <a:cubicBezTo>
                      <a:pt x="461" y="623"/>
                      <a:pt x="461" y="623"/>
                      <a:pt x="461" y="623"/>
                    </a:cubicBezTo>
                    <a:cubicBezTo>
                      <a:pt x="461" y="623"/>
                      <a:pt x="461" y="624"/>
                      <a:pt x="461" y="624"/>
                    </a:cubicBezTo>
                    <a:cubicBezTo>
                      <a:pt x="630" y="628"/>
                      <a:pt x="630" y="628"/>
                      <a:pt x="630" y="628"/>
                    </a:cubicBezTo>
                    <a:cubicBezTo>
                      <a:pt x="570" y="671"/>
                      <a:pt x="570" y="671"/>
                      <a:pt x="570" y="671"/>
                    </a:cubicBezTo>
                    <a:cubicBezTo>
                      <a:pt x="461" y="625"/>
                      <a:pt x="461" y="625"/>
                      <a:pt x="461" y="625"/>
                    </a:cubicBezTo>
                    <a:cubicBezTo>
                      <a:pt x="461" y="626"/>
                      <a:pt x="461" y="626"/>
                      <a:pt x="460" y="626"/>
                    </a:cubicBezTo>
                    <a:cubicBezTo>
                      <a:pt x="569" y="672"/>
                      <a:pt x="569" y="672"/>
                      <a:pt x="569" y="672"/>
                    </a:cubicBezTo>
                    <a:cubicBezTo>
                      <a:pt x="526" y="703"/>
                      <a:pt x="526" y="703"/>
                      <a:pt x="526" y="703"/>
                    </a:cubicBezTo>
                    <a:cubicBezTo>
                      <a:pt x="394" y="650"/>
                      <a:pt x="394" y="650"/>
                      <a:pt x="394" y="650"/>
                    </a:cubicBezTo>
                    <a:cubicBezTo>
                      <a:pt x="303" y="576"/>
                      <a:pt x="303" y="576"/>
                      <a:pt x="303" y="576"/>
                    </a:cubicBezTo>
                    <a:cubicBezTo>
                      <a:pt x="342" y="541"/>
                      <a:pt x="342" y="541"/>
                      <a:pt x="342" y="541"/>
                    </a:cubicBezTo>
                    <a:cubicBezTo>
                      <a:pt x="351" y="568"/>
                      <a:pt x="351" y="568"/>
                      <a:pt x="351" y="568"/>
                    </a:cubicBezTo>
                    <a:cubicBezTo>
                      <a:pt x="351" y="568"/>
                      <a:pt x="351" y="568"/>
                      <a:pt x="351" y="568"/>
                    </a:cubicBezTo>
                    <a:cubicBezTo>
                      <a:pt x="342" y="541"/>
                      <a:pt x="342" y="541"/>
                      <a:pt x="342" y="541"/>
                    </a:cubicBezTo>
                    <a:cubicBezTo>
                      <a:pt x="370" y="515"/>
                      <a:pt x="370" y="515"/>
                      <a:pt x="370" y="515"/>
                    </a:cubicBezTo>
                    <a:cubicBezTo>
                      <a:pt x="425" y="496"/>
                      <a:pt x="425" y="496"/>
                      <a:pt x="425" y="496"/>
                    </a:cubicBezTo>
                    <a:cubicBezTo>
                      <a:pt x="425" y="496"/>
                      <a:pt x="425" y="495"/>
                      <a:pt x="425" y="495"/>
                    </a:cubicBezTo>
                    <a:cubicBezTo>
                      <a:pt x="372" y="513"/>
                      <a:pt x="372" y="513"/>
                      <a:pt x="372" y="513"/>
                    </a:cubicBezTo>
                    <a:moveTo>
                      <a:pt x="478" y="447"/>
                    </a:moveTo>
                    <a:cubicBezTo>
                      <a:pt x="462" y="431"/>
                      <a:pt x="462" y="431"/>
                      <a:pt x="462" y="431"/>
                    </a:cubicBezTo>
                    <a:cubicBezTo>
                      <a:pt x="473" y="421"/>
                      <a:pt x="473" y="421"/>
                      <a:pt x="473" y="421"/>
                    </a:cubicBezTo>
                    <a:cubicBezTo>
                      <a:pt x="489" y="437"/>
                      <a:pt x="489" y="437"/>
                      <a:pt x="489" y="437"/>
                    </a:cubicBezTo>
                    <a:cubicBezTo>
                      <a:pt x="478" y="447"/>
                      <a:pt x="478" y="447"/>
                      <a:pt x="478" y="447"/>
                    </a:cubicBezTo>
                    <a:moveTo>
                      <a:pt x="337" y="525"/>
                    </a:moveTo>
                    <a:cubicBezTo>
                      <a:pt x="317" y="464"/>
                      <a:pt x="317" y="464"/>
                      <a:pt x="317" y="464"/>
                    </a:cubicBezTo>
                    <a:cubicBezTo>
                      <a:pt x="417" y="389"/>
                      <a:pt x="417" y="389"/>
                      <a:pt x="417" y="389"/>
                    </a:cubicBezTo>
                    <a:cubicBezTo>
                      <a:pt x="461" y="431"/>
                      <a:pt x="461" y="431"/>
                      <a:pt x="461" y="431"/>
                    </a:cubicBezTo>
                    <a:cubicBezTo>
                      <a:pt x="372" y="513"/>
                      <a:pt x="372" y="513"/>
                      <a:pt x="372" y="513"/>
                    </a:cubicBezTo>
                    <a:cubicBezTo>
                      <a:pt x="337" y="525"/>
                      <a:pt x="337" y="525"/>
                      <a:pt x="337" y="525"/>
                    </a:cubicBezTo>
                    <a:moveTo>
                      <a:pt x="462" y="431"/>
                    </a:moveTo>
                    <a:cubicBezTo>
                      <a:pt x="417" y="389"/>
                      <a:pt x="417" y="389"/>
                      <a:pt x="417" y="389"/>
                    </a:cubicBezTo>
                    <a:cubicBezTo>
                      <a:pt x="431" y="378"/>
                      <a:pt x="431" y="378"/>
                      <a:pt x="431" y="378"/>
                    </a:cubicBezTo>
                    <a:cubicBezTo>
                      <a:pt x="473" y="421"/>
                      <a:pt x="473" y="421"/>
                      <a:pt x="473" y="421"/>
                    </a:cubicBezTo>
                    <a:cubicBezTo>
                      <a:pt x="462" y="431"/>
                      <a:pt x="462" y="431"/>
                      <a:pt x="462" y="431"/>
                    </a:cubicBezTo>
                    <a:moveTo>
                      <a:pt x="473" y="421"/>
                    </a:moveTo>
                    <a:cubicBezTo>
                      <a:pt x="431" y="378"/>
                      <a:pt x="431" y="378"/>
                      <a:pt x="431" y="378"/>
                    </a:cubicBezTo>
                    <a:cubicBezTo>
                      <a:pt x="533" y="301"/>
                      <a:pt x="533" y="301"/>
                      <a:pt x="533" y="301"/>
                    </a:cubicBezTo>
                    <a:cubicBezTo>
                      <a:pt x="592" y="312"/>
                      <a:pt x="592" y="312"/>
                      <a:pt x="592" y="312"/>
                    </a:cubicBezTo>
                    <a:cubicBezTo>
                      <a:pt x="473" y="421"/>
                      <a:pt x="473" y="421"/>
                      <a:pt x="473" y="421"/>
                    </a:cubicBezTo>
                    <a:moveTo>
                      <a:pt x="90" y="304"/>
                    </a:moveTo>
                    <a:cubicBezTo>
                      <a:pt x="89" y="303"/>
                      <a:pt x="89" y="303"/>
                      <a:pt x="89" y="303"/>
                    </a:cubicBezTo>
                    <a:cubicBezTo>
                      <a:pt x="95" y="293"/>
                      <a:pt x="95" y="293"/>
                      <a:pt x="95" y="293"/>
                    </a:cubicBezTo>
                    <a:cubicBezTo>
                      <a:pt x="90" y="304"/>
                      <a:pt x="90" y="304"/>
                      <a:pt x="90" y="304"/>
                    </a:cubicBezTo>
                    <a:moveTo>
                      <a:pt x="431" y="377"/>
                    </a:moveTo>
                    <a:cubicBezTo>
                      <a:pt x="376" y="322"/>
                      <a:pt x="376" y="322"/>
                      <a:pt x="376" y="322"/>
                    </a:cubicBezTo>
                    <a:cubicBezTo>
                      <a:pt x="361" y="269"/>
                      <a:pt x="361" y="269"/>
                      <a:pt x="361" y="269"/>
                    </a:cubicBezTo>
                    <a:cubicBezTo>
                      <a:pt x="532" y="301"/>
                      <a:pt x="532" y="301"/>
                      <a:pt x="532" y="301"/>
                    </a:cubicBezTo>
                    <a:cubicBezTo>
                      <a:pt x="431" y="377"/>
                      <a:pt x="431" y="377"/>
                      <a:pt x="431" y="377"/>
                    </a:cubicBezTo>
                    <a:moveTo>
                      <a:pt x="375" y="321"/>
                    </a:moveTo>
                    <a:cubicBezTo>
                      <a:pt x="317" y="261"/>
                      <a:pt x="317" y="261"/>
                      <a:pt x="317" y="261"/>
                    </a:cubicBezTo>
                    <a:cubicBezTo>
                      <a:pt x="360" y="269"/>
                      <a:pt x="360" y="269"/>
                      <a:pt x="360" y="269"/>
                    </a:cubicBezTo>
                    <a:cubicBezTo>
                      <a:pt x="375" y="321"/>
                      <a:pt x="375" y="321"/>
                      <a:pt x="375" y="321"/>
                    </a:cubicBezTo>
                    <a:moveTo>
                      <a:pt x="387" y="359"/>
                    </a:moveTo>
                    <a:cubicBezTo>
                      <a:pt x="275" y="253"/>
                      <a:pt x="275" y="253"/>
                      <a:pt x="275" y="253"/>
                    </a:cubicBezTo>
                    <a:cubicBezTo>
                      <a:pt x="316" y="261"/>
                      <a:pt x="316" y="261"/>
                      <a:pt x="316" y="261"/>
                    </a:cubicBezTo>
                    <a:cubicBezTo>
                      <a:pt x="375" y="321"/>
                      <a:pt x="375" y="321"/>
                      <a:pt x="375" y="321"/>
                    </a:cubicBezTo>
                    <a:cubicBezTo>
                      <a:pt x="387" y="359"/>
                      <a:pt x="387" y="359"/>
                      <a:pt x="387" y="359"/>
                    </a:cubicBezTo>
                    <a:moveTo>
                      <a:pt x="384" y="370"/>
                    </a:moveTo>
                    <a:cubicBezTo>
                      <a:pt x="285" y="363"/>
                      <a:pt x="285" y="363"/>
                      <a:pt x="285" y="363"/>
                    </a:cubicBezTo>
                    <a:cubicBezTo>
                      <a:pt x="248" y="248"/>
                      <a:pt x="248" y="248"/>
                      <a:pt x="248" y="248"/>
                    </a:cubicBezTo>
                    <a:cubicBezTo>
                      <a:pt x="274" y="253"/>
                      <a:pt x="274" y="253"/>
                      <a:pt x="274" y="253"/>
                    </a:cubicBezTo>
                    <a:cubicBezTo>
                      <a:pt x="387" y="360"/>
                      <a:pt x="387" y="360"/>
                      <a:pt x="387" y="360"/>
                    </a:cubicBezTo>
                    <a:cubicBezTo>
                      <a:pt x="388" y="365"/>
                      <a:pt x="388" y="365"/>
                      <a:pt x="388" y="365"/>
                    </a:cubicBezTo>
                    <a:cubicBezTo>
                      <a:pt x="389" y="365"/>
                      <a:pt x="389" y="365"/>
                      <a:pt x="389" y="365"/>
                    </a:cubicBezTo>
                    <a:cubicBezTo>
                      <a:pt x="388" y="361"/>
                      <a:pt x="388" y="361"/>
                      <a:pt x="388" y="361"/>
                    </a:cubicBezTo>
                    <a:cubicBezTo>
                      <a:pt x="392" y="365"/>
                      <a:pt x="392" y="365"/>
                      <a:pt x="392" y="365"/>
                    </a:cubicBezTo>
                    <a:cubicBezTo>
                      <a:pt x="392" y="365"/>
                      <a:pt x="392" y="365"/>
                      <a:pt x="393" y="365"/>
                    </a:cubicBezTo>
                    <a:cubicBezTo>
                      <a:pt x="388" y="361"/>
                      <a:pt x="388" y="361"/>
                      <a:pt x="388" y="361"/>
                    </a:cubicBezTo>
                    <a:cubicBezTo>
                      <a:pt x="377" y="322"/>
                      <a:pt x="377" y="322"/>
                      <a:pt x="377" y="322"/>
                    </a:cubicBezTo>
                    <a:cubicBezTo>
                      <a:pt x="430" y="377"/>
                      <a:pt x="430" y="377"/>
                      <a:pt x="430" y="377"/>
                    </a:cubicBezTo>
                    <a:cubicBezTo>
                      <a:pt x="416" y="388"/>
                      <a:pt x="416" y="388"/>
                      <a:pt x="416" y="388"/>
                    </a:cubicBezTo>
                    <a:cubicBezTo>
                      <a:pt x="396" y="369"/>
                      <a:pt x="396" y="369"/>
                      <a:pt x="396" y="369"/>
                    </a:cubicBezTo>
                    <a:cubicBezTo>
                      <a:pt x="396" y="369"/>
                      <a:pt x="396" y="369"/>
                      <a:pt x="396" y="369"/>
                    </a:cubicBezTo>
                    <a:cubicBezTo>
                      <a:pt x="416" y="388"/>
                      <a:pt x="416" y="388"/>
                      <a:pt x="416" y="388"/>
                    </a:cubicBezTo>
                    <a:cubicBezTo>
                      <a:pt x="317" y="463"/>
                      <a:pt x="317" y="463"/>
                      <a:pt x="317" y="463"/>
                    </a:cubicBezTo>
                    <a:cubicBezTo>
                      <a:pt x="285" y="364"/>
                      <a:pt x="285" y="364"/>
                      <a:pt x="285" y="364"/>
                    </a:cubicBezTo>
                    <a:cubicBezTo>
                      <a:pt x="384" y="371"/>
                      <a:pt x="384" y="371"/>
                      <a:pt x="384" y="371"/>
                    </a:cubicBezTo>
                    <a:cubicBezTo>
                      <a:pt x="384" y="371"/>
                      <a:pt x="384" y="370"/>
                      <a:pt x="384" y="370"/>
                    </a:cubicBezTo>
                    <a:moveTo>
                      <a:pt x="273" y="251"/>
                    </a:moveTo>
                    <a:cubicBezTo>
                      <a:pt x="247" y="247"/>
                      <a:pt x="247" y="247"/>
                      <a:pt x="247" y="247"/>
                    </a:cubicBezTo>
                    <a:cubicBezTo>
                      <a:pt x="238" y="218"/>
                      <a:pt x="238" y="218"/>
                      <a:pt x="238" y="218"/>
                    </a:cubicBezTo>
                    <a:cubicBezTo>
                      <a:pt x="273" y="251"/>
                      <a:pt x="273" y="251"/>
                      <a:pt x="273" y="251"/>
                    </a:cubicBezTo>
                    <a:moveTo>
                      <a:pt x="238" y="217"/>
                    </a:moveTo>
                    <a:cubicBezTo>
                      <a:pt x="213" y="193"/>
                      <a:pt x="213" y="193"/>
                      <a:pt x="213" y="193"/>
                    </a:cubicBezTo>
                    <a:cubicBezTo>
                      <a:pt x="227" y="184"/>
                      <a:pt x="227" y="184"/>
                      <a:pt x="227" y="184"/>
                    </a:cubicBezTo>
                    <a:cubicBezTo>
                      <a:pt x="238" y="217"/>
                      <a:pt x="238" y="217"/>
                      <a:pt x="238" y="217"/>
                    </a:cubicBezTo>
                    <a:moveTo>
                      <a:pt x="586" y="197"/>
                    </a:moveTo>
                    <a:cubicBezTo>
                      <a:pt x="543" y="183"/>
                      <a:pt x="543" y="183"/>
                      <a:pt x="543" y="183"/>
                    </a:cubicBezTo>
                    <a:cubicBezTo>
                      <a:pt x="544" y="180"/>
                      <a:pt x="544" y="180"/>
                      <a:pt x="544" y="180"/>
                    </a:cubicBezTo>
                    <a:cubicBezTo>
                      <a:pt x="586" y="197"/>
                      <a:pt x="586" y="197"/>
                      <a:pt x="586" y="197"/>
                    </a:cubicBezTo>
                    <a:moveTo>
                      <a:pt x="315" y="259"/>
                    </a:moveTo>
                    <a:cubicBezTo>
                      <a:pt x="274" y="252"/>
                      <a:pt x="274" y="252"/>
                      <a:pt x="274" y="252"/>
                    </a:cubicBezTo>
                    <a:cubicBezTo>
                      <a:pt x="238" y="217"/>
                      <a:pt x="238" y="217"/>
                      <a:pt x="238" y="217"/>
                    </a:cubicBezTo>
                    <a:cubicBezTo>
                      <a:pt x="227" y="184"/>
                      <a:pt x="227" y="184"/>
                      <a:pt x="227" y="184"/>
                    </a:cubicBezTo>
                    <a:cubicBezTo>
                      <a:pt x="236" y="179"/>
                      <a:pt x="236" y="179"/>
                      <a:pt x="236" y="179"/>
                    </a:cubicBezTo>
                    <a:cubicBezTo>
                      <a:pt x="315" y="259"/>
                      <a:pt x="315" y="259"/>
                      <a:pt x="315" y="259"/>
                    </a:cubicBezTo>
                    <a:moveTo>
                      <a:pt x="521" y="2"/>
                    </a:moveTo>
                    <a:cubicBezTo>
                      <a:pt x="465" y="37"/>
                      <a:pt x="465" y="37"/>
                      <a:pt x="465" y="37"/>
                    </a:cubicBezTo>
                    <a:cubicBezTo>
                      <a:pt x="347" y="50"/>
                      <a:pt x="347" y="50"/>
                      <a:pt x="347" y="50"/>
                    </a:cubicBezTo>
                    <a:cubicBezTo>
                      <a:pt x="396" y="22"/>
                      <a:pt x="396" y="22"/>
                      <a:pt x="396" y="22"/>
                    </a:cubicBezTo>
                    <a:cubicBezTo>
                      <a:pt x="396" y="22"/>
                      <a:pt x="396" y="22"/>
                      <a:pt x="395" y="21"/>
                    </a:cubicBezTo>
                    <a:cubicBezTo>
                      <a:pt x="346" y="50"/>
                      <a:pt x="346" y="50"/>
                      <a:pt x="346" y="50"/>
                    </a:cubicBezTo>
                    <a:cubicBezTo>
                      <a:pt x="252" y="61"/>
                      <a:pt x="252" y="61"/>
                      <a:pt x="252" y="61"/>
                    </a:cubicBezTo>
                    <a:cubicBezTo>
                      <a:pt x="252" y="61"/>
                      <a:pt x="252" y="62"/>
                      <a:pt x="252" y="62"/>
                    </a:cubicBezTo>
                    <a:cubicBezTo>
                      <a:pt x="343" y="52"/>
                      <a:pt x="343" y="52"/>
                      <a:pt x="343" y="52"/>
                    </a:cubicBezTo>
                    <a:cubicBezTo>
                      <a:pt x="300" y="77"/>
                      <a:pt x="300" y="77"/>
                      <a:pt x="300" y="77"/>
                    </a:cubicBezTo>
                    <a:cubicBezTo>
                      <a:pt x="300" y="77"/>
                      <a:pt x="300" y="77"/>
                      <a:pt x="300" y="78"/>
                    </a:cubicBezTo>
                    <a:cubicBezTo>
                      <a:pt x="345" y="51"/>
                      <a:pt x="345" y="51"/>
                      <a:pt x="345" y="51"/>
                    </a:cubicBezTo>
                    <a:cubicBezTo>
                      <a:pt x="463" y="38"/>
                      <a:pt x="463" y="38"/>
                      <a:pt x="463" y="38"/>
                    </a:cubicBezTo>
                    <a:cubicBezTo>
                      <a:pt x="355" y="105"/>
                      <a:pt x="355" y="105"/>
                      <a:pt x="355" y="105"/>
                    </a:cubicBezTo>
                    <a:cubicBezTo>
                      <a:pt x="300" y="84"/>
                      <a:pt x="300" y="84"/>
                      <a:pt x="300" y="84"/>
                    </a:cubicBezTo>
                    <a:cubicBezTo>
                      <a:pt x="300" y="84"/>
                      <a:pt x="300" y="84"/>
                      <a:pt x="300" y="84"/>
                    </a:cubicBezTo>
                    <a:cubicBezTo>
                      <a:pt x="354" y="105"/>
                      <a:pt x="354" y="105"/>
                      <a:pt x="354" y="105"/>
                    </a:cubicBezTo>
                    <a:cubicBezTo>
                      <a:pt x="236" y="178"/>
                      <a:pt x="236" y="178"/>
                      <a:pt x="236" y="178"/>
                    </a:cubicBezTo>
                    <a:cubicBezTo>
                      <a:pt x="225" y="167"/>
                      <a:pt x="225" y="167"/>
                      <a:pt x="225" y="167"/>
                    </a:cubicBezTo>
                    <a:cubicBezTo>
                      <a:pt x="225" y="167"/>
                      <a:pt x="225" y="167"/>
                      <a:pt x="225" y="167"/>
                    </a:cubicBezTo>
                    <a:cubicBezTo>
                      <a:pt x="225" y="167"/>
                      <a:pt x="225" y="167"/>
                      <a:pt x="225" y="167"/>
                    </a:cubicBezTo>
                    <a:cubicBezTo>
                      <a:pt x="236" y="178"/>
                      <a:pt x="236" y="178"/>
                      <a:pt x="236" y="178"/>
                    </a:cubicBezTo>
                    <a:cubicBezTo>
                      <a:pt x="227" y="184"/>
                      <a:pt x="227" y="184"/>
                      <a:pt x="227" y="184"/>
                    </a:cubicBezTo>
                    <a:cubicBezTo>
                      <a:pt x="222" y="169"/>
                      <a:pt x="222" y="169"/>
                      <a:pt x="222" y="169"/>
                    </a:cubicBezTo>
                    <a:cubicBezTo>
                      <a:pt x="222" y="169"/>
                      <a:pt x="222" y="169"/>
                      <a:pt x="222" y="169"/>
                    </a:cubicBezTo>
                    <a:cubicBezTo>
                      <a:pt x="227" y="184"/>
                      <a:pt x="227" y="184"/>
                      <a:pt x="227" y="184"/>
                    </a:cubicBezTo>
                    <a:cubicBezTo>
                      <a:pt x="212" y="193"/>
                      <a:pt x="212" y="193"/>
                      <a:pt x="212" y="193"/>
                    </a:cubicBezTo>
                    <a:cubicBezTo>
                      <a:pt x="165" y="148"/>
                      <a:pt x="165" y="148"/>
                      <a:pt x="165" y="148"/>
                    </a:cubicBezTo>
                    <a:cubicBezTo>
                      <a:pt x="165" y="148"/>
                      <a:pt x="165" y="148"/>
                      <a:pt x="165" y="148"/>
                    </a:cubicBezTo>
                    <a:cubicBezTo>
                      <a:pt x="165" y="148"/>
                      <a:pt x="165" y="148"/>
                      <a:pt x="165" y="148"/>
                    </a:cubicBezTo>
                    <a:cubicBezTo>
                      <a:pt x="212" y="193"/>
                      <a:pt x="212" y="193"/>
                      <a:pt x="212" y="193"/>
                    </a:cubicBezTo>
                    <a:cubicBezTo>
                      <a:pt x="131" y="244"/>
                      <a:pt x="131" y="244"/>
                      <a:pt x="131" y="244"/>
                    </a:cubicBezTo>
                    <a:cubicBezTo>
                      <a:pt x="131" y="244"/>
                      <a:pt x="131" y="244"/>
                      <a:pt x="131" y="244"/>
                    </a:cubicBezTo>
                    <a:cubicBezTo>
                      <a:pt x="213" y="194"/>
                      <a:pt x="213" y="194"/>
                      <a:pt x="213" y="194"/>
                    </a:cubicBezTo>
                    <a:cubicBezTo>
                      <a:pt x="238" y="218"/>
                      <a:pt x="238" y="218"/>
                      <a:pt x="238" y="218"/>
                    </a:cubicBezTo>
                    <a:cubicBezTo>
                      <a:pt x="247" y="247"/>
                      <a:pt x="247" y="247"/>
                      <a:pt x="247" y="247"/>
                    </a:cubicBezTo>
                    <a:cubicBezTo>
                      <a:pt x="235" y="244"/>
                      <a:pt x="235" y="244"/>
                      <a:pt x="235" y="244"/>
                    </a:cubicBezTo>
                    <a:cubicBezTo>
                      <a:pt x="235" y="245"/>
                      <a:pt x="234" y="245"/>
                      <a:pt x="234" y="245"/>
                    </a:cubicBezTo>
                    <a:cubicBezTo>
                      <a:pt x="248" y="248"/>
                      <a:pt x="248" y="248"/>
                      <a:pt x="248" y="248"/>
                    </a:cubicBezTo>
                    <a:cubicBezTo>
                      <a:pt x="285" y="363"/>
                      <a:pt x="285" y="363"/>
                      <a:pt x="285" y="363"/>
                    </a:cubicBezTo>
                    <a:cubicBezTo>
                      <a:pt x="262" y="362"/>
                      <a:pt x="262" y="362"/>
                      <a:pt x="262" y="362"/>
                    </a:cubicBezTo>
                    <a:cubicBezTo>
                      <a:pt x="261" y="360"/>
                      <a:pt x="261" y="360"/>
                      <a:pt x="261" y="360"/>
                    </a:cubicBezTo>
                    <a:cubicBezTo>
                      <a:pt x="261" y="360"/>
                      <a:pt x="260" y="360"/>
                      <a:pt x="260" y="360"/>
                    </a:cubicBezTo>
                    <a:cubicBezTo>
                      <a:pt x="260" y="362"/>
                      <a:pt x="260" y="362"/>
                      <a:pt x="260" y="362"/>
                    </a:cubicBezTo>
                    <a:cubicBezTo>
                      <a:pt x="146" y="354"/>
                      <a:pt x="146" y="354"/>
                      <a:pt x="146" y="354"/>
                    </a:cubicBezTo>
                    <a:cubicBezTo>
                      <a:pt x="146" y="354"/>
                      <a:pt x="146" y="354"/>
                      <a:pt x="146" y="354"/>
                    </a:cubicBezTo>
                    <a:cubicBezTo>
                      <a:pt x="261" y="362"/>
                      <a:pt x="261" y="362"/>
                      <a:pt x="261" y="362"/>
                    </a:cubicBezTo>
                    <a:cubicBezTo>
                      <a:pt x="302" y="468"/>
                      <a:pt x="302" y="468"/>
                      <a:pt x="302" y="468"/>
                    </a:cubicBezTo>
                    <a:cubicBezTo>
                      <a:pt x="302" y="468"/>
                      <a:pt x="302" y="468"/>
                      <a:pt x="302" y="468"/>
                    </a:cubicBezTo>
                    <a:cubicBezTo>
                      <a:pt x="262" y="362"/>
                      <a:pt x="262" y="362"/>
                      <a:pt x="262" y="362"/>
                    </a:cubicBezTo>
                    <a:cubicBezTo>
                      <a:pt x="285" y="364"/>
                      <a:pt x="285" y="364"/>
                      <a:pt x="285" y="364"/>
                    </a:cubicBezTo>
                    <a:cubicBezTo>
                      <a:pt x="317" y="463"/>
                      <a:pt x="317" y="463"/>
                      <a:pt x="317" y="463"/>
                    </a:cubicBezTo>
                    <a:cubicBezTo>
                      <a:pt x="308" y="469"/>
                      <a:pt x="308" y="469"/>
                      <a:pt x="308" y="469"/>
                    </a:cubicBezTo>
                    <a:cubicBezTo>
                      <a:pt x="308" y="470"/>
                      <a:pt x="308" y="470"/>
                      <a:pt x="308" y="470"/>
                    </a:cubicBezTo>
                    <a:cubicBezTo>
                      <a:pt x="317" y="464"/>
                      <a:pt x="317" y="464"/>
                      <a:pt x="317" y="464"/>
                    </a:cubicBezTo>
                    <a:cubicBezTo>
                      <a:pt x="337" y="525"/>
                      <a:pt x="337" y="525"/>
                      <a:pt x="337" y="525"/>
                    </a:cubicBezTo>
                    <a:cubicBezTo>
                      <a:pt x="270" y="549"/>
                      <a:pt x="270" y="549"/>
                      <a:pt x="270" y="549"/>
                    </a:cubicBezTo>
                    <a:cubicBezTo>
                      <a:pt x="232" y="518"/>
                      <a:pt x="232" y="518"/>
                      <a:pt x="232" y="518"/>
                    </a:cubicBezTo>
                    <a:cubicBezTo>
                      <a:pt x="133" y="368"/>
                      <a:pt x="133" y="368"/>
                      <a:pt x="133" y="368"/>
                    </a:cubicBezTo>
                    <a:cubicBezTo>
                      <a:pt x="137" y="360"/>
                      <a:pt x="137" y="360"/>
                      <a:pt x="137" y="360"/>
                    </a:cubicBezTo>
                    <a:cubicBezTo>
                      <a:pt x="136" y="360"/>
                      <a:pt x="136" y="360"/>
                      <a:pt x="136" y="360"/>
                    </a:cubicBezTo>
                    <a:cubicBezTo>
                      <a:pt x="132" y="368"/>
                      <a:pt x="132" y="368"/>
                      <a:pt x="132" y="368"/>
                    </a:cubicBezTo>
                    <a:cubicBezTo>
                      <a:pt x="90" y="305"/>
                      <a:pt x="90" y="305"/>
                      <a:pt x="90" y="305"/>
                    </a:cubicBezTo>
                    <a:cubicBezTo>
                      <a:pt x="97" y="291"/>
                      <a:pt x="97" y="291"/>
                      <a:pt x="97" y="291"/>
                    </a:cubicBezTo>
                    <a:cubicBezTo>
                      <a:pt x="123" y="252"/>
                      <a:pt x="123" y="252"/>
                      <a:pt x="123" y="252"/>
                    </a:cubicBezTo>
                    <a:cubicBezTo>
                      <a:pt x="123" y="251"/>
                      <a:pt x="123" y="251"/>
                      <a:pt x="122" y="251"/>
                    </a:cubicBezTo>
                    <a:cubicBezTo>
                      <a:pt x="98" y="288"/>
                      <a:pt x="98" y="288"/>
                      <a:pt x="98" y="288"/>
                    </a:cubicBezTo>
                    <a:cubicBezTo>
                      <a:pt x="159" y="152"/>
                      <a:pt x="159" y="152"/>
                      <a:pt x="159" y="152"/>
                    </a:cubicBezTo>
                    <a:cubicBezTo>
                      <a:pt x="161" y="150"/>
                      <a:pt x="161" y="150"/>
                      <a:pt x="161" y="150"/>
                    </a:cubicBezTo>
                    <a:cubicBezTo>
                      <a:pt x="161" y="150"/>
                      <a:pt x="160" y="149"/>
                      <a:pt x="160" y="149"/>
                    </a:cubicBezTo>
                    <a:cubicBezTo>
                      <a:pt x="159" y="150"/>
                      <a:pt x="159" y="150"/>
                      <a:pt x="159" y="150"/>
                    </a:cubicBezTo>
                    <a:cubicBezTo>
                      <a:pt x="61" y="248"/>
                      <a:pt x="61" y="248"/>
                      <a:pt x="61" y="248"/>
                    </a:cubicBezTo>
                    <a:cubicBezTo>
                      <a:pt x="61" y="248"/>
                      <a:pt x="61" y="248"/>
                      <a:pt x="61" y="249"/>
                    </a:cubicBezTo>
                    <a:cubicBezTo>
                      <a:pt x="61" y="249"/>
                      <a:pt x="62" y="249"/>
                      <a:pt x="62" y="249"/>
                    </a:cubicBezTo>
                    <a:cubicBezTo>
                      <a:pt x="158" y="153"/>
                      <a:pt x="158" y="153"/>
                      <a:pt x="158" y="153"/>
                    </a:cubicBezTo>
                    <a:cubicBezTo>
                      <a:pt x="96" y="290"/>
                      <a:pt x="96" y="290"/>
                      <a:pt x="96" y="290"/>
                    </a:cubicBezTo>
                    <a:cubicBezTo>
                      <a:pt x="88" y="302"/>
                      <a:pt x="88" y="302"/>
                      <a:pt x="88" y="302"/>
                    </a:cubicBezTo>
                    <a:cubicBezTo>
                      <a:pt x="61" y="260"/>
                      <a:pt x="61" y="260"/>
                      <a:pt x="61" y="260"/>
                    </a:cubicBezTo>
                    <a:cubicBezTo>
                      <a:pt x="60" y="260"/>
                      <a:pt x="60" y="261"/>
                      <a:pt x="60" y="261"/>
                    </a:cubicBezTo>
                    <a:cubicBezTo>
                      <a:pt x="88" y="303"/>
                      <a:pt x="88" y="303"/>
                      <a:pt x="88" y="303"/>
                    </a:cubicBezTo>
                    <a:cubicBezTo>
                      <a:pt x="47" y="365"/>
                      <a:pt x="47" y="365"/>
                      <a:pt x="47" y="365"/>
                    </a:cubicBezTo>
                    <a:cubicBezTo>
                      <a:pt x="47" y="365"/>
                      <a:pt x="47" y="365"/>
                      <a:pt x="47" y="365"/>
                    </a:cubicBezTo>
                    <a:cubicBezTo>
                      <a:pt x="88" y="304"/>
                      <a:pt x="88" y="304"/>
                      <a:pt x="88" y="304"/>
                    </a:cubicBezTo>
                    <a:cubicBezTo>
                      <a:pt x="89" y="306"/>
                      <a:pt x="89" y="306"/>
                      <a:pt x="89" y="306"/>
                    </a:cubicBezTo>
                    <a:cubicBezTo>
                      <a:pt x="1" y="505"/>
                      <a:pt x="1" y="505"/>
                      <a:pt x="1" y="505"/>
                    </a:cubicBezTo>
                    <a:cubicBezTo>
                      <a:pt x="1" y="505"/>
                      <a:pt x="1" y="505"/>
                      <a:pt x="1" y="505"/>
                    </a:cubicBezTo>
                    <a:cubicBezTo>
                      <a:pt x="90" y="306"/>
                      <a:pt x="90" y="306"/>
                      <a:pt x="90" y="306"/>
                    </a:cubicBezTo>
                    <a:cubicBezTo>
                      <a:pt x="131" y="369"/>
                      <a:pt x="131" y="369"/>
                      <a:pt x="131" y="369"/>
                    </a:cubicBezTo>
                    <a:cubicBezTo>
                      <a:pt x="74" y="488"/>
                      <a:pt x="74" y="488"/>
                      <a:pt x="74" y="488"/>
                    </a:cubicBezTo>
                    <a:cubicBezTo>
                      <a:pt x="74" y="488"/>
                      <a:pt x="75" y="488"/>
                      <a:pt x="75" y="488"/>
                    </a:cubicBezTo>
                    <a:cubicBezTo>
                      <a:pt x="132" y="370"/>
                      <a:pt x="132" y="370"/>
                      <a:pt x="132" y="370"/>
                    </a:cubicBezTo>
                    <a:cubicBezTo>
                      <a:pt x="229" y="515"/>
                      <a:pt x="229" y="515"/>
                      <a:pt x="229" y="515"/>
                    </a:cubicBezTo>
                    <a:cubicBezTo>
                      <a:pt x="189" y="483"/>
                      <a:pt x="189" y="483"/>
                      <a:pt x="189" y="483"/>
                    </a:cubicBezTo>
                    <a:cubicBezTo>
                      <a:pt x="189" y="483"/>
                      <a:pt x="189" y="483"/>
                      <a:pt x="189" y="483"/>
                    </a:cubicBezTo>
                    <a:cubicBezTo>
                      <a:pt x="230" y="517"/>
                      <a:pt x="230" y="517"/>
                      <a:pt x="230" y="517"/>
                    </a:cubicBezTo>
                    <a:cubicBezTo>
                      <a:pt x="255" y="554"/>
                      <a:pt x="255" y="554"/>
                      <a:pt x="255" y="554"/>
                    </a:cubicBezTo>
                    <a:cubicBezTo>
                      <a:pt x="52" y="625"/>
                      <a:pt x="52" y="625"/>
                      <a:pt x="52" y="625"/>
                    </a:cubicBezTo>
                    <a:cubicBezTo>
                      <a:pt x="52" y="625"/>
                      <a:pt x="52" y="626"/>
                      <a:pt x="52" y="627"/>
                    </a:cubicBezTo>
                    <a:cubicBezTo>
                      <a:pt x="130" y="614"/>
                      <a:pt x="130" y="614"/>
                      <a:pt x="130" y="614"/>
                    </a:cubicBezTo>
                    <a:cubicBezTo>
                      <a:pt x="130" y="613"/>
                      <a:pt x="130" y="613"/>
                      <a:pt x="130" y="613"/>
                    </a:cubicBezTo>
                    <a:cubicBezTo>
                      <a:pt x="53" y="625"/>
                      <a:pt x="53" y="625"/>
                      <a:pt x="53" y="625"/>
                    </a:cubicBezTo>
                    <a:cubicBezTo>
                      <a:pt x="255" y="555"/>
                      <a:pt x="255" y="555"/>
                      <a:pt x="255" y="555"/>
                    </a:cubicBezTo>
                    <a:cubicBezTo>
                      <a:pt x="282" y="595"/>
                      <a:pt x="282" y="595"/>
                      <a:pt x="282" y="595"/>
                    </a:cubicBezTo>
                    <a:cubicBezTo>
                      <a:pt x="274" y="603"/>
                      <a:pt x="274" y="603"/>
                      <a:pt x="274" y="603"/>
                    </a:cubicBezTo>
                    <a:cubicBezTo>
                      <a:pt x="254" y="595"/>
                      <a:pt x="254" y="595"/>
                      <a:pt x="254" y="595"/>
                    </a:cubicBezTo>
                    <a:cubicBezTo>
                      <a:pt x="254" y="595"/>
                      <a:pt x="254" y="596"/>
                      <a:pt x="254" y="596"/>
                    </a:cubicBezTo>
                    <a:cubicBezTo>
                      <a:pt x="273" y="604"/>
                      <a:pt x="273" y="604"/>
                      <a:pt x="273" y="604"/>
                    </a:cubicBezTo>
                    <a:cubicBezTo>
                      <a:pt x="123" y="740"/>
                      <a:pt x="123" y="740"/>
                      <a:pt x="123" y="740"/>
                    </a:cubicBezTo>
                    <a:cubicBezTo>
                      <a:pt x="123" y="740"/>
                      <a:pt x="124" y="740"/>
                      <a:pt x="124" y="740"/>
                    </a:cubicBezTo>
                    <a:cubicBezTo>
                      <a:pt x="273" y="604"/>
                      <a:pt x="273" y="604"/>
                      <a:pt x="273" y="604"/>
                    </a:cubicBezTo>
                    <a:cubicBezTo>
                      <a:pt x="293" y="611"/>
                      <a:pt x="293" y="611"/>
                      <a:pt x="293" y="611"/>
                    </a:cubicBezTo>
                    <a:cubicBezTo>
                      <a:pt x="339" y="681"/>
                      <a:pt x="339" y="681"/>
                      <a:pt x="339" y="681"/>
                    </a:cubicBezTo>
                    <a:cubicBezTo>
                      <a:pt x="339" y="681"/>
                      <a:pt x="340" y="680"/>
                      <a:pt x="340" y="680"/>
                    </a:cubicBezTo>
                    <a:cubicBezTo>
                      <a:pt x="295" y="612"/>
                      <a:pt x="295" y="612"/>
                      <a:pt x="295" y="612"/>
                    </a:cubicBezTo>
                    <a:cubicBezTo>
                      <a:pt x="395" y="652"/>
                      <a:pt x="395" y="652"/>
                      <a:pt x="395" y="652"/>
                    </a:cubicBezTo>
                    <a:cubicBezTo>
                      <a:pt x="489" y="729"/>
                      <a:pt x="489" y="729"/>
                      <a:pt x="489" y="729"/>
                    </a:cubicBezTo>
                    <a:cubicBezTo>
                      <a:pt x="466" y="745"/>
                      <a:pt x="466" y="745"/>
                      <a:pt x="466" y="745"/>
                    </a:cubicBezTo>
                    <a:cubicBezTo>
                      <a:pt x="466" y="746"/>
                      <a:pt x="466" y="746"/>
                      <a:pt x="466" y="746"/>
                    </a:cubicBezTo>
                    <a:cubicBezTo>
                      <a:pt x="490" y="729"/>
                      <a:pt x="490" y="729"/>
                      <a:pt x="490" y="729"/>
                    </a:cubicBezTo>
                    <a:cubicBezTo>
                      <a:pt x="567" y="793"/>
                      <a:pt x="567" y="793"/>
                      <a:pt x="567" y="793"/>
                    </a:cubicBezTo>
                    <a:cubicBezTo>
                      <a:pt x="537" y="811"/>
                      <a:pt x="537" y="811"/>
                      <a:pt x="537" y="811"/>
                    </a:cubicBezTo>
                    <a:cubicBezTo>
                      <a:pt x="465" y="820"/>
                      <a:pt x="465" y="820"/>
                      <a:pt x="465" y="820"/>
                    </a:cubicBezTo>
                    <a:cubicBezTo>
                      <a:pt x="460" y="758"/>
                      <a:pt x="460" y="758"/>
                      <a:pt x="460" y="758"/>
                    </a:cubicBezTo>
                    <a:cubicBezTo>
                      <a:pt x="460" y="758"/>
                      <a:pt x="460" y="758"/>
                      <a:pt x="460" y="758"/>
                    </a:cubicBezTo>
                    <a:cubicBezTo>
                      <a:pt x="464" y="820"/>
                      <a:pt x="464" y="820"/>
                      <a:pt x="464" y="820"/>
                    </a:cubicBezTo>
                    <a:cubicBezTo>
                      <a:pt x="345" y="836"/>
                      <a:pt x="345" y="836"/>
                      <a:pt x="345" y="836"/>
                    </a:cubicBezTo>
                    <a:cubicBezTo>
                      <a:pt x="343" y="816"/>
                      <a:pt x="343" y="816"/>
                      <a:pt x="343" y="816"/>
                    </a:cubicBezTo>
                    <a:cubicBezTo>
                      <a:pt x="343" y="816"/>
                      <a:pt x="343" y="816"/>
                      <a:pt x="342" y="816"/>
                    </a:cubicBezTo>
                    <a:cubicBezTo>
                      <a:pt x="342" y="816"/>
                      <a:pt x="342" y="816"/>
                      <a:pt x="342" y="816"/>
                    </a:cubicBezTo>
                    <a:cubicBezTo>
                      <a:pt x="344" y="836"/>
                      <a:pt x="344" y="836"/>
                      <a:pt x="344" y="836"/>
                    </a:cubicBezTo>
                    <a:cubicBezTo>
                      <a:pt x="236" y="850"/>
                      <a:pt x="236" y="850"/>
                      <a:pt x="236" y="850"/>
                    </a:cubicBezTo>
                    <a:cubicBezTo>
                      <a:pt x="236" y="850"/>
                      <a:pt x="236" y="850"/>
                      <a:pt x="236" y="850"/>
                    </a:cubicBezTo>
                    <a:cubicBezTo>
                      <a:pt x="344" y="836"/>
                      <a:pt x="344" y="836"/>
                      <a:pt x="344" y="836"/>
                    </a:cubicBezTo>
                    <a:cubicBezTo>
                      <a:pt x="352" y="915"/>
                      <a:pt x="352" y="915"/>
                      <a:pt x="352" y="915"/>
                    </a:cubicBezTo>
                    <a:cubicBezTo>
                      <a:pt x="353" y="915"/>
                      <a:pt x="353" y="915"/>
                      <a:pt x="354" y="915"/>
                    </a:cubicBezTo>
                    <a:cubicBezTo>
                      <a:pt x="354" y="915"/>
                      <a:pt x="354" y="915"/>
                      <a:pt x="354" y="915"/>
                    </a:cubicBezTo>
                    <a:cubicBezTo>
                      <a:pt x="345" y="836"/>
                      <a:pt x="345" y="836"/>
                      <a:pt x="345" y="836"/>
                    </a:cubicBezTo>
                    <a:cubicBezTo>
                      <a:pt x="464" y="821"/>
                      <a:pt x="464" y="821"/>
                      <a:pt x="464" y="821"/>
                    </a:cubicBezTo>
                    <a:cubicBezTo>
                      <a:pt x="467" y="853"/>
                      <a:pt x="467" y="853"/>
                      <a:pt x="467" y="853"/>
                    </a:cubicBezTo>
                    <a:cubicBezTo>
                      <a:pt x="359" y="917"/>
                      <a:pt x="359" y="917"/>
                      <a:pt x="359" y="917"/>
                    </a:cubicBezTo>
                    <a:cubicBezTo>
                      <a:pt x="359" y="917"/>
                      <a:pt x="359" y="918"/>
                      <a:pt x="359" y="918"/>
                    </a:cubicBezTo>
                    <a:cubicBezTo>
                      <a:pt x="467" y="854"/>
                      <a:pt x="467" y="854"/>
                      <a:pt x="467" y="854"/>
                    </a:cubicBezTo>
                    <a:cubicBezTo>
                      <a:pt x="468" y="874"/>
                      <a:pt x="468" y="874"/>
                      <a:pt x="468" y="874"/>
                    </a:cubicBezTo>
                    <a:cubicBezTo>
                      <a:pt x="468" y="874"/>
                      <a:pt x="469" y="874"/>
                      <a:pt x="469" y="874"/>
                    </a:cubicBezTo>
                    <a:cubicBezTo>
                      <a:pt x="467" y="854"/>
                      <a:pt x="467" y="854"/>
                      <a:pt x="467" y="854"/>
                    </a:cubicBezTo>
                    <a:cubicBezTo>
                      <a:pt x="539" y="811"/>
                      <a:pt x="539" y="811"/>
                      <a:pt x="539" y="811"/>
                    </a:cubicBezTo>
                    <a:cubicBezTo>
                      <a:pt x="583" y="806"/>
                      <a:pt x="583" y="806"/>
                      <a:pt x="583" y="806"/>
                    </a:cubicBezTo>
                    <a:cubicBezTo>
                      <a:pt x="586" y="808"/>
                      <a:pt x="586" y="808"/>
                      <a:pt x="586" y="808"/>
                    </a:cubicBezTo>
                    <a:cubicBezTo>
                      <a:pt x="472" y="876"/>
                      <a:pt x="472" y="876"/>
                      <a:pt x="472" y="876"/>
                    </a:cubicBezTo>
                    <a:cubicBezTo>
                      <a:pt x="472" y="876"/>
                      <a:pt x="472" y="876"/>
                      <a:pt x="472" y="876"/>
                    </a:cubicBezTo>
                    <a:cubicBezTo>
                      <a:pt x="586" y="808"/>
                      <a:pt x="586" y="808"/>
                      <a:pt x="586" y="808"/>
                    </a:cubicBezTo>
                    <a:cubicBezTo>
                      <a:pt x="662" y="870"/>
                      <a:pt x="662" y="870"/>
                      <a:pt x="662" y="870"/>
                    </a:cubicBezTo>
                    <a:cubicBezTo>
                      <a:pt x="605" y="914"/>
                      <a:pt x="605" y="914"/>
                      <a:pt x="605" y="914"/>
                    </a:cubicBezTo>
                    <a:cubicBezTo>
                      <a:pt x="605" y="914"/>
                      <a:pt x="605" y="914"/>
                      <a:pt x="605" y="914"/>
                    </a:cubicBezTo>
                    <a:cubicBezTo>
                      <a:pt x="605" y="915"/>
                      <a:pt x="606" y="915"/>
                      <a:pt x="606" y="916"/>
                    </a:cubicBezTo>
                    <a:cubicBezTo>
                      <a:pt x="663" y="871"/>
                      <a:pt x="663" y="871"/>
                      <a:pt x="663" y="871"/>
                    </a:cubicBezTo>
                    <a:cubicBezTo>
                      <a:pt x="681" y="886"/>
                      <a:pt x="681" y="886"/>
                      <a:pt x="681" y="886"/>
                    </a:cubicBezTo>
                    <a:cubicBezTo>
                      <a:pt x="607" y="918"/>
                      <a:pt x="607" y="918"/>
                      <a:pt x="607" y="918"/>
                    </a:cubicBezTo>
                    <a:cubicBezTo>
                      <a:pt x="607" y="919"/>
                      <a:pt x="606" y="919"/>
                      <a:pt x="606" y="920"/>
                    </a:cubicBezTo>
                    <a:cubicBezTo>
                      <a:pt x="682" y="887"/>
                      <a:pt x="682" y="887"/>
                      <a:pt x="682" y="887"/>
                    </a:cubicBezTo>
                    <a:cubicBezTo>
                      <a:pt x="726" y="923"/>
                      <a:pt x="726" y="923"/>
                      <a:pt x="726" y="923"/>
                    </a:cubicBezTo>
                    <a:cubicBezTo>
                      <a:pt x="726" y="922"/>
                      <a:pt x="726" y="922"/>
                      <a:pt x="726" y="922"/>
                    </a:cubicBezTo>
                    <a:cubicBezTo>
                      <a:pt x="683" y="886"/>
                      <a:pt x="683" y="886"/>
                      <a:pt x="683" y="886"/>
                    </a:cubicBezTo>
                    <a:cubicBezTo>
                      <a:pt x="820" y="826"/>
                      <a:pt x="820" y="826"/>
                      <a:pt x="820" y="826"/>
                    </a:cubicBezTo>
                    <a:cubicBezTo>
                      <a:pt x="819" y="826"/>
                      <a:pt x="819" y="825"/>
                      <a:pt x="819" y="825"/>
                    </a:cubicBezTo>
                    <a:cubicBezTo>
                      <a:pt x="682" y="885"/>
                      <a:pt x="682" y="885"/>
                      <a:pt x="682" y="885"/>
                    </a:cubicBezTo>
                    <a:cubicBezTo>
                      <a:pt x="664" y="871"/>
                      <a:pt x="664" y="871"/>
                      <a:pt x="664" y="871"/>
                    </a:cubicBezTo>
                    <a:cubicBezTo>
                      <a:pt x="706" y="838"/>
                      <a:pt x="706" y="838"/>
                      <a:pt x="706" y="838"/>
                    </a:cubicBezTo>
                    <a:cubicBezTo>
                      <a:pt x="706" y="838"/>
                      <a:pt x="706" y="837"/>
                      <a:pt x="705" y="837"/>
                    </a:cubicBezTo>
                    <a:cubicBezTo>
                      <a:pt x="663" y="870"/>
                      <a:pt x="663" y="870"/>
                      <a:pt x="663" y="870"/>
                    </a:cubicBezTo>
                    <a:cubicBezTo>
                      <a:pt x="587" y="808"/>
                      <a:pt x="587" y="808"/>
                      <a:pt x="587" y="808"/>
                    </a:cubicBezTo>
                    <a:cubicBezTo>
                      <a:pt x="589" y="807"/>
                      <a:pt x="589" y="807"/>
                      <a:pt x="589" y="807"/>
                    </a:cubicBezTo>
                    <a:cubicBezTo>
                      <a:pt x="588" y="807"/>
                      <a:pt x="588" y="807"/>
                      <a:pt x="588" y="807"/>
                    </a:cubicBezTo>
                    <a:cubicBezTo>
                      <a:pt x="587" y="808"/>
                      <a:pt x="587" y="808"/>
                      <a:pt x="587" y="808"/>
                    </a:cubicBezTo>
                    <a:cubicBezTo>
                      <a:pt x="584" y="805"/>
                      <a:pt x="584" y="805"/>
                      <a:pt x="584" y="805"/>
                    </a:cubicBezTo>
                    <a:cubicBezTo>
                      <a:pt x="588" y="805"/>
                      <a:pt x="588" y="805"/>
                      <a:pt x="588" y="805"/>
                    </a:cubicBezTo>
                    <a:cubicBezTo>
                      <a:pt x="588" y="805"/>
                      <a:pt x="588" y="805"/>
                      <a:pt x="588" y="805"/>
                    </a:cubicBezTo>
                    <a:cubicBezTo>
                      <a:pt x="584" y="805"/>
                      <a:pt x="584" y="805"/>
                      <a:pt x="584" y="805"/>
                    </a:cubicBezTo>
                    <a:cubicBezTo>
                      <a:pt x="569" y="793"/>
                      <a:pt x="569" y="793"/>
                      <a:pt x="569" y="793"/>
                    </a:cubicBezTo>
                    <a:cubicBezTo>
                      <a:pt x="642" y="750"/>
                      <a:pt x="642" y="750"/>
                      <a:pt x="642" y="750"/>
                    </a:cubicBezTo>
                    <a:cubicBezTo>
                      <a:pt x="751" y="793"/>
                      <a:pt x="751" y="793"/>
                      <a:pt x="751" y="793"/>
                    </a:cubicBezTo>
                    <a:cubicBezTo>
                      <a:pt x="714" y="829"/>
                      <a:pt x="714" y="829"/>
                      <a:pt x="714" y="829"/>
                    </a:cubicBezTo>
                    <a:cubicBezTo>
                      <a:pt x="715" y="829"/>
                      <a:pt x="715" y="829"/>
                      <a:pt x="715" y="829"/>
                    </a:cubicBezTo>
                    <a:cubicBezTo>
                      <a:pt x="715" y="830"/>
                      <a:pt x="715" y="830"/>
                      <a:pt x="716" y="830"/>
                    </a:cubicBezTo>
                    <a:cubicBezTo>
                      <a:pt x="752" y="794"/>
                      <a:pt x="752" y="794"/>
                      <a:pt x="752" y="794"/>
                    </a:cubicBezTo>
                    <a:cubicBezTo>
                      <a:pt x="819" y="820"/>
                      <a:pt x="819" y="820"/>
                      <a:pt x="819" y="820"/>
                    </a:cubicBezTo>
                    <a:cubicBezTo>
                      <a:pt x="819" y="820"/>
                      <a:pt x="819" y="819"/>
                      <a:pt x="819" y="819"/>
                    </a:cubicBezTo>
                    <a:cubicBezTo>
                      <a:pt x="753" y="792"/>
                      <a:pt x="753" y="792"/>
                      <a:pt x="753" y="792"/>
                    </a:cubicBezTo>
                    <a:cubicBezTo>
                      <a:pt x="895" y="651"/>
                      <a:pt x="895" y="651"/>
                      <a:pt x="895" y="651"/>
                    </a:cubicBezTo>
                    <a:cubicBezTo>
                      <a:pt x="882" y="687"/>
                      <a:pt x="882" y="687"/>
                      <a:pt x="882" y="687"/>
                    </a:cubicBezTo>
                    <a:cubicBezTo>
                      <a:pt x="883" y="687"/>
                      <a:pt x="883" y="687"/>
                      <a:pt x="884" y="688"/>
                    </a:cubicBezTo>
                    <a:cubicBezTo>
                      <a:pt x="897" y="648"/>
                      <a:pt x="897" y="648"/>
                      <a:pt x="897" y="648"/>
                    </a:cubicBezTo>
                    <a:cubicBezTo>
                      <a:pt x="945" y="600"/>
                      <a:pt x="945" y="600"/>
                      <a:pt x="945" y="600"/>
                    </a:cubicBezTo>
                    <a:cubicBezTo>
                      <a:pt x="941" y="638"/>
                      <a:pt x="941" y="638"/>
                      <a:pt x="941" y="638"/>
                    </a:cubicBezTo>
                    <a:cubicBezTo>
                      <a:pt x="885" y="689"/>
                      <a:pt x="885" y="689"/>
                      <a:pt x="885" y="689"/>
                    </a:cubicBezTo>
                    <a:cubicBezTo>
                      <a:pt x="885" y="689"/>
                      <a:pt x="885" y="689"/>
                      <a:pt x="885" y="689"/>
                    </a:cubicBezTo>
                    <a:cubicBezTo>
                      <a:pt x="886" y="689"/>
                      <a:pt x="886" y="689"/>
                      <a:pt x="886" y="690"/>
                    </a:cubicBezTo>
                    <a:cubicBezTo>
                      <a:pt x="941" y="640"/>
                      <a:pt x="941" y="640"/>
                      <a:pt x="941" y="640"/>
                    </a:cubicBezTo>
                    <a:cubicBezTo>
                      <a:pt x="928" y="761"/>
                      <a:pt x="928" y="761"/>
                      <a:pt x="928" y="761"/>
                    </a:cubicBezTo>
                    <a:cubicBezTo>
                      <a:pt x="928" y="761"/>
                      <a:pt x="928" y="761"/>
                      <a:pt x="929" y="761"/>
                    </a:cubicBezTo>
                    <a:cubicBezTo>
                      <a:pt x="942" y="640"/>
                      <a:pt x="942" y="640"/>
                      <a:pt x="942" y="640"/>
                    </a:cubicBezTo>
                    <a:cubicBezTo>
                      <a:pt x="961" y="622"/>
                      <a:pt x="961" y="622"/>
                      <a:pt x="961" y="622"/>
                    </a:cubicBezTo>
                    <a:cubicBezTo>
                      <a:pt x="961" y="622"/>
                      <a:pt x="961" y="622"/>
                      <a:pt x="961" y="622"/>
                    </a:cubicBezTo>
                    <a:cubicBezTo>
                      <a:pt x="961" y="622"/>
                      <a:pt x="960" y="621"/>
                      <a:pt x="960" y="621"/>
                    </a:cubicBezTo>
                    <a:cubicBezTo>
                      <a:pt x="942" y="637"/>
                      <a:pt x="942" y="637"/>
                      <a:pt x="942" y="637"/>
                    </a:cubicBezTo>
                    <a:cubicBezTo>
                      <a:pt x="946" y="600"/>
                      <a:pt x="946" y="600"/>
                      <a:pt x="946" y="600"/>
                    </a:cubicBezTo>
                    <a:cubicBezTo>
                      <a:pt x="1013" y="532"/>
                      <a:pt x="1013" y="532"/>
                      <a:pt x="1013" y="532"/>
                    </a:cubicBezTo>
                    <a:cubicBezTo>
                      <a:pt x="969" y="610"/>
                      <a:pt x="969" y="610"/>
                      <a:pt x="969" y="610"/>
                    </a:cubicBezTo>
                    <a:cubicBezTo>
                      <a:pt x="969" y="611"/>
                      <a:pt x="970" y="611"/>
                      <a:pt x="970" y="611"/>
                    </a:cubicBezTo>
                    <a:cubicBezTo>
                      <a:pt x="1015" y="532"/>
                      <a:pt x="1015" y="532"/>
                      <a:pt x="1015" y="532"/>
                    </a:cubicBezTo>
                    <a:cubicBezTo>
                      <a:pt x="1015" y="531"/>
                      <a:pt x="1014" y="531"/>
                      <a:pt x="1014" y="531"/>
                    </a:cubicBezTo>
                    <a:cubicBezTo>
                      <a:pt x="1014" y="530"/>
                      <a:pt x="1013" y="530"/>
                      <a:pt x="1013" y="530"/>
                    </a:cubicBezTo>
                    <a:cubicBezTo>
                      <a:pt x="946" y="597"/>
                      <a:pt x="946" y="597"/>
                      <a:pt x="946" y="597"/>
                    </a:cubicBezTo>
                    <a:cubicBezTo>
                      <a:pt x="960" y="468"/>
                      <a:pt x="960" y="468"/>
                      <a:pt x="960" y="468"/>
                    </a:cubicBezTo>
                    <a:cubicBezTo>
                      <a:pt x="960" y="468"/>
                      <a:pt x="960" y="468"/>
                      <a:pt x="960" y="468"/>
                    </a:cubicBezTo>
                    <a:cubicBezTo>
                      <a:pt x="946" y="598"/>
                      <a:pt x="946" y="598"/>
                      <a:pt x="946" y="598"/>
                    </a:cubicBezTo>
                    <a:cubicBezTo>
                      <a:pt x="899" y="645"/>
                      <a:pt x="899" y="645"/>
                      <a:pt x="899" y="645"/>
                    </a:cubicBezTo>
                    <a:cubicBezTo>
                      <a:pt x="959" y="468"/>
                      <a:pt x="959" y="468"/>
                      <a:pt x="959" y="468"/>
                    </a:cubicBezTo>
                    <a:cubicBezTo>
                      <a:pt x="959" y="468"/>
                      <a:pt x="958" y="467"/>
                      <a:pt x="958" y="467"/>
                    </a:cubicBezTo>
                    <a:cubicBezTo>
                      <a:pt x="896" y="647"/>
                      <a:pt x="896" y="647"/>
                      <a:pt x="896" y="647"/>
                    </a:cubicBezTo>
                    <a:cubicBezTo>
                      <a:pt x="752" y="792"/>
                      <a:pt x="752" y="792"/>
                      <a:pt x="752" y="792"/>
                    </a:cubicBezTo>
                    <a:cubicBezTo>
                      <a:pt x="644" y="749"/>
                      <a:pt x="644" y="749"/>
                      <a:pt x="644" y="749"/>
                    </a:cubicBezTo>
                    <a:cubicBezTo>
                      <a:pt x="689" y="722"/>
                      <a:pt x="689" y="722"/>
                      <a:pt x="689" y="722"/>
                    </a:cubicBezTo>
                    <a:cubicBezTo>
                      <a:pt x="689" y="722"/>
                      <a:pt x="689" y="721"/>
                      <a:pt x="689" y="721"/>
                    </a:cubicBezTo>
                    <a:cubicBezTo>
                      <a:pt x="642" y="749"/>
                      <a:pt x="642" y="749"/>
                      <a:pt x="642" y="749"/>
                    </a:cubicBezTo>
                    <a:cubicBezTo>
                      <a:pt x="527" y="703"/>
                      <a:pt x="527" y="703"/>
                      <a:pt x="527" y="703"/>
                    </a:cubicBezTo>
                    <a:cubicBezTo>
                      <a:pt x="569" y="672"/>
                      <a:pt x="569" y="672"/>
                      <a:pt x="569" y="672"/>
                    </a:cubicBezTo>
                    <a:cubicBezTo>
                      <a:pt x="571" y="673"/>
                      <a:pt x="571" y="673"/>
                      <a:pt x="571" y="673"/>
                    </a:cubicBezTo>
                    <a:cubicBezTo>
                      <a:pt x="571" y="673"/>
                      <a:pt x="571" y="672"/>
                      <a:pt x="571" y="672"/>
                    </a:cubicBezTo>
                    <a:cubicBezTo>
                      <a:pt x="571" y="672"/>
                      <a:pt x="571" y="672"/>
                      <a:pt x="571" y="672"/>
                    </a:cubicBezTo>
                    <a:cubicBezTo>
                      <a:pt x="631" y="629"/>
                      <a:pt x="631" y="629"/>
                      <a:pt x="631" y="629"/>
                    </a:cubicBezTo>
                    <a:cubicBezTo>
                      <a:pt x="668" y="629"/>
                      <a:pt x="668" y="629"/>
                      <a:pt x="668" y="629"/>
                    </a:cubicBezTo>
                    <a:cubicBezTo>
                      <a:pt x="786" y="742"/>
                      <a:pt x="786" y="742"/>
                      <a:pt x="786" y="742"/>
                    </a:cubicBezTo>
                    <a:cubicBezTo>
                      <a:pt x="786" y="742"/>
                      <a:pt x="786" y="742"/>
                      <a:pt x="786" y="742"/>
                    </a:cubicBezTo>
                    <a:cubicBezTo>
                      <a:pt x="787" y="742"/>
                      <a:pt x="787" y="742"/>
                      <a:pt x="787" y="742"/>
                    </a:cubicBezTo>
                    <a:cubicBezTo>
                      <a:pt x="677" y="630"/>
                      <a:pt x="677" y="630"/>
                      <a:pt x="677" y="630"/>
                    </a:cubicBezTo>
                    <a:cubicBezTo>
                      <a:pt x="789" y="633"/>
                      <a:pt x="789" y="633"/>
                      <a:pt x="789" y="633"/>
                    </a:cubicBezTo>
                    <a:cubicBezTo>
                      <a:pt x="789" y="632"/>
                      <a:pt x="789" y="632"/>
                      <a:pt x="789" y="631"/>
                    </a:cubicBezTo>
                    <a:cubicBezTo>
                      <a:pt x="676" y="628"/>
                      <a:pt x="676" y="628"/>
                      <a:pt x="676" y="628"/>
                    </a:cubicBezTo>
                    <a:cubicBezTo>
                      <a:pt x="657" y="610"/>
                      <a:pt x="657" y="610"/>
                      <a:pt x="657" y="610"/>
                    </a:cubicBezTo>
                    <a:cubicBezTo>
                      <a:pt x="683" y="592"/>
                      <a:pt x="683" y="592"/>
                      <a:pt x="683" y="592"/>
                    </a:cubicBezTo>
                    <a:cubicBezTo>
                      <a:pt x="682" y="592"/>
                      <a:pt x="682" y="591"/>
                      <a:pt x="682" y="591"/>
                    </a:cubicBezTo>
                    <a:cubicBezTo>
                      <a:pt x="657" y="609"/>
                      <a:pt x="657" y="609"/>
                      <a:pt x="657" y="609"/>
                    </a:cubicBezTo>
                    <a:cubicBezTo>
                      <a:pt x="608" y="559"/>
                      <a:pt x="608" y="559"/>
                      <a:pt x="608" y="559"/>
                    </a:cubicBezTo>
                    <a:cubicBezTo>
                      <a:pt x="682" y="587"/>
                      <a:pt x="682" y="587"/>
                      <a:pt x="682" y="587"/>
                    </a:cubicBezTo>
                    <a:cubicBezTo>
                      <a:pt x="682" y="586"/>
                      <a:pt x="682" y="586"/>
                      <a:pt x="682" y="586"/>
                    </a:cubicBezTo>
                    <a:cubicBezTo>
                      <a:pt x="607" y="558"/>
                      <a:pt x="607" y="558"/>
                      <a:pt x="607" y="558"/>
                    </a:cubicBezTo>
                    <a:cubicBezTo>
                      <a:pt x="572" y="522"/>
                      <a:pt x="572" y="522"/>
                      <a:pt x="572" y="522"/>
                    </a:cubicBezTo>
                    <a:cubicBezTo>
                      <a:pt x="656" y="448"/>
                      <a:pt x="656" y="448"/>
                      <a:pt x="656" y="448"/>
                    </a:cubicBezTo>
                    <a:cubicBezTo>
                      <a:pt x="656" y="448"/>
                      <a:pt x="656" y="448"/>
                      <a:pt x="656" y="448"/>
                    </a:cubicBezTo>
                    <a:cubicBezTo>
                      <a:pt x="572" y="522"/>
                      <a:pt x="572" y="522"/>
                      <a:pt x="572" y="522"/>
                    </a:cubicBezTo>
                    <a:cubicBezTo>
                      <a:pt x="496" y="444"/>
                      <a:pt x="496" y="444"/>
                      <a:pt x="496" y="444"/>
                    </a:cubicBezTo>
                    <a:cubicBezTo>
                      <a:pt x="699" y="260"/>
                      <a:pt x="699" y="260"/>
                      <a:pt x="699" y="260"/>
                    </a:cubicBezTo>
                    <a:cubicBezTo>
                      <a:pt x="699" y="260"/>
                      <a:pt x="699" y="260"/>
                      <a:pt x="699" y="260"/>
                    </a:cubicBezTo>
                    <a:cubicBezTo>
                      <a:pt x="496" y="444"/>
                      <a:pt x="496" y="444"/>
                      <a:pt x="496" y="444"/>
                    </a:cubicBezTo>
                    <a:cubicBezTo>
                      <a:pt x="490" y="438"/>
                      <a:pt x="490" y="438"/>
                      <a:pt x="490" y="438"/>
                    </a:cubicBezTo>
                    <a:cubicBezTo>
                      <a:pt x="524" y="406"/>
                      <a:pt x="524" y="406"/>
                      <a:pt x="524" y="406"/>
                    </a:cubicBezTo>
                    <a:cubicBezTo>
                      <a:pt x="523" y="406"/>
                      <a:pt x="523" y="406"/>
                      <a:pt x="523" y="405"/>
                    </a:cubicBezTo>
                    <a:cubicBezTo>
                      <a:pt x="523" y="405"/>
                      <a:pt x="523" y="405"/>
                      <a:pt x="523" y="405"/>
                    </a:cubicBezTo>
                    <a:cubicBezTo>
                      <a:pt x="489" y="437"/>
                      <a:pt x="489" y="437"/>
                      <a:pt x="489" y="437"/>
                    </a:cubicBezTo>
                    <a:cubicBezTo>
                      <a:pt x="473" y="421"/>
                      <a:pt x="473" y="421"/>
                      <a:pt x="473" y="421"/>
                    </a:cubicBezTo>
                    <a:cubicBezTo>
                      <a:pt x="592" y="312"/>
                      <a:pt x="592" y="312"/>
                      <a:pt x="592" y="312"/>
                    </a:cubicBezTo>
                    <a:cubicBezTo>
                      <a:pt x="619" y="317"/>
                      <a:pt x="619" y="317"/>
                      <a:pt x="619" y="317"/>
                    </a:cubicBezTo>
                    <a:cubicBezTo>
                      <a:pt x="619" y="317"/>
                      <a:pt x="619" y="317"/>
                      <a:pt x="619" y="316"/>
                    </a:cubicBezTo>
                    <a:cubicBezTo>
                      <a:pt x="593" y="311"/>
                      <a:pt x="593" y="311"/>
                      <a:pt x="593" y="311"/>
                    </a:cubicBezTo>
                    <a:cubicBezTo>
                      <a:pt x="809" y="113"/>
                      <a:pt x="809" y="113"/>
                      <a:pt x="809" y="113"/>
                    </a:cubicBezTo>
                    <a:cubicBezTo>
                      <a:pt x="809" y="113"/>
                      <a:pt x="809" y="113"/>
                      <a:pt x="809" y="113"/>
                    </a:cubicBezTo>
                    <a:cubicBezTo>
                      <a:pt x="593" y="311"/>
                      <a:pt x="593" y="311"/>
                      <a:pt x="593" y="311"/>
                    </a:cubicBezTo>
                    <a:cubicBezTo>
                      <a:pt x="535" y="300"/>
                      <a:pt x="535" y="300"/>
                      <a:pt x="535" y="300"/>
                    </a:cubicBezTo>
                    <a:cubicBezTo>
                      <a:pt x="707" y="171"/>
                      <a:pt x="707" y="171"/>
                      <a:pt x="707" y="171"/>
                    </a:cubicBezTo>
                    <a:cubicBezTo>
                      <a:pt x="706" y="171"/>
                      <a:pt x="706" y="171"/>
                      <a:pt x="706" y="171"/>
                    </a:cubicBezTo>
                    <a:cubicBezTo>
                      <a:pt x="533" y="300"/>
                      <a:pt x="533" y="300"/>
                      <a:pt x="533" y="300"/>
                    </a:cubicBezTo>
                    <a:cubicBezTo>
                      <a:pt x="361" y="268"/>
                      <a:pt x="361" y="268"/>
                      <a:pt x="361" y="268"/>
                    </a:cubicBezTo>
                    <a:cubicBezTo>
                      <a:pt x="356" y="251"/>
                      <a:pt x="356" y="251"/>
                      <a:pt x="356" y="251"/>
                    </a:cubicBezTo>
                    <a:cubicBezTo>
                      <a:pt x="355" y="251"/>
                      <a:pt x="355" y="251"/>
                      <a:pt x="355" y="251"/>
                    </a:cubicBezTo>
                    <a:cubicBezTo>
                      <a:pt x="360" y="268"/>
                      <a:pt x="360" y="268"/>
                      <a:pt x="360" y="268"/>
                    </a:cubicBezTo>
                    <a:cubicBezTo>
                      <a:pt x="315" y="259"/>
                      <a:pt x="315" y="259"/>
                      <a:pt x="315" y="259"/>
                    </a:cubicBezTo>
                    <a:cubicBezTo>
                      <a:pt x="237" y="179"/>
                      <a:pt x="237" y="179"/>
                      <a:pt x="237" y="179"/>
                    </a:cubicBezTo>
                    <a:cubicBezTo>
                      <a:pt x="355" y="106"/>
                      <a:pt x="355" y="106"/>
                      <a:pt x="355" y="106"/>
                    </a:cubicBezTo>
                    <a:cubicBezTo>
                      <a:pt x="399" y="123"/>
                      <a:pt x="399" y="123"/>
                      <a:pt x="399" y="123"/>
                    </a:cubicBezTo>
                    <a:cubicBezTo>
                      <a:pt x="333" y="145"/>
                      <a:pt x="333" y="145"/>
                      <a:pt x="333" y="145"/>
                    </a:cubicBezTo>
                    <a:cubicBezTo>
                      <a:pt x="333" y="145"/>
                      <a:pt x="333" y="145"/>
                      <a:pt x="333" y="145"/>
                    </a:cubicBezTo>
                    <a:cubicBezTo>
                      <a:pt x="400" y="124"/>
                      <a:pt x="400" y="124"/>
                      <a:pt x="400" y="124"/>
                    </a:cubicBezTo>
                    <a:cubicBezTo>
                      <a:pt x="543" y="180"/>
                      <a:pt x="543" y="180"/>
                      <a:pt x="543" y="180"/>
                    </a:cubicBezTo>
                    <a:cubicBezTo>
                      <a:pt x="542" y="183"/>
                      <a:pt x="542" y="183"/>
                      <a:pt x="542" y="183"/>
                    </a:cubicBezTo>
                    <a:cubicBezTo>
                      <a:pt x="469" y="160"/>
                      <a:pt x="469" y="160"/>
                      <a:pt x="469" y="160"/>
                    </a:cubicBezTo>
                    <a:cubicBezTo>
                      <a:pt x="469" y="160"/>
                      <a:pt x="469" y="160"/>
                      <a:pt x="469" y="160"/>
                    </a:cubicBezTo>
                    <a:cubicBezTo>
                      <a:pt x="541" y="183"/>
                      <a:pt x="541" y="183"/>
                      <a:pt x="541" y="183"/>
                    </a:cubicBezTo>
                    <a:cubicBezTo>
                      <a:pt x="499" y="266"/>
                      <a:pt x="499" y="266"/>
                      <a:pt x="499" y="266"/>
                    </a:cubicBezTo>
                    <a:cubicBezTo>
                      <a:pt x="499" y="266"/>
                      <a:pt x="500" y="266"/>
                      <a:pt x="500" y="266"/>
                    </a:cubicBezTo>
                    <a:cubicBezTo>
                      <a:pt x="542" y="184"/>
                      <a:pt x="542" y="184"/>
                      <a:pt x="542" y="184"/>
                    </a:cubicBezTo>
                    <a:cubicBezTo>
                      <a:pt x="591" y="199"/>
                      <a:pt x="591" y="199"/>
                      <a:pt x="591" y="199"/>
                    </a:cubicBezTo>
                    <a:cubicBezTo>
                      <a:pt x="591" y="198"/>
                      <a:pt x="591" y="198"/>
                      <a:pt x="591" y="198"/>
                    </a:cubicBezTo>
                    <a:cubicBezTo>
                      <a:pt x="545" y="179"/>
                      <a:pt x="545" y="179"/>
                      <a:pt x="545" y="179"/>
                    </a:cubicBezTo>
                    <a:cubicBezTo>
                      <a:pt x="581" y="109"/>
                      <a:pt x="581" y="109"/>
                      <a:pt x="581" y="109"/>
                    </a:cubicBezTo>
                    <a:cubicBezTo>
                      <a:pt x="580" y="109"/>
                      <a:pt x="580" y="109"/>
                      <a:pt x="580" y="108"/>
                    </a:cubicBezTo>
                    <a:cubicBezTo>
                      <a:pt x="544" y="179"/>
                      <a:pt x="544" y="179"/>
                      <a:pt x="544" y="179"/>
                    </a:cubicBezTo>
                    <a:cubicBezTo>
                      <a:pt x="401" y="123"/>
                      <a:pt x="401" y="123"/>
                      <a:pt x="401" y="123"/>
                    </a:cubicBezTo>
                    <a:cubicBezTo>
                      <a:pt x="511" y="87"/>
                      <a:pt x="511" y="87"/>
                      <a:pt x="511" y="87"/>
                    </a:cubicBezTo>
                    <a:cubicBezTo>
                      <a:pt x="576" y="101"/>
                      <a:pt x="576" y="101"/>
                      <a:pt x="576" y="101"/>
                    </a:cubicBezTo>
                    <a:cubicBezTo>
                      <a:pt x="576" y="101"/>
                      <a:pt x="577" y="101"/>
                      <a:pt x="577" y="100"/>
                    </a:cubicBezTo>
                    <a:cubicBezTo>
                      <a:pt x="513" y="87"/>
                      <a:pt x="513" y="87"/>
                      <a:pt x="513" y="87"/>
                    </a:cubicBezTo>
                    <a:cubicBezTo>
                      <a:pt x="670" y="36"/>
                      <a:pt x="670" y="36"/>
                      <a:pt x="670" y="36"/>
                    </a:cubicBezTo>
                    <a:cubicBezTo>
                      <a:pt x="669" y="35"/>
                      <a:pt x="669" y="35"/>
                      <a:pt x="669" y="35"/>
                    </a:cubicBezTo>
                    <a:cubicBezTo>
                      <a:pt x="511" y="86"/>
                      <a:pt x="511" y="86"/>
                      <a:pt x="511" y="86"/>
                    </a:cubicBezTo>
                    <a:cubicBezTo>
                      <a:pt x="439" y="71"/>
                      <a:pt x="439" y="71"/>
                      <a:pt x="439" y="71"/>
                    </a:cubicBezTo>
                    <a:cubicBezTo>
                      <a:pt x="439" y="71"/>
                      <a:pt x="439" y="72"/>
                      <a:pt x="439" y="72"/>
                    </a:cubicBezTo>
                    <a:cubicBezTo>
                      <a:pt x="509" y="87"/>
                      <a:pt x="509" y="87"/>
                      <a:pt x="509" y="87"/>
                    </a:cubicBezTo>
                    <a:cubicBezTo>
                      <a:pt x="400" y="123"/>
                      <a:pt x="400" y="123"/>
                      <a:pt x="400" y="123"/>
                    </a:cubicBezTo>
                    <a:cubicBezTo>
                      <a:pt x="356" y="105"/>
                      <a:pt x="356" y="105"/>
                      <a:pt x="356" y="105"/>
                    </a:cubicBezTo>
                    <a:cubicBezTo>
                      <a:pt x="465" y="38"/>
                      <a:pt x="465" y="38"/>
                      <a:pt x="465" y="38"/>
                    </a:cubicBezTo>
                    <a:cubicBezTo>
                      <a:pt x="554" y="28"/>
                      <a:pt x="554" y="28"/>
                      <a:pt x="554" y="28"/>
                    </a:cubicBezTo>
                    <a:cubicBezTo>
                      <a:pt x="438" y="67"/>
                      <a:pt x="438" y="67"/>
                      <a:pt x="438" y="67"/>
                    </a:cubicBezTo>
                    <a:cubicBezTo>
                      <a:pt x="439" y="67"/>
                      <a:pt x="439" y="68"/>
                      <a:pt x="439" y="68"/>
                    </a:cubicBezTo>
                    <a:cubicBezTo>
                      <a:pt x="554" y="29"/>
                      <a:pt x="554" y="29"/>
                      <a:pt x="554" y="29"/>
                    </a:cubicBezTo>
                    <a:cubicBezTo>
                      <a:pt x="554" y="28"/>
                      <a:pt x="554" y="27"/>
                      <a:pt x="554" y="27"/>
                    </a:cubicBezTo>
                    <a:cubicBezTo>
                      <a:pt x="467" y="37"/>
                      <a:pt x="467" y="37"/>
                      <a:pt x="467" y="37"/>
                    </a:cubicBezTo>
                    <a:cubicBezTo>
                      <a:pt x="521" y="3"/>
                      <a:pt x="521" y="3"/>
                      <a:pt x="521" y="3"/>
                    </a:cubicBezTo>
                    <a:cubicBezTo>
                      <a:pt x="521" y="3"/>
                      <a:pt x="521" y="3"/>
                      <a:pt x="521" y="2"/>
                    </a:cubicBezTo>
                    <a:moveTo>
                      <a:pt x="520" y="0"/>
                    </a:moveTo>
                    <a:cubicBezTo>
                      <a:pt x="408" y="17"/>
                      <a:pt x="408" y="17"/>
                      <a:pt x="408" y="17"/>
                    </a:cubicBezTo>
                    <a:cubicBezTo>
                      <a:pt x="408" y="17"/>
                      <a:pt x="408" y="17"/>
                      <a:pt x="408" y="17"/>
                    </a:cubicBezTo>
                    <a:cubicBezTo>
                      <a:pt x="520" y="1"/>
                      <a:pt x="520" y="1"/>
                      <a:pt x="520" y="1"/>
                    </a:cubicBezTo>
                    <a:cubicBezTo>
                      <a:pt x="520" y="0"/>
                      <a:pt x="520" y="0"/>
                      <a:pt x="52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6"/>
              <p:cNvSpPr/>
              <p:nvPr/>
            </p:nvSpPr>
            <p:spPr bwMode="auto">
              <a:xfrm>
                <a:off x="5509" y="935"/>
                <a:ext cx="59" cy="56"/>
              </a:xfrm>
              <a:custGeom>
                <a:avLst/>
                <a:gdLst>
                  <a:gd name="T0" fmla="*/ 8 w 15"/>
                  <a:gd name="T1" fmla="*/ 0 h 14"/>
                  <a:gd name="T2" fmla="*/ 3 w 15"/>
                  <a:gd name="T3" fmla="*/ 2 h 14"/>
                  <a:gd name="T4" fmla="*/ 1 w 15"/>
                  <a:gd name="T5" fmla="*/ 4 h 14"/>
                  <a:gd name="T6" fmla="*/ 8 w 15"/>
                  <a:gd name="T7" fmla="*/ 7 h 14"/>
                  <a:gd name="T8" fmla="*/ 1 w 15"/>
                  <a:gd name="T9" fmla="*/ 4 h 14"/>
                  <a:gd name="T10" fmla="*/ 3 w 15"/>
                  <a:gd name="T11" fmla="*/ 12 h 14"/>
                  <a:gd name="T12" fmla="*/ 8 w 15"/>
                  <a:gd name="T13" fmla="*/ 14 h 14"/>
                  <a:gd name="T14" fmla="*/ 13 w 15"/>
                  <a:gd name="T15" fmla="*/ 12 h 14"/>
                  <a:gd name="T16" fmla="*/ 13 w 15"/>
                  <a:gd name="T17" fmla="*/ 2 h 14"/>
                  <a:gd name="T18" fmla="*/ 8 w 15"/>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4">
                    <a:moveTo>
                      <a:pt x="8" y="0"/>
                    </a:moveTo>
                    <a:cubicBezTo>
                      <a:pt x="6" y="0"/>
                      <a:pt x="4" y="1"/>
                      <a:pt x="3" y="2"/>
                    </a:cubicBezTo>
                    <a:cubicBezTo>
                      <a:pt x="2" y="3"/>
                      <a:pt x="2" y="3"/>
                      <a:pt x="1" y="4"/>
                    </a:cubicBezTo>
                    <a:cubicBezTo>
                      <a:pt x="8" y="7"/>
                      <a:pt x="8" y="7"/>
                      <a:pt x="8" y="7"/>
                    </a:cubicBezTo>
                    <a:cubicBezTo>
                      <a:pt x="1" y="4"/>
                      <a:pt x="1" y="4"/>
                      <a:pt x="1" y="4"/>
                    </a:cubicBezTo>
                    <a:cubicBezTo>
                      <a:pt x="0" y="7"/>
                      <a:pt x="0" y="10"/>
                      <a:pt x="3" y="12"/>
                    </a:cubicBezTo>
                    <a:cubicBezTo>
                      <a:pt x="4" y="14"/>
                      <a:pt x="6" y="14"/>
                      <a:pt x="8" y="14"/>
                    </a:cubicBezTo>
                    <a:cubicBezTo>
                      <a:pt x="9" y="14"/>
                      <a:pt x="11" y="14"/>
                      <a:pt x="13" y="12"/>
                    </a:cubicBezTo>
                    <a:cubicBezTo>
                      <a:pt x="15" y="9"/>
                      <a:pt x="15" y="5"/>
                      <a:pt x="13" y="2"/>
                    </a:cubicBezTo>
                    <a:cubicBezTo>
                      <a:pt x="11" y="1"/>
                      <a:pt x="9"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7"/>
              <p:cNvSpPr/>
              <p:nvPr/>
            </p:nvSpPr>
            <p:spPr bwMode="auto">
              <a:xfrm>
                <a:off x="5513" y="951"/>
                <a:ext cx="27" cy="12"/>
              </a:xfrm>
              <a:custGeom>
                <a:avLst/>
                <a:gdLst>
                  <a:gd name="T0" fmla="*/ 0 w 7"/>
                  <a:gd name="T1" fmla="*/ 0 h 3"/>
                  <a:gd name="T2" fmla="*/ 0 w 7"/>
                  <a:gd name="T3" fmla="*/ 0 h 3"/>
                  <a:gd name="T4" fmla="*/ 7 w 7"/>
                  <a:gd name="T5" fmla="*/ 3 h 3"/>
                  <a:gd name="T6" fmla="*/ 0 w 7"/>
                  <a:gd name="T7" fmla="*/ 0 h 3"/>
                </a:gdLst>
                <a:ahLst/>
                <a:cxnLst>
                  <a:cxn ang="0">
                    <a:pos x="T0" y="T1"/>
                  </a:cxn>
                  <a:cxn ang="0">
                    <a:pos x="T2" y="T3"/>
                  </a:cxn>
                  <a:cxn ang="0">
                    <a:pos x="T4" y="T5"/>
                  </a:cxn>
                  <a:cxn ang="0">
                    <a:pos x="T6" y="T7"/>
                  </a:cxn>
                </a:cxnLst>
                <a:rect l="0" t="0" r="r" b="b"/>
                <a:pathLst>
                  <a:path w="7" h="3">
                    <a:moveTo>
                      <a:pt x="0" y="0"/>
                    </a:moveTo>
                    <a:cubicBezTo>
                      <a:pt x="0" y="0"/>
                      <a:pt x="0" y="0"/>
                      <a:pt x="0" y="0"/>
                    </a:cubicBezTo>
                    <a:cubicBezTo>
                      <a:pt x="7" y="3"/>
                      <a:pt x="7" y="3"/>
                      <a:pt x="7" y="3"/>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8"/>
              <p:cNvSpPr>
                <a:spLocks noEditPoints="1"/>
              </p:cNvSpPr>
              <p:nvPr/>
            </p:nvSpPr>
            <p:spPr bwMode="auto">
              <a:xfrm>
                <a:off x="5100" y="725"/>
                <a:ext cx="60" cy="52"/>
              </a:xfrm>
              <a:custGeom>
                <a:avLst/>
                <a:gdLst>
                  <a:gd name="T0" fmla="*/ 7 w 15"/>
                  <a:gd name="T1" fmla="*/ 0 h 13"/>
                  <a:gd name="T2" fmla="*/ 3 w 15"/>
                  <a:gd name="T3" fmla="*/ 2 h 13"/>
                  <a:gd name="T4" fmla="*/ 3 w 15"/>
                  <a:gd name="T5" fmla="*/ 11 h 13"/>
                  <a:gd name="T6" fmla="*/ 8 w 15"/>
                  <a:gd name="T7" fmla="*/ 13 h 13"/>
                  <a:gd name="T8" fmla="*/ 12 w 15"/>
                  <a:gd name="T9" fmla="*/ 11 h 13"/>
                  <a:gd name="T10" fmla="*/ 13 w 15"/>
                  <a:gd name="T11" fmla="*/ 10 h 13"/>
                  <a:gd name="T12" fmla="*/ 8 w 15"/>
                  <a:gd name="T13" fmla="*/ 7 h 13"/>
                  <a:gd name="T14" fmla="*/ 8 w 15"/>
                  <a:gd name="T15" fmla="*/ 7 h 13"/>
                  <a:gd name="T16" fmla="*/ 7 w 15"/>
                  <a:gd name="T17" fmla="*/ 0 h 13"/>
                  <a:gd name="T18" fmla="*/ 8 w 15"/>
                  <a:gd name="T19" fmla="*/ 0 h 13"/>
                  <a:gd name="T20" fmla="*/ 7 w 15"/>
                  <a:gd name="T21" fmla="*/ 0 h 13"/>
                  <a:gd name="T22" fmla="*/ 8 w 15"/>
                  <a:gd name="T23" fmla="*/ 7 h 13"/>
                  <a:gd name="T24" fmla="*/ 13 w 15"/>
                  <a:gd name="T25" fmla="*/ 10 h 13"/>
                  <a:gd name="T26" fmla="*/ 12 w 15"/>
                  <a:gd name="T27" fmla="*/ 2 h 13"/>
                  <a:gd name="T28" fmla="*/ 8 w 15"/>
                  <a:gd name="T2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13">
                    <a:moveTo>
                      <a:pt x="7" y="0"/>
                    </a:moveTo>
                    <a:cubicBezTo>
                      <a:pt x="5" y="0"/>
                      <a:pt x="4" y="1"/>
                      <a:pt x="3" y="2"/>
                    </a:cubicBezTo>
                    <a:cubicBezTo>
                      <a:pt x="0" y="5"/>
                      <a:pt x="0" y="9"/>
                      <a:pt x="3" y="11"/>
                    </a:cubicBezTo>
                    <a:cubicBezTo>
                      <a:pt x="4" y="13"/>
                      <a:pt x="6" y="13"/>
                      <a:pt x="8" y="13"/>
                    </a:cubicBezTo>
                    <a:cubicBezTo>
                      <a:pt x="9" y="13"/>
                      <a:pt x="11" y="13"/>
                      <a:pt x="12" y="11"/>
                    </a:cubicBezTo>
                    <a:cubicBezTo>
                      <a:pt x="13" y="11"/>
                      <a:pt x="13" y="10"/>
                      <a:pt x="13" y="10"/>
                    </a:cubicBezTo>
                    <a:cubicBezTo>
                      <a:pt x="8" y="7"/>
                      <a:pt x="8" y="7"/>
                      <a:pt x="8" y="7"/>
                    </a:cubicBezTo>
                    <a:cubicBezTo>
                      <a:pt x="8" y="7"/>
                      <a:pt x="8" y="7"/>
                      <a:pt x="8" y="7"/>
                    </a:cubicBezTo>
                    <a:cubicBezTo>
                      <a:pt x="7" y="0"/>
                      <a:pt x="7" y="0"/>
                      <a:pt x="7" y="0"/>
                    </a:cubicBezTo>
                    <a:moveTo>
                      <a:pt x="8" y="0"/>
                    </a:moveTo>
                    <a:cubicBezTo>
                      <a:pt x="7" y="0"/>
                      <a:pt x="7" y="0"/>
                      <a:pt x="7" y="0"/>
                    </a:cubicBezTo>
                    <a:cubicBezTo>
                      <a:pt x="8" y="7"/>
                      <a:pt x="8" y="7"/>
                      <a:pt x="8" y="7"/>
                    </a:cubicBezTo>
                    <a:cubicBezTo>
                      <a:pt x="13" y="10"/>
                      <a:pt x="13" y="10"/>
                      <a:pt x="13" y="10"/>
                    </a:cubicBezTo>
                    <a:cubicBezTo>
                      <a:pt x="15" y="7"/>
                      <a:pt x="14" y="4"/>
                      <a:pt x="12" y="2"/>
                    </a:cubicBezTo>
                    <a:cubicBezTo>
                      <a:pt x="11" y="1"/>
                      <a:pt x="9"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9"/>
              <p:cNvSpPr/>
              <p:nvPr/>
            </p:nvSpPr>
            <p:spPr bwMode="auto">
              <a:xfrm>
                <a:off x="5128" y="725"/>
                <a:ext cx="24" cy="40"/>
              </a:xfrm>
              <a:custGeom>
                <a:avLst/>
                <a:gdLst>
                  <a:gd name="T0" fmla="*/ 0 w 6"/>
                  <a:gd name="T1" fmla="*/ 0 h 10"/>
                  <a:gd name="T2" fmla="*/ 0 w 6"/>
                  <a:gd name="T3" fmla="*/ 0 h 10"/>
                  <a:gd name="T4" fmla="*/ 1 w 6"/>
                  <a:gd name="T5" fmla="*/ 7 h 10"/>
                  <a:gd name="T6" fmla="*/ 1 w 6"/>
                  <a:gd name="T7" fmla="*/ 7 h 10"/>
                  <a:gd name="T8" fmla="*/ 6 w 6"/>
                  <a:gd name="T9" fmla="*/ 10 h 10"/>
                  <a:gd name="T10" fmla="*/ 6 w 6"/>
                  <a:gd name="T11" fmla="*/ 10 h 10"/>
                  <a:gd name="T12" fmla="*/ 1 w 6"/>
                  <a:gd name="T13" fmla="*/ 7 h 10"/>
                  <a:gd name="T14" fmla="*/ 0 w 6"/>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0">
                    <a:moveTo>
                      <a:pt x="0" y="0"/>
                    </a:moveTo>
                    <a:cubicBezTo>
                      <a:pt x="0" y="0"/>
                      <a:pt x="0" y="0"/>
                      <a:pt x="0" y="0"/>
                    </a:cubicBezTo>
                    <a:cubicBezTo>
                      <a:pt x="1" y="7"/>
                      <a:pt x="1" y="7"/>
                      <a:pt x="1" y="7"/>
                    </a:cubicBezTo>
                    <a:cubicBezTo>
                      <a:pt x="1" y="7"/>
                      <a:pt x="1" y="7"/>
                      <a:pt x="1" y="7"/>
                    </a:cubicBezTo>
                    <a:cubicBezTo>
                      <a:pt x="6" y="10"/>
                      <a:pt x="6" y="10"/>
                      <a:pt x="6" y="10"/>
                    </a:cubicBezTo>
                    <a:cubicBezTo>
                      <a:pt x="6" y="10"/>
                      <a:pt x="6" y="10"/>
                      <a:pt x="6" y="10"/>
                    </a:cubicBezTo>
                    <a:cubicBezTo>
                      <a:pt x="1" y="7"/>
                      <a:pt x="1" y="7"/>
                      <a:pt x="1" y="7"/>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10"/>
              <p:cNvSpPr>
                <a:spLocks noEditPoints="1"/>
              </p:cNvSpPr>
              <p:nvPr/>
            </p:nvSpPr>
            <p:spPr bwMode="auto">
              <a:xfrm>
                <a:off x="5061" y="444"/>
                <a:ext cx="47" cy="40"/>
              </a:xfrm>
              <a:custGeom>
                <a:avLst/>
                <a:gdLst>
                  <a:gd name="T0" fmla="*/ 6 w 12"/>
                  <a:gd name="T1" fmla="*/ 5 h 10"/>
                  <a:gd name="T2" fmla="*/ 2 w 12"/>
                  <a:gd name="T3" fmla="*/ 8 h 10"/>
                  <a:gd name="T4" fmla="*/ 2 w 12"/>
                  <a:gd name="T5" fmla="*/ 9 h 10"/>
                  <a:gd name="T6" fmla="*/ 6 w 12"/>
                  <a:gd name="T7" fmla="*/ 10 h 10"/>
                  <a:gd name="T8" fmla="*/ 7 w 12"/>
                  <a:gd name="T9" fmla="*/ 10 h 10"/>
                  <a:gd name="T10" fmla="*/ 6 w 12"/>
                  <a:gd name="T11" fmla="*/ 5 h 10"/>
                  <a:gd name="T12" fmla="*/ 6 w 12"/>
                  <a:gd name="T13" fmla="*/ 0 h 10"/>
                  <a:gd name="T14" fmla="*/ 2 w 12"/>
                  <a:gd name="T15" fmla="*/ 1 h 10"/>
                  <a:gd name="T16" fmla="*/ 2 w 12"/>
                  <a:gd name="T17" fmla="*/ 8 h 10"/>
                  <a:gd name="T18" fmla="*/ 6 w 12"/>
                  <a:gd name="T19" fmla="*/ 5 h 10"/>
                  <a:gd name="T20" fmla="*/ 6 w 12"/>
                  <a:gd name="T21" fmla="*/ 5 h 10"/>
                  <a:gd name="T22" fmla="*/ 6 w 12"/>
                  <a:gd name="T23" fmla="*/ 5 h 10"/>
                  <a:gd name="T24" fmla="*/ 7 w 12"/>
                  <a:gd name="T25" fmla="*/ 10 h 10"/>
                  <a:gd name="T26" fmla="*/ 10 w 12"/>
                  <a:gd name="T27" fmla="*/ 9 h 10"/>
                  <a:gd name="T28" fmla="*/ 10 w 12"/>
                  <a:gd name="T29" fmla="*/ 1 h 10"/>
                  <a:gd name="T30" fmla="*/ 6 w 12"/>
                  <a:gd name="T3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0">
                    <a:moveTo>
                      <a:pt x="6" y="5"/>
                    </a:moveTo>
                    <a:cubicBezTo>
                      <a:pt x="2" y="8"/>
                      <a:pt x="2" y="8"/>
                      <a:pt x="2" y="8"/>
                    </a:cubicBezTo>
                    <a:cubicBezTo>
                      <a:pt x="2" y="9"/>
                      <a:pt x="2" y="9"/>
                      <a:pt x="2" y="9"/>
                    </a:cubicBezTo>
                    <a:cubicBezTo>
                      <a:pt x="3" y="10"/>
                      <a:pt x="5" y="10"/>
                      <a:pt x="6" y="10"/>
                    </a:cubicBezTo>
                    <a:cubicBezTo>
                      <a:pt x="6" y="10"/>
                      <a:pt x="7" y="10"/>
                      <a:pt x="7" y="10"/>
                    </a:cubicBezTo>
                    <a:cubicBezTo>
                      <a:pt x="6" y="5"/>
                      <a:pt x="6" y="5"/>
                      <a:pt x="6" y="5"/>
                    </a:cubicBezTo>
                    <a:moveTo>
                      <a:pt x="6" y="0"/>
                    </a:moveTo>
                    <a:cubicBezTo>
                      <a:pt x="5" y="0"/>
                      <a:pt x="3" y="0"/>
                      <a:pt x="2" y="1"/>
                    </a:cubicBezTo>
                    <a:cubicBezTo>
                      <a:pt x="0" y="3"/>
                      <a:pt x="0" y="6"/>
                      <a:pt x="2" y="8"/>
                    </a:cubicBezTo>
                    <a:cubicBezTo>
                      <a:pt x="6" y="5"/>
                      <a:pt x="6" y="5"/>
                      <a:pt x="6" y="5"/>
                    </a:cubicBezTo>
                    <a:cubicBezTo>
                      <a:pt x="6" y="5"/>
                      <a:pt x="6" y="5"/>
                      <a:pt x="6" y="5"/>
                    </a:cubicBezTo>
                    <a:cubicBezTo>
                      <a:pt x="6" y="5"/>
                      <a:pt x="6" y="5"/>
                      <a:pt x="6" y="5"/>
                    </a:cubicBezTo>
                    <a:cubicBezTo>
                      <a:pt x="7" y="10"/>
                      <a:pt x="7" y="10"/>
                      <a:pt x="7" y="10"/>
                    </a:cubicBezTo>
                    <a:cubicBezTo>
                      <a:pt x="8" y="10"/>
                      <a:pt x="9" y="9"/>
                      <a:pt x="10" y="9"/>
                    </a:cubicBezTo>
                    <a:cubicBezTo>
                      <a:pt x="12" y="7"/>
                      <a:pt x="12" y="3"/>
                      <a:pt x="10" y="1"/>
                    </a:cubicBezTo>
                    <a:cubicBezTo>
                      <a:pt x="9" y="0"/>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1"/>
              <p:cNvSpPr/>
              <p:nvPr/>
            </p:nvSpPr>
            <p:spPr bwMode="auto">
              <a:xfrm>
                <a:off x="5069" y="464"/>
                <a:ext cx="20" cy="20"/>
              </a:xfrm>
              <a:custGeom>
                <a:avLst/>
                <a:gdLst>
                  <a:gd name="T0" fmla="*/ 4 w 5"/>
                  <a:gd name="T1" fmla="*/ 0 h 5"/>
                  <a:gd name="T2" fmla="*/ 0 w 5"/>
                  <a:gd name="T3" fmla="*/ 3 h 5"/>
                  <a:gd name="T4" fmla="*/ 0 w 5"/>
                  <a:gd name="T5" fmla="*/ 3 h 5"/>
                  <a:gd name="T6" fmla="*/ 4 w 5"/>
                  <a:gd name="T7" fmla="*/ 0 h 5"/>
                  <a:gd name="T8" fmla="*/ 5 w 5"/>
                  <a:gd name="T9" fmla="*/ 5 h 5"/>
                  <a:gd name="T10" fmla="*/ 5 w 5"/>
                  <a:gd name="T11" fmla="*/ 5 h 5"/>
                  <a:gd name="T12" fmla="*/ 4 w 5"/>
                  <a:gd name="T13" fmla="*/ 0 h 5"/>
                  <a:gd name="T14" fmla="*/ 4 w 5"/>
                  <a:gd name="T15" fmla="*/ 0 h 5"/>
                  <a:gd name="T16" fmla="*/ 4 w 5"/>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5">
                    <a:moveTo>
                      <a:pt x="4" y="0"/>
                    </a:moveTo>
                    <a:cubicBezTo>
                      <a:pt x="0" y="3"/>
                      <a:pt x="0" y="3"/>
                      <a:pt x="0" y="3"/>
                    </a:cubicBezTo>
                    <a:cubicBezTo>
                      <a:pt x="0" y="3"/>
                      <a:pt x="0" y="3"/>
                      <a:pt x="0" y="3"/>
                    </a:cubicBezTo>
                    <a:cubicBezTo>
                      <a:pt x="4" y="0"/>
                      <a:pt x="4" y="0"/>
                      <a:pt x="4" y="0"/>
                    </a:cubicBezTo>
                    <a:cubicBezTo>
                      <a:pt x="5" y="5"/>
                      <a:pt x="5" y="5"/>
                      <a:pt x="5" y="5"/>
                    </a:cubicBezTo>
                    <a:cubicBezTo>
                      <a:pt x="5" y="5"/>
                      <a:pt x="5" y="5"/>
                      <a:pt x="5" y="5"/>
                    </a:cubicBezTo>
                    <a:cubicBezTo>
                      <a:pt x="4" y="0"/>
                      <a:pt x="4" y="0"/>
                      <a:pt x="4" y="0"/>
                    </a:cubicBezTo>
                    <a:cubicBezTo>
                      <a:pt x="4" y="0"/>
                      <a:pt x="4" y="0"/>
                      <a:pt x="4" y="0"/>
                    </a:cubicBez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12"/>
              <p:cNvSpPr>
                <a:spLocks noEditPoints="1"/>
              </p:cNvSpPr>
              <p:nvPr/>
            </p:nvSpPr>
            <p:spPr bwMode="auto">
              <a:xfrm>
                <a:off x="2310" y="2953"/>
                <a:ext cx="48" cy="47"/>
              </a:xfrm>
              <a:custGeom>
                <a:avLst/>
                <a:gdLst>
                  <a:gd name="T0" fmla="*/ 11 w 12"/>
                  <a:gd name="T1" fmla="*/ 2 h 12"/>
                  <a:gd name="T2" fmla="*/ 7 w 12"/>
                  <a:gd name="T3" fmla="*/ 6 h 12"/>
                  <a:gd name="T4" fmla="*/ 12 w 12"/>
                  <a:gd name="T5" fmla="*/ 5 h 12"/>
                  <a:gd name="T6" fmla="*/ 11 w 12"/>
                  <a:gd name="T7" fmla="*/ 2 h 12"/>
                  <a:gd name="T8" fmla="*/ 6 w 12"/>
                  <a:gd name="T9" fmla="*/ 0 h 12"/>
                  <a:gd name="T10" fmla="*/ 2 w 12"/>
                  <a:gd name="T11" fmla="*/ 2 h 12"/>
                  <a:gd name="T12" fmla="*/ 2 w 12"/>
                  <a:gd name="T13" fmla="*/ 10 h 12"/>
                  <a:gd name="T14" fmla="*/ 6 w 12"/>
                  <a:gd name="T15" fmla="*/ 12 h 12"/>
                  <a:gd name="T16" fmla="*/ 10 w 12"/>
                  <a:gd name="T17" fmla="*/ 10 h 12"/>
                  <a:gd name="T18" fmla="*/ 12 w 12"/>
                  <a:gd name="T19" fmla="*/ 5 h 12"/>
                  <a:gd name="T20" fmla="*/ 6 w 12"/>
                  <a:gd name="T21" fmla="*/ 6 h 12"/>
                  <a:gd name="T22" fmla="*/ 6 w 12"/>
                  <a:gd name="T23" fmla="*/ 6 h 12"/>
                  <a:gd name="T24" fmla="*/ 6 w 12"/>
                  <a:gd name="T25" fmla="*/ 6 h 12"/>
                  <a:gd name="T26" fmla="*/ 10 w 12"/>
                  <a:gd name="T27" fmla="*/ 2 h 12"/>
                  <a:gd name="T28" fmla="*/ 10 w 12"/>
                  <a:gd name="T29" fmla="*/ 2 h 12"/>
                  <a:gd name="T30" fmla="*/ 6 w 12"/>
                  <a:gd name="T3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2">
                    <a:moveTo>
                      <a:pt x="11" y="2"/>
                    </a:moveTo>
                    <a:cubicBezTo>
                      <a:pt x="7" y="6"/>
                      <a:pt x="7" y="6"/>
                      <a:pt x="7" y="6"/>
                    </a:cubicBezTo>
                    <a:cubicBezTo>
                      <a:pt x="12" y="5"/>
                      <a:pt x="12" y="5"/>
                      <a:pt x="12" y="5"/>
                    </a:cubicBezTo>
                    <a:cubicBezTo>
                      <a:pt x="12" y="4"/>
                      <a:pt x="11" y="3"/>
                      <a:pt x="11" y="2"/>
                    </a:cubicBezTo>
                    <a:moveTo>
                      <a:pt x="6" y="0"/>
                    </a:moveTo>
                    <a:cubicBezTo>
                      <a:pt x="5" y="0"/>
                      <a:pt x="3" y="1"/>
                      <a:pt x="2" y="2"/>
                    </a:cubicBezTo>
                    <a:cubicBezTo>
                      <a:pt x="0" y="4"/>
                      <a:pt x="0" y="8"/>
                      <a:pt x="2" y="10"/>
                    </a:cubicBezTo>
                    <a:cubicBezTo>
                      <a:pt x="3" y="11"/>
                      <a:pt x="5" y="12"/>
                      <a:pt x="6" y="12"/>
                    </a:cubicBezTo>
                    <a:cubicBezTo>
                      <a:pt x="8" y="12"/>
                      <a:pt x="9" y="11"/>
                      <a:pt x="10" y="10"/>
                    </a:cubicBezTo>
                    <a:cubicBezTo>
                      <a:pt x="12" y="9"/>
                      <a:pt x="12" y="7"/>
                      <a:pt x="12" y="5"/>
                    </a:cubicBezTo>
                    <a:cubicBezTo>
                      <a:pt x="6" y="6"/>
                      <a:pt x="6" y="6"/>
                      <a:pt x="6" y="6"/>
                    </a:cubicBezTo>
                    <a:cubicBezTo>
                      <a:pt x="6" y="6"/>
                      <a:pt x="6" y="6"/>
                      <a:pt x="6" y="6"/>
                    </a:cubicBezTo>
                    <a:cubicBezTo>
                      <a:pt x="6" y="6"/>
                      <a:pt x="6" y="6"/>
                      <a:pt x="6" y="6"/>
                    </a:cubicBezTo>
                    <a:cubicBezTo>
                      <a:pt x="10" y="2"/>
                      <a:pt x="10" y="2"/>
                      <a:pt x="10" y="2"/>
                    </a:cubicBezTo>
                    <a:cubicBezTo>
                      <a:pt x="10" y="2"/>
                      <a:pt x="10" y="2"/>
                      <a:pt x="10" y="2"/>
                    </a:cubicBezTo>
                    <a:cubicBezTo>
                      <a:pt x="9" y="1"/>
                      <a:pt x="8"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3"/>
              <p:cNvSpPr/>
              <p:nvPr/>
            </p:nvSpPr>
            <p:spPr bwMode="auto">
              <a:xfrm>
                <a:off x="2334" y="2961"/>
                <a:ext cx="24" cy="15"/>
              </a:xfrm>
              <a:custGeom>
                <a:avLst/>
                <a:gdLst>
                  <a:gd name="T0" fmla="*/ 4 w 6"/>
                  <a:gd name="T1" fmla="*/ 0 h 4"/>
                  <a:gd name="T2" fmla="*/ 0 w 6"/>
                  <a:gd name="T3" fmla="*/ 4 h 4"/>
                  <a:gd name="T4" fmla="*/ 0 w 6"/>
                  <a:gd name="T5" fmla="*/ 4 h 4"/>
                  <a:gd name="T6" fmla="*/ 0 w 6"/>
                  <a:gd name="T7" fmla="*/ 4 h 4"/>
                  <a:gd name="T8" fmla="*/ 6 w 6"/>
                  <a:gd name="T9" fmla="*/ 3 h 4"/>
                  <a:gd name="T10" fmla="*/ 6 w 6"/>
                  <a:gd name="T11" fmla="*/ 3 h 4"/>
                  <a:gd name="T12" fmla="*/ 1 w 6"/>
                  <a:gd name="T13" fmla="*/ 4 h 4"/>
                  <a:gd name="T14" fmla="*/ 5 w 6"/>
                  <a:gd name="T15" fmla="*/ 0 h 4"/>
                  <a:gd name="T16" fmla="*/ 4 w 6"/>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4">
                    <a:moveTo>
                      <a:pt x="4" y="0"/>
                    </a:moveTo>
                    <a:cubicBezTo>
                      <a:pt x="0" y="4"/>
                      <a:pt x="0" y="4"/>
                      <a:pt x="0" y="4"/>
                    </a:cubicBezTo>
                    <a:cubicBezTo>
                      <a:pt x="0" y="4"/>
                      <a:pt x="0" y="4"/>
                      <a:pt x="0" y="4"/>
                    </a:cubicBezTo>
                    <a:cubicBezTo>
                      <a:pt x="0" y="4"/>
                      <a:pt x="0" y="4"/>
                      <a:pt x="0" y="4"/>
                    </a:cubicBezTo>
                    <a:cubicBezTo>
                      <a:pt x="6" y="3"/>
                      <a:pt x="6" y="3"/>
                      <a:pt x="6" y="3"/>
                    </a:cubicBezTo>
                    <a:cubicBezTo>
                      <a:pt x="6" y="3"/>
                      <a:pt x="6" y="3"/>
                      <a:pt x="6" y="3"/>
                    </a:cubicBezTo>
                    <a:cubicBezTo>
                      <a:pt x="1" y="4"/>
                      <a:pt x="1" y="4"/>
                      <a:pt x="1" y="4"/>
                    </a:cubicBezTo>
                    <a:cubicBezTo>
                      <a:pt x="5" y="0"/>
                      <a:pt x="5" y="0"/>
                      <a:pt x="5" y="0"/>
                    </a:cubicBezTo>
                    <a:cubicBezTo>
                      <a:pt x="5"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4"/>
              <p:cNvSpPr>
                <a:spLocks noEditPoints="1"/>
              </p:cNvSpPr>
              <p:nvPr/>
            </p:nvSpPr>
            <p:spPr bwMode="auto">
              <a:xfrm>
                <a:off x="2750" y="2865"/>
                <a:ext cx="40" cy="36"/>
              </a:xfrm>
              <a:custGeom>
                <a:avLst/>
                <a:gdLst>
                  <a:gd name="T0" fmla="*/ 5 w 10"/>
                  <a:gd name="T1" fmla="*/ 4 h 9"/>
                  <a:gd name="T2" fmla="*/ 1 w 10"/>
                  <a:gd name="T3" fmla="*/ 5 h 9"/>
                  <a:gd name="T4" fmla="*/ 2 w 10"/>
                  <a:gd name="T5" fmla="*/ 7 h 9"/>
                  <a:gd name="T6" fmla="*/ 5 w 10"/>
                  <a:gd name="T7" fmla="*/ 9 h 9"/>
                  <a:gd name="T8" fmla="*/ 5 w 10"/>
                  <a:gd name="T9" fmla="*/ 4 h 9"/>
                  <a:gd name="T10" fmla="*/ 5 w 10"/>
                  <a:gd name="T11" fmla="*/ 0 h 9"/>
                  <a:gd name="T12" fmla="*/ 2 w 10"/>
                  <a:gd name="T13" fmla="*/ 1 h 9"/>
                  <a:gd name="T14" fmla="*/ 1 w 10"/>
                  <a:gd name="T15" fmla="*/ 5 h 9"/>
                  <a:gd name="T16" fmla="*/ 5 w 10"/>
                  <a:gd name="T17" fmla="*/ 4 h 9"/>
                  <a:gd name="T18" fmla="*/ 5 w 10"/>
                  <a:gd name="T19" fmla="*/ 4 h 9"/>
                  <a:gd name="T20" fmla="*/ 5 w 10"/>
                  <a:gd name="T21" fmla="*/ 4 h 9"/>
                  <a:gd name="T22" fmla="*/ 5 w 10"/>
                  <a:gd name="T23" fmla="*/ 9 h 9"/>
                  <a:gd name="T24" fmla="*/ 8 w 10"/>
                  <a:gd name="T25" fmla="*/ 7 h 9"/>
                  <a:gd name="T26" fmla="*/ 8 w 10"/>
                  <a:gd name="T27" fmla="*/ 1 h 9"/>
                  <a:gd name="T28" fmla="*/ 5 w 10"/>
                  <a:gd name="T2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 h="9">
                    <a:moveTo>
                      <a:pt x="5" y="4"/>
                    </a:moveTo>
                    <a:cubicBezTo>
                      <a:pt x="1" y="5"/>
                      <a:pt x="1" y="5"/>
                      <a:pt x="1" y="5"/>
                    </a:cubicBezTo>
                    <a:cubicBezTo>
                      <a:pt x="1" y="6"/>
                      <a:pt x="1" y="7"/>
                      <a:pt x="2" y="7"/>
                    </a:cubicBezTo>
                    <a:cubicBezTo>
                      <a:pt x="3" y="8"/>
                      <a:pt x="4" y="9"/>
                      <a:pt x="5" y="9"/>
                    </a:cubicBezTo>
                    <a:cubicBezTo>
                      <a:pt x="5" y="4"/>
                      <a:pt x="5" y="4"/>
                      <a:pt x="5" y="4"/>
                    </a:cubicBezTo>
                    <a:moveTo>
                      <a:pt x="5" y="0"/>
                    </a:moveTo>
                    <a:cubicBezTo>
                      <a:pt x="4" y="0"/>
                      <a:pt x="3" y="0"/>
                      <a:pt x="2" y="1"/>
                    </a:cubicBezTo>
                    <a:cubicBezTo>
                      <a:pt x="1" y="2"/>
                      <a:pt x="0" y="4"/>
                      <a:pt x="1" y="5"/>
                    </a:cubicBezTo>
                    <a:cubicBezTo>
                      <a:pt x="5" y="4"/>
                      <a:pt x="5" y="4"/>
                      <a:pt x="5" y="4"/>
                    </a:cubicBezTo>
                    <a:cubicBezTo>
                      <a:pt x="5" y="4"/>
                      <a:pt x="5" y="4"/>
                      <a:pt x="5" y="4"/>
                    </a:cubicBezTo>
                    <a:cubicBezTo>
                      <a:pt x="5" y="4"/>
                      <a:pt x="5" y="4"/>
                      <a:pt x="5" y="4"/>
                    </a:cubicBezTo>
                    <a:cubicBezTo>
                      <a:pt x="5" y="9"/>
                      <a:pt x="5" y="9"/>
                      <a:pt x="5" y="9"/>
                    </a:cubicBezTo>
                    <a:cubicBezTo>
                      <a:pt x="6" y="9"/>
                      <a:pt x="7" y="8"/>
                      <a:pt x="8" y="7"/>
                    </a:cubicBezTo>
                    <a:cubicBezTo>
                      <a:pt x="10" y="6"/>
                      <a:pt x="10" y="3"/>
                      <a:pt x="8" y="1"/>
                    </a:cubicBezTo>
                    <a:cubicBezTo>
                      <a:pt x="7" y="0"/>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5"/>
              <p:cNvSpPr/>
              <p:nvPr/>
            </p:nvSpPr>
            <p:spPr bwMode="auto">
              <a:xfrm>
                <a:off x="2754" y="2881"/>
                <a:ext cx="16" cy="20"/>
              </a:xfrm>
              <a:custGeom>
                <a:avLst/>
                <a:gdLst>
                  <a:gd name="T0" fmla="*/ 4 w 4"/>
                  <a:gd name="T1" fmla="*/ 0 h 5"/>
                  <a:gd name="T2" fmla="*/ 0 w 4"/>
                  <a:gd name="T3" fmla="*/ 1 h 5"/>
                  <a:gd name="T4" fmla="*/ 0 w 4"/>
                  <a:gd name="T5" fmla="*/ 1 h 5"/>
                  <a:gd name="T6" fmla="*/ 4 w 4"/>
                  <a:gd name="T7" fmla="*/ 0 h 5"/>
                  <a:gd name="T8" fmla="*/ 4 w 4"/>
                  <a:gd name="T9" fmla="*/ 5 h 5"/>
                  <a:gd name="T10" fmla="*/ 4 w 4"/>
                  <a:gd name="T11" fmla="*/ 5 h 5"/>
                  <a:gd name="T12" fmla="*/ 4 w 4"/>
                  <a:gd name="T13" fmla="*/ 5 h 5"/>
                  <a:gd name="T14" fmla="*/ 4 w 4"/>
                  <a:gd name="T15" fmla="*/ 0 h 5"/>
                  <a:gd name="T16" fmla="*/ 4 w 4"/>
                  <a:gd name="T17" fmla="*/ 0 h 5"/>
                  <a:gd name="T18" fmla="*/ 4 w 4"/>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5">
                    <a:moveTo>
                      <a:pt x="4" y="0"/>
                    </a:moveTo>
                    <a:cubicBezTo>
                      <a:pt x="0" y="1"/>
                      <a:pt x="0" y="1"/>
                      <a:pt x="0" y="1"/>
                    </a:cubicBezTo>
                    <a:cubicBezTo>
                      <a:pt x="0" y="1"/>
                      <a:pt x="0" y="1"/>
                      <a:pt x="0" y="1"/>
                    </a:cubicBezTo>
                    <a:cubicBezTo>
                      <a:pt x="4" y="0"/>
                      <a:pt x="4" y="0"/>
                      <a:pt x="4" y="0"/>
                    </a:cubicBezTo>
                    <a:cubicBezTo>
                      <a:pt x="4" y="5"/>
                      <a:pt x="4" y="5"/>
                      <a:pt x="4" y="5"/>
                    </a:cubicBezTo>
                    <a:cubicBezTo>
                      <a:pt x="4" y="5"/>
                      <a:pt x="4" y="5"/>
                      <a:pt x="4" y="5"/>
                    </a:cubicBezTo>
                    <a:cubicBezTo>
                      <a:pt x="4" y="5"/>
                      <a:pt x="4" y="5"/>
                      <a:pt x="4" y="5"/>
                    </a:cubicBezTo>
                    <a:cubicBezTo>
                      <a:pt x="4" y="0"/>
                      <a:pt x="4" y="0"/>
                      <a:pt x="4" y="0"/>
                    </a:cubicBezTo>
                    <a:cubicBezTo>
                      <a:pt x="4" y="0"/>
                      <a:pt x="4" y="0"/>
                      <a:pt x="4" y="0"/>
                    </a:cubicBez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16"/>
              <p:cNvSpPr>
                <a:spLocks noEditPoints="1"/>
              </p:cNvSpPr>
              <p:nvPr/>
            </p:nvSpPr>
            <p:spPr bwMode="auto">
              <a:xfrm>
                <a:off x="2758" y="3381"/>
                <a:ext cx="40" cy="35"/>
              </a:xfrm>
              <a:custGeom>
                <a:avLst/>
                <a:gdLst>
                  <a:gd name="T0" fmla="*/ 5 w 10"/>
                  <a:gd name="T1" fmla="*/ 0 h 9"/>
                  <a:gd name="T2" fmla="*/ 2 w 10"/>
                  <a:gd name="T3" fmla="*/ 1 h 9"/>
                  <a:gd name="T4" fmla="*/ 2 w 10"/>
                  <a:gd name="T5" fmla="*/ 8 h 9"/>
                  <a:gd name="T6" fmla="*/ 5 w 10"/>
                  <a:gd name="T7" fmla="*/ 9 h 9"/>
                  <a:gd name="T8" fmla="*/ 9 w 10"/>
                  <a:gd name="T9" fmla="*/ 8 h 9"/>
                  <a:gd name="T10" fmla="*/ 10 w 10"/>
                  <a:gd name="T11" fmla="*/ 4 h 9"/>
                  <a:gd name="T12" fmla="*/ 5 w 10"/>
                  <a:gd name="T13" fmla="*/ 5 h 9"/>
                  <a:gd name="T14" fmla="*/ 5 w 10"/>
                  <a:gd name="T15" fmla="*/ 5 h 9"/>
                  <a:gd name="T16" fmla="*/ 5 w 10"/>
                  <a:gd name="T17" fmla="*/ 5 h 9"/>
                  <a:gd name="T18" fmla="*/ 5 w 10"/>
                  <a:gd name="T19" fmla="*/ 0 h 9"/>
                  <a:gd name="T20" fmla="*/ 5 w 10"/>
                  <a:gd name="T21" fmla="*/ 0 h 9"/>
                  <a:gd name="T22" fmla="*/ 5 w 10"/>
                  <a:gd name="T23" fmla="*/ 4 h 9"/>
                  <a:gd name="T24" fmla="*/ 10 w 10"/>
                  <a:gd name="T25" fmla="*/ 4 h 9"/>
                  <a:gd name="T26" fmla="*/ 9 w 10"/>
                  <a:gd name="T27" fmla="*/ 1 h 9"/>
                  <a:gd name="T28" fmla="*/ 5 w 10"/>
                  <a:gd name="T2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 h="9">
                    <a:moveTo>
                      <a:pt x="5" y="0"/>
                    </a:moveTo>
                    <a:cubicBezTo>
                      <a:pt x="4" y="0"/>
                      <a:pt x="3" y="1"/>
                      <a:pt x="2" y="1"/>
                    </a:cubicBezTo>
                    <a:cubicBezTo>
                      <a:pt x="0" y="3"/>
                      <a:pt x="0" y="6"/>
                      <a:pt x="2" y="8"/>
                    </a:cubicBezTo>
                    <a:cubicBezTo>
                      <a:pt x="3" y="9"/>
                      <a:pt x="4" y="9"/>
                      <a:pt x="5" y="9"/>
                    </a:cubicBezTo>
                    <a:cubicBezTo>
                      <a:pt x="6" y="9"/>
                      <a:pt x="8" y="9"/>
                      <a:pt x="9" y="8"/>
                    </a:cubicBezTo>
                    <a:cubicBezTo>
                      <a:pt x="10" y="7"/>
                      <a:pt x="10" y="5"/>
                      <a:pt x="10" y="4"/>
                    </a:cubicBezTo>
                    <a:cubicBezTo>
                      <a:pt x="5" y="5"/>
                      <a:pt x="5" y="5"/>
                      <a:pt x="5" y="5"/>
                    </a:cubicBezTo>
                    <a:cubicBezTo>
                      <a:pt x="5" y="5"/>
                      <a:pt x="5" y="5"/>
                      <a:pt x="5" y="5"/>
                    </a:cubicBezTo>
                    <a:cubicBezTo>
                      <a:pt x="5" y="5"/>
                      <a:pt x="5" y="5"/>
                      <a:pt x="5" y="5"/>
                    </a:cubicBezTo>
                    <a:cubicBezTo>
                      <a:pt x="5" y="0"/>
                      <a:pt x="5" y="0"/>
                      <a:pt x="5" y="0"/>
                    </a:cubicBezTo>
                    <a:moveTo>
                      <a:pt x="5" y="0"/>
                    </a:moveTo>
                    <a:cubicBezTo>
                      <a:pt x="5" y="4"/>
                      <a:pt x="5" y="4"/>
                      <a:pt x="5" y="4"/>
                    </a:cubicBezTo>
                    <a:cubicBezTo>
                      <a:pt x="10" y="4"/>
                      <a:pt x="10" y="4"/>
                      <a:pt x="10" y="4"/>
                    </a:cubicBezTo>
                    <a:cubicBezTo>
                      <a:pt x="10" y="3"/>
                      <a:pt x="9" y="2"/>
                      <a:pt x="9" y="1"/>
                    </a:cubicBezTo>
                    <a:cubicBezTo>
                      <a:pt x="8" y="1"/>
                      <a:pt x="7"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17"/>
              <p:cNvSpPr/>
              <p:nvPr/>
            </p:nvSpPr>
            <p:spPr bwMode="auto">
              <a:xfrm>
                <a:off x="2778" y="3381"/>
                <a:ext cx="20" cy="20"/>
              </a:xfrm>
              <a:custGeom>
                <a:avLst/>
                <a:gdLst>
                  <a:gd name="T0" fmla="*/ 0 w 5"/>
                  <a:gd name="T1" fmla="*/ 0 h 5"/>
                  <a:gd name="T2" fmla="*/ 0 w 5"/>
                  <a:gd name="T3" fmla="*/ 0 h 5"/>
                  <a:gd name="T4" fmla="*/ 0 w 5"/>
                  <a:gd name="T5" fmla="*/ 5 h 5"/>
                  <a:gd name="T6" fmla="*/ 0 w 5"/>
                  <a:gd name="T7" fmla="*/ 5 h 5"/>
                  <a:gd name="T8" fmla="*/ 0 w 5"/>
                  <a:gd name="T9" fmla="*/ 5 h 5"/>
                  <a:gd name="T10" fmla="*/ 5 w 5"/>
                  <a:gd name="T11" fmla="*/ 4 h 5"/>
                  <a:gd name="T12" fmla="*/ 5 w 5"/>
                  <a:gd name="T13" fmla="*/ 4 h 5"/>
                  <a:gd name="T14" fmla="*/ 0 w 5"/>
                  <a:gd name="T15" fmla="*/ 4 h 5"/>
                  <a:gd name="T16" fmla="*/ 0 w 5"/>
                  <a:gd name="T17" fmla="*/ 0 h 5"/>
                  <a:gd name="T18" fmla="*/ 0 w 5"/>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 h="5">
                    <a:moveTo>
                      <a:pt x="0" y="0"/>
                    </a:moveTo>
                    <a:cubicBezTo>
                      <a:pt x="0" y="0"/>
                      <a:pt x="0" y="0"/>
                      <a:pt x="0" y="0"/>
                    </a:cubicBezTo>
                    <a:cubicBezTo>
                      <a:pt x="0" y="5"/>
                      <a:pt x="0" y="5"/>
                      <a:pt x="0" y="5"/>
                    </a:cubicBezTo>
                    <a:cubicBezTo>
                      <a:pt x="0" y="5"/>
                      <a:pt x="0" y="5"/>
                      <a:pt x="0" y="5"/>
                    </a:cubicBezTo>
                    <a:cubicBezTo>
                      <a:pt x="0" y="5"/>
                      <a:pt x="0" y="5"/>
                      <a:pt x="0" y="5"/>
                    </a:cubicBezTo>
                    <a:cubicBezTo>
                      <a:pt x="5" y="4"/>
                      <a:pt x="5" y="4"/>
                      <a:pt x="5" y="4"/>
                    </a:cubicBezTo>
                    <a:cubicBezTo>
                      <a:pt x="5" y="4"/>
                      <a:pt x="5" y="4"/>
                      <a:pt x="5" y="4"/>
                    </a:cubicBezTo>
                    <a:cubicBezTo>
                      <a:pt x="0" y="4"/>
                      <a:pt x="0" y="4"/>
                      <a:pt x="0" y="4"/>
                    </a:cubicBezTo>
                    <a:cubicBezTo>
                      <a:pt x="0" y="0"/>
                      <a:pt x="0" y="0"/>
                      <a:pt x="0" y="0"/>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18"/>
              <p:cNvSpPr>
                <a:spLocks noEditPoints="1"/>
              </p:cNvSpPr>
              <p:nvPr/>
            </p:nvSpPr>
            <p:spPr bwMode="auto">
              <a:xfrm>
                <a:off x="4193" y="3194"/>
                <a:ext cx="39" cy="40"/>
              </a:xfrm>
              <a:custGeom>
                <a:avLst/>
                <a:gdLst>
                  <a:gd name="T0" fmla="*/ 4 w 10"/>
                  <a:gd name="T1" fmla="*/ 5 h 10"/>
                  <a:gd name="T2" fmla="*/ 0 w 10"/>
                  <a:gd name="T3" fmla="*/ 6 h 10"/>
                  <a:gd name="T4" fmla="*/ 0 w 10"/>
                  <a:gd name="T5" fmla="*/ 8 h 10"/>
                  <a:gd name="T6" fmla="*/ 4 w 10"/>
                  <a:gd name="T7" fmla="*/ 5 h 10"/>
                  <a:gd name="T8" fmla="*/ 5 w 10"/>
                  <a:gd name="T9" fmla="*/ 0 h 10"/>
                  <a:gd name="T10" fmla="*/ 1 w 10"/>
                  <a:gd name="T11" fmla="*/ 2 h 10"/>
                  <a:gd name="T12" fmla="*/ 0 w 10"/>
                  <a:gd name="T13" fmla="*/ 6 h 10"/>
                  <a:gd name="T14" fmla="*/ 5 w 10"/>
                  <a:gd name="T15" fmla="*/ 5 h 10"/>
                  <a:gd name="T16" fmla="*/ 5 w 10"/>
                  <a:gd name="T17" fmla="*/ 5 h 10"/>
                  <a:gd name="T18" fmla="*/ 5 w 10"/>
                  <a:gd name="T19" fmla="*/ 5 h 10"/>
                  <a:gd name="T20" fmla="*/ 1 w 10"/>
                  <a:gd name="T21" fmla="*/ 8 h 10"/>
                  <a:gd name="T22" fmla="*/ 1 w 10"/>
                  <a:gd name="T23" fmla="*/ 9 h 10"/>
                  <a:gd name="T24" fmla="*/ 5 w 10"/>
                  <a:gd name="T25" fmla="*/ 10 h 10"/>
                  <a:gd name="T26" fmla="*/ 8 w 10"/>
                  <a:gd name="T27" fmla="*/ 9 h 10"/>
                  <a:gd name="T28" fmla="*/ 8 w 10"/>
                  <a:gd name="T29" fmla="*/ 2 h 10"/>
                  <a:gd name="T30" fmla="*/ 5 w 10"/>
                  <a:gd name="T3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 h="10">
                    <a:moveTo>
                      <a:pt x="4" y="5"/>
                    </a:moveTo>
                    <a:cubicBezTo>
                      <a:pt x="0" y="6"/>
                      <a:pt x="0" y="6"/>
                      <a:pt x="0" y="6"/>
                    </a:cubicBezTo>
                    <a:cubicBezTo>
                      <a:pt x="0" y="6"/>
                      <a:pt x="0" y="7"/>
                      <a:pt x="0" y="8"/>
                    </a:cubicBezTo>
                    <a:cubicBezTo>
                      <a:pt x="4" y="5"/>
                      <a:pt x="4" y="5"/>
                      <a:pt x="4" y="5"/>
                    </a:cubicBezTo>
                    <a:moveTo>
                      <a:pt x="5" y="0"/>
                    </a:moveTo>
                    <a:cubicBezTo>
                      <a:pt x="3" y="0"/>
                      <a:pt x="2" y="1"/>
                      <a:pt x="1" y="2"/>
                    </a:cubicBezTo>
                    <a:cubicBezTo>
                      <a:pt x="0" y="3"/>
                      <a:pt x="0" y="4"/>
                      <a:pt x="0" y="6"/>
                    </a:cubicBezTo>
                    <a:cubicBezTo>
                      <a:pt x="5" y="5"/>
                      <a:pt x="5" y="5"/>
                      <a:pt x="5" y="5"/>
                    </a:cubicBezTo>
                    <a:cubicBezTo>
                      <a:pt x="5" y="5"/>
                      <a:pt x="5" y="5"/>
                      <a:pt x="5" y="5"/>
                    </a:cubicBezTo>
                    <a:cubicBezTo>
                      <a:pt x="5" y="5"/>
                      <a:pt x="5" y="5"/>
                      <a:pt x="5" y="5"/>
                    </a:cubicBezTo>
                    <a:cubicBezTo>
                      <a:pt x="1" y="8"/>
                      <a:pt x="1" y="8"/>
                      <a:pt x="1" y="8"/>
                    </a:cubicBezTo>
                    <a:cubicBezTo>
                      <a:pt x="1" y="8"/>
                      <a:pt x="1" y="8"/>
                      <a:pt x="1" y="9"/>
                    </a:cubicBezTo>
                    <a:cubicBezTo>
                      <a:pt x="2" y="10"/>
                      <a:pt x="3" y="10"/>
                      <a:pt x="5" y="10"/>
                    </a:cubicBezTo>
                    <a:cubicBezTo>
                      <a:pt x="6" y="10"/>
                      <a:pt x="7" y="10"/>
                      <a:pt x="8" y="9"/>
                    </a:cubicBezTo>
                    <a:cubicBezTo>
                      <a:pt x="10" y="7"/>
                      <a:pt x="10" y="4"/>
                      <a:pt x="8" y="2"/>
                    </a:cubicBezTo>
                    <a:cubicBezTo>
                      <a:pt x="7" y="1"/>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19"/>
              <p:cNvSpPr/>
              <p:nvPr/>
            </p:nvSpPr>
            <p:spPr bwMode="auto">
              <a:xfrm>
                <a:off x="4193" y="3214"/>
                <a:ext cx="20" cy="12"/>
              </a:xfrm>
              <a:custGeom>
                <a:avLst/>
                <a:gdLst>
                  <a:gd name="T0" fmla="*/ 5 w 5"/>
                  <a:gd name="T1" fmla="*/ 0 h 3"/>
                  <a:gd name="T2" fmla="*/ 0 w 5"/>
                  <a:gd name="T3" fmla="*/ 1 h 3"/>
                  <a:gd name="T4" fmla="*/ 0 w 5"/>
                  <a:gd name="T5" fmla="*/ 1 h 3"/>
                  <a:gd name="T6" fmla="*/ 4 w 5"/>
                  <a:gd name="T7" fmla="*/ 0 h 3"/>
                  <a:gd name="T8" fmla="*/ 0 w 5"/>
                  <a:gd name="T9" fmla="*/ 3 h 3"/>
                  <a:gd name="T10" fmla="*/ 1 w 5"/>
                  <a:gd name="T11" fmla="*/ 3 h 3"/>
                  <a:gd name="T12" fmla="*/ 5 w 5"/>
                  <a:gd name="T13" fmla="*/ 0 h 3"/>
                  <a:gd name="T14" fmla="*/ 5 w 5"/>
                  <a:gd name="T15" fmla="*/ 0 h 3"/>
                  <a:gd name="T16" fmla="*/ 5 w 5"/>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3">
                    <a:moveTo>
                      <a:pt x="5" y="0"/>
                    </a:moveTo>
                    <a:cubicBezTo>
                      <a:pt x="0" y="1"/>
                      <a:pt x="0" y="1"/>
                      <a:pt x="0" y="1"/>
                    </a:cubicBezTo>
                    <a:cubicBezTo>
                      <a:pt x="0" y="1"/>
                      <a:pt x="0" y="1"/>
                      <a:pt x="0" y="1"/>
                    </a:cubicBezTo>
                    <a:cubicBezTo>
                      <a:pt x="4" y="0"/>
                      <a:pt x="4" y="0"/>
                      <a:pt x="4" y="0"/>
                    </a:cubicBezTo>
                    <a:cubicBezTo>
                      <a:pt x="0" y="3"/>
                      <a:pt x="0" y="3"/>
                      <a:pt x="0" y="3"/>
                    </a:cubicBezTo>
                    <a:cubicBezTo>
                      <a:pt x="0" y="3"/>
                      <a:pt x="0" y="3"/>
                      <a:pt x="1" y="3"/>
                    </a:cubicBezTo>
                    <a:cubicBezTo>
                      <a:pt x="5" y="0"/>
                      <a:pt x="5" y="0"/>
                      <a:pt x="5" y="0"/>
                    </a:cubicBezTo>
                    <a:cubicBezTo>
                      <a:pt x="5" y="0"/>
                      <a:pt x="5" y="0"/>
                      <a:pt x="5" y="0"/>
                    </a:cubicBezTo>
                    <a:cubicBezTo>
                      <a:pt x="5" y="0"/>
                      <a:pt x="5"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20"/>
              <p:cNvSpPr>
                <a:spLocks noEditPoints="1"/>
              </p:cNvSpPr>
              <p:nvPr/>
            </p:nvSpPr>
            <p:spPr bwMode="auto">
              <a:xfrm>
                <a:off x="3701" y="3492"/>
                <a:ext cx="36" cy="31"/>
              </a:xfrm>
              <a:custGeom>
                <a:avLst/>
                <a:gdLst>
                  <a:gd name="T0" fmla="*/ 4 w 9"/>
                  <a:gd name="T1" fmla="*/ 0 h 8"/>
                  <a:gd name="T2" fmla="*/ 2 w 9"/>
                  <a:gd name="T3" fmla="*/ 1 h 8"/>
                  <a:gd name="T4" fmla="*/ 2 w 9"/>
                  <a:gd name="T5" fmla="*/ 7 h 8"/>
                  <a:gd name="T6" fmla="*/ 5 w 9"/>
                  <a:gd name="T7" fmla="*/ 8 h 8"/>
                  <a:gd name="T8" fmla="*/ 8 w 9"/>
                  <a:gd name="T9" fmla="*/ 7 h 8"/>
                  <a:gd name="T10" fmla="*/ 8 w 9"/>
                  <a:gd name="T11" fmla="*/ 2 h 8"/>
                  <a:gd name="T12" fmla="*/ 5 w 9"/>
                  <a:gd name="T13" fmla="*/ 4 h 8"/>
                  <a:gd name="T14" fmla="*/ 5 w 9"/>
                  <a:gd name="T15" fmla="*/ 4 h 8"/>
                  <a:gd name="T16" fmla="*/ 5 w 9"/>
                  <a:gd name="T17" fmla="*/ 4 h 8"/>
                  <a:gd name="T18" fmla="*/ 4 w 9"/>
                  <a:gd name="T19" fmla="*/ 0 h 8"/>
                  <a:gd name="T20" fmla="*/ 5 w 9"/>
                  <a:gd name="T21" fmla="*/ 0 h 8"/>
                  <a:gd name="T22" fmla="*/ 5 w 9"/>
                  <a:gd name="T23" fmla="*/ 0 h 8"/>
                  <a:gd name="T24" fmla="*/ 5 w 9"/>
                  <a:gd name="T25" fmla="*/ 4 h 8"/>
                  <a:gd name="T26" fmla="*/ 8 w 9"/>
                  <a:gd name="T27" fmla="*/ 2 h 8"/>
                  <a:gd name="T28" fmla="*/ 8 w 9"/>
                  <a:gd name="T29" fmla="*/ 1 h 8"/>
                  <a:gd name="T30" fmla="*/ 5 w 9"/>
                  <a:gd name="T31"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 h="8">
                    <a:moveTo>
                      <a:pt x="4" y="0"/>
                    </a:moveTo>
                    <a:cubicBezTo>
                      <a:pt x="3" y="0"/>
                      <a:pt x="3" y="1"/>
                      <a:pt x="2" y="1"/>
                    </a:cubicBezTo>
                    <a:cubicBezTo>
                      <a:pt x="0" y="3"/>
                      <a:pt x="0" y="5"/>
                      <a:pt x="2" y="7"/>
                    </a:cubicBezTo>
                    <a:cubicBezTo>
                      <a:pt x="3" y="8"/>
                      <a:pt x="4" y="8"/>
                      <a:pt x="5" y="8"/>
                    </a:cubicBezTo>
                    <a:cubicBezTo>
                      <a:pt x="6" y="8"/>
                      <a:pt x="7" y="8"/>
                      <a:pt x="8" y="7"/>
                    </a:cubicBezTo>
                    <a:cubicBezTo>
                      <a:pt x="9" y="6"/>
                      <a:pt x="9" y="4"/>
                      <a:pt x="8" y="2"/>
                    </a:cubicBezTo>
                    <a:cubicBezTo>
                      <a:pt x="5" y="4"/>
                      <a:pt x="5" y="4"/>
                      <a:pt x="5" y="4"/>
                    </a:cubicBezTo>
                    <a:cubicBezTo>
                      <a:pt x="5" y="4"/>
                      <a:pt x="5" y="4"/>
                      <a:pt x="5" y="4"/>
                    </a:cubicBezTo>
                    <a:cubicBezTo>
                      <a:pt x="5" y="4"/>
                      <a:pt x="5" y="4"/>
                      <a:pt x="5" y="4"/>
                    </a:cubicBezTo>
                    <a:cubicBezTo>
                      <a:pt x="4" y="0"/>
                      <a:pt x="4" y="0"/>
                      <a:pt x="4" y="0"/>
                    </a:cubicBezTo>
                    <a:moveTo>
                      <a:pt x="5" y="0"/>
                    </a:moveTo>
                    <a:cubicBezTo>
                      <a:pt x="5" y="0"/>
                      <a:pt x="5" y="0"/>
                      <a:pt x="5" y="0"/>
                    </a:cubicBezTo>
                    <a:cubicBezTo>
                      <a:pt x="5" y="4"/>
                      <a:pt x="5" y="4"/>
                      <a:pt x="5" y="4"/>
                    </a:cubicBezTo>
                    <a:cubicBezTo>
                      <a:pt x="8" y="2"/>
                      <a:pt x="8" y="2"/>
                      <a:pt x="8" y="2"/>
                    </a:cubicBezTo>
                    <a:cubicBezTo>
                      <a:pt x="8" y="2"/>
                      <a:pt x="8" y="1"/>
                      <a:pt x="8" y="1"/>
                    </a:cubicBezTo>
                    <a:cubicBezTo>
                      <a:pt x="7" y="0"/>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21"/>
              <p:cNvSpPr/>
              <p:nvPr/>
            </p:nvSpPr>
            <p:spPr bwMode="auto">
              <a:xfrm>
                <a:off x="3717" y="3492"/>
                <a:ext cx="16" cy="16"/>
              </a:xfrm>
              <a:custGeom>
                <a:avLst/>
                <a:gdLst>
                  <a:gd name="T0" fmla="*/ 1 w 4"/>
                  <a:gd name="T1" fmla="*/ 0 h 4"/>
                  <a:gd name="T2" fmla="*/ 0 w 4"/>
                  <a:gd name="T3" fmla="*/ 0 h 4"/>
                  <a:gd name="T4" fmla="*/ 1 w 4"/>
                  <a:gd name="T5" fmla="*/ 4 h 4"/>
                  <a:gd name="T6" fmla="*/ 1 w 4"/>
                  <a:gd name="T7" fmla="*/ 4 h 4"/>
                  <a:gd name="T8" fmla="*/ 1 w 4"/>
                  <a:gd name="T9" fmla="*/ 4 h 4"/>
                  <a:gd name="T10" fmla="*/ 4 w 4"/>
                  <a:gd name="T11" fmla="*/ 2 h 4"/>
                  <a:gd name="T12" fmla="*/ 4 w 4"/>
                  <a:gd name="T13" fmla="*/ 2 h 4"/>
                  <a:gd name="T14" fmla="*/ 1 w 4"/>
                  <a:gd name="T15" fmla="*/ 4 h 4"/>
                  <a:gd name="T16" fmla="*/ 1 w 4"/>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4">
                    <a:moveTo>
                      <a:pt x="1" y="0"/>
                    </a:moveTo>
                    <a:cubicBezTo>
                      <a:pt x="1" y="0"/>
                      <a:pt x="0" y="0"/>
                      <a:pt x="0" y="0"/>
                    </a:cubicBezTo>
                    <a:cubicBezTo>
                      <a:pt x="1" y="4"/>
                      <a:pt x="1" y="4"/>
                      <a:pt x="1" y="4"/>
                    </a:cubicBezTo>
                    <a:cubicBezTo>
                      <a:pt x="1" y="4"/>
                      <a:pt x="1" y="4"/>
                      <a:pt x="1" y="4"/>
                    </a:cubicBezTo>
                    <a:cubicBezTo>
                      <a:pt x="1" y="4"/>
                      <a:pt x="1" y="4"/>
                      <a:pt x="1" y="4"/>
                    </a:cubicBezTo>
                    <a:cubicBezTo>
                      <a:pt x="4" y="2"/>
                      <a:pt x="4" y="2"/>
                      <a:pt x="4" y="2"/>
                    </a:cubicBezTo>
                    <a:cubicBezTo>
                      <a:pt x="4" y="2"/>
                      <a:pt x="4" y="2"/>
                      <a:pt x="4" y="2"/>
                    </a:cubicBezTo>
                    <a:cubicBezTo>
                      <a:pt x="1" y="4"/>
                      <a:pt x="1" y="4"/>
                      <a:pt x="1" y="4"/>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22"/>
              <p:cNvSpPr>
                <a:spLocks noEditPoints="1"/>
              </p:cNvSpPr>
              <p:nvPr/>
            </p:nvSpPr>
            <p:spPr bwMode="auto">
              <a:xfrm>
                <a:off x="3650" y="2969"/>
                <a:ext cx="67" cy="63"/>
              </a:xfrm>
              <a:custGeom>
                <a:avLst/>
                <a:gdLst>
                  <a:gd name="T0" fmla="*/ 15 w 17"/>
                  <a:gd name="T1" fmla="*/ 4 h 16"/>
                  <a:gd name="T2" fmla="*/ 9 w 17"/>
                  <a:gd name="T3" fmla="*/ 8 h 16"/>
                  <a:gd name="T4" fmla="*/ 9 w 17"/>
                  <a:gd name="T5" fmla="*/ 16 h 16"/>
                  <a:gd name="T6" fmla="*/ 14 w 17"/>
                  <a:gd name="T7" fmla="*/ 14 h 16"/>
                  <a:gd name="T8" fmla="*/ 15 w 17"/>
                  <a:gd name="T9" fmla="*/ 4 h 16"/>
                  <a:gd name="T10" fmla="*/ 9 w 17"/>
                  <a:gd name="T11" fmla="*/ 0 h 16"/>
                  <a:gd name="T12" fmla="*/ 3 w 17"/>
                  <a:gd name="T13" fmla="*/ 3 h 16"/>
                  <a:gd name="T14" fmla="*/ 3 w 17"/>
                  <a:gd name="T15" fmla="*/ 14 h 16"/>
                  <a:gd name="T16" fmla="*/ 9 w 17"/>
                  <a:gd name="T17" fmla="*/ 16 h 16"/>
                  <a:gd name="T18" fmla="*/ 9 w 17"/>
                  <a:gd name="T19" fmla="*/ 16 h 16"/>
                  <a:gd name="T20" fmla="*/ 8 w 17"/>
                  <a:gd name="T21" fmla="*/ 8 h 16"/>
                  <a:gd name="T22" fmla="*/ 8 w 17"/>
                  <a:gd name="T23" fmla="*/ 8 h 16"/>
                  <a:gd name="T24" fmla="*/ 15 w 17"/>
                  <a:gd name="T25" fmla="*/ 3 h 16"/>
                  <a:gd name="T26" fmla="*/ 14 w 17"/>
                  <a:gd name="T27" fmla="*/ 3 h 16"/>
                  <a:gd name="T28" fmla="*/ 9 w 17"/>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16">
                    <a:moveTo>
                      <a:pt x="15" y="4"/>
                    </a:moveTo>
                    <a:cubicBezTo>
                      <a:pt x="9" y="8"/>
                      <a:pt x="9" y="8"/>
                      <a:pt x="9" y="8"/>
                    </a:cubicBezTo>
                    <a:cubicBezTo>
                      <a:pt x="9" y="16"/>
                      <a:pt x="9" y="16"/>
                      <a:pt x="9" y="16"/>
                    </a:cubicBezTo>
                    <a:cubicBezTo>
                      <a:pt x="11" y="16"/>
                      <a:pt x="13" y="15"/>
                      <a:pt x="14" y="14"/>
                    </a:cubicBezTo>
                    <a:cubicBezTo>
                      <a:pt x="17" y="11"/>
                      <a:pt x="17" y="7"/>
                      <a:pt x="15" y="4"/>
                    </a:cubicBezTo>
                    <a:moveTo>
                      <a:pt x="9" y="0"/>
                    </a:moveTo>
                    <a:cubicBezTo>
                      <a:pt x="7" y="0"/>
                      <a:pt x="4" y="1"/>
                      <a:pt x="3" y="3"/>
                    </a:cubicBezTo>
                    <a:cubicBezTo>
                      <a:pt x="0" y="6"/>
                      <a:pt x="0" y="11"/>
                      <a:pt x="3" y="14"/>
                    </a:cubicBezTo>
                    <a:cubicBezTo>
                      <a:pt x="4" y="16"/>
                      <a:pt x="7" y="16"/>
                      <a:pt x="9" y="16"/>
                    </a:cubicBezTo>
                    <a:cubicBezTo>
                      <a:pt x="9" y="16"/>
                      <a:pt x="9" y="16"/>
                      <a:pt x="9" y="16"/>
                    </a:cubicBezTo>
                    <a:cubicBezTo>
                      <a:pt x="8" y="8"/>
                      <a:pt x="8" y="8"/>
                      <a:pt x="8" y="8"/>
                    </a:cubicBezTo>
                    <a:cubicBezTo>
                      <a:pt x="8" y="8"/>
                      <a:pt x="8" y="8"/>
                      <a:pt x="8" y="8"/>
                    </a:cubicBezTo>
                    <a:cubicBezTo>
                      <a:pt x="15" y="3"/>
                      <a:pt x="15" y="3"/>
                      <a:pt x="15" y="3"/>
                    </a:cubicBezTo>
                    <a:cubicBezTo>
                      <a:pt x="15" y="3"/>
                      <a:pt x="15" y="3"/>
                      <a:pt x="14" y="3"/>
                    </a:cubicBezTo>
                    <a:cubicBezTo>
                      <a:pt x="13" y="1"/>
                      <a:pt x="11"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23"/>
              <p:cNvSpPr/>
              <p:nvPr/>
            </p:nvSpPr>
            <p:spPr bwMode="auto">
              <a:xfrm>
                <a:off x="3682" y="2980"/>
                <a:ext cx="27" cy="52"/>
              </a:xfrm>
              <a:custGeom>
                <a:avLst/>
                <a:gdLst>
                  <a:gd name="T0" fmla="*/ 7 w 7"/>
                  <a:gd name="T1" fmla="*/ 0 h 13"/>
                  <a:gd name="T2" fmla="*/ 0 w 7"/>
                  <a:gd name="T3" fmla="*/ 5 h 13"/>
                  <a:gd name="T4" fmla="*/ 0 w 7"/>
                  <a:gd name="T5" fmla="*/ 5 h 13"/>
                  <a:gd name="T6" fmla="*/ 1 w 7"/>
                  <a:gd name="T7" fmla="*/ 13 h 13"/>
                  <a:gd name="T8" fmla="*/ 1 w 7"/>
                  <a:gd name="T9" fmla="*/ 13 h 13"/>
                  <a:gd name="T10" fmla="*/ 1 w 7"/>
                  <a:gd name="T11" fmla="*/ 5 h 13"/>
                  <a:gd name="T12" fmla="*/ 7 w 7"/>
                  <a:gd name="T13" fmla="*/ 1 h 13"/>
                  <a:gd name="T14" fmla="*/ 7 w 7"/>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3">
                    <a:moveTo>
                      <a:pt x="7" y="0"/>
                    </a:moveTo>
                    <a:cubicBezTo>
                      <a:pt x="0" y="5"/>
                      <a:pt x="0" y="5"/>
                      <a:pt x="0" y="5"/>
                    </a:cubicBezTo>
                    <a:cubicBezTo>
                      <a:pt x="0" y="5"/>
                      <a:pt x="0" y="5"/>
                      <a:pt x="0" y="5"/>
                    </a:cubicBezTo>
                    <a:cubicBezTo>
                      <a:pt x="1" y="13"/>
                      <a:pt x="1" y="13"/>
                      <a:pt x="1" y="13"/>
                    </a:cubicBezTo>
                    <a:cubicBezTo>
                      <a:pt x="1" y="13"/>
                      <a:pt x="1" y="13"/>
                      <a:pt x="1" y="13"/>
                    </a:cubicBezTo>
                    <a:cubicBezTo>
                      <a:pt x="1" y="5"/>
                      <a:pt x="1" y="5"/>
                      <a:pt x="1" y="5"/>
                    </a:cubicBezTo>
                    <a:cubicBezTo>
                      <a:pt x="7" y="1"/>
                      <a:pt x="7" y="1"/>
                      <a:pt x="7" y="1"/>
                    </a:cubicBezTo>
                    <a:cubicBezTo>
                      <a:pt x="7" y="1"/>
                      <a:pt x="7" y="1"/>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24"/>
              <p:cNvSpPr>
                <a:spLocks noEditPoints="1"/>
              </p:cNvSpPr>
              <p:nvPr/>
            </p:nvSpPr>
            <p:spPr bwMode="auto">
              <a:xfrm>
                <a:off x="4561" y="2338"/>
                <a:ext cx="48" cy="44"/>
              </a:xfrm>
              <a:custGeom>
                <a:avLst/>
                <a:gdLst>
                  <a:gd name="T0" fmla="*/ 1 w 12"/>
                  <a:gd name="T1" fmla="*/ 4 h 11"/>
                  <a:gd name="T2" fmla="*/ 1 w 12"/>
                  <a:gd name="T3" fmla="*/ 8 h 11"/>
                  <a:gd name="T4" fmla="*/ 5 w 12"/>
                  <a:gd name="T5" fmla="*/ 5 h 11"/>
                  <a:gd name="T6" fmla="*/ 1 w 12"/>
                  <a:gd name="T7" fmla="*/ 4 h 11"/>
                  <a:gd name="T8" fmla="*/ 6 w 12"/>
                  <a:gd name="T9" fmla="*/ 0 h 11"/>
                  <a:gd name="T10" fmla="*/ 2 w 12"/>
                  <a:gd name="T11" fmla="*/ 1 h 11"/>
                  <a:gd name="T12" fmla="*/ 1 w 12"/>
                  <a:gd name="T13" fmla="*/ 3 h 11"/>
                  <a:gd name="T14" fmla="*/ 6 w 12"/>
                  <a:gd name="T15" fmla="*/ 5 h 11"/>
                  <a:gd name="T16" fmla="*/ 6 w 12"/>
                  <a:gd name="T17" fmla="*/ 5 h 11"/>
                  <a:gd name="T18" fmla="*/ 6 w 12"/>
                  <a:gd name="T19" fmla="*/ 5 h 11"/>
                  <a:gd name="T20" fmla="*/ 2 w 12"/>
                  <a:gd name="T21" fmla="*/ 9 h 11"/>
                  <a:gd name="T22" fmla="*/ 2 w 12"/>
                  <a:gd name="T23" fmla="*/ 9 h 11"/>
                  <a:gd name="T24" fmla="*/ 6 w 12"/>
                  <a:gd name="T25" fmla="*/ 11 h 11"/>
                  <a:gd name="T26" fmla="*/ 10 w 12"/>
                  <a:gd name="T27" fmla="*/ 9 h 11"/>
                  <a:gd name="T28" fmla="*/ 10 w 12"/>
                  <a:gd name="T29" fmla="*/ 1 h 11"/>
                  <a:gd name="T30" fmla="*/ 6 w 12"/>
                  <a:gd name="T3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1">
                    <a:moveTo>
                      <a:pt x="1" y="4"/>
                    </a:moveTo>
                    <a:cubicBezTo>
                      <a:pt x="0" y="5"/>
                      <a:pt x="0" y="7"/>
                      <a:pt x="1" y="8"/>
                    </a:cubicBezTo>
                    <a:cubicBezTo>
                      <a:pt x="5" y="5"/>
                      <a:pt x="5" y="5"/>
                      <a:pt x="5" y="5"/>
                    </a:cubicBezTo>
                    <a:cubicBezTo>
                      <a:pt x="1" y="4"/>
                      <a:pt x="1" y="4"/>
                      <a:pt x="1" y="4"/>
                    </a:cubicBezTo>
                    <a:moveTo>
                      <a:pt x="6" y="0"/>
                    </a:moveTo>
                    <a:cubicBezTo>
                      <a:pt x="4" y="0"/>
                      <a:pt x="3" y="0"/>
                      <a:pt x="2" y="1"/>
                    </a:cubicBezTo>
                    <a:cubicBezTo>
                      <a:pt x="2" y="2"/>
                      <a:pt x="1" y="3"/>
                      <a:pt x="1" y="3"/>
                    </a:cubicBezTo>
                    <a:cubicBezTo>
                      <a:pt x="6" y="5"/>
                      <a:pt x="6" y="5"/>
                      <a:pt x="6" y="5"/>
                    </a:cubicBezTo>
                    <a:cubicBezTo>
                      <a:pt x="6" y="5"/>
                      <a:pt x="6" y="5"/>
                      <a:pt x="6" y="5"/>
                    </a:cubicBezTo>
                    <a:cubicBezTo>
                      <a:pt x="6" y="5"/>
                      <a:pt x="6" y="5"/>
                      <a:pt x="6" y="5"/>
                    </a:cubicBezTo>
                    <a:cubicBezTo>
                      <a:pt x="2" y="9"/>
                      <a:pt x="2" y="9"/>
                      <a:pt x="2" y="9"/>
                    </a:cubicBezTo>
                    <a:cubicBezTo>
                      <a:pt x="2" y="9"/>
                      <a:pt x="2" y="9"/>
                      <a:pt x="2" y="9"/>
                    </a:cubicBezTo>
                    <a:cubicBezTo>
                      <a:pt x="3" y="10"/>
                      <a:pt x="4" y="11"/>
                      <a:pt x="6" y="11"/>
                    </a:cubicBezTo>
                    <a:cubicBezTo>
                      <a:pt x="7" y="11"/>
                      <a:pt x="9" y="10"/>
                      <a:pt x="10" y="9"/>
                    </a:cubicBezTo>
                    <a:cubicBezTo>
                      <a:pt x="12" y="7"/>
                      <a:pt x="12" y="4"/>
                      <a:pt x="10" y="1"/>
                    </a:cubicBezTo>
                    <a:cubicBezTo>
                      <a:pt x="9" y="0"/>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25"/>
              <p:cNvSpPr/>
              <p:nvPr/>
            </p:nvSpPr>
            <p:spPr bwMode="auto">
              <a:xfrm>
                <a:off x="4565" y="2350"/>
                <a:ext cx="20" cy="24"/>
              </a:xfrm>
              <a:custGeom>
                <a:avLst/>
                <a:gdLst>
                  <a:gd name="T0" fmla="*/ 0 w 5"/>
                  <a:gd name="T1" fmla="*/ 0 h 6"/>
                  <a:gd name="T2" fmla="*/ 0 w 5"/>
                  <a:gd name="T3" fmla="*/ 1 h 6"/>
                  <a:gd name="T4" fmla="*/ 4 w 5"/>
                  <a:gd name="T5" fmla="*/ 2 h 6"/>
                  <a:gd name="T6" fmla="*/ 0 w 5"/>
                  <a:gd name="T7" fmla="*/ 5 h 6"/>
                  <a:gd name="T8" fmla="*/ 1 w 5"/>
                  <a:gd name="T9" fmla="*/ 6 h 6"/>
                  <a:gd name="T10" fmla="*/ 5 w 5"/>
                  <a:gd name="T11" fmla="*/ 2 h 6"/>
                  <a:gd name="T12" fmla="*/ 5 w 5"/>
                  <a:gd name="T13" fmla="*/ 2 h 6"/>
                  <a:gd name="T14" fmla="*/ 5 w 5"/>
                  <a:gd name="T15" fmla="*/ 2 h 6"/>
                  <a:gd name="T16" fmla="*/ 0 w 5"/>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6">
                    <a:moveTo>
                      <a:pt x="0" y="0"/>
                    </a:moveTo>
                    <a:cubicBezTo>
                      <a:pt x="0" y="0"/>
                      <a:pt x="0" y="0"/>
                      <a:pt x="0" y="1"/>
                    </a:cubicBezTo>
                    <a:cubicBezTo>
                      <a:pt x="4" y="2"/>
                      <a:pt x="4" y="2"/>
                      <a:pt x="4" y="2"/>
                    </a:cubicBezTo>
                    <a:cubicBezTo>
                      <a:pt x="0" y="5"/>
                      <a:pt x="0" y="5"/>
                      <a:pt x="0" y="5"/>
                    </a:cubicBezTo>
                    <a:cubicBezTo>
                      <a:pt x="0" y="5"/>
                      <a:pt x="0" y="6"/>
                      <a:pt x="1" y="6"/>
                    </a:cubicBezTo>
                    <a:cubicBezTo>
                      <a:pt x="5" y="2"/>
                      <a:pt x="5" y="2"/>
                      <a:pt x="5" y="2"/>
                    </a:cubicBezTo>
                    <a:cubicBezTo>
                      <a:pt x="5" y="2"/>
                      <a:pt x="5" y="2"/>
                      <a:pt x="5" y="2"/>
                    </a:cubicBezTo>
                    <a:cubicBezTo>
                      <a:pt x="5" y="2"/>
                      <a:pt x="5" y="2"/>
                      <a:pt x="5" y="2"/>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26"/>
              <p:cNvSpPr>
                <a:spLocks noEditPoints="1"/>
              </p:cNvSpPr>
              <p:nvPr/>
            </p:nvSpPr>
            <p:spPr bwMode="auto">
              <a:xfrm>
                <a:off x="4026" y="2132"/>
                <a:ext cx="64" cy="60"/>
              </a:xfrm>
              <a:custGeom>
                <a:avLst/>
                <a:gdLst>
                  <a:gd name="T0" fmla="*/ 14 w 16"/>
                  <a:gd name="T1" fmla="*/ 2 h 15"/>
                  <a:gd name="T2" fmla="*/ 9 w 16"/>
                  <a:gd name="T3" fmla="*/ 7 h 15"/>
                  <a:gd name="T4" fmla="*/ 15 w 16"/>
                  <a:gd name="T5" fmla="*/ 10 h 15"/>
                  <a:gd name="T6" fmla="*/ 14 w 16"/>
                  <a:gd name="T7" fmla="*/ 2 h 15"/>
                  <a:gd name="T8" fmla="*/ 8 w 16"/>
                  <a:gd name="T9" fmla="*/ 0 h 15"/>
                  <a:gd name="T10" fmla="*/ 3 w 16"/>
                  <a:gd name="T11" fmla="*/ 2 h 15"/>
                  <a:gd name="T12" fmla="*/ 3 w 16"/>
                  <a:gd name="T13" fmla="*/ 12 h 15"/>
                  <a:gd name="T14" fmla="*/ 8 w 16"/>
                  <a:gd name="T15" fmla="*/ 15 h 15"/>
                  <a:gd name="T16" fmla="*/ 14 w 16"/>
                  <a:gd name="T17" fmla="*/ 12 h 15"/>
                  <a:gd name="T18" fmla="*/ 15 w 16"/>
                  <a:gd name="T19" fmla="*/ 10 h 15"/>
                  <a:gd name="T20" fmla="*/ 8 w 16"/>
                  <a:gd name="T21" fmla="*/ 7 h 15"/>
                  <a:gd name="T22" fmla="*/ 8 w 16"/>
                  <a:gd name="T23" fmla="*/ 7 h 15"/>
                  <a:gd name="T24" fmla="*/ 8 w 16"/>
                  <a:gd name="T25" fmla="*/ 7 h 15"/>
                  <a:gd name="T26" fmla="*/ 14 w 16"/>
                  <a:gd name="T27" fmla="*/ 2 h 15"/>
                  <a:gd name="T28" fmla="*/ 14 w 16"/>
                  <a:gd name="T29" fmla="*/ 2 h 15"/>
                  <a:gd name="T30" fmla="*/ 8 w 16"/>
                  <a:gd name="T3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5">
                    <a:moveTo>
                      <a:pt x="14" y="2"/>
                    </a:moveTo>
                    <a:cubicBezTo>
                      <a:pt x="9" y="7"/>
                      <a:pt x="9" y="7"/>
                      <a:pt x="9" y="7"/>
                    </a:cubicBezTo>
                    <a:cubicBezTo>
                      <a:pt x="15" y="10"/>
                      <a:pt x="15" y="10"/>
                      <a:pt x="15" y="10"/>
                    </a:cubicBezTo>
                    <a:cubicBezTo>
                      <a:pt x="16" y="7"/>
                      <a:pt x="16" y="4"/>
                      <a:pt x="14" y="2"/>
                    </a:cubicBezTo>
                    <a:moveTo>
                      <a:pt x="8" y="0"/>
                    </a:moveTo>
                    <a:cubicBezTo>
                      <a:pt x="6" y="0"/>
                      <a:pt x="5" y="0"/>
                      <a:pt x="3" y="2"/>
                    </a:cubicBezTo>
                    <a:cubicBezTo>
                      <a:pt x="0" y="5"/>
                      <a:pt x="0" y="9"/>
                      <a:pt x="3" y="12"/>
                    </a:cubicBezTo>
                    <a:cubicBezTo>
                      <a:pt x="5" y="14"/>
                      <a:pt x="6" y="15"/>
                      <a:pt x="8" y="15"/>
                    </a:cubicBezTo>
                    <a:cubicBezTo>
                      <a:pt x="10" y="15"/>
                      <a:pt x="12" y="14"/>
                      <a:pt x="14" y="12"/>
                    </a:cubicBezTo>
                    <a:cubicBezTo>
                      <a:pt x="14" y="12"/>
                      <a:pt x="15" y="11"/>
                      <a:pt x="15" y="10"/>
                    </a:cubicBezTo>
                    <a:cubicBezTo>
                      <a:pt x="8" y="7"/>
                      <a:pt x="8" y="7"/>
                      <a:pt x="8" y="7"/>
                    </a:cubicBezTo>
                    <a:cubicBezTo>
                      <a:pt x="8" y="7"/>
                      <a:pt x="8" y="7"/>
                      <a:pt x="8" y="7"/>
                    </a:cubicBezTo>
                    <a:cubicBezTo>
                      <a:pt x="8" y="7"/>
                      <a:pt x="8" y="7"/>
                      <a:pt x="8" y="7"/>
                    </a:cubicBezTo>
                    <a:cubicBezTo>
                      <a:pt x="14" y="2"/>
                      <a:pt x="14" y="2"/>
                      <a:pt x="14" y="2"/>
                    </a:cubicBezTo>
                    <a:cubicBezTo>
                      <a:pt x="14" y="2"/>
                      <a:pt x="14" y="2"/>
                      <a:pt x="14" y="2"/>
                    </a:cubicBezTo>
                    <a:cubicBezTo>
                      <a:pt x="12" y="0"/>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27"/>
              <p:cNvSpPr/>
              <p:nvPr/>
            </p:nvSpPr>
            <p:spPr bwMode="auto">
              <a:xfrm>
                <a:off x="4058" y="2140"/>
                <a:ext cx="28" cy="32"/>
              </a:xfrm>
              <a:custGeom>
                <a:avLst/>
                <a:gdLst>
                  <a:gd name="T0" fmla="*/ 6 w 7"/>
                  <a:gd name="T1" fmla="*/ 0 h 8"/>
                  <a:gd name="T2" fmla="*/ 0 w 7"/>
                  <a:gd name="T3" fmla="*/ 5 h 8"/>
                  <a:gd name="T4" fmla="*/ 0 w 7"/>
                  <a:gd name="T5" fmla="*/ 5 h 8"/>
                  <a:gd name="T6" fmla="*/ 0 w 7"/>
                  <a:gd name="T7" fmla="*/ 5 h 8"/>
                  <a:gd name="T8" fmla="*/ 7 w 7"/>
                  <a:gd name="T9" fmla="*/ 8 h 8"/>
                  <a:gd name="T10" fmla="*/ 7 w 7"/>
                  <a:gd name="T11" fmla="*/ 8 h 8"/>
                  <a:gd name="T12" fmla="*/ 1 w 7"/>
                  <a:gd name="T13" fmla="*/ 5 h 8"/>
                  <a:gd name="T14" fmla="*/ 6 w 7"/>
                  <a:gd name="T15" fmla="*/ 0 h 8"/>
                  <a:gd name="T16" fmla="*/ 6 w 7"/>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8">
                    <a:moveTo>
                      <a:pt x="6" y="0"/>
                    </a:moveTo>
                    <a:cubicBezTo>
                      <a:pt x="0" y="5"/>
                      <a:pt x="0" y="5"/>
                      <a:pt x="0" y="5"/>
                    </a:cubicBezTo>
                    <a:cubicBezTo>
                      <a:pt x="0" y="5"/>
                      <a:pt x="0" y="5"/>
                      <a:pt x="0" y="5"/>
                    </a:cubicBezTo>
                    <a:cubicBezTo>
                      <a:pt x="0" y="5"/>
                      <a:pt x="0" y="5"/>
                      <a:pt x="0" y="5"/>
                    </a:cubicBezTo>
                    <a:cubicBezTo>
                      <a:pt x="7" y="8"/>
                      <a:pt x="7" y="8"/>
                      <a:pt x="7" y="8"/>
                    </a:cubicBezTo>
                    <a:cubicBezTo>
                      <a:pt x="7" y="8"/>
                      <a:pt x="7" y="8"/>
                      <a:pt x="7" y="8"/>
                    </a:cubicBezTo>
                    <a:cubicBezTo>
                      <a:pt x="1" y="5"/>
                      <a:pt x="1" y="5"/>
                      <a:pt x="1" y="5"/>
                    </a:cubicBezTo>
                    <a:cubicBezTo>
                      <a:pt x="6" y="0"/>
                      <a:pt x="6" y="0"/>
                      <a:pt x="6" y="0"/>
                    </a:cubicBezTo>
                    <a:cubicBezTo>
                      <a:pt x="6" y="0"/>
                      <a:pt x="6"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28"/>
              <p:cNvSpPr>
                <a:spLocks noEditPoints="1"/>
              </p:cNvSpPr>
              <p:nvPr/>
            </p:nvSpPr>
            <p:spPr bwMode="auto">
              <a:xfrm>
                <a:off x="4450" y="1760"/>
                <a:ext cx="64" cy="55"/>
              </a:xfrm>
              <a:custGeom>
                <a:avLst/>
                <a:gdLst>
                  <a:gd name="T0" fmla="*/ 8 w 16"/>
                  <a:gd name="T1" fmla="*/ 7 h 14"/>
                  <a:gd name="T2" fmla="*/ 3 w 16"/>
                  <a:gd name="T3" fmla="*/ 11 h 14"/>
                  <a:gd name="T4" fmla="*/ 3 w 16"/>
                  <a:gd name="T5" fmla="*/ 12 h 14"/>
                  <a:gd name="T6" fmla="*/ 8 w 16"/>
                  <a:gd name="T7" fmla="*/ 14 h 14"/>
                  <a:gd name="T8" fmla="*/ 13 w 16"/>
                  <a:gd name="T9" fmla="*/ 12 h 14"/>
                  <a:gd name="T10" fmla="*/ 14 w 16"/>
                  <a:gd name="T11" fmla="*/ 10 h 14"/>
                  <a:gd name="T12" fmla="*/ 8 w 16"/>
                  <a:gd name="T13" fmla="*/ 7 h 14"/>
                  <a:gd name="T14" fmla="*/ 8 w 16"/>
                  <a:gd name="T15" fmla="*/ 0 h 14"/>
                  <a:gd name="T16" fmla="*/ 3 w 16"/>
                  <a:gd name="T17" fmla="*/ 2 h 14"/>
                  <a:gd name="T18" fmla="*/ 3 w 16"/>
                  <a:gd name="T19" fmla="*/ 11 h 14"/>
                  <a:gd name="T20" fmla="*/ 8 w 16"/>
                  <a:gd name="T21" fmla="*/ 6 h 14"/>
                  <a:gd name="T22" fmla="*/ 8 w 16"/>
                  <a:gd name="T23" fmla="*/ 6 h 14"/>
                  <a:gd name="T24" fmla="*/ 14 w 16"/>
                  <a:gd name="T25" fmla="*/ 9 h 14"/>
                  <a:gd name="T26" fmla="*/ 13 w 16"/>
                  <a:gd name="T27" fmla="*/ 2 h 14"/>
                  <a:gd name="T28" fmla="*/ 8 w 16"/>
                  <a:gd name="T2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14">
                    <a:moveTo>
                      <a:pt x="8" y="7"/>
                    </a:moveTo>
                    <a:cubicBezTo>
                      <a:pt x="3" y="11"/>
                      <a:pt x="3" y="11"/>
                      <a:pt x="3" y="11"/>
                    </a:cubicBezTo>
                    <a:cubicBezTo>
                      <a:pt x="3" y="12"/>
                      <a:pt x="3" y="12"/>
                      <a:pt x="3" y="12"/>
                    </a:cubicBezTo>
                    <a:cubicBezTo>
                      <a:pt x="4" y="13"/>
                      <a:pt x="6" y="14"/>
                      <a:pt x="8" y="14"/>
                    </a:cubicBezTo>
                    <a:cubicBezTo>
                      <a:pt x="10" y="14"/>
                      <a:pt x="12" y="13"/>
                      <a:pt x="13" y="12"/>
                    </a:cubicBezTo>
                    <a:cubicBezTo>
                      <a:pt x="13" y="11"/>
                      <a:pt x="14" y="11"/>
                      <a:pt x="14" y="10"/>
                    </a:cubicBezTo>
                    <a:cubicBezTo>
                      <a:pt x="8" y="7"/>
                      <a:pt x="8" y="7"/>
                      <a:pt x="8" y="7"/>
                    </a:cubicBezTo>
                    <a:moveTo>
                      <a:pt x="8" y="0"/>
                    </a:moveTo>
                    <a:cubicBezTo>
                      <a:pt x="6" y="0"/>
                      <a:pt x="4" y="0"/>
                      <a:pt x="3" y="2"/>
                    </a:cubicBezTo>
                    <a:cubicBezTo>
                      <a:pt x="0" y="4"/>
                      <a:pt x="0" y="8"/>
                      <a:pt x="3" y="11"/>
                    </a:cubicBezTo>
                    <a:cubicBezTo>
                      <a:pt x="8" y="6"/>
                      <a:pt x="8" y="6"/>
                      <a:pt x="8" y="6"/>
                    </a:cubicBezTo>
                    <a:cubicBezTo>
                      <a:pt x="8" y="6"/>
                      <a:pt x="8" y="6"/>
                      <a:pt x="8" y="6"/>
                    </a:cubicBezTo>
                    <a:cubicBezTo>
                      <a:pt x="14" y="9"/>
                      <a:pt x="14" y="9"/>
                      <a:pt x="14" y="9"/>
                    </a:cubicBezTo>
                    <a:cubicBezTo>
                      <a:pt x="16" y="7"/>
                      <a:pt x="15" y="4"/>
                      <a:pt x="13" y="2"/>
                    </a:cubicBezTo>
                    <a:cubicBezTo>
                      <a:pt x="12" y="0"/>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29"/>
              <p:cNvSpPr/>
              <p:nvPr/>
            </p:nvSpPr>
            <p:spPr bwMode="auto">
              <a:xfrm>
                <a:off x="4462" y="1783"/>
                <a:ext cx="44" cy="20"/>
              </a:xfrm>
              <a:custGeom>
                <a:avLst/>
                <a:gdLst>
                  <a:gd name="T0" fmla="*/ 5 w 11"/>
                  <a:gd name="T1" fmla="*/ 0 h 5"/>
                  <a:gd name="T2" fmla="*/ 5 w 11"/>
                  <a:gd name="T3" fmla="*/ 0 h 5"/>
                  <a:gd name="T4" fmla="*/ 0 w 11"/>
                  <a:gd name="T5" fmla="*/ 5 h 5"/>
                  <a:gd name="T6" fmla="*/ 0 w 11"/>
                  <a:gd name="T7" fmla="*/ 5 h 5"/>
                  <a:gd name="T8" fmla="*/ 5 w 11"/>
                  <a:gd name="T9" fmla="*/ 1 h 5"/>
                  <a:gd name="T10" fmla="*/ 11 w 11"/>
                  <a:gd name="T11" fmla="*/ 4 h 5"/>
                  <a:gd name="T12" fmla="*/ 11 w 11"/>
                  <a:gd name="T13" fmla="*/ 3 h 5"/>
                  <a:gd name="T14" fmla="*/ 5 w 11"/>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5">
                    <a:moveTo>
                      <a:pt x="5" y="0"/>
                    </a:moveTo>
                    <a:cubicBezTo>
                      <a:pt x="5" y="0"/>
                      <a:pt x="5" y="0"/>
                      <a:pt x="5" y="0"/>
                    </a:cubicBezTo>
                    <a:cubicBezTo>
                      <a:pt x="0" y="5"/>
                      <a:pt x="0" y="5"/>
                      <a:pt x="0" y="5"/>
                    </a:cubicBezTo>
                    <a:cubicBezTo>
                      <a:pt x="0" y="5"/>
                      <a:pt x="0" y="5"/>
                      <a:pt x="0" y="5"/>
                    </a:cubicBezTo>
                    <a:cubicBezTo>
                      <a:pt x="5" y="1"/>
                      <a:pt x="5" y="1"/>
                      <a:pt x="5" y="1"/>
                    </a:cubicBezTo>
                    <a:cubicBezTo>
                      <a:pt x="11" y="4"/>
                      <a:pt x="11" y="4"/>
                      <a:pt x="11" y="4"/>
                    </a:cubicBezTo>
                    <a:cubicBezTo>
                      <a:pt x="11" y="4"/>
                      <a:pt x="11" y="4"/>
                      <a:pt x="11" y="3"/>
                    </a:cubicBezTo>
                    <a:cubicBezTo>
                      <a:pt x="5" y="0"/>
                      <a:pt x="5"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30"/>
              <p:cNvSpPr>
                <a:spLocks noEditPoints="1"/>
              </p:cNvSpPr>
              <p:nvPr/>
            </p:nvSpPr>
            <p:spPr bwMode="auto">
              <a:xfrm>
                <a:off x="5362" y="2200"/>
                <a:ext cx="48" cy="47"/>
              </a:xfrm>
              <a:custGeom>
                <a:avLst/>
                <a:gdLst>
                  <a:gd name="T0" fmla="*/ 5 w 12"/>
                  <a:gd name="T1" fmla="*/ 1 h 12"/>
                  <a:gd name="T2" fmla="*/ 2 w 12"/>
                  <a:gd name="T3" fmla="*/ 2 h 12"/>
                  <a:gd name="T4" fmla="*/ 1 w 12"/>
                  <a:gd name="T5" fmla="*/ 3 h 12"/>
                  <a:gd name="T6" fmla="*/ 6 w 12"/>
                  <a:gd name="T7" fmla="*/ 6 h 12"/>
                  <a:gd name="T8" fmla="*/ 5 w 12"/>
                  <a:gd name="T9" fmla="*/ 1 h 12"/>
                  <a:gd name="T10" fmla="*/ 6 w 12"/>
                  <a:gd name="T11" fmla="*/ 0 h 12"/>
                  <a:gd name="T12" fmla="*/ 5 w 12"/>
                  <a:gd name="T13" fmla="*/ 0 h 12"/>
                  <a:gd name="T14" fmla="*/ 6 w 12"/>
                  <a:gd name="T15" fmla="*/ 6 h 12"/>
                  <a:gd name="T16" fmla="*/ 6 w 12"/>
                  <a:gd name="T17" fmla="*/ 7 h 12"/>
                  <a:gd name="T18" fmla="*/ 6 w 12"/>
                  <a:gd name="T19" fmla="*/ 6 h 12"/>
                  <a:gd name="T20" fmla="*/ 1 w 12"/>
                  <a:gd name="T21" fmla="*/ 4 h 12"/>
                  <a:gd name="T22" fmla="*/ 2 w 12"/>
                  <a:gd name="T23" fmla="*/ 10 h 12"/>
                  <a:gd name="T24" fmla="*/ 6 w 12"/>
                  <a:gd name="T25" fmla="*/ 12 h 12"/>
                  <a:gd name="T26" fmla="*/ 10 w 12"/>
                  <a:gd name="T27" fmla="*/ 10 h 12"/>
                  <a:gd name="T28" fmla="*/ 10 w 12"/>
                  <a:gd name="T29" fmla="*/ 2 h 12"/>
                  <a:gd name="T30" fmla="*/ 6 w 12"/>
                  <a:gd name="T3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2">
                    <a:moveTo>
                      <a:pt x="5" y="1"/>
                    </a:moveTo>
                    <a:cubicBezTo>
                      <a:pt x="4" y="1"/>
                      <a:pt x="3" y="1"/>
                      <a:pt x="2" y="2"/>
                    </a:cubicBezTo>
                    <a:cubicBezTo>
                      <a:pt x="1" y="3"/>
                      <a:pt x="1" y="3"/>
                      <a:pt x="1" y="3"/>
                    </a:cubicBezTo>
                    <a:cubicBezTo>
                      <a:pt x="6" y="6"/>
                      <a:pt x="6" y="6"/>
                      <a:pt x="6" y="6"/>
                    </a:cubicBezTo>
                    <a:cubicBezTo>
                      <a:pt x="5" y="1"/>
                      <a:pt x="5" y="1"/>
                      <a:pt x="5" y="1"/>
                    </a:cubicBezTo>
                    <a:moveTo>
                      <a:pt x="6" y="0"/>
                    </a:moveTo>
                    <a:cubicBezTo>
                      <a:pt x="6" y="0"/>
                      <a:pt x="5" y="0"/>
                      <a:pt x="5" y="0"/>
                    </a:cubicBezTo>
                    <a:cubicBezTo>
                      <a:pt x="6" y="6"/>
                      <a:pt x="6" y="6"/>
                      <a:pt x="6" y="6"/>
                    </a:cubicBezTo>
                    <a:cubicBezTo>
                      <a:pt x="6" y="6"/>
                      <a:pt x="6" y="6"/>
                      <a:pt x="6" y="7"/>
                    </a:cubicBezTo>
                    <a:cubicBezTo>
                      <a:pt x="6" y="6"/>
                      <a:pt x="6" y="6"/>
                      <a:pt x="6" y="6"/>
                    </a:cubicBezTo>
                    <a:cubicBezTo>
                      <a:pt x="1" y="4"/>
                      <a:pt x="1" y="4"/>
                      <a:pt x="1" y="4"/>
                    </a:cubicBezTo>
                    <a:cubicBezTo>
                      <a:pt x="0" y="6"/>
                      <a:pt x="0" y="9"/>
                      <a:pt x="2" y="10"/>
                    </a:cubicBezTo>
                    <a:cubicBezTo>
                      <a:pt x="3" y="12"/>
                      <a:pt x="4" y="12"/>
                      <a:pt x="6" y="12"/>
                    </a:cubicBezTo>
                    <a:cubicBezTo>
                      <a:pt x="7" y="12"/>
                      <a:pt x="9" y="12"/>
                      <a:pt x="10" y="10"/>
                    </a:cubicBezTo>
                    <a:cubicBezTo>
                      <a:pt x="12" y="8"/>
                      <a:pt x="12" y="4"/>
                      <a:pt x="10" y="2"/>
                    </a:cubicBezTo>
                    <a:cubicBezTo>
                      <a:pt x="9" y="1"/>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31"/>
              <p:cNvSpPr/>
              <p:nvPr/>
            </p:nvSpPr>
            <p:spPr bwMode="auto">
              <a:xfrm>
                <a:off x="5366" y="2200"/>
                <a:ext cx="20" cy="27"/>
              </a:xfrm>
              <a:custGeom>
                <a:avLst/>
                <a:gdLst>
                  <a:gd name="T0" fmla="*/ 4 w 5"/>
                  <a:gd name="T1" fmla="*/ 0 h 7"/>
                  <a:gd name="T2" fmla="*/ 4 w 5"/>
                  <a:gd name="T3" fmla="*/ 1 h 7"/>
                  <a:gd name="T4" fmla="*/ 5 w 5"/>
                  <a:gd name="T5" fmla="*/ 6 h 7"/>
                  <a:gd name="T6" fmla="*/ 0 w 5"/>
                  <a:gd name="T7" fmla="*/ 3 h 7"/>
                  <a:gd name="T8" fmla="*/ 0 w 5"/>
                  <a:gd name="T9" fmla="*/ 4 h 7"/>
                  <a:gd name="T10" fmla="*/ 5 w 5"/>
                  <a:gd name="T11" fmla="*/ 6 h 7"/>
                  <a:gd name="T12" fmla="*/ 5 w 5"/>
                  <a:gd name="T13" fmla="*/ 7 h 7"/>
                  <a:gd name="T14" fmla="*/ 5 w 5"/>
                  <a:gd name="T15" fmla="*/ 6 h 7"/>
                  <a:gd name="T16" fmla="*/ 4 w 5"/>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7">
                    <a:moveTo>
                      <a:pt x="4" y="0"/>
                    </a:moveTo>
                    <a:cubicBezTo>
                      <a:pt x="4" y="0"/>
                      <a:pt x="4" y="1"/>
                      <a:pt x="4" y="1"/>
                    </a:cubicBezTo>
                    <a:cubicBezTo>
                      <a:pt x="5" y="6"/>
                      <a:pt x="5" y="6"/>
                      <a:pt x="5" y="6"/>
                    </a:cubicBezTo>
                    <a:cubicBezTo>
                      <a:pt x="0" y="3"/>
                      <a:pt x="0" y="3"/>
                      <a:pt x="0" y="3"/>
                    </a:cubicBezTo>
                    <a:cubicBezTo>
                      <a:pt x="0" y="4"/>
                      <a:pt x="0" y="4"/>
                      <a:pt x="0" y="4"/>
                    </a:cubicBezTo>
                    <a:cubicBezTo>
                      <a:pt x="5" y="6"/>
                      <a:pt x="5" y="6"/>
                      <a:pt x="5" y="6"/>
                    </a:cubicBezTo>
                    <a:cubicBezTo>
                      <a:pt x="5" y="7"/>
                      <a:pt x="5" y="7"/>
                      <a:pt x="5" y="7"/>
                    </a:cubicBezTo>
                    <a:cubicBezTo>
                      <a:pt x="5" y="6"/>
                      <a:pt x="5" y="6"/>
                      <a:pt x="5" y="6"/>
                    </a:cubicBez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32"/>
              <p:cNvSpPr>
                <a:spLocks noEditPoints="1"/>
              </p:cNvSpPr>
              <p:nvPr/>
            </p:nvSpPr>
            <p:spPr bwMode="auto">
              <a:xfrm>
                <a:off x="5247" y="1589"/>
                <a:ext cx="60" cy="56"/>
              </a:xfrm>
              <a:custGeom>
                <a:avLst/>
                <a:gdLst>
                  <a:gd name="T0" fmla="*/ 8 w 15"/>
                  <a:gd name="T1" fmla="*/ 8 h 14"/>
                  <a:gd name="T2" fmla="*/ 9 w 15"/>
                  <a:gd name="T3" fmla="*/ 14 h 14"/>
                  <a:gd name="T4" fmla="*/ 13 w 15"/>
                  <a:gd name="T5" fmla="*/ 12 h 14"/>
                  <a:gd name="T6" fmla="*/ 14 w 15"/>
                  <a:gd name="T7" fmla="*/ 11 h 14"/>
                  <a:gd name="T8" fmla="*/ 8 w 15"/>
                  <a:gd name="T9" fmla="*/ 8 h 14"/>
                  <a:gd name="T10" fmla="*/ 8 w 15"/>
                  <a:gd name="T11" fmla="*/ 0 h 14"/>
                  <a:gd name="T12" fmla="*/ 3 w 15"/>
                  <a:gd name="T13" fmla="*/ 2 h 14"/>
                  <a:gd name="T14" fmla="*/ 3 w 15"/>
                  <a:gd name="T15" fmla="*/ 12 h 14"/>
                  <a:gd name="T16" fmla="*/ 8 w 15"/>
                  <a:gd name="T17" fmla="*/ 14 h 14"/>
                  <a:gd name="T18" fmla="*/ 9 w 15"/>
                  <a:gd name="T19" fmla="*/ 14 h 14"/>
                  <a:gd name="T20" fmla="*/ 8 w 15"/>
                  <a:gd name="T21" fmla="*/ 7 h 14"/>
                  <a:gd name="T22" fmla="*/ 8 w 15"/>
                  <a:gd name="T23" fmla="*/ 7 h 14"/>
                  <a:gd name="T24" fmla="*/ 8 w 15"/>
                  <a:gd name="T25" fmla="*/ 7 h 14"/>
                  <a:gd name="T26" fmla="*/ 14 w 15"/>
                  <a:gd name="T27" fmla="*/ 11 h 14"/>
                  <a:gd name="T28" fmla="*/ 13 w 15"/>
                  <a:gd name="T29" fmla="*/ 2 h 14"/>
                  <a:gd name="T30" fmla="*/ 8 w 15"/>
                  <a:gd name="T3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4">
                    <a:moveTo>
                      <a:pt x="8" y="8"/>
                    </a:moveTo>
                    <a:cubicBezTo>
                      <a:pt x="9" y="14"/>
                      <a:pt x="9" y="14"/>
                      <a:pt x="9" y="14"/>
                    </a:cubicBezTo>
                    <a:cubicBezTo>
                      <a:pt x="11" y="14"/>
                      <a:pt x="12" y="13"/>
                      <a:pt x="13" y="12"/>
                    </a:cubicBezTo>
                    <a:cubicBezTo>
                      <a:pt x="13" y="12"/>
                      <a:pt x="13" y="11"/>
                      <a:pt x="14" y="11"/>
                    </a:cubicBezTo>
                    <a:cubicBezTo>
                      <a:pt x="8" y="8"/>
                      <a:pt x="8" y="8"/>
                      <a:pt x="8" y="8"/>
                    </a:cubicBezTo>
                    <a:moveTo>
                      <a:pt x="8" y="0"/>
                    </a:moveTo>
                    <a:cubicBezTo>
                      <a:pt x="6" y="0"/>
                      <a:pt x="4" y="1"/>
                      <a:pt x="3" y="2"/>
                    </a:cubicBezTo>
                    <a:cubicBezTo>
                      <a:pt x="0" y="5"/>
                      <a:pt x="0" y="9"/>
                      <a:pt x="3" y="12"/>
                    </a:cubicBezTo>
                    <a:cubicBezTo>
                      <a:pt x="4" y="13"/>
                      <a:pt x="6" y="14"/>
                      <a:pt x="8" y="14"/>
                    </a:cubicBezTo>
                    <a:cubicBezTo>
                      <a:pt x="8" y="14"/>
                      <a:pt x="9" y="14"/>
                      <a:pt x="9" y="14"/>
                    </a:cubicBezTo>
                    <a:cubicBezTo>
                      <a:pt x="8" y="7"/>
                      <a:pt x="8" y="7"/>
                      <a:pt x="8" y="7"/>
                    </a:cubicBezTo>
                    <a:cubicBezTo>
                      <a:pt x="8" y="7"/>
                      <a:pt x="8" y="7"/>
                      <a:pt x="8" y="7"/>
                    </a:cubicBezTo>
                    <a:cubicBezTo>
                      <a:pt x="8" y="7"/>
                      <a:pt x="8" y="7"/>
                      <a:pt x="8" y="7"/>
                    </a:cubicBezTo>
                    <a:cubicBezTo>
                      <a:pt x="14" y="11"/>
                      <a:pt x="14" y="11"/>
                      <a:pt x="14" y="11"/>
                    </a:cubicBezTo>
                    <a:cubicBezTo>
                      <a:pt x="15" y="8"/>
                      <a:pt x="15" y="5"/>
                      <a:pt x="13" y="2"/>
                    </a:cubicBezTo>
                    <a:cubicBezTo>
                      <a:pt x="11" y="1"/>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33"/>
              <p:cNvSpPr/>
              <p:nvPr/>
            </p:nvSpPr>
            <p:spPr bwMode="auto">
              <a:xfrm>
                <a:off x="5279" y="1617"/>
                <a:ext cx="24" cy="28"/>
              </a:xfrm>
              <a:custGeom>
                <a:avLst/>
                <a:gdLst>
                  <a:gd name="T0" fmla="*/ 0 w 6"/>
                  <a:gd name="T1" fmla="*/ 0 h 7"/>
                  <a:gd name="T2" fmla="*/ 0 w 6"/>
                  <a:gd name="T3" fmla="*/ 0 h 7"/>
                  <a:gd name="T4" fmla="*/ 1 w 6"/>
                  <a:gd name="T5" fmla="*/ 7 h 7"/>
                  <a:gd name="T6" fmla="*/ 1 w 6"/>
                  <a:gd name="T7" fmla="*/ 7 h 7"/>
                  <a:gd name="T8" fmla="*/ 0 w 6"/>
                  <a:gd name="T9" fmla="*/ 1 h 7"/>
                  <a:gd name="T10" fmla="*/ 6 w 6"/>
                  <a:gd name="T11" fmla="*/ 4 h 7"/>
                  <a:gd name="T12" fmla="*/ 6 w 6"/>
                  <a:gd name="T13" fmla="*/ 4 h 7"/>
                  <a:gd name="T14" fmla="*/ 0 w 6"/>
                  <a:gd name="T15" fmla="*/ 0 h 7"/>
                  <a:gd name="T16" fmla="*/ 0 w 6"/>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7">
                    <a:moveTo>
                      <a:pt x="0" y="0"/>
                    </a:moveTo>
                    <a:cubicBezTo>
                      <a:pt x="0" y="0"/>
                      <a:pt x="0" y="0"/>
                      <a:pt x="0" y="0"/>
                    </a:cubicBezTo>
                    <a:cubicBezTo>
                      <a:pt x="1" y="7"/>
                      <a:pt x="1" y="7"/>
                      <a:pt x="1" y="7"/>
                    </a:cubicBezTo>
                    <a:cubicBezTo>
                      <a:pt x="1" y="7"/>
                      <a:pt x="1" y="7"/>
                      <a:pt x="1" y="7"/>
                    </a:cubicBezTo>
                    <a:cubicBezTo>
                      <a:pt x="0" y="1"/>
                      <a:pt x="0" y="1"/>
                      <a:pt x="0" y="1"/>
                    </a:cubicBezTo>
                    <a:cubicBezTo>
                      <a:pt x="6" y="4"/>
                      <a:pt x="6" y="4"/>
                      <a:pt x="6" y="4"/>
                    </a:cubicBezTo>
                    <a:cubicBezTo>
                      <a:pt x="6" y="4"/>
                      <a:pt x="6" y="4"/>
                      <a:pt x="6" y="4"/>
                    </a:cubicBezTo>
                    <a:cubicBezTo>
                      <a:pt x="0" y="0"/>
                      <a:pt x="0" y="0"/>
                      <a:pt x="0" y="0"/>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34"/>
              <p:cNvSpPr>
                <a:spLocks noEditPoints="1"/>
              </p:cNvSpPr>
              <p:nvPr/>
            </p:nvSpPr>
            <p:spPr bwMode="auto">
              <a:xfrm>
                <a:off x="5639" y="1827"/>
                <a:ext cx="60" cy="56"/>
              </a:xfrm>
              <a:custGeom>
                <a:avLst/>
                <a:gdLst>
                  <a:gd name="T0" fmla="*/ 7 w 15"/>
                  <a:gd name="T1" fmla="*/ 13 h 14"/>
                  <a:gd name="T2" fmla="*/ 6 w 15"/>
                  <a:gd name="T3" fmla="*/ 14 h 14"/>
                  <a:gd name="T4" fmla="*/ 7 w 15"/>
                  <a:gd name="T5" fmla="*/ 14 h 14"/>
                  <a:gd name="T6" fmla="*/ 7 w 15"/>
                  <a:gd name="T7" fmla="*/ 13 h 14"/>
                  <a:gd name="T8" fmla="*/ 2 w 15"/>
                  <a:gd name="T9" fmla="*/ 4 h 14"/>
                  <a:gd name="T10" fmla="*/ 3 w 15"/>
                  <a:gd name="T11" fmla="*/ 12 h 14"/>
                  <a:gd name="T12" fmla="*/ 5 w 15"/>
                  <a:gd name="T13" fmla="*/ 13 h 14"/>
                  <a:gd name="T14" fmla="*/ 7 w 15"/>
                  <a:gd name="T15" fmla="*/ 7 h 14"/>
                  <a:gd name="T16" fmla="*/ 2 w 15"/>
                  <a:gd name="T17" fmla="*/ 4 h 14"/>
                  <a:gd name="T18" fmla="*/ 11 w 15"/>
                  <a:gd name="T19" fmla="*/ 1 h 14"/>
                  <a:gd name="T20" fmla="*/ 8 w 15"/>
                  <a:gd name="T21" fmla="*/ 10 h 14"/>
                  <a:gd name="T22" fmla="*/ 7 w 15"/>
                  <a:gd name="T23" fmla="*/ 14 h 14"/>
                  <a:gd name="T24" fmla="*/ 8 w 15"/>
                  <a:gd name="T25" fmla="*/ 14 h 14"/>
                  <a:gd name="T26" fmla="*/ 12 w 15"/>
                  <a:gd name="T27" fmla="*/ 12 h 14"/>
                  <a:gd name="T28" fmla="*/ 12 w 15"/>
                  <a:gd name="T29" fmla="*/ 2 h 14"/>
                  <a:gd name="T30" fmla="*/ 11 w 15"/>
                  <a:gd name="T31" fmla="*/ 1 h 14"/>
                  <a:gd name="T32" fmla="*/ 8 w 15"/>
                  <a:gd name="T33" fmla="*/ 0 h 14"/>
                  <a:gd name="T34" fmla="*/ 3 w 15"/>
                  <a:gd name="T35" fmla="*/ 2 h 14"/>
                  <a:gd name="T36" fmla="*/ 2 w 15"/>
                  <a:gd name="T37" fmla="*/ 3 h 14"/>
                  <a:gd name="T38" fmla="*/ 7 w 15"/>
                  <a:gd name="T39" fmla="*/ 6 h 14"/>
                  <a:gd name="T40" fmla="*/ 9 w 15"/>
                  <a:gd name="T41" fmla="*/ 0 h 14"/>
                  <a:gd name="T42" fmla="*/ 8 w 15"/>
                  <a:gd name="T4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 h="14">
                    <a:moveTo>
                      <a:pt x="7" y="13"/>
                    </a:moveTo>
                    <a:cubicBezTo>
                      <a:pt x="6" y="14"/>
                      <a:pt x="6" y="14"/>
                      <a:pt x="6" y="14"/>
                    </a:cubicBezTo>
                    <a:cubicBezTo>
                      <a:pt x="7" y="14"/>
                      <a:pt x="7" y="14"/>
                      <a:pt x="7" y="14"/>
                    </a:cubicBezTo>
                    <a:cubicBezTo>
                      <a:pt x="7" y="13"/>
                      <a:pt x="7" y="13"/>
                      <a:pt x="7" y="13"/>
                    </a:cubicBezTo>
                    <a:moveTo>
                      <a:pt x="2" y="4"/>
                    </a:moveTo>
                    <a:cubicBezTo>
                      <a:pt x="0" y="6"/>
                      <a:pt x="1" y="10"/>
                      <a:pt x="3" y="12"/>
                    </a:cubicBezTo>
                    <a:cubicBezTo>
                      <a:pt x="4" y="12"/>
                      <a:pt x="4" y="13"/>
                      <a:pt x="5" y="13"/>
                    </a:cubicBezTo>
                    <a:cubicBezTo>
                      <a:pt x="7" y="7"/>
                      <a:pt x="7" y="7"/>
                      <a:pt x="7" y="7"/>
                    </a:cubicBezTo>
                    <a:cubicBezTo>
                      <a:pt x="2" y="4"/>
                      <a:pt x="2" y="4"/>
                      <a:pt x="2" y="4"/>
                    </a:cubicBezTo>
                    <a:moveTo>
                      <a:pt x="11" y="1"/>
                    </a:moveTo>
                    <a:cubicBezTo>
                      <a:pt x="8" y="10"/>
                      <a:pt x="8" y="10"/>
                      <a:pt x="8" y="10"/>
                    </a:cubicBezTo>
                    <a:cubicBezTo>
                      <a:pt x="7" y="14"/>
                      <a:pt x="7" y="14"/>
                      <a:pt x="7" y="14"/>
                    </a:cubicBezTo>
                    <a:cubicBezTo>
                      <a:pt x="7" y="14"/>
                      <a:pt x="8" y="14"/>
                      <a:pt x="8" y="14"/>
                    </a:cubicBezTo>
                    <a:cubicBezTo>
                      <a:pt x="9" y="14"/>
                      <a:pt x="11" y="13"/>
                      <a:pt x="12" y="12"/>
                    </a:cubicBezTo>
                    <a:cubicBezTo>
                      <a:pt x="15" y="9"/>
                      <a:pt x="15" y="5"/>
                      <a:pt x="12" y="2"/>
                    </a:cubicBezTo>
                    <a:cubicBezTo>
                      <a:pt x="12" y="2"/>
                      <a:pt x="11" y="1"/>
                      <a:pt x="11" y="1"/>
                    </a:cubicBezTo>
                    <a:moveTo>
                      <a:pt x="8" y="0"/>
                    </a:moveTo>
                    <a:cubicBezTo>
                      <a:pt x="6" y="0"/>
                      <a:pt x="4" y="1"/>
                      <a:pt x="3" y="2"/>
                    </a:cubicBezTo>
                    <a:cubicBezTo>
                      <a:pt x="3" y="3"/>
                      <a:pt x="2" y="3"/>
                      <a:pt x="2" y="3"/>
                    </a:cubicBezTo>
                    <a:cubicBezTo>
                      <a:pt x="7" y="6"/>
                      <a:pt x="7" y="6"/>
                      <a:pt x="7" y="6"/>
                    </a:cubicBezTo>
                    <a:cubicBezTo>
                      <a:pt x="9" y="0"/>
                      <a:pt x="9" y="0"/>
                      <a:pt x="9" y="0"/>
                    </a:cubicBezTo>
                    <a:cubicBezTo>
                      <a:pt x="9" y="0"/>
                      <a:pt x="8"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35"/>
              <p:cNvSpPr/>
              <p:nvPr/>
            </p:nvSpPr>
            <p:spPr bwMode="auto">
              <a:xfrm>
                <a:off x="5647" y="1827"/>
                <a:ext cx="36" cy="56"/>
              </a:xfrm>
              <a:custGeom>
                <a:avLst/>
                <a:gdLst>
                  <a:gd name="T0" fmla="*/ 7 w 9"/>
                  <a:gd name="T1" fmla="*/ 0 h 14"/>
                  <a:gd name="T2" fmla="*/ 5 w 9"/>
                  <a:gd name="T3" fmla="*/ 6 h 14"/>
                  <a:gd name="T4" fmla="*/ 0 w 9"/>
                  <a:gd name="T5" fmla="*/ 3 h 14"/>
                  <a:gd name="T6" fmla="*/ 0 w 9"/>
                  <a:gd name="T7" fmla="*/ 4 h 14"/>
                  <a:gd name="T8" fmla="*/ 5 w 9"/>
                  <a:gd name="T9" fmla="*/ 7 h 14"/>
                  <a:gd name="T10" fmla="*/ 3 w 9"/>
                  <a:gd name="T11" fmla="*/ 13 h 14"/>
                  <a:gd name="T12" fmla="*/ 4 w 9"/>
                  <a:gd name="T13" fmla="*/ 14 h 14"/>
                  <a:gd name="T14" fmla="*/ 5 w 9"/>
                  <a:gd name="T15" fmla="*/ 13 h 14"/>
                  <a:gd name="T16" fmla="*/ 5 w 9"/>
                  <a:gd name="T17" fmla="*/ 14 h 14"/>
                  <a:gd name="T18" fmla="*/ 5 w 9"/>
                  <a:gd name="T19" fmla="*/ 14 h 14"/>
                  <a:gd name="T20" fmla="*/ 6 w 9"/>
                  <a:gd name="T21" fmla="*/ 10 h 14"/>
                  <a:gd name="T22" fmla="*/ 9 w 9"/>
                  <a:gd name="T23" fmla="*/ 1 h 14"/>
                  <a:gd name="T24" fmla="*/ 7 w 9"/>
                  <a:gd name="T2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4">
                    <a:moveTo>
                      <a:pt x="7" y="0"/>
                    </a:moveTo>
                    <a:cubicBezTo>
                      <a:pt x="5" y="6"/>
                      <a:pt x="5" y="6"/>
                      <a:pt x="5" y="6"/>
                    </a:cubicBezTo>
                    <a:cubicBezTo>
                      <a:pt x="0" y="3"/>
                      <a:pt x="0" y="3"/>
                      <a:pt x="0" y="3"/>
                    </a:cubicBezTo>
                    <a:cubicBezTo>
                      <a:pt x="0" y="3"/>
                      <a:pt x="0" y="4"/>
                      <a:pt x="0" y="4"/>
                    </a:cubicBezTo>
                    <a:cubicBezTo>
                      <a:pt x="5" y="7"/>
                      <a:pt x="5" y="7"/>
                      <a:pt x="5" y="7"/>
                    </a:cubicBezTo>
                    <a:cubicBezTo>
                      <a:pt x="3" y="13"/>
                      <a:pt x="3" y="13"/>
                      <a:pt x="3" y="13"/>
                    </a:cubicBezTo>
                    <a:cubicBezTo>
                      <a:pt x="3" y="13"/>
                      <a:pt x="4" y="14"/>
                      <a:pt x="4" y="14"/>
                    </a:cubicBezTo>
                    <a:cubicBezTo>
                      <a:pt x="5" y="13"/>
                      <a:pt x="5" y="13"/>
                      <a:pt x="5" y="13"/>
                    </a:cubicBezTo>
                    <a:cubicBezTo>
                      <a:pt x="5" y="14"/>
                      <a:pt x="5" y="14"/>
                      <a:pt x="5" y="14"/>
                    </a:cubicBezTo>
                    <a:cubicBezTo>
                      <a:pt x="5" y="14"/>
                      <a:pt x="5" y="14"/>
                      <a:pt x="5" y="14"/>
                    </a:cubicBezTo>
                    <a:cubicBezTo>
                      <a:pt x="6" y="10"/>
                      <a:pt x="6" y="10"/>
                      <a:pt x="6" y="10"/>
                    </a:cubicBezTo>
                    <a:cubicBezTo>
                      <a:pt x="9" y="1"/>
                      <a:pt x="9" y="1"/>
                      <a:pt x="9" y="1"/>
                    </a:cubicBezTo>
                    <a:cubicBezTo>
                      <a:pt x="8" y="1"/>
                      <a:pt x="8" y="1"/>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36"/>
              <p:cNvSpPr>
                <a:spLocks noEditPoints="1"/>
              </p:cNvSpPr>
              <p:nvPr/>
            </p:nvSpPr>
            <p:spPr bwMode="auto">
              <a:xfrm>
                <a:off x="5513" y="3044"/>
                <a:ext cx="51" cy="47"/>
              </a:xfrm>
              <a:custGeom>
                <a:avLst/>
                <a:gdLst>
                  <a:gd name="T0" fmla="*/ 8 w 13"/>
                  <a:gd name="T1" fmla="*/ 0 h 12"/>
                  <a:gd name="T2" fmla="*/ 7 w 13"/>
                  <a:gd name="T3" fmla="*/ 6 h 12"/>
                  <a:gd name="T4" fmla="*/ 7 w 13"/>
                  <a:gd name="T5" fmla="*/ 6 h 12"/>
                  <a:gd name="T6" fmla="*/ 2 w 13"/>
                  <a:gd name="T7" fmla="*/ 10 h 12"/>
                  <a:gd name="T8" fmla="*/ 2 w 13"/>
                  <a:gd name="T9" fmla="*/ 10 h 12"/>
                  <a:gd name="T10" fmla="*/ 7 w 13"/>
                  <a:gd name="T11" fmla="*/ 12 h 12"/>
                  <a:gd name="T12" fmla="*/ 11 w 13"/>
                  <a:gd name="T13" fmla="*/ 10 h 12"/>
                  <a:gd name="T14" fmla="*/ 11 w 13"/>
                  <a:gd name="T15" fmla="*/ 2 h 12"/>
                  <a:gd name="T16" fmla="*/ 8 w 13"/>
                  <a:gd name="T17" fmla="*/ 0 h 12"/>
                  <a:gd name="T18" fmla="*/ 7 w 13"/>
                  <a:gd name="T19" fmla="*/ 0 h 12"/>
                  <a:gd name="T20" fmla="*/ 2 w 13"/>
                  <a:gd name="T21" fmla="*/ 2 h 12"/>
                  <a:gd name="T22" fmla="*/ 2 w 13"/>
                  <a:gd name="T23" fmla="*/ 10 h 12"/>
                  <a:gd name="T24" fmla="*/ 6 w 13"/>
                  <a:gd name="T25" fmla="*/ 6 h 12"/>
                  <a:gd name="T26" fmla="*/ 7 w 13"/>
                  <a:gd name="T27" fmla="*/ 0 h 12"/>
                  <a:gd name="T28" fmla="*/ 7 w 13"/>
                  <a:gd name="T2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12">
                    <a:moveTo>
                      <a:pt x="8" y="0"/>
                    </a:moveTo>
                    <a:cubicBezTo>
                      <a:pt x="7" y="6"/>
                      <a:pt x="7" y="6"/>
                      <a:pt x="7" y="6"/>
                    </a:cubicBezTo>
                    <a:cubicBezTo>
                      <a:pt x="7" y="6"/>
                      <a:pt x="7" y="6"/>
                      <a:pt x="7" y="6"/>
                    </a:cubicBezTo>
                    <a:cubicBezTo>
                      <a:pt x="2" y="10"/>
                      <a:pt x="2" y="10"/>
                      <a:pt x="2" y="10"/>
                    </a:cubicBezTo>
                    <a:cubicBezTo>
                      <a:pt x="2" y="10"/>
                      <a:pt x="2" y="10"/>
                      <a:pt x="2" y="10"/>
                    </a:cubicBezTo>
                    <a:cubicBezTo>
                      <a:pt x="4" y="12"/>
                      <a:pt x="5" y="12"/>
                      <a:pt x="7" y="12"/>
                    </a:cubicBezTo>
                    <a:cubicBezTo>
                      <a:pt x="8" y="12"/>
                      <a:pt x="10" y="12"/>
                      <a:pt x="11" y="10"/>
                    </a:cubicBezTo>
                    <a:cubicBezTo>
                      <a:pt x="13" y="8"/>
                      <a:pt x="13" y="4"/>
                      <a:pt x="11" y="2"/>
                    </a:cubicBezTo>
                    <a:cubicBezTo>
                      <a:pt x="10" y="1"/>
                      <a:pt x="9" y="0"/>
                      <a:pt x="8" y="0"/>
                    </a:cubicBezTo>
                    <a:moveTo>
                      <a:pt x="7" y="0"/>
                    </a:moveTo>
                    <a:cubicBezTo>
                      <a:pt x="5" y="0"/>
                      <a:pt x="4" y="1"/>
                      <a:pt x="2" y="2"/>
                    </a:cubicBezTo>
                    <a:cubicBezTo>
                      <a:pt x="0" y="4"/>
                      <a:pt x="0" y="7"/>
                      <a:pt x="2" y="10"/>
                    </a:cubicBezTo>
                    <a:cubicBezTo>
                      <a:pt x="6" y="6"/>
                      <a:pt x="6" y="6"/>
                      <a:pt x="6" y="6"/>
                    </a:cubicBezTo>
                    <a:cubicBezTo>
                      <a:pt x="7" y="0"/>
                      <a:pt x="7" y="0"/>
                      <a:pt x="7" y="0"/>
                    </a:cubicBezTo>
                    <a:cubicBezTo>
                      <a:pt x="7" y="0"/>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37"/>
              <p:cNvSpPr/>
              <p:nvPr/>
            </p:nvSpPr>
            <p:spPr bwMode="auto">
              <a:xfrm>
                <a:off x="5521" y="3044"/>
                <a:ext cx="23" cy="39"/>
              </a:xfrm>
              <a:custGeom>
                <a:avLst/>
                <a:gdLst>
                  <a:gd name="T0" fmla="*/ 5 w 6"/>
                  <a:gd name="T1" fmla="*/ 0 h 10"/>
                  <a:gd name="T2" fmla="*/ 4 w 6"/>
                  <a:gd name="T3" fmla="*/ 6 h 10"/>
                  <a:gd name="T4" fmla="*/ 0 w 6"/>
                  <a:gd name="T5" fmla="*/ 10 h 10"/>
                  <a:gd name="T6" fmla="*/ 0 w 6"/>
                  <a:gd name="T7" fmla="*/ 10 h 10"/>
                  <a:gd name="T8" fmla="*/ 5 w 6"/>
                  <a:gd name="T9" fmla="*/ 6 h 10"/>
                  <a:gd name="T10" fmla="*/ 5 w 6"/>
                  <a:gd name="T11" fmla="*/ 6 h 10"/>
                  <a:gd name="T12" fmla="*/ 6 w 6"/>
                  <a:gd name="T13" fmla="*/ 0 h 10"/>
                  <a:gd name="T14" fmla="*/ 5 w 6"/>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0">
                    <a:moveTo>
                      <a:pt x="5" y="0"/>
                    </a:moveTo>
                    <a:cubicBezTo>
                      <a:pt x="4" y="6"/>
                      <a:pt x="4" y="6"/>
                      <a:pt x="4" y="6"/>
                    </a:cubicBezTo>
                    <a:cubicBezTo>
                      <a:pt x="0" y="10"/>
                      <a:pt x="0" y="10"/>
                      <a:pt x="0" y="10"/>
                    </a:cubicBezTo>
                    <a:cubicBezTo>
                      <a:pt x="0" y="10"/>
                      <a:pt x="0" y="10"/>
                      <a:pt x="0" y="10"/>
                    </a:cubicBezTo>
                    <a:cubicBezTo>
                      <a:pt x="5" y="6"/>
                      <a:pt x="5" y="6"/>
                      <a:pt x="5" y="6"/>
                    </a:cubicBezTo>
                    <a:cubicBezTo>
                      <a:pt x="5" y="6"/>
                      <a:pt x="5" y="6"/>
                      <a:pt x="5" y="6"/>
                    </a:cubicBezTo>
                    <a:cubicBezTo>
                      <a:pt x="6" y="0"/>
                      <a:pt x="6" y="0"/>
                      <a:pt x="6" y="0"/>
                    </a:cubicBezTo>
                    <a:cubicBezTo>
                      <a:pt x="5" y="0"/>
                      <a:pt x="5"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38"/>
              <p:cNvSpPr>
                <a:spLocks noEditPoints="1"/>
              </p:cNvSpPr>
              <p:nvPr/>
            </p:nvSpPr>
            <p:spPr bwMode="auto">
              <a:xfrm>
                <a:off x="4732" y="3674"/>
                <a:ext cx="55" cy="51"/>
              </a:xfrm>
              <a:custGeom>
                <a:avLst/>
                <a:gdLst>
                  <a:gd name="T0" fmla="*/ 2 w 14"/>
                  <a:gd name="T1" fmla="*/ 3 h 13"/>
                  <a:gd name="T2" fmla="*/ 3 w 14"/>
                  <a:gd name="T3" fmla="*/ 11 h 13"/>
                  <a:gd name="T4" fmla="*/ 7 w 14"/>
                  <a:gd name="T5" fmla="*/ 13 h 13"/>
                  <a:gd name="T6" fmla="*/ 12 w 14"/>
                  <a:gd name="T7" fmla="*/ 11 h 13"/>
                  <a:gd name="T8" fmla="*/ 12 w 14"/>
                  <a:gd name="T9" fmla="*/ 3 h 13"/>
                  <a:gd name="T10" fmla="*/ 7 w 14"/>
                  <a:gd name="T11" fmla="*/ 7 h 13"/>
                  <a:gd name="T12" fmla="*/ 7 w 14"/>
                  <a:gd name="T13" fmla="*/ 7 h 13"/>
                  <a:gd name="T14" fmla="*/ 7 w 14"/>
                  <a:gd name="T15" fmla="*/ 7 h 13"/>
                  <a:gd name="T16" fmla="*/ 2 w 14"/>
                  <a:gd name="T17" fmla="*/ 3 h 13"/>
                  <a:gd name="T18" fmla="*/ 7 w 14"/>
                  <a:gd name="T19" fmla="*/ 0 h 13"/>
                  <a:gd name="T20" fmla="*/ 3 w 14"/>
                  <a:gd name="T21" fmla="*/ 2 h 13"/>
                  <a:gd name="T22" fmla="*/ 2 w 14"/>
                  <a:gd name="T23" fmla="*/ 2 h 13"/>
                  <a:gd name="T24" fmla="*/ 7 w 14"/>
                  <a:gd name="T25" fmla="*/ 6 h 13"/>
                  <a:gd name="T26" fmla="*/ 12 w 14"/>
                  <a:gd name="T27" fmla="*/ 2 h 13"/>
                  <a:gd name="T28" fmla="*/ 12 w 14"/>
                  <a:gd name="T29" fmla="*/ 2 h 13"/>
                  <a:gd name="T30" fmla="*/ 7 w 14"/>
                  <a:gd name="T3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3">
                    <a:moveTo>
                      <a:pt x="2" y="3"/>
                    </a:moveTo>
                    <a:cubicBezTo>
                      <a:pt x="0" y="5"/>
                      <a:pt x="0" y="9"/>
                      <a:pt x="3" y="11"/>
                    </a:cubicBezTo>
                    <a:cubicBezTo>
                      <a:pt x="4" y="12"/>
                      <a:pt x="6" y="13"/>
                      <a:pt x="7" y="13"/>
                    </a:cubicBezTo>
                    <a:cubicBezTo>
                      <a:pt x="9" y="13"/>
                      <a:pt x="10" y="12"/>
                      <a:pt x="12" y="11"/>
                    </a:cubicBezTo>
                    <a:cubicBezTo>
                      <a:pt x="14" y="9"/>
                      <a:pt x="14" y="5"/>
                      <a:pt x="12" y="3"/>
                    </a:cubicBezTo>
                    <a:cubicBezTo>
                      <a:pt x="7" y="7"/>
                      <a:pt x="7" y="7"/>
                      <a:pt x="7" y="7"/>
                    </a:cubicBezTo>
                    <a:cubicBezTo>
                      <a:pt x="7" y="7"/>
                      <a:pt x="7" y="7"/>
                      <a:pt x="7" y="7"/>
                    </a:cubicBezTo>
                    <a:cubicBezTo>
                      <a:pt x="7" y="7"/>
                      <a:pt x="7" y="7"/>
                      <a:pt x="7" y="7"/>
                    </a:cubicBezTo>
                    <a:cubicBezTo>
                      <a:pt x="2" y="3"/>
                      <a:pt x="2" y="3"/>
                      <a:pt x="2" y="3"/>
                    </a:cubicBezTo>
                    <a:moveTo>
                      <a:pt x="7" y="0"/>
                    </a:moveTo>
                    <a:cubicBezTo>
                      <a:pt x="6" y="0"/>
                      <a:pt x="4" y="1"/>
                      <a:pt x="3" y="2"/>
                    </a:cubicBezTo>
                    <a:cubicBezTo>
                      <a:pt x="3" y="2"/>
                      <a:pt x="2" y="2"/>
                      <a:pt x="2" y="2"/>
                    </a:cubicBezTo>
                    <a:cubicBezTo>
                      <a:pt x="7" y="6"/>
                      <a:pt x="7" y="6"/>
                      <a:pt x="7" y="6"/>
                    </a:cubicBezTo>
                    <a:cubicBezTo>
                      <a:pt x="12" y="2"/>
                      <a:pt x="12" y="2"/>
                      <a:pt x="12" y="2"/>
                    </a:cubicBezTo>
                    <a:cubicBezTo>
                      <a:pt x="12" y="2"/>
                      <a:pt x="12" y="2"/>
                      <a:pt x="12" y="2"/>
                    </a:cubicBezTo>
                    <a:cubicBezTo>
                      <a:pt x="10" y="1"/>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39"/>
              <p:cNvSpPr/>
              <p:nvPr/>
            </p:nvSpPr>
            <p:spPr bwMode="auto">
              <a:xfrm>
                <a:off x="4740" y="3682"/>
                <a:ext cx="39" cy="20"/>
              </a:xfrm>
              <a:custGeom>
                <a:avLst/>
                <a:gdLst>
                  <a:gd name="T0" fmla="*/ 0 w 10"/>
                  <a:gd name="T1" fmla="*/ 0 h 5"/>
                  <a:gd name="T2" fmla="*/ 0 w 10"/>
                  <a:gd name="T3" fmla="*/ 1 h 5"/>
                  <a:gd name="T4" fmla="*/ 5 w 10"/>
                  <a:gd name="T5" fmla="*/ 5 h 5"/>
                  <a:gd name="T6" fmla="*/ 5 w 10"/>
                  <a:gd name="T7" fmla="*/ 5 h 5"/>
                  <a:gd name="T8" fmla="*/ 5 w 10"/>
                  <a:gd name="T9" fmla="*/ 5 h 5"/>
                  <a:gd name="T10" fmla="*/ 10 w 10"/>
                  <a:gd name="T11" fmla="*/ 1 h 5"/>
                  <a:gd name="T12" fmla="*/ 10 w 10"/>
                  <a:gd name="T13" fmla="*/ 0 h 5"/>
                  <a:gd name="T14" fmla="*/ 5 w 10"/>
                  <a:gd name="T15" fmla="*/ 4 h 5"/>
                  <a:gd name="T16" fmla="*/ 0 w 10"/>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5">
                    <a:moveTo>
                      <a:pt x="0" y="0"/>
                    </a:moveTo>
                    <a:cubicBezTo>
                      <a:pt x="0" y="0"/>
                      <a:pt x="0" y="0"/>
                      <a:pt x="0" y="1"/>
                    </a:cubicBezTo>
                    <a:cubicBezTo>
                      <a:pt x="5" y="5"/>
                      <a:pt x="5" y="5"/>
                      <a:pt x="5" y="5"/>
                    </a:cubicBezTo>
                    <a:cubicBezTo>
                      <a:pt x="5" y="5"/>
                      <a:pt x="5" y="5"/>
                      <a:pt x="5" y="5"/>
                    </a:cubicBezTo>
                    <a:cubicBezTo>
                      <a:pt x="5" y="5"/>
                      <a:pt x="5" y="5"/>
                      <a:pt x="5" y="5"/>
                    </a:cubicBezTo>
                    <a:cubicBezTo>
                      <a:pt x="10" y="1"/>
                      <a:pt x="10" y="1"/>
                      <a:pt x="10" y="1"/>
                    </a:cubicBezTo>
                    <a:cubicBezTo>
                      <a:pt x="10" y="0"/>
                      <a:pt x="10" y="0"/>
                      <a:pt x="10" y="0"/>
                    </a:cubicBezTo>
                    <a:cubicBezTo>
                      <a:pt x="5" y="4"/>
                      <a:pt x="5" y="4"/>
                      <a:pt x="5" y="4"/>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40"/>
              <p:cNvSpPr>
                <a:spLocks noEditPoints="1"/>
              </p:cNvSpPr>
              <p:nvPr/>
            </p:nvSpPr>
            <p:spPr bwMode="auto">
              <a:xfrm>
                <a:off x="2568" y="1906"/>
                <a:ext cx="51" cy="44"/>
              </a:xfrm>
              <a:custGeom>
                <a:avLst/>
                <a:gdLst>
                  <a:gd name="T0" fmla="*/ 6 w 13"/>
                  <a:gd name="T1" fmla="*/ 6 h 11"/>
                  <a:gd name="T2" fmla="*/ 1 w 13"/>
                  <a:gd name="T3" fmla="*/ 7 h 11"/>
                  <a:gd name="T4" fmla="*/ 2 w 13"/>
                  <a:gd name="T5" fmla="*/ 10 h 11"/>
                  <a:gd name="T6" fmla="*/ 6 w 13"/>
                  <a:gd name="T7" fmla="*/ 11 h 11"/>
                  <a:gd name="T8" fmla="*/ 11 w 13"/>
                  <a:gd name="T9" fmla="*/ 10 h 11"/>
                  <a:gd name="T10" fmla="*/ 11 w 13"/>
                  <a:gd name="T11" fmla="*/ 9 h 11"/>
                  <a:gd name="T12" fmla="*/ 6 w 13"/>
                  <a:gd name="T13" fmla="*/ 6 h 11"/>
                  <a:gd name="T14" fmla="*/ 6 w 13"/>
                  <a:gd name="T15" fmla="*/ 0 h 11"/>
                  <a:gd name="T16" fmla="*/ 2 w 13"/>
                  <a:gd name="T17" fmla="*/ 1 h 11"/>
                  <a:gd name="T18" fmla="*/ 1 w 13"/>
                  <a:gd name="T19" fmla="*/ 6 h 11"/>
                  <a:gd name="T20" fmla="*/ 6 w 13"/>
                  <a:gd name="T21" fmla="*/ 5 h 11"/>
                  <a:gd name="T22" fmla="*/ 7 w 13"/>
                  <a:gd name="T23" fmla="*/ 5 h 11"/>
                  <a:gd name="T24" fmla="*/ 11 w 13"/>
                  <a:gd name="T25" fmla="*/ 9 h 11"/>
                  <a:gd name="T26" fmla="*/ 11 w 13"/>
                  <a:gd name="T27" fmla="*/ 1 h 11"/>
                  <a:gd name="T28" fmla="*/ 6 w 13"/>
                  <a:gd name="T2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11">
                    <a:moveTo>
                      <a:pt x="6" y="6"/>
                    </a:moveTo>
                    <a:cubicBezTo>
                      <a:pt x="1" y="7"/>
                      <a:pt x="1" y="7"/>
                      <a:pt x="1" y="7"/>
                    </a:cubicBezTo>
                    <a:cubicBezTo>
                      <a:pt x="1" y="8"/>
                      <a:pt x="1" y="9"/>
                      <a:pt x="2" y="10"/>
                    </a:cubicBezTo>
                    <a:cubicBezTo>
                      <a:pt x="3" y="11"/>
                      <a:pt x="5" y="11"/>
                      <a:pt x="6" y="11"/>
                    </a:cubicBezTo>
                    <a:cubicBezTo>
                      <a:pt x="8" y="11"/>
                      <a:pt x="9" y="11"/>
                      <a:pt x="11" y="10"/>
                    </a:cubicBezTo>
                    <a:cubicBezTo>
                      <a:pt x="11" y="10"/>
                      <a:pt x="11" y="9"/>
                      <a:pt x="11" y="9"/>
                    </a:cubicBezTo>
                    <a:cubicBezTo>
                      <a:pt x="6" y="6"/>
                      <a:pt x="6" y="6"/>
                      <a:pt x="6" y="6"/>
                    </a:cubicBezTo>
                    <a:moveTo>
                      <a:pt x="6" y="0"/>
                    </a:moveTo>
                    <a:cubicBezTo>
                      <a:pt x="5" y="0"/>
                      <a:pt x="3" y="0"/>
                      <a:pt x="2" y="1"/>
                    </a:cubicBezTo>
                    <a:cubicBezTo>
                      <a:pt x="1" y="2"/>
                      <a:pt x="0" y="4"/>
                      <a:pt x="1" y="6"/>
                    </a:cubicBezTo>
                    <a:cubicBezTo>
                      <a:pt x="6" y="5"/>
                      <a:pt x="6" y="5"/>
                      <a:pt x="6" y="5"/>
                    </a:cubicBezTo>
                    <a:cubicBezTo>
                      <a:pt x="7" y="5"/>
                      <a:pt x="7" y="5"/>
                      <a:pt x="7" y="5"/>
                    </a:cubicBezTo>
                    <a:cubicBezTo>
                      <a:pt x="11" y="9"/>
                      <a:pt x="11" y="9"/>
                      <a:pt x="11" y="9"/>
                    </a:cubicBezTo>
                    <a:cubicBezTo>
                      <a:pt x="13" y="7"/>
                      <a:pt x="13" y="3"/>
                      <a:pt x="11" y="1"/>
                    </a:cubicBezTo>
                    <a:cubicBezTo>
                      <a:pt x="9" y="0"/>
                      <a:pt x="8"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41"/>
              <p:cNvSpPr/>
              <p:nvPr/>
            </p:nvSpPr>
            <p:spPr bwMode="auto">
              <a:xfrm>
                <a:off x="2572" y="1926"/>
                <a:ext cx="39" cy="16"/>
              </a:xfrm>
              <a:custGeom>
                <a:avLst/>
                <a:gdLst>
                  <a:gd name="T0" fmla="*/ 5 w 10"/>
                  <a:gd name="T1" fmla="*/ 0 h 4"/>
                  <a:gd name="T2" fmla="*/ 0 w 10"/>
                  <a:gd name="T3" fmla="*/ 1 h 4"/>
                  <a:gd name="T4" fmla="*/ 0 w 10"/>
                  <a:gd name="T5" fmla="*/ 2 h 4"/>
                  <a:gd name="T6" fmla="*/ 5 w 10"/>
                  <a:gd name="T7" fmla="*/ 1 h 4"/>
                  <a:gd name="T8" fmla="*/ 10 w 10"/>
                  <a:gd name="T9" fmla="*/ 4 h 4"/>
                  <a:gd name="T10" fmla="*/ 10 w 10"/>
                  <a:gd name="T11" fmla="*/ 4 h 4"/>
                  <a:gd name="T12" fmla="*/ 6 w 10"/>
                  <a:gd name="T13" fmla="*/ 0 h 4"/>
                  <a:gd name="T14" fmla="*/ 5 w 10"/>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4">
                    <a:moveTo>
                      <a:pt x="5" y="0"/>
                    </a:moveTo>
                    <a:cubicBezTo>
                      <a:pt x="0" y="1"/>
                      <a:pt x="0" y="1"/>
                      <a:pt x="0" y="1"/>
                    </a:cubicBezTo>
                    <a:cubicBezTo>
                      <a:pt x="0" y="1"/>
                      <a:pt x="0" y="1"/>
                      <a:pt x="0" y="2"/>
                    </a:cubicBezTo>
                    <a:cubicBezTo>
                      <a:pt x="5" y="1"/>
                      <a:pt x="5" y="1"/>
                      <a:pt x="5" y="1"/>
                    </a:cubicBezTo>
                    <a:cubicBezTo>
                      <a:pt x="10" y="4"/>
                      <a:pt x="10" y="4"/>
                      <a:pt x="10" y="4"/>
                    </a:cubicBezTo>
                    <a:cubicBezTo>
                      <a:pt x="10" y="4"/>
                      <a:pt x="10" y="4"/>
                      <a:pt x="10" y="4"/>
                    </a:cubicBezTo>
                    <a:cubicBezTo>
                      <a:pt x="6" y="0"/>
                      <a:pt x="6" y="0"/>
                      <a:pt x="6" y="0"/>
                    </a:cubicBezTo>
                    <a:cubicBezTo>
                      <a:pt x="5" y="0"/>
                      <a:pt x="5"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42"/>
              <p:cNvSpPr>
                <a:spLocks noEditPoints="1"/>
              </p:cNvSpPr>
              <p:nvPr/>
            </p:nvSpPr>
            <p:spPr bwMode="auto">
              <a:xfrm>
                <a:off x="2124" y="1962"/>
                <a:ext cx="47" cy="39"/>
              </a:xfrm>
              <a:custGeom>
                <a:avLst/>
                <a:gdLst>
                  <a:gd name="T0" fmla="*/ 9 w 12"/>
                  <a:gd name="T1" fmla="*/ 0 h 10"/>
                  <a:gd name="T2" fmla="*/ 7 w 12"/>
                  <a:gd name="T3" fmla="*/ 4 h 10"/>
                  <a:gd name="T4" fmla="*/ 12 w 12"/>
                  <a:gd name="T5" fmla="*/ 4 h 10"/>
                  <a:gd name="T6" fmla="*/ 10 w 12"/>
                  <a:gd name="T7" fmla="*/ 1 h 10"/>
                  <a:gd name="T8" fmla="*/ 9 w 12"/>
                  <a:gd name="T9" fmla="*/ 0 h 10"/>
                  <a:gd name="T10" fmla="*/ 6 w 12"/>
                  <a:gd name="T11" fmla="*/ 0 h 10"/>
                  <a:gd name="T12" fmla="*/ 3 w 12"/>
                  <a:gd name="T13" fmla="*/ 1 h 10"/>
                  <a:gd name="T14" fmla="*/ 3 w 12"/>
                  <a:gd name="T15" fmla="*/ 9 h 10"/>
                  <a:gd name="T16" fmla="*/ 6 w 12"/>
                  <a:gd name="T17" fmla="*/ 10 h 10"/>
                  <a:gd name="T18" fmla="*/ 10 w 12"/>
                  <a:gd name="T19" fmla="*/ 9 h 10"/>
                  <a:gd name="T20" fmla="*/ 12 w 12"/>
                  <a:gd name="T21" fmla="*/ 5 h 10"/>
                  <a:gd name="T22" fmla="*/ 6 w 12"/>
                  <a:gd name="T23" fmla="*/ 5 h 10"/>
                  <a:gd name="T24" fmla="*/ 6 w 12"/>
                  <a:gd name="T25" fmla="*/ 5 h 10"/>
                  <a:gd name="T26" fmla="*/ 6 w 12"/>
                  <a:gd name="T27" fmla="*/ 5 h 10"/>
                  <a:gd name="T28" fmla="*/ 6 w 12"/>
                  <a:gd name="T29" fmla="*/ 5 h 10"/>
                  <a:gd name="T30" fmla="*/ 8 w 12"/>
                  <a:gd name="T31" fmla="*/ 0 h 10"/>
                  <a:gd name="T32" fmla="*/ 6 w 12"/>
                  <a:gd name="T3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0">
                    <a:moveTo>
                      <a:pt x="9" y="0"/>
                    </a:moveTo>
                    <a:cubicBezTo>
                      <a:pt x="7" y="4"/>
                      <a:pt x="7" y="4"/>
                      <a:pt x="7" y="4"/>
                    </a:cubicBezTo>
                    <a:cubicBezTo>
                      <a:pt x="12" y="4"/>
                      <a:pt x="12" y="4"/>
                      <a:pt x="12" y="4"/>
                    </a:cubicBezTo>
                    <a:cubicBezTo>
                      <a:pt x="11" y="3"/>
                      <a:pt x="11" y="2"/>
                      <a:pt x="10" y="1"/>
                    </a:cubicBezTo>
                    <a:cubicBezTo>
                      <a:pt x="10" y="1"/>
                      <a:pt x="9" y="1"/>
                      <a:pt x="9" y="0"/>
                    </a:cubicBezTo>
                    <a:moveTo>
                      <a:pt x="6" y="0"/>
                    </a:moveTo>
                    <a:cubicBezTo>
                      <a:pt x="5" y="0"/>
                      <a:pt x="4" y="0"/>
                      <a:pt x="3" y="1"/>
                    </a:cubicBezTo>
                    <a:cubicBezTo>
                      <a:pt x="0" y="3"/>
                      <a:pt x="0" y="7"/>
                      <a:pt x="3" y="9"/>
                    </a:cubicBezTo>
                    <a:cubicBezTo>
                      <a:pt x="4" y="10"/>
                      <a:pt x="5" y="10"/>
                      <a:pt x="6" y="10"/>
                    </a:cubicBezTo>
                    <a:cubicBezTo>
                      <a:pt x="8" y="10"/>
                      <a:pt x="9" y="10"/>
                      <a:pt x="10" y="9"/>
                    </a:cubicBezTo>
                    <a:cubicBezTo>
                      <a:pt x="11" y="8"/>
                      <a:pt x="12" y="6"/>
                      <a:pt x="12" y="5"/>
                    </a:cubicBezTo>
                    <a:cubicBezTo>
                      <a:pt x="6" y="5"/>
                      <a:pt x="6" y="5"/>
                      <a:pt x="6" y="5"/>
                    </a:cubicBezTo>
                    <a:cubicBezTo>
                      <a:pt x="6" y="5"/>
                      <a:pt x="6" y="5"/>
                      <a:pt x="6" y="5"/>
                    </a:cubicBezTo>
                    <a:cubicBezTo>
                      <a:pt x="6" y="5"/>
                      <a:pt x="6" y="5"/>
                      <a:pt x="6" y="5"/>
                    </a:cubicBezTo>
                    <a:cubicBezTo>
                      <a:pt x="6" y="5"/>
                      <a:pt x="6" y="5"/>
                      <a:pt x="6" y="5"/>
                    </a:cubicBezTo>
                    <a:cubicBezTo>
                      <a:pt x="8" y="0"/>
                      <a:pt x="8" y="0"/>
                      <a:pt x="8" y="0"/>
                    </a:cubicBezTo>
                    <a:cubicBezTo>
                      <a:pt x="8" y="0"/>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43"/>
              <p:cNvSpPr/>
              <p:nvPr/>
            </p:nvSpPr>
            <p:spPr bwMode="auto">
              <a:xfrm>
                <a:off x="2148" y="1962"/>
                <a:ext cx="23" cy="20"/>
              </a:xfrm>
              <a:custGeom>
                <a:avLst/>
                <a:gdLst>
                  <a:gd name="T0" fmla="*/ 2 w 6"/>
                  <a:gd name="T1" fmla="*/ 0 h 5"/>
                  <a:gd name="T2" fmla="*/ 0 w 6"/>
                  <a:gd name="T3" fmla="*/ 5 h 5"/>
                  <a:gd name="T4" fmla="*/ 0 w 6"/>
                  <a:gd name="T5" fmla="*/ 5 h 5"/>
                  <a:gd name="T6" fmla="*/ 0 w 6"/>
                  <a:gd name="T7" fmla="*/ 5 h 5"/>
                  <a:gd name="T8" fmla="*/ 0 w 6"/>
                  <a:gd name="T9" fmla="*/ 5 h 5"/>
                  <a:gd name="T10" fmla="*/ 6 w 6"/>
                  <a:gd name="T11" fmla="*/ 5 h 5"/>
                  <a:gd name="T12" fmla="*/ 6 w 6"/>
                  <a:gd name="T13" fmla="*/ 4 h 5"/>
                  <a:gd name="T14" fmla="*/ 1 w 6"/>
                  <a:gd name="T15" fmla="*/ 4 h 5"/>
                  <a:gd name="T16" fmla="*/ 3 w 6"/>
                  <a:gd name="T17" fmla="*/ 0 h 5"/>
                  <a:gd name="T18" fmla="*/ 2 w 6"/>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5">
                    <a:moveTo>
                      <a:pt x="2" y="0"/>
                    </a:moveTo>
                    <a:cubicBezTo>
                      <a:pt x="0" y="5"/>
                      <a:pt x="0" y="5"/>
                      <a:pt x="0" y="5"/>
                    </a:cubicBezTo>
                    <a:cubicBezTo>
                      <a:pt x="0" y="5"/>
                      <a:pt x="0" y="5"/>
                      <a:pt x="0" y="5"/>
                    </a:cubicBezTo>
                    <a:cubicBezTo>
                      <a:pt x="0" y="5"/>
                      <a:pt x="0" y="5"/>
                      <a:pt x="0" y="5"/>
                    </a:cubicBezTo>
                    <a:cubicBezTo>
                      <a:pt x="0" y="5"/>
                      <a:pt x="0" y="5"/>
                      <a:pt x="0" y="5"/>
                    </a:cubicBezTo>
                    <a:cubicBezTo>
                      <a:pt x="6" y="5"/>
                      <a:pt x="6" y="5"/>
                      <a:pt x="6" y="5"/>
                    </a:cubicBezTo>
                    <a:cubicBezTo>
                      <a:pt x="6" y="4"/>
                      <a:pt x="6" y="4"/>
                      <a:pt x="6" y="4"/>
                    </a:cubicBezTo>
                    <a:cubicBezTo>
                      <a:pt x="1" y="4"/>
                      <a:pt x="1" y="4"/>
                      <a:pt x="1" y="4"/>
                    </a:cubicBezTo>
                    <a:cubicBezTo>
                      <a:pt x="3" y="0"/>
                      <a:pt x="3" y="0"/>
                      <a:pt x="3" y="0"/>
                    </a:cubicBezTo>
                    <a:cubicBezTo>
                      <a:pt x="3" y="0"/>
                      <a:pt x="2" y="0"/>
                      <a:pt x="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44"/>
              <p:cNvSpPr>
                <a:spLocks noEditPoints="1"/>
              </p:cNvSpPr>
              <p:nvPr/>
            </p:nvSpPr>
            <p:spPr bwMode="auto">
              <a:xfrm>
                <a:off x="2386" y="1403"/>
                <a:ext cx="55" cy="52"/>
              </a:xfrm>
              <a:custGeom>
                <a:avLst/>
                <a:gdLst>
                  <a:gd name="T0" fmla="*/ 7 w 14"/>
                  <a:gd name="T1" fmla="*/ 7 h 13"/>
                  <a:gd name="T2" fmla="*/ 5 w 14"/>
                  <a:gd name="T3" fmla="*/ 13 h 13"/>
                  <a:gd name="T4" fmla="*/ 7 w 14"/>
                  <a:gd name="T5" fmla="*/ 13 h 13"/>
                  <a:gd name="T6" fmla="*/ 12 w 14"/>
                  <a:gd name="T7" fmla="*/ 11 h 13"/>
                  <a:gd name="T8" fmla="*/ 14 w 14"/>
                  <a:gd name="T9" fmla="*/ 7 h 13"/>
                  <a:gd name="T10" fmla="*/ 7 w 14"/>
                  <a:gd name="T11" fmla="*/ 7 h 13"/>
                  <a:gd name="T12" fmla="*/ 7 w 14"/>
                  <a:gd name="T13" fmla="*/ 0 h 13"/>
                  <a:gd name="T14" fmla="*/ 2 w 14"/>
                  <a:gd name="T15" fmla="*/ 2 h 13"/>
                  <a:gd name="T16" fmla="*/ 2 w 14"/>
                  <a:gd name="T17" fmla="*/ 11 h 13"/>
                  <a:gd name="T18" fmla="*/ 4 w 14"/>
                  <a:gd name="T19" fmla="*/ 13 h 13"/>
                  <a:gd name="T20" fmla="*/ 7 w 14"/>
                  <a:gd name="T21" fmla="*/ 6 h 13"/>
                  <a:gd name="T22" fmla="*/ 7 w 14"/>
                  <a:gd name="T23" fmla="*/ 6 h 13"/>
                  <a:gd name="T24" fmla="*/ 7 w 14"/>
                  <a:gd name="T25" fmla="*/ 6 h 13"/>
                  <a:gd name="T26" fmla="*/ 14 w 14"/>
                  <a:gd name="T27" fmla="*/ 7 h 13"/>
                  <a:gd name="T28" fmla="*/ 12 w 14"/>
                  <a:gd name="T29" fmla="*/ 2 h 13"/>
                  <a:gd name="T30" fmla="*/ 7 w 14"/>
                  <a:gd name="T3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3">
                    <a:moveTo>
                      <a:pt x="7" y="7"/>
                    </a:moveTo>
                    <a:cubicBezTo>
                      <a:pt x="5" y="13"/>
                      <a:pt x="5" y="13"/>
                      <a:pt x="5" y="13"/>
                    </a:cubicBezTo>
                    <a:cubicBezTo>
                      <a:pt x="5" y="13"/>
                      <a:pt x="6" y="13"/>
                      <a:pt x="7" y="13"/>
                    </a:cubicBezTo>
                    <a:cubicBezTo>
                      <a:pt x="9" y="13"/>
                      <a:pt x="11" y="13"/>
                      <a:pt x="12" y="11"/>
                    </a:cubicBezTo>
                    <a:cubicBezTo>
                      <a:pt x="13" y="10"/>
                      <a:pt x="14" y="9"/>
                      <a:pt x="14" y="7"/>
                    </a:cubicBezTo>
                    <a:cubicBezTo>
                      <a:pt x="7" y="7"/>
                      <a:pt x="7" y="7"/>
                      <a:pt x="7" y="7"/>
                    </a:cubicBezTo>
                    <a:moveTo>
                      <a:pt x="7" y="0"/>
                    </a:moveTo>
                    <a:cubicBezTo>
                      <a:pt x="5" y="0"/>
                      <a:pt x="4" y="0"/>
                      <a:pt x="2" y="2"/>
                    </a:cubicBezTo>
                    <a:cubicBezTo>
                      <a:pt x="0" y="4"/>
                      <a:pt x="0" y="9"/>
                      <a:pt x="2" y="11"/>
                    </a:cubicBezTo>
                    <a:cubicBezTo>
                      <a:pt x="3" y="12"/>
                      <a:pt x="3" y="12"/>
                      <a:pt x="4" y="13"/>
                    </a:cubicBezTo>
                    <a:cubicBezTo>
                      <a:pt x="7" y="6"/>
                      <a:pt x="7" y="6"/>
                      <a:pt x="7" y="6"/>
                    </a:cubicBezTo>
                    <a:cubicBezTo>
                      <a:pt x="7" y="6"/>
                      <a:pt x="7" y="6"/>
                      <a:pt x="7" y="6"/>
                    </a:cubicBezTo>
                    <a:cubicBezTo>
                      <a:pt x="7" y="6"/>
                      <a:pt x="7" y="6"/>
                      <a:pt x="7" y="6"/>
                    </a:cubicBezTo>
                    <a:cubicBezTo>
                      <a:pt x="14" y="7"/>
                      <a:pt x="14" y="7"/>
                      <a:pt x="14" y="7"/>
                    </a:cubicBezTo>
                    <a:cubicBezTo>
                      <a:pt x="14" y="5"/>
                      <a:pt x="13" y="3"/>
                      <a:pt x="12" y="2"/>
                    </a:cubicBezTo>
                    <a:cubicBezTo>
                      <a:pt x="11" y="0"/>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45"/>
              <p:cNvSpPr/>
              <p:nvPr/>
            </p:nvSpPr>
            <p:spPr bwMode="auto">
              <a:xfrm>
                <a:off x="2401" y="1427"/>
                <a:ext cx="40" cy="28"/>
              </a:xfrm>
              <a:custGeom>
                <a:avLst/>
                <a:gdLst>
                  <a:gd name="T0" fmla="*/ 3 w 10"/>
                  <a:gd name="T1" fmla="*/ 0 h 7"/>
                  <a:gd name="T2" fmla="*/ 3 w 10"/>
                  <a:gd name="T3" fmla="*/ 0 h 7"/>
                  <a:gd name="T4" fmla="*/ 0 w 10"/>
                  <a:gd name="T5" fmla="*/ 7 h 7"/>
                  <a:gd name="T6" fmla="*/ 1 w 10"/>
                  <a:gd name="T7" fmla="*/ 7 h 7"/>
                  <a:gd name="T8" fmla="*/ 3 w 10"/>
                  <a:gd name="T9" fmla="*/ 1 h 7"/>
                  <a:gd name="T10" fmla="*/ 10 w 10"/>
                  <a:gd name="T11" fmla="*/ 1 h 7"/>
                  <a:gd name="T12" fmla="*/ 10 w 10"/>
                  <a:gd name="T13" fmla="*/ 1 h 7"/>
                  <a:gd name="T14" fmla="*/ 3 w 10"/>
                  <a:gd name="T15" fmla="*/ 0 h 7"/>
                  <a:gd name="T16" fmla="*/ 3 w 10"/>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7">
                    <a:moveTo>
                      <a:pt x="3" y="0"/>
                    </a:moveTo>
                    <a:cubicBezTo>
                      <a:pt x="3" y="0"/>
                      <a:pt x="3" y="0"/>
                      <a:pt x="3" y="0"/>
                    </a:cubicBezTo>
                    <a:cubicBezTo>
                      <a:pt x="0" y="7"/>
                      <a:pt x="0" y="7"/>
                      <a:pt x="0" y="7"/>
                    </a:cubicBezTo>
                    <a:cubicBezTo>
                      <a:pt x="0" y="7"/>
                      <a:pt x="0" y="7"/>
                      <a:pt x="1" y="7"/>
                    </a:cubicBezTo>
                    <a:cubicBezTo>
                      <a:pt x="3" y="1"/>
                      <a:pt x="3" y="1"/>
                      <a:pt x="3" y="1"/>
                    </a:cubicBezTo>
                    <a:cubicBezTo>
                      <a:pt x="10" y="1"/>
                      <a:pt x="10" y="1"/>
                      <a:pt x="10" y="1"/>
                    </a:cubicBezTo>
                    <a:cubicBezTo>
                      <a:pt x="10" y="1"/>
                      <a:pt x="10" y="1"/>
                      <a:pt x="10" y="1"/>
                    </a:cubicBezTo>
                    <a:cubicBezTo>
                      <a:pt x="3" y="0"/>
                      <a:pt x="3" y="0"/>
                      <a:pt x="3" y="0"/>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46"/>
              <p:cNvSpPr>
                <a:spLocks noEditPoints="1"/>
              </p:cNvSpPr>
              <p:nvPr/>
            </p:nvSpPr>
            <p:spPr bwMode="auto">
              <a:xfrm>
                <a:off x="3384" y="1474"/>
                <a:ext cx="52" cy="48"/>
              </a:xfrm>
              <a:custGeom>
                <a:avLst/>
                <a:gdLst>
                  <a:gd name="T0" fmla="*/ 4 w 13"/>
                  <a:gd name="T1" fmla="*/ 0 h 12"/>
                  <a:gd name="T2" fmla="*/ 2 w 13"/>
                  <a:gd name="T3" fmla="*/ 2 h 12"/>
                  <a:gd name="T4" fmla="*/ 0 w 13"/>
                  <a:gd name="T5" fmla="*/ 5 h 12"/>
                  <a:gd name="T6" fmla="*/ 6 w 13"/>
                  <a:gd name="T7" fmla="*/ 6 h 12"/>
                  <a:gd name="T8" fmla="*/ 4 w 13"/>
                  <a:gd name="T9" fmla="*/ 0 h 12"/>
                  <a:gd name="T10" fmla="*/ 9 w 13"/>
                  <a:gd name="T11" fmla="*/ 0 h 12"/>
                  <a:gd name="T12" fmla="*/ 12 w 13"/>
                  <a:gd name="T13" fmla="*/ 4 h 12"/>
                  <a:gd name="T14" fmla="*/ 11 w 13"/>
                  <a:gd name="T15" fmla="*/ 2 h 12"/>
                  <a:gd name="T16" fmla="*/ 9 w 13"/>
                  <a:gd name="T17" fmla="*/ 0 h 12"/>
                  <a:gd name="T18" fmla="*/ 6 w 13"/>
                  <a:gd name="T19" fmla="*/ 0 h 12"/>
                  <a:gd name="T20" fmla="*/ 5 w 13"/>
                  <a:gd name="T21" fmla="*/ 0 h 12"/>
                  <a:gd name="T22" fmla="*/ 7 w 13"/>
                  <a:gd name="T23" fmla="*/ 6 h 12"/>
                  <a:gd name="T24" fmla="*/ 7 w 13"/>
                  <a:gd name="T25" fmla="*/ 6 h 12"/>
                  <a:gd name="T26" fmla="*/ 6 w 13"/>
                  <a:gd name="T27" fmla="*/ 6 h 12"/>
                  <a:gd name="T28" fmla="*/ 0 w 13"/>
                  <a:gd name="T29" fmla="*/ 6 h 12"/>
                  <a:gd name="T30" fmla="*/ 2 w 13"/>
                  <a:gd name="T31" fmla="*/ 10 h 12"/>
                  <a:gd name="T32" fmla="*/ 6 w 13"/>
                  <a:gd name="T33" fmla="*/ 12 h 12"/>
                  <a:gd name="T34" fmla="*/ 11 w 13"/>
                  <a:gd name="T35" fmla="*/ 10 h 12"/>
                  <a:gd name="T36" fmla="*/ 12 w 13"/>
                  <a:gd name="T37" fmla="*/ 4 h 12"/>
                  <a:gd name="T38" fmla="*/ 8 w 13"/>
                  <a:gd name="T39" fmla="*/ 0 h 12"/>
                  <a:gd name="T40" fmla="*/ 6 w 13"/>
                  <a:gd name="T4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 h="12">
                    <a:moveTo>
                      <a:pt x="4" y="0"/>
                    </a:moveTo>
                    <a:cubicBezTo>
                      <a:pt x="3" y="0"/>
                      <a:pt x="3" y="1"/>
                      <a:pt x="2" y="2"/>
                    </a:cubicBezTo>
                    <a:cubicBezTo>
                      <a:pt x="1" y="3"/>
                      <a:pt x="0" y="4"/>
                      <a:pt x="0" y="5"/>
                    </a:cubicBezTo>
                    <a:cubicBezTo>
                      <a:pt x="6" y="6"/>
                      <a:pt x="6" y="6"/>
                      <a:pt x="6" y="6"/>
                    </a:cubicBezTo>
                    <a:cubicBezTo>
                      <a:pt x="4" y="0"/>
                      <a:pt x="4" y="0"/>
                      <a:pt x="4" y="0"/>
                    </a:cubicBezTo>
                    <a:moveTo>
                      <a:pt x="9" y="0"/>
                    </a:moveTo>
                    <a:cubicBezTo>
                      <a:pt x="12" y="4"/>
                      <a:pt x="12" y="4"/>
                      <a:pt x="12" y="4"/>
                    </a:cubicBezTo>
                    <a:cubicBezTo>
                      <a:pt x="12" y="3"/>
                      <a:pt x="11" y="2"/>
                      <a:pt x="11" y="2"/>
                    </a:cubicBezTo>
                    <a:cubicBezTo>
                      <a:pt x="10" y="1"/>
                      <a:pt x="9" y="0"/>
                      <a:pt x="9" y="0"/>
                    </a:cubicBezTo>
                    <a:moveTo>
                      <a:pt x="6" y="0"/>
                    </a:moveTo>
                    <a:cubicBezTo>
                      <a:pt x="6" y="0"/>
                      <a:pt x="6" y="0"/>
                      <a:pt x="5" y="0"/>
                    </a:cubicBezTo>
                    <a:cubicBezTo>
                      <a:pt x="7" y="6"/>
                      <a:pt x="7" y="6"/>
                      <a:pt x="7" y="6"/>
                    </a:cubicBezTo>
                    <a:cubicBezTo>
                      <a:pt x="7" y="6"/>
                      <a:pt x="7" y="6"/>
                      <a:pt x="7" y="6"/>
                    </a:cubicBezTo>
                    <a:cubicBezTo>
                      <a:pt x="6" y="6"/>
                      <a:pt x="6" y="6"/>
                      <a:pt x="6" y="6"/>
                    </a:cubicBezTo>
                    <a:cubicBezTo>
                      <a:pt x="0" y="6"/>
                      <a:pt x="0" y="6"/>
                      <a:pt x="0" y="6"/>
                    </a:cubicBezTo>
                    <a:cubicBezTo>
                      <a:pt x="0" y="8"/>
                      <a:pt x="1" y="9"/>
                      <a:pt x="2" y="10"/>
                    </a:cubicBezTo>
                    <a:cubicBezTo>
                      <a:pt x="3" y="12"/>
                      <a:pt x="5" y="12"/>
                      <a:pt x="6" y="12"/>
                    </a:cubicBezTo>
                    <a:cubicBezTo>
                      <a:pt x="8" y="12"/>
                      <a:pt x="10" y="12"/>
                      <a:pt x="11" y="10"/>
                    </a:cubicBezTo>
                    <a:cubicBezTo>
                      <a:pt x="12" y="9"/>
                      <a:pt x="13" y="7"/>
                      <a:pt x="12" y="4"/>
                    </a:cubicBezTo>
                    <a:cubicBezTo>
                      <a:pt x="8" y="0"/>
                      <a:pt x="8" y="0"/>
                      <a:pt x="8" y="0"/>
                    </a:cubicBezTo>
                    <a:cubicBezTo>
                      <a:pt x="7" y="0"/>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47"/>
              <p:cNvSpPr>
                <a:spLocks noEditPoints="1"/>
              </p:cNvSpPr>
              <p:nvPr/>
            </p:nvSpPr>
            <p:spPr bwMode="auto">
              <a:xfrm>
                <a:off x="3384" y="1474"/>
                <a:ext cx="48" cy="24"/>
              </a:xfrm>
              <a:custGeom>
                <a:avLst/>
                <a:gdLst>
                  <a:gd name="T0" fmla="*/ 5 w 12"/>
                  <a:gd name="T1" fmla="*/ 0 h 6"/>
                  <a:gd name="T2" fmla="*/ 4 w 12"/>
                  <a:gd name="T3" fmla="*/ 0 h 6"/>
                  <a:gd name="T4" fmla="*/ 6 w 12"/>
                  <a:gd name="T5" fmla="*/ 6 h 6"/>
                  <a:gd name="T6" fmla="*/ 0 w 12"/>
                  <a:gd name="T7" fmla="*/ 5 h 6"/>
                  <a:gd name="T8" fmla="*/ 0 w 12"/>
                  <a:gd name="T9" fmla="*/ 6 h 6"/>
                  <a:gd name="T10" fmla="*/ 6 w 12"/>
                  <a:gd name="T11" fmla="*/ 6 h 6"/>
                  <a:gd name="T12" fmla="*/ 7 w 12"/>
                  <a:gd name="T13" fmla="*/ 6 h 6"/>
                  <a:gd name="T14" fmla="*/ 7 w 12"/>
                  <a:gd name="T15" fmla="*/ 6 h 6"/>
                  <a:gd name="T16" fmla="*/ 5 w 12"/>
                  <a:gd name="T17" fmla="*/ 0 h 6"/>
                  <a:gd name="T18" fmla="*/ 8 w 12"/>
                  <a:gd name="T19" fmla="*/ 0 h 6"/>
                  <a:gd name="T20" fmla="*/ 12 w 12"/>
                  <a:gd name="T21" fmla="*/ 4 h 6"/>
                  <a:gd name="T22" fmla="*/ 12 w 12"/>
                  <a:gd name="T23" fmla="*/ 4 h 6"/>
                  <a:gd name="T24" fmla="*/ 9 w 12"/>
                  <a:gd name="T25" fmla="*/ 0 h 6"/>
                  <a:gd name="T26" fmla="*/ 8 w 12"/>
                  <a:gd name="T2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6">
                    <a:moveTo>
                      <a:pt x="5" y="0"/>
                    </a:moveTo>
                    <a:cubicBezTo>
                      <a:pt x="5" y="0"/>
                      <a:pt x="5" y="0"/>
                      <a:pt x="4" y="0"/>
                    </a:cubicBezTo>
                    <a:cubicBezTo>
                      <a:pt x="6" y="6"/>
                      <a:pt x="6" y="6"/>
                      <a:pt x="6" y="6"/>
                    </a:cubicBezTo>
                    <a:cubicBezTo>
                      <a:pt x="0" y="5"/>
                      <a:pt x="0" y="5"/>
                      <a:pt x="0" y="5"/>
                    </a:cubicBezTo>
                    <a:cubicBezTo>
                      <a:pt x="0" y="5"/>
                      <a:pt x="0" y="6"/>
                      <a:pt x="0" y="6"/>
                    </a:cubicBezTo>
                    <a:cubicBezTo>
                      <a:pt x="6" y="6"/>
                      <a:pt x="6" y="6"/>
                      <a:pt x="6" y="6"/>
                    </a:cubicBezTo>
                    <a:cubicBezTo>
                      <a:pt x="7" y="6"/>
                      <a:pt x="7" y="6"/>
                      <a:pt x="7" y="6"/>
                    </a:cubicBezTo>
                    <a:cubicBezTo>
                      <a:pt x="7" y="6"/>
                      <a:pt x="7" y="6"/>
                      <a:pt x="7" y="6"/>
                    </a:cubicBezTo>
                    <a:cubicBezTo>
                      <a:pt x="5" y="0"/>
                      <a:pt x="5" y="0"/>
                      <a:pt x="5" y="0"/>
                    </a:cubicBezTo>
                    <a:moveTo>
                      <a:pt x="8" y="0"/>
                    </a:moveTo>
                    <a:cubicBezTo>
                      <a:pt x="12" y="4"/>
                      <a:pt x="12" y="4"/>
                      <a:pt x="12" y="4"/>
                    </a:cubicBezTo>
                    <a:cubicBezTo>
                      <a:pt x="12" y="4"/>
                      <a:pt x="12" y="4"/>
                      <a:pt x="12" y="4"/>
                    </a:cubicBezTo>
                    <a:cubicBezTo>
                      <a:pt x="9" y="0"/>
                      <a:pt x="9" y="0"/>
                      <a:pt x="9" y="0"/>
                    </a:cubicBezTo>
                    <a:cubicBezTo>
                      <a:pt x="8" y="0"/>
                      <a:pt x="8"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48"/>
              <p:cNvSpPr>
                <a:spLocks noEditPoints="1"/>
              </p:cNvSpPr>
              <p:nvPr/>
            </p:nvSpPr>
            <p:spPr bwMode="auto">
              <a:xfrm>
                <a:off x="3234" y="971"/>
                <a:ext cx="55" cy="52"/>
              </a:xfrm>
              <a:custGeom>
                <a:avLst/>
                <a:gdLst>
                  <a:gd name="T0" fmla="*/ 8 w 14"/>
                  <a:gd name="T1" fmla="*/ 7 h 13"/>
                  <a:gd name="T2" fmla="*/ 10 w 14"/>
                  <a:gd name="T3" fmla="*/ 13 h 13"/>
                  <a:gd name="T4" fmla="*/ 12 w 14"/>
                  <a:gd name="T5" fmla="*/ 11 h 13"/>
                  <a:gd name="T6" fmla="*/ 13 w 14"/>
                  <a:gd name="T7" fmla="*/ 8 h 13"/>
                  <a:gd name="T8" fmla="*/ 8 w 14"/>
                  <a:gd name="T9" fmla="*/ 7 h 13"/>
                  <a:gd name="T10" fmla="*/ 7 w 14"/>
                  <a:gd name="T11" fmla="*/ 0 h 13"/>
                  <a:gd name="T12" fmla="*/ 3 w 14"/>
                  <a:gd name="T13" fmla="*/ 2 h 13"/>
                  <a:gd name="T14" fmla="*/ 3 w 14"/>
                  <a:gd name="T15" fmla="*/ 11 h 13"/>
                  <a:gd name="T16" fmla="*/ 7 w 14"/>
                  <a:gd name="T17" fmla="*/ 13 h 13"/>
                  <a:gd name="T18" fmla="*/ 9 w 14"/>
                  <a:gd name="T19" fmla="*/ 13 h 13"/>
                  <a:gd name="T20" fmla="*/ 7 w 14"/>
                  <a:gd name="T21" fmla="*/ 7 h 13"/>
                  <a:gd name="T22" fmla="*/ 7 w 14"/>
                  <a:gd name="T23" fmla="*/ 6 h 13"/>
                  <a:gd name="T24" fmla="*/ 7 w 14"/>
                  <a:gd name="T25" fmla="*/ 6 h 13"/>
                  <a:gd name="T26" fmla="*/ 14 w 14"/>
                  <a:gd name="T27" fmla="*/ 8 h 13"/>
                  <a:gd name="T28" fmla="*/ 12 w 14"/>
                  <a:gd name="T29" fmla="*/ 2 h 13"/>
                  <a:gd name="T30" fmla="*/ 7 w 14"/>
                  <a:gd name="T3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3">
                    <a:moveTo>
                      <a:pt x="8" y="7"/>
                    </a:moveTo>
                    <a:cubicBezTo>
                      <a:pt x="10" y="13"/>
                      <a:pt x="10" y="13"/>
                      <a:pt x="10" y="13"/>
                    </a:cubicBezTo>
                    <a:cubicBezTo>
                      <a:pt x="10" y="13"/>
                      <a:pt x="11" y="12"/>
                      <a:pt x="12" y="11"/>
                    </a:cubicBezTo>
                    <a:cubicBezTo>
                      <a:pt x="13" y="11"/>
                      <a:pt x="13" y="10"/>
                      <a:pt x="13" y="8"/>
                    </a:cubicBezTo>
                    <a:cubicBezTo>
                      <a:pt x="8" y="7"/>
                      <a:pt x="8" y="7"/>
                      <a:pt x="8" y="7"/>
                    </a:cubicBezTo>
                    <a:moveTo>
                      <a:pt x="7" y="0"/>
                    </a:moveTo>
                    <a:cubicBezTo>
                      <a:pt x="6" y="0"/>
                      <a:pt x="4" y="1"/>
                      <a:pt x="3" y="2"/>
                    </a:cubicBezTo>
                    <a:cubicBezTo>
                      <a:pt x="0" y="5"/>
                      <a:pt x="0" y="9"/>
                      <a:pt x="3" y="11"/>
                    </a:cubicBezTo>
                    <a:cubicBezTo>
                      <a:pt x="4" y="13"/>
                      <a:pt x="6" y="13"/>
                      <a:pt x="7" y="13"/>
                    </a:cubicBezTo>
                    <a:cubicBezTo>
                      <a:pt x="8" y="13"/>
                      <a:pt x="8" y="13"/>
                      <a:pt x="9" y="13"/>
                    </a:cubicBezTo>
                    <a:cubicBezTo>
                      <a:pt x="7" y="7"/>
                      <a:pt x="7" y="7"/>
                      <a:pt x="7" y="7"/>
                    </a:cubicBezTo>
                    <a:cubicBezTo>
                      <a:pt x="7" y="7"/>
                      <a:pt x="7" y="6"/>
                      <a:pt x="7" y="6"/>
                    </a:cubicBezTo>
                    <a:cubicBezTo>
                      <a:pt x="7" y="6"/>
                      <a:pt x="7" y="6"/>
                      <a:pt x="7" y="6"/>
                    </a:cubicBezTo>
                    <a:cubicBezTo>
                      <a:pt x="14" y="8"/>
                      <a:pt x="14" y="8"/>
                      <a:pt x="14" y="8"/>
                    </a:cubicBezTo>
                    <a:cubicBezTo>
                      <a:pt x="14" y="6"/>
                      <a:pt x="13" y="4"/>
                      <a:pt x="12" y="2"/>
                    </a:cubicBezTo>
                    <a:cubicBezTo>
                      <a:pt x="11" y="1"/>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49"/>
              <p:cNvSpPr/>
              <p:nvPr/>
            </p:nvSpPr>
            <p:spPr bwMode="auto">
              <a:xfrm>
                <a:off x="3261" y="995"/>
                <a:ext cx="28" cy="28"/>
              </a:xfrm>
              <a:custGeom>
                <a:avLst/>
                <a:gdLst>
                  <a:gd name="T0" fmla="*/ 0 w 7"/>
                  <a:gd name="T1" fmla="*/ 0 h 7"/>
                  <a:gd name="T2" fmla="*/ 0 w 7"/>
                  <a:gd name="T3" fmla="*/ 0 h 7"/>
                  <a:gd name="T4" fmla="*/ 0 w 7"/>
                  <a:gd name="T5" fmla="*/ 1 h 7"/>
                  <a:gd name="T6" fmla="*/ 2 w 7"/>
                  <a:gd name="T7" fmla="*/ 7 h 7"/>
                  <a:gd name="T8" fmla="*/ 3 w 7"/>
                  <a:gd name="T9" fmla="*/ 7 h 7"/>
                  <a:gd name="T10" fmla="*/ 1 w 7"/>
                  <a:gd name="T11" fmla="*/ 1 h 7"/>
                  <a:gd name="T12" fmla="*/ 6 w 7"/>
                  <a:gd name="T13" fmla="*/ 2 h 7"/>
                  <a:gd name="T14" fmla="*/ 7 w 7"/>
                  <a:gd name="T15" fmla="*/ 2 h 7"/>
                  <a:gd name="T16" fmla="*/ 0 w 7"/>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7">
                    <a:moveTo>
                      <a:pt x="0" y="0"/>
                    </a:moveTo>
                    <a:cubicBezTo>
                      <a:pt x="0" y="0"/>
                      <a:pt x="0" y="0"/>
                      <a:pt x="0" y="0"/>
                    </a:cubicBezTo>
                    <a:cubicBezTo>
                      <a:pt x="0" y="0"/>
                      <a:pt x="0" y="1"/>
                      <a:pt x="0" y="1"/>
                    </a:cubicBezTo>
                    <a:cubicBezTo>
                      <a:pt x="2" y="7"/>
                      <a:pt x="2" y="7"/>
                      <a:pt x="2" y="7"/>
                    </a:cubicBezTo>
                    <a:cubicBezTo>
                      <a:pt x="2" y="7"/>
                      <a:pt x="2" y="7"/>
                      <a:pt x="3" y="7"/>
                    </a:cubicBezTo>
                    <a:cubicBezTo>
                      <a:pt x="1" y="1"/>
                      <a:pt x="1" y="1"/>
                      <a:pt x="1" y="1"/>
                    </a:cubicBezTo>
                    <a:cubicBezTo>
                      <a:pt x="6" y="2"/>
                      <a:pt x="6" y="2"/>
                      <a:pt x="6" y="2"/>
                    </a:cubicBezTo>
                    <a:cubicBezTo>
                      <a:pt x="7" y="2"/>
                      <a:pt x="7" y="2"/>
                      <a:pt x="7" y="2"/>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50"/>
              <p:cNvSpPr>
                <a:spLocks noEditPoints="1"/>
              </p:cNvSpPr>
              <p:nvPr/>
            </p:nvSpPr>
            <p:spPr bwMode="auto">
              <a:xfrm>
                <a:off x="3804" y="1078"/>
                <a:ext cx="56" cy="56"/>
              </a:xfrm>
              <a:custGeom>
                <a:avLst/>
                <a:gdLst>
                  <a:gd name="T0" fmla="*/ 10 w 14"/>
                  <a:gd name="T1" fmla="*/ 1 h 14"/>
                  <a:gd name="T2" fmla="*/ 7 w 14"/>
                  <a:gd name="T3" fmla="*/ 7 h 14"/>
                  <a:gd name="T4" fmla="*/ 7 w 14"/>
                  <a:gd name="T5" fmla="*/ 8 h 14"/>
                  <a:gd name="T6" fmla="*/ 6 w 14"/>
                  <a:gd name="T7" fmla="*/ 8 h 14"/>
                  <a:gd name="T8" fmla="*/ 0 w 14"/>
                  <a:gd name="T9" fmla="*/ 6 h 14"/>
                  <a:gd name="T10" fmla="*/ 2 w 14"/>
                  <a:gd name="T11" fmla="*/ 12 h 14"/>
                  <a:gd name="T12" fmla="*/ 7 w 14"/>
                  <a:gd name="T13" fmla="*/ 14 h 14"/>
                  <a:gd name="T14" fmla="*/ 11 w 14"/>
                  <a:gd name="T15" fmla="*/ 12 h 14"/>
                  <a:gd name="T16" fmla="*/ 11 w 14"/>
                  <a:gd name="T17" fmla="*/ 2 h 14"/>
                  <a:gd name="T18" fmla="*/ 10 w 14"/>
                  <a:gd name="T19" fmla="*/ 1 h 14"/>
                  <a:gd name="T20" fmla="*/ 7 w 14"/>
                  <a:gd name="T21" fmla="*/ 0 h 14"/>
                  <a:gd name="T22" fmla="*/ 2 w 14"/>
                  <a:gd name="T23" fmla="*/ 2 h 14"/>
                  <a:gd name="T24" fmla="*/ 0 w 14"/>
                  <a:gd name="T25" fmla="*/ 5 h 14"/>
                  <a:gd name="T26" fmla="*/ 6 w 14"/>
                  <a:gd name="T27" fmla="*/ 7 h 14"/>
                  <a:gd name="T28" fmla="*/ 9 w 14"/>
                  <a:gd name="T29" fmla="*/ 1 h 14"/>
                  <a:gd name="T30" fmla="*/ 7 w 14"/>
                  <a:gd name="T3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10" y="1"/>
                    </a:moveTo>
                    <a:cubicBezTo>
                      <a:pt x="7" y="7"/>
                      <a:pt x="7" y="7"/>
                      <a:pt x="7" y="7"/>
                    </a:cubicBezTo>
                    <a:cubicBezTo>
                      <a:pt x="7" y="7"/>
                      <a:pt x="7" y="8"/>
                      <a:pt x="7" y="8"/>
                    </a:cubicBezTo>
                    <a:cubicBezTo>
                      <a:pt x="7" y="8"/>
                      <a:pt x="6" y="8"/>
                      <a:pt x="6" y="8"/>
                    </a:cubicBezTo>
                    <a:cubicBezTo>
                      <a:pt x="0" y="6"/>
                      <a:pt x="0" y="6"/>
                      <a:pt x="0" y="6"/>
                    </a:cubicBezTo>
                    <a:cubicBezTo>
                      <a:pt x="0" y="8"/>
                      <a:pt x="0" y="10"/>
                      <a:pt x="2" y="12"/>
                    </a:cubicBezTo>
                    <a:cubicBezTo>
                      <a:pt x="3" y="13"/>
                      <a:pt x="5" y="14"/>
                      <a:pt x="7" y="14"/>
                    </a:cubicBezTo>
                    <a:cubicBezTo>
                      <a:pt x="8" y="14"/>
                      <a:pt x="10" y="13"/>
                      <a:pt x="11" y="12"/>
                    </a:cubicBezTo>
                    <a:cubicBezTo>
                      <a:pt x="14" y="9"/>
                      <a:pt x="14" y="5"/>
                      <a:pt x="11" y="2"/>
                    </a:cubicBezTo>
                    <a:cubicBezTo>
                      <a:pt x="11" y="2"/>
                      <a:pt x="10" y="2"/>
                      <a:pt x="10" y="1"/>
                    </a:cubicBezTo>
                    <a:moveTo>
                      <a:pt x="7" y="0"/>
                    </a:moveTo>
                    <a:cubicBezTo>
                      <a:pt x="5" y="0"/>
                      <a:pt x="3" y="1"/>
                      <a:pt x="2" y="2"/>
                    </a:cubicBezTo>
                    <a:cubicBezTo>
                      <a:pt x="1" y="3"/>
                      <a:pt x="0" y="4"/>
                      <a:pt x="0" y="5"/>
                    </a:cubicBezTo>
                    <a:cubicBezTo>
                      <a:pt x="6" y="7"/>
                      <a:pt x="6" y="7"/>
                      <a:pt x="6" y="7"/>
                    </a:cubicBezTo>
                    <a:cubicBezTo>
                      <a:pt x="9" y="1"/>
                      <a:pt x="9" y="1"/>
                      <a:pt x="9" y="1"/>
                    </a:cubicBezTo>
                    <a:cubicBezTo>
                      <a:pt x="8" y="1"/>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51"/>
              <p:cNvSpPr/>
              <p:nvPr/>
            </p:nvSpPr>
            <p:spPr bwMode="auto">
              <a:xfrm>
                <a:off x="3804" y="1082"/>
                <a:ext cx="40" cy="28"/>
              </a:xfrm>
              <a:custGeom>
                <a:avLst/>
                <a:gdLst>
                  <a:gd name="T0" fmla="*/ 9 w 10"/>
                  <a:gd name="T1" fmla="*/ 0 h 7"/>
                  <a:gd name="T2" fmla="*/ 6 w 10"/>
                  <a:gd name="T3" fmla="*/ 6 h 7"/>
                  <a:gd name="T4" fmla="*/ 0 w 10"/>
                  <a:gd name="T5" fmla="*/ 4 h 7"/>
                  <a:gd name="T6" fmla="*/ 0 w 10"/>
                  <a:gd name="T7" fmla="*/ 5 h 7"/>
                  <a:gd name="T8" fmla="*/ 6 w 10"/>
                  <a:gd name="T9" fmla="*/ 7 h 7"/>
                  <a:gd name="T10" fmla="*/ 7 w 10"/>
                  <a:gd name="T11" fmla="*/ 7 h 7"/>
                  <a:gd name="T12" fmla="*/ 7 w 10"/>
                  <a:gd name="T13" fmla="*/ 6 h 7"/>
                  <a:gd name="T14" fmla="*/ 10 w 10"/>
                  <a:gd name="T15" fmla="*/ 0 h 7"/>
                  <a:gd name="T16" fmla="*/ 9 w 10"/>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7">
                    <a:moveTo>
                      <a:pt x="9" y="0"/>
                    </a:moveTo>
                    <a:cubicBezTo>
                      <a:pt x="6" y="6"/>
                      <a:pt x="6" y="6"/>
                      <a:pt x="6" y="6"/>
                    </a:cubicBezTo>
                    <a:cubicBezTo>
                      <a:pt x="0" y="4"/>
                      <a:pt x="0" y="4"/>
                      <a:pt x="0" y="4"/>
                    </a:cubicBezTo>
                    <a:cubicBezTo>
                      <a:pt x="0" y="5"/>
                      <a:pt x="0" y="5"/>
                      <a:pt x="0" y="5"/>
                    </a:cubicBezTo>
                    <a:cubicBezTo>
                      <a:pt x="6" y="7"/>
                      <a:pt x="6" y="7"/>
                      <a:pt x="6" y="7"/>
                    </a:cubicBezTo>
                    <a:cubicBezTo>
                      <a:pt x="6" y="7"/>
                      <a:pt x="7" y="7"/>
                      <a:pt x="7" y="7"/>
                    </a:cubicBezTo>
                    <a:cubicBezTo>
                      <a:pt x="7" y="7"/>
                      <a:pt x="7" y="6"/>
                      <a:pt x="7" y="6"/>
                    </a:cubicBezTo>
                    <a:cubicBezTo>
                      <a:pt x="10" y="0"/>
                      <a:pt x="10" y="0"/>
                      <a:pt x="10" y="0"/>
                    </a:cubicBezTo>
                    <a:cubicBezTo>
                      <a:pt x="10" y="0"/>
                      <a:pt x="9"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52"/>
              <p:cNvSpPr>
                <a:spLocks noEditPoints="1"/>
              </p:cNvSpPr>
              <p:nvPr/>
            </p:nvSpPr>
            <p:spPr bwMode="auto">
              <a:xfrm>
                <a:off x="4145" y="404"/>
                <a:ext cx="60" cy="56"/>
              </a:xfrm>
              <a:custGeom>
                <a:avLst/>
                <a:gdLst>
                  <a:gd name="T0" fmla="*/ 0 w 15"/>
                  <a:gd name="T1" fmla="*/ 6 h 14"/>
                  <a:gd name="T2" fmla="*/ 2 w 15"/>
                  <a:gd name="T3" fmla="*/ 12 h 14"/>
                  <a:gd name="T4" fmla="*/ 4 w 15"/>
                  <a:gd name="T5" fmla="*/ 13 h 14"/>
                  <a:gd name="T6" fmla="*/ 7 w 15"/>
                  <a:gd name="T7" fmla="*/ 8 h 14"/>
                  <a:gd name="T8" fmla="*/ 0 w 15"/>
                  <a:gd name="T9" fmla="*/ 6 h 14"/>
                  <a:gd name="T10" fmla="*/ 7 w 15"/>
                  <a:gd name="T11" fmla="*/ 0 h 14"/>
                  <a:gd name="T12" fmla="*/ 2 w 15"/>
                  <a:gd name="T13" fmla="*/ 2 h 14"/>
                  <a:gd name="T14" fmla="*/ 1 w 15"/>
                  <a:gd name="T15" fmla="*/ 5 h 14"/>
                  <a:gd name="T16" fmla="*/ 8 w 15"/>
                  <a:gd name="T17" fmla="*/ 7 h 14"/>
                  <a:gd name="T18" fmla="*/ 8 w 15"/>
                  <a:gd name="T19" fmla="*/ 7 h 14"/>
                  <a:gd name="T20" fmla="*/ 8 w 15"/>
                  <a:gd name="T21" fmla="*/ 8 h 14"/>
                  <a:gd name="T22" fmla="*/ 5 w 15"/>
                  <a:gd name="T23" fmla="*/ 14 h 14"/>
                  <a:gd name="T24" fmla="*/ 7 w 15"/>
                  <a:gd name="T25" fmla="*/ 14 h 14"/>
                  <a:gd name="T26" fmla="*/ 12 w 15"/>
                  <a:gd name="T27" fmla="*/ 12 h 14"/>
                  <a:gd name="T28" fmla="*/ 12 w 15"/>
                  <a:gd name="T29" fmla="*/ 2 h 14"/>
                  <a:gd name="T30" fmla="*/ 7 w 15"/>
                  <a:gd name="T3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4">
                    <a:moveTo>
                      <a:pt x="0" y="6"/>
                    </a:moveTo>
                    <a:cubicBezTo>
                      <a:pt x="0" y="8"/>
                      <a:pt x="1" y="11"/>
                      <a:pt x="2" y="12"/>
                    </a:cubicBezTo>
                    <a:cubicBezTo>
                      <a:pt x="3" y="13"/>
                      <a:pt x="3" y="13"/>
                      <a:pt x="4" y="13"/>
                    </a:cubicBezTo>
                    <a:cubicBezTo>
                      <a:pt x="7" y="8"/>
                      <a:pt x="7" y="8"/>
                      <a:pt x="7" y="8"/>
                    </a:cubicBezTo>
                    <a:cubicBezTo>
                      <a:pt x="0" y="6"/>
                      <a:pt x="0" y="6"/>
                      <a:pt x="0" y="6"/>
                    </a:cubicBezTo>
                    <a:moveTo>
                      <a:pt x="7" y="0"/>
                    </a:moveTo>
                    <a:cubicBezTo>
                      <a:pt x="6" y="0"/>
                      <a:pt x="4" y="1"/>
                      <a:pt x="2" y="2"/>
                    </a:cubicBezTo>
                    <a:cubicBezTo>
                      <a:pt x="2" y="3"/>
                      <a:pt x="1" y="4"/>
                      <a:pt x="1" y="5"/>
                    </a:cubicBezTo>
                    <a:cubicBezTo>
                      <a:pt x="8" y="7"/>
                      <a:pt x="8" y="7"/>
                      <a:pt x="8" y="7"/>
                    </a:cubicBezTo>
                    <a:cubicBezTo>
                      <a:pt x="8" y="7"/>
                      <a:pt x="8" y="7"/>
                      <a:pt x="8" y="7"/>
                    </a:cubicBezTo>
                    <a:cubicBezTo>
                      <a:pt x="8" y="8"/>
                      <a:pt x="8" y="8"/>
                      <a:pt x="8" y="8"/>
                    </a:cubicBezTo>
                    <a:cubicBezTo>
                      <a:pt x="5" y="14"/>
                      <a:pt x="5" y="14"/>
                      <a:pt x="5" y="14"/>
                    </a:cubicBezTo>
                    <a:cubicBezTo>
                      <a:pt x="6" y="14"/>
                      <a:pt x="6" y="14"/>
                      <a:pt x="7" y="14"/>
                    </a:cubicBezTo>
                    <a:cubicBezTo>
                      <a:pt x="9" y="14"/>
                      <a:pt x="11" y="14"/>
                      <a:pt x="12" y="12"/>
                    </a:cubicBezTo>
                    <a:cubicBezTo>
                      <a:pt x="15" y="10"/>
                      <a:pt x="15" y="5"/>
                      <a:pt x="12" y="2"/>
                    </a:cubicBezTo>
                    <a:cubicBezTo>
                      <a:pt x="11" y="1"/>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53"/>
              <p:cNvSpPr/>
              <p:nvPr/>
            </p:nvSpPr>
            <p:spPr bwMode="auto">
              <a:xfrm>
                <a:off x="4145" y="424"/>
                <a:ext cx="32" cy="36"/>
              </a:xfrm>
              <a:custGeom>
                <a:avLst/>
                <a:gdLst>
                  <a:gd name="T0" fmla="*/ 1 w 8"/>
                  <a:gd name="T1" fmla="*/ 0 h 9"/>
                  <a:gd name="T2" fmla="*/ 0 w 8"/>
                  <a:gd name="T3" fmla="*/ 1 h 9"/>
                  <a:gd name="T4" fmla="*/ 7 w 8"/>
                  <a:gd name="T5" fmla="*/ 3 h 9"/>
                  <a:gd name="T6" fmla="*/ 4 w 8"/>
                  <a:gd name="T7" fmla="*/ 8 h 9"/>
                  <a:gd name="T8" fmla="*/ 5 w 8"/>
                  <a:gd name="T9" fmla="*/ 9 h 9"/>
                  <a:gd name="T10" fmla="*/ 8 w 8"/>
                  <a:gd name="T11" fmla="*/ 3 h 9"/>
                  <a:gd name="T12" fmla="*/ 8 w 8"/>
                  <a:gd name="T13" fmla="*/ 2 h 9"/>
                  <a:gd name="T14" fmla="*/ 8 w 8"/>
                  <a:gd name="T15" fmla="*/ 2 h 9"/>
                  <a:gd name="T16" fmla="*/ 1 w 8"/>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9">
                    <a:moveTo>
                      <a:pt x="1" y="0"/>
                    </a:moveTo>
                    <a:cubicBezTo>
                      <a:pt x="1" y="1"/>
                      <a:pt x="0" y="1"/>
                      <a:pt x="0" y="1"/>
                    </a:cubicBezTo>
                    <a:cubicBezTo>
                      <a:pt x="7" y="3"/>
                      <a:pt x="7" y="3"/>
                      <a:pt x="7" y="3"/>
                    </a:cubicBezTo>
                    <a:cubicBezTo>
                      <a:pt x="4" y="8"/>
                      <a:pt x="4" y="8"/>
                      <a:pt x="4" y="8"/>
                    </a:cubicBezTo>
                    <a:cubicBezTo>
                      <a:pt x="4" y="9"/>
                      <a:pt x="4" y="9"/>
                      <a:pt x="5" y="9"/>
                    </a:cubicBezTo>
                    <a:cubicBezTo>
                      <a:pt x="8" y="3"/>
                      <a:pt x="8" y="3"/>
                      <a:pt x="8" y="3"/>
                    </a:cubicBezTo>
                    <a:cubicBezTo>
                      <a:pt x="8" y="2"/>
                      <a:pt x="8" y="2"/>
                      <a:pt x="8" y="2"/>
                    </a:cubicBezTo>
                    <a:cubicBezTo>
                      <a:pt x="8" y="2"/>
                      <a:pt x="8" y="2"/>
                      <a:pt x="8" y="2"/>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54"/>
              <p:cNvSpPr>
                <a:spLocks noEditPoints="1"/>
              </p:cNvSpPr>
              <p:nvPr/>
            </p:nvSpPr>
            <p:spPr bwMode="auto">
              <a:xfrm>
                <a:off x="3539" y="274"/>
                <a:ext cx="63" cy="63"/>
              </a:xfrm>
              <a:custGeom>
                <a:avLst/>
                <a:gdLst>
                  <a:gd name="T0" fmla="*/ 16 w 16"/>
                  <a:gd name="T1" fmla="*/ 6 h 16"/>
                  <a:gd name="T2" fmla="*/ 10 w 16"/>
                  <a:gd name="T3" fmla="*/ 8 h 16"/>
                  <a:gd name="T4" fmla="*/ 16 w 16"/>
                  <a:gd name="T5" fmla="*/ 9 h 16"/>
                  <a:gd name="T6" fmla="*/ 16 w 16"/>
                  <a:gd name="T7" fmla="*/ 6 h 16"/>
                  <a:gd name="T8" fmla="*/ 8 w 16"/>
                  <a:gd name="T9" fmla="*/ 0 h 16"/>
                  <a:gd name="T10" fmla="*/ 3 w 16"/>
                  <a:gd name="T11" fmla="*/ 2 h 16"/>
                  <a:gd name="T12" fmla="*/ 3 w 16"/>
                  <a:gd name="T13" fmla="*/ 13 h 16"/>
                  <a:gd name="T14" fmla="*/ 8 w 16"/>
                  <a:gd name="T15" fmla="*/ 16 h 16"/>
                  <a:gd name="T16" fmla="*/ 14 w 16"/>
                  <a:gd name="T17" fmla="*/ 13 h 16"/>
                  <a:gd name="T18" fmla="*/ 16 w 16"/>
                  <a:gd name="T19" fmla="*/ 10 h 16"/>
                  <a:gd name="T20" fmla="*/ 8 w 16"/>
                  <a:gd name="T21" fmla="*/ 8 h 16"/>
                  <a:gd name="T22" fmla="*/ 8 w 16"/>
                  <a:gd name="T23" fmla="*/ 8 h 16"/>
                  <a:gd name="T24" fmla="*/ 8 w 16"/>
                  <a:gd name="T25" fmla="*/ 7 h 16"/>
                  <a:gd name="T26" fmla="*/ 15 w 16"/>
                  <a:gd name="T27" fmla="*/ 5 h 16"/>
                  <a:gd name="T28" fmla="*/ 14 w 16"/>
                  <a:gd name="T29" fmla="*/ 2 h 16"/>
                  <a:gd name="T30" fmla="*/ 8 w 16"/>
                  <a:gd name="T3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6">
                    <a:moveTo>
                      <a:pt x="16" y="6"/>
                    </a:moveTo>
                    <a:cubicBezTo>
                      <a:pt x="10" y="8"/>
                      <a:pt x="10" y="8"/>
                      <a:pt x="10" y="8"/>
                    </a:cubicBezTo>
                    <a:cubicBezTo>
                      <a:pt x="16" y="9"/>
                      <a:pt x="16" y="9"/>
                      <a:pt x="16" y="9"/>
                    </a:cubicBezTo>
                    <a:cubicBezTo>
                      <a:pt x="16" y="8"/>
                      <a:pt x="16" y="7"/>
                      <a:pt x="16" y="6"/>
                    </a:cubicBezTo>
                    <a:moveTo>
                      <a:pt x="8" y="0"/>
                    </a:moveTo>
                    <a:cubicBezTo>
                      <a:pt x="6" y="0"/>
                      <a:pt x="4" y="1"/>
                      <a:pt x="3" y="2"/>
                    </a:cubicBezTo>
                    <a:cubicBezTo>
                      <a:pt x="0" y="5"/>
                      <a:pt x="0" y="10"/>
                      <a:pt x="3" y="13"/>
                    </a:cubicBezTo>
                    <a:cubicBezTo>
                      <a:pt x="4" y="15"/>
                      <a:pt x="6" y="16"/>
                      <a:pt x="8" y="16"/>
                    </a:cubicBezTo>
                    <a:cubicBezTo>
                      <a:pt x="10" y="16"/>
                      <a:pt x="12" y="15"/>
                      <a:pt x="14" y="13"/>
                    </a:cubicBezTo>
                    <a:cubicBezTo>
                      <a:pt x="15" y="12"/>
                      <a:pt x="15" y="11"/>
                      <a:pt x="16" y="10"/>
                    </a:cubicBezTo>
                    <a:cubicBezTo>
                      <a:pt x="8" y="8"/>
                      <a:pt x="8" y="8"/>
                      <a:pt x="8" y="8"/>
                    </a:cubicBezTo>
                    <a:cubicBezTo>
                      <a:pt x="8" y="8"/>
                      <a:pt x="8" y="8"/>
                      <a:pt x="8" y="8"/>
                    </a:cubicBezTo>
                    <a:cubicBezTo>
                      <a:pt x="8" y="8"/>
                      <a:pt x="8" y="7"/>
                      <a:pt x="8" y="7"/>
                    </a:cubicBezTo>
                    <a:cubicBezTo>
                      <a:pt x="15" y="5"/>
                      <a:pt x="15" y="5"/>
                      <a:pt x="15" y="5"/>
                    </a:cubicBezTo>
                    <a:cubicBezTo>
                      <a:pt x="15" y="4"/>
                      <a:pt x="15" y="3"/>
                      <a:pt x="14" y="2"/>
                    </a:cubicBezTo>
                    <a:cubicBezTo>
                      <a:pt x="12" y="1"/>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55"/>
              <p:cNvSpPr/>
              <p:nvPr/>
            </p:nvSpPr>
            <p:spPr bwMode="auto">
              <a:xfrm>
                <a:off x="3571" y="293"/>
                <a:ext cx="31" cy="20"/>
              </a:xfrm>
              <a:custGeom>
                <a:avLst/>
                <a:gdLst>
                  <a:gd name="T0" fmla="*/ 7 w 8"/>
                  <a:gd name="T1" fmla="*/ 0 h 5"/>
                  <a:gd name="T2" fmla="*/ 0 w 8"/>
                  <a:gd name="T3" fmla="*/ 2 h 5"/>
                  <a:gd name="T4" fmla="*/ 0 w 8"/>
                  <a:gd name="T5" fmla="*/ 3 h 5"/>
                  <a:gd name="T6" fmla="*/ 0 w 8"/>
                  <a:gd name="T7" fmla="*/ 3 h 5"/>
                  <a:gd name="T8" fmla="*/ 8 w 8"/>
                  <a:gd name="T9" fmla="*/ 5 h 5"/>
                  <a:gd name="T10" fmla="*/ 8 w 8"/>
                  <a:gd name="T11" fmla="*/ 4 h 5"/>
                  <a:gd name="T12" fmla="*/ 2 w 8"/>
                  <a:gd name="T13" fmla="*/ 3 h 5"/>
                  <a:gd name="T14" fmla="*/ 8 w 8"/>
                  <a:gd name="T15" fmla="*/ 1 h 5"/>
                  <a:gd name="T16" fmla="*/ 7 w 8"/>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5">
                    <a:moveTo>
                      <a:pt x="7" y="0"/>
                    </a:moveTo>
                    <a:cubicBezTo>
                      <a:pt x="0" y="2"/>
                      <a:pt x="0" y="2"/>
                      <a:pt x="0" y="2"/>
                    </a:cubicBezTo>
                    <a:cubicBezTo>
                      <a:pt x="0" y="2"/>
                      <a:pt x="0" y="3"/>
                      <a:pt x="0" y="3"/>
                    </a:cubicBezTo>
                    <a:cubicBezTo>
                      <a:pt x="0" y="3"/>
                      <a:pt x="0" y="3"/>
                      <a:pt x="0" y="3"/>
                    </a:cubicBezTo>
                    <a:cubicBezTo>
                      <a:pt x="8" y="5"/>
                      <a:pt x="8" y="5"/>
                      <a:pt x="8" y="5"/>
                    </a:cubicBezTo>
                    <a:cubicBezTo>
                      <a:pt x="8" y="5"/>
                      <a:pt x="8" y="4"/>
                      <a:pt x="8" y="4"/>
                    </a:cubicBezTo>
                    <a:cubicBezTo>
                      <a:pt x="2" y="3"/>
                      <a:pt x="2" y="3"/>
                      <a:pt x="2" y="3"/>
                    </a:cubicBezTo>
                    <a:cubicBezTo>
                      <a:pt x="8" y="1"/>
                      <a:pt x="8" y="1"/>
                      <a:pt x="8" y="1"/>
                    </a:cubicBezTo>
                    <a:cubicBezTo>
                      <a:pt x="8" y="1"/>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56"/>
              <p:cNvSpPr/>
              <p:nvPr/>
            </p:nvSpPr>
            <p:spPr bwMode="auto">
              <a:xfrm>
                <a:off x="4058" y="115"/>
                <a:ext cx="36" cy="36"/>
              </a:xfrm>
              <a:custGeom>
                <a:avLst/>
                <a:gdLst>
                  <a:gd name="T0" fmla="*/ 4 w 9"/>
                  <a:gd name="T1" fmla="*/ 0 h 9"/>
                  <a:gd name="T2" fmla="*/ 1 w 9"/>
                  <a:gd name="T3" fmla="*/ 2 h 9"/>
                  <a:gd name="T4" fmla="*/ 0 w 9"/>
                  <a:gd name="T5" fmla="*/ 5 h 9"/>
                  <a:gd name="T6" fmla="*/ 4 w 9"/>
                  <a:gd name="T7" fmla="*/ 4 h 9"/>
                  <a:gd name="T8" fmla="*/ 4 w 9"/>
                  <a:gd name="T9" fmla="*/ 4 h 9"/>
                  <a:gd name="T10" fmla="*/ 5 w 9"/>
                  <a:gd name="T11" fmla="*/ 5 h 9"/>
                  <a:gd name="T12" fmla="*/ 4 w 9"/>
                  <a:gd name="T13" fmla="*/ 5 h 9"/>
                  <a:gd name="T14" fmla="*/ 0 w 9"/>
                  <a:gd name="T15" fmla="*/ 7 h 9"/>
                  <a:gd name="T16" fmla="*/ 1 w 9"/>
                  <a:gd name="T17" fmla="*/ 8 h 9"/>
                  <a:gd name="T18" fmla="*/ 4 w 9"/>
                  <a:gd name="T19" fmla="*/ 9 h 9"/>
                  <a:gd name="T20" fmla="*/ 7 w 9"/>
                  <a:gd name="T21" fmla="*/ 8 h 9"/>
                  <a:gd name="T22" fmla="*/ 7 w 9"/>
                  <a:gd name="T23" fmla="*/ 2 h 9"/>
                  <a:gd name="T24" fmla="*/ 4 w 9"/>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9">
                    <a:moveTo>
                      <a:pt x="4" y="0"/>
                    </a:moveTo>
                    <a:cubicBezTo>
                      <a:pt x="3" y="0"/>
                      <a:pt x="2" y="1"/>
                      <a:pt x="1" y="2"/>
                    </a:cubicBezTo>
                    <a:cubicBezTo>
                      <a:pt x="0" y="3"/>
                      <a:pt x="0" y="4"/>
                      <a:pt x="0" y="5"/>
                    </a:cubicBezTo>
                    <a:cubicBezTo>
                      <a:pt x="4" y="4"/>
                      <a:pt x="4" y="4"/>
                      <a:pt x="4" y="4"/>
                    </a:cubicBezTo>
                    <a:cubicBezTo>
                      <a:pt x="4" y="4"/>
                      <a:pt x="4" y="4"/>
                      <a:pt x="4" y="4"/>
                    </a:cubicBezTo>
                    <a:cubicBezTo>
                      <a:pt x="4" y="4"/>
                      <a:pt x="5" y="5"/>
                      <a:pt x="5" y="5"/>
                    </a:cubicBezTo>
                    <a:cubicBezTo>
                      <a:pt x="5" y="5"/>
                      <a:pt x="5" y="5"/>
                      <a:pt x="4" y="5"/>
                    </a:cubicBezTo>
                    <a:cubicBezTo>
                      <a:pt x="0" y="7"/>
                      <a:pt x="0" y="7"/>
                      <a:pt x="0" y="7"/>
                    </a:cubicBezTo>
                    <a:cubicBezTo>
                      <a:pt x="0" y="7"/>
                      <a:pt x="1" y="8"/>
                      <a:pt x="1" y="8"/>
                    </a:cubicBezTo>
                    <a:cubicBezTo>
                      <a:pt x="2" y="9"/>
                      <a:pt x="3" y="9"/>
                      <a:pt x="4" y="9"/>
                    </a:cubicBezTo>
                    <a:cubicBezTo>
                      <a:pt x="5" y="9"/>
                      <a:pt x="6" y="9"/>
                      <a:pt x="7" y="8"/>
                    </a:cubicBezTo>
                    <a:cubicBezTo>
                      <a:pt x="9" y="6"/>
                      <a:pt x="9" y="3"/>
                      <a:pt x="7" y="2"/>
                    </a:cubicBezTo>
                    <a:cubicBezTo>
                      <a:pt x="6" y="1"/>
                      <a:pt x="5"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57"/>
              <p:cNvSpPr/>
              <p:nvPr/>
            </p:nvSpPr>
            <p:spPr bwMode="auto">
              <a:xfrm>
                <a:off x="4058" y="131"/>
                <a:ext cx="20" cy="12"/>
              </a:xfrm>
              <a:custGeom>
                <a:avLst/>
                <a:gdLst>
                  <a:gd name="T0" fmla="*/ 4 w 5"/>
                  <a:gd name="T1" fmla="*/ 0 h 3"/>
                  <a:gd name="T2" fmla="*/ 4 w 5"/>
                  <a:gd name="T3" fmla="*/ 0 h 3"/>
                  <a:gd name="T4" fmla="*/ 0 w 5"/>
                  <a:gd name="T5" fmla="*/ 1 h 3"/>
                  <a:gd name="T6" fmla="*/ 0 w 5"/>
                  <a:gd name="T7" fmla="*/ 3 h 3"/>
                  <a:gd name="T8" fmla="*/ 4 w 5"/>
                  <a:gd name="T9" fmla="*/ 1 h 3"/>
                  <a:gd name="T10" fmla="*/ 5 w 5"/>
                  <a:gd name="T11" fmla="*/ 1 h 3"/>
                  <a:gd name="T12" fmla="*/ 4 w 5"/>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5" h="3">
                    <a:moveTo>
                      <a:pt x="4" y="0"/>
                    </a:moveTo>
                    <a:cubicBezTo>
                      <a:pt x="4" y="0"/>
                      <a:pt x="4" y="0"/>
                      <a:pt x="4" y="0"/>
                    </a:cubicBezTo>
                    <a:cubicBezTo>
                      <a:pt x="0" y="1"/>
                      <a:pt x="0" y="1"/>
                      <a:pt x="0" y="1"/>
                    </a:cubicBezTo>
                    <a:cubicBezTo>
                      <a:pt x="0" y="1"/>
                      <a:pt x="0" y="2"/>
                      <a:pt x="0" y="3"/>
                    </a:cubicBezTo>
                    <a:cubicBezTo>
                      <a:pt x="4" y="1"/>
                      <a:pt x="4" y="1"/>
                      <a:pt x="4" y="1"/>
                    </a:cubicBezTo>
                    <a:cubicBezTo>
                      <a:pt x="5" y="1"/>
                      <a:pt x="5" y="1"/>
                      <a:pt x="5" y="1"/>
                    </a:cubicBezTo>
                    <a:cubicBezTo>
                      <a:pt x="5" y="1"/>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58"/>
              <p:cNvSpPr>
                <a:spLocks noEditPoints="1"/>
              </p:cNvSpPr>
              <p:nvPr/>
            </p:nvSpPr>
            <p:spPr bwMode="auto">
              <a:xfrm>
                <a:off x="2829" y="258"/>
                <a:ext cx="32" cy="31"/>
              </a:xfrm>
              <a:custGeom>
                <a:avLst/>
                <a:gdLst>
                  <a:gd name="T0" fmla="*/ 8 w 8"/>
                  <a:gd name="T1" fmla="*/ 4 h 8"/>
                  <a:gd name="T2" fmla="*/ 4 w 8"/>
                  <a:gd name="T3" fmla="*/ 4 h 8"/>
                  <a:gd name="T4" fmla="*/ 2 w 8"/>
                  <a:gd name="T5" fmla="*/ 7 h 8"/>
                  <a:gd name="T6" fmla="*/ 4 w 8"/>
                  <a:gd name="T7" fmla="*/ 8 h 8"/>
                  <a:gd name="T8" fmla="*/ 7 w 8"/>
                  <a:gd name="T9" fmla="*/ 7 h 8"/>
                  <a:gd name="T10" fmla="*/ 8 w 8"/>
                  <a:gd name="T11" fmla="*/ 4 h 8"/>
                  <a:gd name="T12" fmla="*/ 4 w 8"/>
                  <a:gd name="T13" fmla="*/ 0 h 8"/>
                  <a:gd name="T14" fmla="*/ 1 w 8"/>
                  <a:gd name="T15" fmla="*/ 1 h 8"/>
                  <a:gd name="T16" fmla="*/ 1 w 8"/>
                  <a:gd name="T17" fmla="*/ 6 h 8"/>
                  <a:gd name="T18" fmla="*/ 4 w 8"/>
                  <a:gd name="T19" fmla="*/ 3 h 8"/>
                  <a:gd name="T20" fmla="*/ 4 w 8"/>
                  <a:gd name="T21" fmla="*/ 3 h 8"/>
                  <a:gd name="T22" fmla="*/ 8 w 8"/>
                  <a:gd name="T23" fmla="*/ 3 h 8"/>
                  <a:gd name="T24" fmla="*/ 7 w 8"/>
                  <a:gd name="T25" fmla="*/ 1 h 8"/>
                  <a:gd name="T26" fmla="*/ 4 w 8"/>
                  <a:gd name="T2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8">
                    <a:moveTo>
                      <a:pt x="8" y="4"/>
                    </a:moveTo>
                    <a:cubicBezTo>
                      <a:pt x="4" y="4"/>
                      <a:pt x="4" y="4"/>
                      <a:pt x="4" y="4"/>
                    </a:cubicBezTo>
                    <a:cubicBezTo>
                      <a:pt x="2" y="7"/>
                      <a:pt x="2" y="7"/>
                      <a:pt x="2" y="7"/>
                    </a:cubicBezTo>
                    <a:cubicBezTo>
                      <a:pt x="2" y="8"/>
                      <a:pt x="3" y="8"/>
                      <a:pt x="4" y="8"/>
                    </a:cubicBezTo>
                    <a:cubicBezTo>
                      <a:pt x="5" y="8"/>
                      <a:pt x="6" y="8"/>
                      <a:pt x="7" y="7"/>
                    </a:cubicBezTo>
                    <a:cubicBezTo>
                      <a:pt x="8" y="6"/>
                      <a:pt x="8" y="5"/>
                      <a:pt x="8" y="4"/>
                    </a:cubicBezTo>
                    <a:moveTo>
                      <a:pt x="4" y="0"/>
                    </a:moveTo>
                    <a:cubicBezTo>
                      <a:pt x="3" y="0"/>
                      <a:pt x="2" y="0"/>
                      <a:pt x="1" y="1"/>
                    </a:cubicBezTo>
                    <a:cubicBezTo>
                      <a:pt x="0" y="2"/>
                      <a:pt x="0" y="5"/>
                      <a:pt x="1" y="6"/>
                    </a:cubicBezTo>
                    <a:cubicBezTo>
                      <a:pt x="4" y="3"/>
                      <a:pt x="4" y="3"/>
                      <a:pt x="4" y="3"/>
                    </a:cubicBezTo>
                    <a:cubicBezTo>
                      <a:pt x="4" y="3"/>
                      <a:pt x="4" y="3"/>
                      <a:pt x="4" y="3"/>
                    </a:cubicBezTo>
                    <a:cubicBezTo>
                      <a:pt x="8" y="3"/>
                      <a:pt x="8" y="3"/>
                      <a:pt x="8" y="3"/>
                    </a:cubicBezTo>
                    <a:cubicBezTo>
                      <a:pt x="8" y="2"/>
                      <a:pt x="8" y="1"/>
                      <a:pt x="7" y="1"/>
                    </a:cubicBezTo>
                    <a:cubicBezTo>
                      <a:pt x="6" y="0"/>
                      <a:pt x="5"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59"/>
              <p:cNvSpPr/>
              <p:nvPr/>
            </p:nvSpPr>
            <p:spPr bwMode="auto">
              <a:xfrm>
                <a:off x="2833" y="270"/>
                <a:ext cx="28" cy="15"/>
              </a:xfrm>
              <a:custGeom>
                <a:avLst/>
                <a:gdLst>
                  <a:gd name="T0" fmla="*/ 7 w 7"/>
                  <a:gd name="T1" fmla="*/ 0 h 4"/>
                  <a:gd name="T2" fmla="*/ 3 w 7"/>
                  <a:gd name="T3" fmla="*/ 0 h 4"/>
                  <a:gd name="T4" fmla="*/ 3 w 7"/>
                  <a:gd name="T5" fmla="*/ 0 h 4"/>
                  <a:gd name="T6" fmla="*/ 0 w 7"/>
                  <a:gd name="T7" fmla="*/ 3 h 4"/>
                  <a:gd name="T8" fmla="*/ 0 w 7"/>
                  <a:gd name="T9" fmla="*/ 4 h 4"/>
                  <a:gd name="T10" fmla="*/ 1 w 7"/>
                  <a:gd name="T11" fmla="*/ 4 h 4"/>
                  <a:gd name="T12" fmla="*/ 3 w 7"/>
                  <a:gd name="T13" fmla="*/ 1 h 4"/>
                  <a:gd name="T14" fmla="*/ 7 w 7"/>
                  <a:gd name="T15" fmla="*/ 1 h 4"/>
                  <a:gd name="T16" fmla="*/ 7 w 7"/>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4">
                    <a:moveTo>
                      <a:pt x="7" y="0"/>
                    </a:moveTo>
                    <a:cubicBezTo>
                      <a:pt x="3" y="0"/>
                      <a:pt x="3" y="0"/>
                      <a:pt x="3" y="0"/>
                    </a:cubicBezTo>
                    <a:cubicBezTo>
                      <a:pt x="3" y="0"/>
                      <a:pt x="3" y="0"/>
                      <a:pt x="3" y="0"/>
                    </a:cubicBezTo>
                    <a:cubicBezTo>
                      <a:pt x="0" y="3"/>
                      <a:pt x="0" y="3"/>
                      <a:pt x="0" y="3"/>
                    </a:cubicBezTo>
                    <a:cubicBezTo>
                      <a:pt x="0" y="4"/>
                      <a:pt x="0" y="4"/>
                      <a:pt x="0" y="4"/>
                    </a:cubicBezTo>
                    <a:cubicBezTo>
                      <a:pt x="0" y="4"/>
                      <a:pt x="1" y="4"/>
                      <a:pt x="1" y="4"/>
                    </a:cubicBezTo>
                    <a:cubicBezTo>
                      <a:pt x="3" y="1"/>
                      <a:pt x="3" y="1"/>
                      <a:pt x="3" y="1"/>
                    </a:cubicBezTo>
                    <a:cubicBezTo>
                      <a:pt x="7" y="1"/>
                      <a:pt x="7" y="1"/>
                      <a:pt x="7" y="1"/>
                    </a:cubicBezTo>
                    <a:cubicBezTo>
                      <a:pt x="7" y="1"/>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60"/>
              <p:cNvSpPr>
                <a:spLocks noEditPoints="1"/>
              </p:cNvSpPr>
              <p:nvPr/>
            </p:nvSpPr>
            <p:spPr bwMode="auto">
              <a:xfrm>
                <a:off x="2049" y="1003"/>
                <a:ext cx="67" cy="63"/>
              </a:xfrm>
              <a:custGeom>
                <a:avLst/>
                <a:gdLst>
                  <a:gd name="T0" fmla="*/ 15 w 17"/>
                  <a:gd name="T1" fmla="*/ 3 h 16"/>
                  <a:gd name="T2" fmla="*/ 10 w 17"/>
                  <a:gd name="T3" fmla="*/ 8 h 16"/>
                  <a:gd name="T4" fmla="*/ 14 w 17"/>
                  <a:gd name="T5" fmla="*/ 14 h 16"/>
                  <a:gd name="T6" fmla="*/ 14 w 17"/>
                  <a:gd name="T7" fmla="*/ 13 h 16"/>
                  <a:gd name="T8" fmla="*/ 15 w 17"/>
                  <a:gd name="T9" fmla="*/ 3 h 16"/>
                  <a:gd name="T10" fmla="*/ 9 w 17"/>
                  <a:gd name="T11" fmla="*/ 0 h 16"/>
                  <a:gd name="T12" fmla="*/ 3 w 17"/>
                  <a:gd name="T13" fmla="*/ 3 h 16"/>
                  <a:gd name="T14" fmla="*/ 3 w 17"/>
                  <a:gd name="T15" fmla="*/ 13 h 16"/>
                  <a:gd name="T16" fmla="*/ 9 w 17"/>
                  <a:gd name="T17" fmla="*/ 16 h 16"/>
                  <a:gd name="T18" fmla="*/ 13 w 17"/>
                  <a:gd name="T19" fmla="*/ 15 h 16"/>
                  <a:gd name="T20" fmla="*/ 8 w 17"/>
                  <a:gd name="T21" fmla="*/ 8 h 16"/>
                  <a:gd name="T22" fmla="*/ 8 w 17"/>
                  <a:gd name="T23" fmla="*/ 8 h 16"/>
                  <a:gd name="T24" fmla="*/ 14 w 17"/>
                  <a:gd name="T25" fmla="*/ 2 h 16"/>
                  <a:gd name="T26" fmla="*/ 9 w 17"/>
                  <a:gd name="T2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6">
                    <a:moveTo>
                      <a:pt x="15" y="3"/>
                    </a:moveTo>
                    <a:cubicBezTo>
                      <a:pt x="10" y="8"/>
                      <a:pt x="10" y="8"/>
                      <a:pt x="10" y="8"/>
                    </a:cubicBezTo>
                    <a:cubicBezTo>
                      <a:pt x="14" y="14"/>
                      <a:pt x="14" y="14"/>
                      <a:pt x="14" y="14"/>
                    </a:cubicBezTo>
                    <a:cubicBezTo>
                      <a:pt x="14" y="14"/>
                      <a:pt x="14" y="14"/>
                      <a:pt x="14" y="13"/>
                    </a:cubicBezTo>
                    <a:cubicBezTo>
                      <a:pt x="17" y="11"/>
                      <a:pt x="17" y="6"/>
                      <a:pt x="15" y="3"/>
                    </a:cubicBezTo>
                    <a:moveTo>
                      <a:pt x="9" y="0"/>
                    </a:moveTo>
                    <a:cubicBezTo>
                      <a:pt x="7" y="0"/>
                      <a:pt x="5" y="1"/>
                      <a:pt x="3" y="3"/>
                    </a:cubicBezTo>
                    <a:cubicBezTo>
                      <a:pt x="0" y="6"/>
                      <a:pt x="0" y="10"/>
                      <a:pt x="3" y="13"/>
                    </a:cubicBezTo>
                    <a:cubicBezTo>
                      <a:pt x="5" y="15"/>
                      <a:pt x="7" y="16"/>
                      <a:pt x="9" y="16"/>
                    </a:cubicBezTo>
                    <a:cubicBezTo>
                      <a:pt x="10" y="16"/>
                      <a:pt x="11" y="15"/>
                      <a:pt x="13" y="15"/>
                    </a:cubicBezTo>
                    <a:cubicBezTo>
                      <a:pt x="8" y="8"/>
                      <a:pt x="8" y="8"/>
                      <a:pt x="8" y="8"/>
                    </a:cubicBezTo>
                    <a:cubicBezTo>
                      <a:pt x="8" y="8"/>
                      <a:pt x="8" y="8"/>
                      <a:pt x="8" y="8"/>
                    </a:cubicBezTo>
                    <a:cubicBezTo>
                      <a:pt x="14" y="2"/>
                      <a:pt x="14" y="2"/>
                      <a:pt x="14" y="2"/>
                    </a:cubicBezTo>
                    <a:cubicBezTo>
                      <a:pt x="12" y="1"/>
                      <a:pt x="11"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61"/>
              <p:cNvSpPr/>
              <p:nvPr/>
            </p:nvSpPr>
            <p:spPr bwMode="auto">
              <a:xfrm>
                <a:off x="2080" y="1011"/>
                <a:ext cx="28" cy="51"/>
              </a:xfrm>
              <a:custGeom>
                <a:avLst/>
                <a:gdLst>
                  <a:gd name="T0" fmla="*/ 6 w 7"/>
                  <a:gd name="T1" fmla="*/ 0 h 13"/>
                  <a:gd name="T2" fmla="*/ 0 w 7"/>
                  <a:gd name="T3" fmla="*/ 6 h 13"/>
                  <a:gd name="T4" fmla="*/ 0 w 7"/>
                  <a:gd name="T5" fmla="*/ 6 h 13"/>
                  <a:gd name="T6" fmla="*/ 5 w 7"/>
                  <a:gd name="T7" fmla="*/ 13 h 13"/>
                  <a:gd name="T8" fmla="*/ 6 w 7"/>
                  <a:gd name="T9" fmla="*/ 12 h 13"/>
                  <a:gd name="T10" fmla="*/ 2 w 7"/>
                  <a:gd name="T11" fmla="*/ 6 h 13"/>
                  <a:gd name="T12" fmla="*/ 7 w 7"/>
                  <a:gd name="T13" fmla="*/ 1 h 13"/>
                  <a:gd name="T14" fmla="*/ 6 w 7"/>
                  <a:gd name="T15" fmla="*/ 1 h 13"/>
                  <a:gd name="T16" fmla="*/ 6 w 7"/>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3">
                    <a:moveTo>
                      <a:pt x="6" y="0"/>
                    </a:moveTo>
                    <a:cubicBezTo>
                      <a:pt x="0" y="6"/>
                      <a:pt x="0" y="6"/>
                      <a:pt x="0" y="6"/>
                    </a:cubicBezTo>
                    <a:cubicBezTo>
                      <a:pt x="0" y="6"/>
                      <a:pt x="0" y="6"/>
                      <a:pt x="0" y="6"/>
                    </a:cubicBezTo>
                    <a:cubicBezTo>
                      <a:pt x="5" y="13"/>
                      <a:pt x="5" y="13"/>
                      <a:pt x="5" y="13"/>
                    </a:cubicBezTo>
                    <a:cubicBezTo>
                      <a:pt x="5" y="13"/>
                      <a:pt x="5" y="12"/>
                      <a:pt x="6" y="12"/>
                    </a:cubicBezTo>
                    <a:cubicBezTo>
                      <a:pt x="2" y="6"/>
                      <a:pt x="2" y="6"/>
                      <a:pt x="2" y="6"/>
                    </a:cubicBezTo>
                    <a:cubicBezTo>
                      <a:pt x="7" y="1"/>
                      <a:pt x="7" y="1"/>
                      <a:pt x="7" y="1"/>
                    </a:cubicBezTo>
                    <a:cubicBezTo>
                      <a:pt x="7" y="1"/>
                      <a:pt x="6" y="1"/>
                      <a:pt x="6" y="1"/>
                    </a:cubicBezTo>
                    <a:cubicBezTo>
                      <a:pt x="6" y="0"/>
                      <a:pt x="6"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62"/>
              <p:cNvSpPr>
                <a:spLocks noEditPoints="1"/>
              </p:cNvSpPr>
              <p:nvPr/>
            </p:nvSpPr>
            <p:spPr bwMode="auto">
              <a:xfrm>
                <a:off x="3194" y="2723"/>
                <a:ext cx="56" cy="47"/>
              </a:xfrm>
              <a:custGeom>
                <a:avLst/>
                <a:gdLst>
                  <a:gd name="T0" fmla="*/ 3 w 14"/>
                  <a:gd name="T1" fmla="*/ 1 h 12"/>
                  <a:gd name="T2" fmla="*/ 2 w 14"/>
                  <a:gd name="T3" fmla="*/ 1 h 12"/>
                  <a:gd name="T4" fmla="*/ 2 w 14"/>
                  <a:gd name="T5" fmla="*/ 10 h 12"/>
                  <a:gd name="T6" fmla="*/ 6 w 14"/>
                  <a:gd name="T7" fmla="*/ 12 h 12"/>
                  <a:gd name="T8" fmla="*/ 6 w 14"/>
                  <a:gd name="T9" fmla="*/ 6 h 12"/>
                  <a:gd name="T10" fmla="*/ 3 w 14"/>
                  <a:gd name="T11" fmla="*/ 1 h 12"/>
                  <a:gd name="T12" fmla="*/ 7 w 14"/>
                  <a:gd name="T13" fmla="*/ 0 h 12"/>
                  <a:gd name="T14" fmla="*/ 4 w 14"/>
                  <a:gd name="T15" fmla="*/ 0 h 12"/>
                  <a:gd name="T16" fmla="*/ 8 w 14"/>
                  <a:gd name="T17" fmla="*/ 6 h 12"/>
                  <a:gd name="T18" fmla="*/ 8 w 14"/>
                  <a:gd name="T19" fmla="*/ 6 h 12"/>
                  <a:gd name="T20" fmla="*/ 8 w 14"/>
                  <a:gd name="T21" fmla="*/ 12 h 12"/>
                  <a:gd name="T22" fmla="*/ 12 w 14"/>
                  <a:gd name="T23" fmla="*/ 10 h 12"/>
                  <a:gd name="T24" fmla="*/ 12 w 14"/>
                  <a:gd name="T25" fmla="*/ 1 h 12"/>
                  <a:gd name="T26" fmla="*/ 7 w 14"/>
                  <a:gd name="T2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2">
                    <a:moveTo>
                      <a:pt x="3" y="1"/>
                    </a:moveTo>
                    <a:cubicBezTo>
                      <a:pt x="3" y="1"/>
                      <a:pt x="3" y="1"/>
                      <a:pt x="2" y="1"/>
                    </a:cubicBezTo>
                    <a:cubicBezTo>
                      <a:pt x="0" y="4"/>
                      <a:pt x="0" y="8"/>
                      <a:pt x="2" y="10"/>
                    </a:cubicBezTo>
                    <a:cubicBezTo>
                      <a:pt x="4" y="12"/>
                      <a:pt x="5" y="12"/>
                      <a:pt x="6" y="12"/>
                    </a:cubicBezTo>
                    <a:cubicBezTo>
                      <a:pt x="6" y="6"/>
                      <a:pt x="6" y="6"/>
                      <a:pt x="6" y="6"/>
                    </a:cubicBezTo>
                    <a:cubicBezTo>
                      <a:pt x="3" y="1"/>
                      <a:pt x="3" y="1"/>
                      <a:pt x="3" y="1"/>
                    </a:cubicBezTo>
                    <a:moveTo>
                      <a:pt x="7" y="0"/>
                    </a:moveTo>
                    <a:cubicBezTo>
                      <a:pt x="6" y="0"/>
                      <a:pt x="5" y="0"/>
                      <a:pt x="4" y="0"/>
                    </a:cubicBezTo>
                    <a:cubicBezTo>
                      <a:pt x="8" y="6"/>
                      <a:pt x="8" y="6"/>
                      <a:pt x="8" y="6"/>
                    </a:cubicBezTo>
                    <a:cubicBezTo>
                      <a:pt x="8" y="6"/>
                      <a:pt x="8" y="6"/>
                      <a:pt x="8" y="6"/>
                    </a:cubicBezTo>
                    <a:cubicBezTo>
                      <a:pt x="8" y="12"/>
                      <a:pt x="8" y="12"/>
                      <a:pt x="8" y="12"/>
                    </a:cubicBezTo>
                    <a:cubicBezTo>
                      <a:pt x="9" y="12"/>
                      <a:pt x="10" y="12"/>
                      <a:pt x="12" y="10"/>
                    </a:cubicBezTo>
                    <a:cubicBezTo>
                      <a:pt x="14" y="8"/>
                      <a:pt x="14" y="4"/>
                      <a:pt x="12" y="1"/>
                    </a:cubicBezTo>
                    <a:cubicBezTo>
                      <a:pt x="10" y="0"/>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63"/>
              <p:cNvSpPr/>
              <p:nvPr/>
            </p:nvSpPr>
            <p:spPr bwMode="auto">
              <a:xfrm>
                <a:off x="3206" y="2723"/>
                <a:ext cx="20" cy="47"/>
              </a:xfrm>
              <a:custGeom>
                <a:avLst/>
                <a:gdLst>
                  <a:gd name="T0" fmla="*/ 1 w 5"/>
                  <a:gd name="T1" fmla="*/ 0 h 12"/>
                  <a:gd name="T2" fmla="*/ 0 w 5"/>
                  <a:gd name="T3" fmla="*/ 1 h 12"/>
                  <a:gd name="T4" fmla="*/ 3 w 5"/>
                  <a:gd name="T5" fmla="*/ 6 h 12"/>
                  <a:gd name="T6" fmla="*/ 3 w 5"/>
                  <a:gd name="T7" fmla="*/ 12 h 12"/>
                  <a:gd name="T8" fmla="*/ 4 w 5"/>
                  <a:gd name="T9" fmla="*/ 12 h 12"/>
                  <a:gd name="T10" fmla="*/ 5 w 5"/>
                  <a:gd name="T11" fmla="*/ 12 h 12"/>
                  <a:gd name="T12" fmla="*/ 5 w 5"/>
                  <a:gd name="T13" fmla="*/ 6 h 12"/>
                  <a:gd name="T14" fmla="*/ 5 w 5"/>
                  <a:gd name="T15" fmla="*/ 6 h 12"/>
                  <a:gd name="T16" fmla="*/ 1 w 5"/>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2">
                    <a:moveTo>
                      <a:pt x="1" y="0"/>
                    </a:moveTo>
                    <a:cubicBezTo>
                      <a:pt x="1" y="0"/>
                      <a:pt x="0" y="1"/>
                      <a:pt x="0" y="1"/>
                    </a:cubicBezTo>
                    <a:cubicBezTo>
                      <a:pt x="3" y="6"/>
                      <a:pt x="3" y="6"/>
                      <a:pt x="3" y="6"/>
                    </a:cubicBezTo>
                    <a:cubicBezTo>
                      <a:pt x="3" y="12"/>
                      <a:pt x="3" y="12"/>
                      <a:pt x="3" y="12"/>
                    </a:cubicBezTo>
                    <a:cubicBezTo>
                      <a:pt x="4" y="12"/>
                      <a:pt x="4" y="12"/>
                      <a:pt x="4" y="12"/>
                    </a:cubicBezTo>
                    <a:cubicBezTo>
                      <a:pt x="4" y="12"/>
                      <a:pt x="4" y="12"/>
                      <a:pt x="5" y="12"/>
                    </a:cubicBezTo>
                    <a:cubicBezTo>
                      <a:pt x="5" y="6"/>
                      <a:pt x="5" y="6"/>
                      <a:pt x="5" y="6"/>
                    </a:cubicBezTo>
                    <a:cubicBezTo>
                      <a:pt x="5" y="6"/>
                      <a:pt x="5" y="6"/>
                      <a:pt x="5" y="6"/>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64"/>
              <p:cNvSpPr>
                <a:spLocks noEditPoints="1"/>
              </p:cNvSpPr>
              <p:nvPr/>
            </p:nvSpPr>
            <p:spPr bwMode="auto">
              <a:xfrm>
                <a:off x="3194" y="3218"/>
                <a:ext cx="48" cy="44"/>
              </a:xfrm>
              <a:custGeom>
                <a:avLst/>
                <a:gdLst>
                  <a:gd name="T0" fmla="*/ 7 w 12"/>
                  <a:gd name="T1" fmla="*/ 0 h 11"/>
                  <a:gd name="T2" fmla="*/ 7 w 12"/>
                  <a:gd name="T3" fmla="*/ 6 h 11"/>
                  <a:gd name="T4" fmla="*/ 7 w 12"/>
                  <a:gd name="T5" fmla="*/ 11 h 11"/>
                  <a:gd name="T6" fmla="*/ 10 w 12"/>
                  <a:gd name="T7" fmla="*/ 10 h 11"/>
                  <a:gd name="T8" fmla="*/ 10 w 12"/>
                  <a:gd name="T9" fmla="*/ 1 h 11"/>
                  <a:gd name="T10" fmla="*/ 7 w 12"/>
                  <a:gd name="T11" fmla="*/ 0 h 11"/>
                  <a:gd name="T12" fmla="*/ 6 w 12"/>
                  <a:gd name="T13" fmla="*/ 0 h 11"/>
                  <a:gd name="T14" fmla="*/ 2 w 12"/>
                  <a:gd name="T15" fmla="*/ 1 h 11"/>
                  <a:gd name="T16" fmla="*/ 2 w 12"/>
                  <a:gd name="T17" fmla="*/ 10 h 11"/>
                  <a:gd name="T18" fmla="*/ 6 w 12"/>
                  <a:gd name="T19" fmla="*/ 11 h 11"/>
                  <a:gd name="T20" fmla="*/ 6 w 12"/>
                  <a:gd name="T21" fmla="*/ 6 h 11"/>
                  <a:gd name="T22" fmla="*/ 6 w 12"/>
                  <a:gd name="T23" fmla="*/ 6 h 11"/>
                  <a:gd name="T24" fmla="*/ 6 w 12"/>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11">
                    <a:moveTo>
                      <a:pt x="7" y="0"/>
                    </a:moveTo>
                    <a:cubicBezTo>
                      <a:pt x="7" y="6"/>
                      <a:pt x="7" y="6"/>
                      <a:pt x="7" y="6"/>
                    </a:cubicBezTo>
                    <a:cubicBezTo>
                      <a:pt x="7" y="11"/>
                      <a:pt x="7" y="11"/>
                      <a:pt x="7" y="11"/>
                    </a:cubicBezTo>
                    <a:cubicBezTo>
                      <a:pt x="8" y="11"/>
                      <a:pt x="9" y="10"/>
                      <a:pt x="10" y="10"/>
                    </a:cubicBezTo>
                    <a:cubicBezTo>
                      <a:pt x="12" y="7"/>
                      <a:pt x="12" y="4"/>
                      <a:pt x="10" y="1"/>
                    </a:cubicBezTo>
                    <a:cubicBezTo>
                      <a:pt x="9" y="0"/>
                      <a:pt x="8" y="0"/>
                      <a:pt x="7" y="0"/>
                    </a:cubicBezTo>
                    <a:moveTo>
                      <a:pt x="6" y="0"/>
                    </a:moveTo>
                    <a:cubicBezTo>
                      <a:pt x="4" y="0"/>
                      <a:pt x="3" y="0"/>
                      <a:pt x="2" y="1"/>
                    </a:cubicBezTo>
                    <a:cubicBezTo>
                      <a:pt x="0" y="4"/>
                      <a:pt x="0" y="7"/>
                      <a:pt x="2" y="10"/>
                    </a:cubicBezTo>
                    <a:cubicBezTo>
                      <a:pt x="3" y="11"/>
                      <a:pt x="5" y="11"/>
                      <a:pt x="6" y="11"/>
                    </a:cubicBezTo>
                    <a:cubicBezTo>
                      <a:pt x="6" y="6"/>
                      <a:pt x="6" y="6"/>
                      <a:pt x="6" y="6"/>
                    </a:cubicBezTo>
                    <a:cubicBezTo>
                      <a:pt x="6" y="6"/>
                      <a:pt x="6" y="6"/>
                      <a:pt x="6" y="6"/>
                    </a:cubicBezTo>
                    <a:cubicBezTo>
                      <a:pt x="6" y="0"/>
                      <a:pt x="6"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65"/>
              <p:cNvSpPr/>
              <p:nvPr/>
            </p:nvSpPr>
            <p:spPr bwMode="auto">
              <a:xfrm>
                <a:off x="3218" y="3218"/>
                <a:ext cx="4" cy="44"/>
              </a:xfrm>
              <a:custGeom>
                <a:avLst/>
                <a:gdLst>
                  <a:gd name="T0" fmla="*/ 0 w 1"/>
                  <a:gd name="T1" fmla="*/ 0 h 11"/>
                  <a:gd name="T2" fmla="*/ 0 w 1"/>
                  <a:gd name="T3" fmla="*/ 0 h 11"/>
                  <a:gd name="T4" fmla="*/ 0 w 1"/>
                  <a:gd name="T5" fmla="*/ 6 h 11"/>
                  <a:gd name="T6" fmla="*/ 0 w 1"/>
                  <a:gd name="T7" fmla="*/ 6 h 11"/>
                  <a:gd name="T8" fmla="*/ 0 w 1"/>
                  <a:gd name="T9" fmla="*/ 11 h 11"/>
                  <a:gd name="T10" fmla="*/ 0 w 1"/>
                  <a:gd name="T11" fmla="*/ 11 h 11"/>
                  <a:gd name="T12" fmla="*/ 1 w 1"/>
                  <a:gd name="T13" fmla="*/ 11 h 11"/>
                  <a:gd name="T14" fmla="*/ 1 w 1"/>
                  <a:gd name="T15" fmla="*/ 6 h 11"/>
                  <a:gd name="T16" fmla="*/ 1 w 1"/>
                  <a:gd name="T17" fmla="*/ 0 h 11"/>
                  <a:gd name="T18" fmla="*/ 0 w 1"/>
                  <a:gd name="T1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1">
                    <a:moveTo>
                      <a:pt x="0" y="0"/>
                    </a:moveTo>
                    <a:cubicBezTo>
                      <a:pt x="0" y="0"/>
                      <a:pt x="0" y="0"/>
                      <a:pt x="0" y="0"/>
                    </a:cubicBezTo>
                    <a:cubicBezTo>
                      <a:pt x="0" y="6"/>
                      <a:pt x="0" y="6"/>
                      <a:pt x="0" y="6"/>
                    </a:cubicBezTo>
                    <a:cubicBezTo>
                      <a:pt x="0" y="6"/>
                      <a:pt x="0" y="6"/>
                      <a:pt x="0" y="6"/>
                    </a:cubicBezTo>
                    <a:cubicBezTo>
                      <a:pt x="0" y="11"/>
                      <a:pt x="0" y="11"/>
                      <a:pt x="0" y="11"/>
                    </a:cubicBezTo>
                    <a:cubicBezTo>
                      <a:pt x="0" y="11"/>
                      <a:pt x="0" y="11"/>
                      <a:pt x="0" y="11"/>
                    </a:cubicBezTo>
                    <a:cubicBezTo>
                      <a:pt x="1" y="11"/>
                      <a:pt x="1" y="11"/>
                      <a:pt x="1" y="11"/>
                    </a:cubicBezTo>
                    <a:cubicBezTo>
                      <a:pt x="1" y="6"/>
                      <a:pt x="1" y="6"/>
                      <a:pt x="1" y="6"/>
                    </a:cubicBezTo>
                    <a:cubicBezTo>
                      <a:pt x="1" y="0"/>
                      <a:pt x="1" y="0"/>
                      <a:pt x="1" y="0"/>
                    </a:cubicBezTo>
                    <a:cubicBezTo>
                      <a:pt x="1"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66"/>
              <p:cNvSpPr>
                <a:spLocks noEditPoints="1"/>
              </p:cNvSpPr>
              <p:nvPr/>
            </p:nvSpPr>
            <p:spPr bwMode="auto">
              <a:xfrm>
                <a:off x="3238" y="3654"/>
                <a:ext cx="51" cy="48"/>
              </a:xfrm>
              <a:custGeom>
                <a:avLst/>
                <a:gdLst>
                  <a:gd name="T0" fmla="*/ 5 w 13"/>
                  <a:gd name="T1" fmla="*/ 0 h 12"/>
                  <a:gd name="T2" fmla="*/ 2 w 13"/>
                  <a:gd name="T3" fmla="*/ 1 h 12"/>
                  <a:gd name="T4" fmla="*/ 2 w 13"/>
                  <a:gd name="T5" fmla="*/ 10 h 12"/>
                  <a:gd name="T6" fmla="*/ 7 w 13"/>
                  <a:gd name="T7" fmla="*/ 12 h 12"/>
                  <a:gd name="T8" fmla="*/ 11 w 13"/>
                  <a:gd name="T9" fmla="*/ 10 h 12"/>
                  <a:gd name="T10" fmla="*/ 12 w 13"/>
                  <a:gd name="T11" fmla="*/ 3 h 12"/>
                  <a:gd name="T12" fmla="*/ 7 w 13"/>
                  <a:gd name="T13" fmla="*/ 6 h 12"/>
                  <a:gd name="T14" fmla="*/ 7 w 13"/>
                  <a:gd name="T15" fmla="*/ 6 h 12"/>
                  <a:gd name="T16" fmla="*/ 6 w 13"/>
                  <a:gd name="T17" fmla="*/ 6 h 12"/>
                  <a:gd name="T18" fmla="*/ 6 w 13"/>
                  <a:gd name="T19" fmla="*/ 6 h 12"/>
                  <a:gd name="T20" fmla="*/ 5 w 13"/>
                  <a:gd name="T21" fmla="*/ 0 h 12"/>
                  <a:gd name="T22" fmla="*/ 7 w 13"/>
                  <a:gd name="T23" fmla="*/ 0 h 12"/>
                  <a:gd name="T24" fmla="*/ 7 w 13"/>
                  <a:gd name="T25" fmla="*/ 5 h 12"/>
                  <a:gd name="T26" fmla="*/ 12 w 13"/>
                  <a:gd name="T27" fmla="*/ 2 h 12"/>
                  <a:gd name="T28" fmla="*/ 11 w 13"/>
                  <a:gd name="T29" fmla="*/ 1 h 12"/>
                  <a:gd name="T30" fmla="*/ 7 w 13"/>
                  <a:gd name="T3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 h="12">
                    <a:moveTo>
                      <a:pt x="5" y="0"/>
                    </a:moveTo>
                    <a:cubicBezTo>
                      <a:pt x="4" y="0"/>
                      <a:pt x="3" y="1"/>
                      <a:pt x="2" y="1"/>
                    </a:cubicBezTo>
                    <a:cubicBezTo>
                      <a:pt x="0" y="4"/>
                      <a:pt x="0" y="8"/>
                      <a:pt x="2" y="10"/>
                    </a:cubicBezTo>
                    <a:cubicBezTo>
                      <a:pt x="4" y="11"/>
                      <a:pt x="5" y="12"/>
                      <a:pt x="7" y="12"/>
                    </a:cubicBezTo>
                    <a:cubicBezTo>
                      <a:pt x="8" y="12"/>
                      <a:pt x="10" y="11"/>
                      <a:pt x="11" y="10"/>
                    </a:cubicBezTo>
                    <a:cubicBezTo>
                      <a:pt x="13" y="8"/>
                      <a:pt x="13" y="5"/>
                      <a:pt x="12" y="3"/>
                    </a:cubicBezTo>
                    <a:cubicBezTo>
                      <a:pt x="7" y="6"/>
                      <a:pt x="7" y="6"/>
                      <a:pt x="7" y="6"/>
                    </a:cubicBezTo>
                    <a:cubicBezTo>
                      <a:pt x="7" y="6"/>
                      <a:pt x="7" y="6"/>
                      <a:pt x="7" y="6"/>
                    </a:cubicBezTo>
                    <a:cubicBezTo>
                      <a:pt x="6" y="6"/>
                      <a:pt x="6" y="6"/>
                      <a:pt x="6" y="6"/>
                    </a:cubicBezTo>
                    <a:cubicBezTo>
                      <a:pt x="6" y="6"/>
                      <a:pt x="6" y="6"/>
                      <a:pt x="6" y="6"/>
                    </a:cubicBezTo>
                    <a:cubicBezTo>
                      <a:pt x="5" y="0"/>
                      <a:pt x="5" y="0"/>
                      <a:pt x="5" y="0"/>
                    </a:cubicBezTo>
                    <a:moveTo>
                      <a:pt x="7" y="0"/>
                    </a:moveTo>
                    <a:cubicBezTo>
                      <a:pt x="7" y="5"/>
                      <a:pt x="7" y="5"/>
                      <a:pt x="7" y="5"/>
                    </a:cubicBezTo>
                    <a:cubicBezTo>
                      <a:pt x="12" y="2"/>
                      <a:pt x="12" y="2"/>
                      <a:pt x="12" y="2"/>
                    </a:cubicBezTo>
                    <a:cubicBezTo>
                      <a:pt x="11" y="2"/>
                      <a:pt x="11" y="2"/>
                      <a:pt x="11" y="1"/>
                    </a:cubicBezTo>
                    <a:cubicBezTo>
                      <a:pt x="10" y="0"/>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67"/>
              <p:cNvSpPr/>
              <p:nvPr/>
            </p:nvSpPr>
            <p:spPr bwMode="auto">
              <a:xfrm>
                <a:off x="3257" y="3654"/>
                <a:ext cx="28" cy="24"/>
              </a:xfrm>
              <a:custGeom>
                <a:avLst/>
                <a:gdLst>
                  <a:gd name="T0" fmla="*/ 2 w 7"/>
                  <a:gd name="T1" fmla="*/ 0 h 6"/>
                  <a:gd name="T2" fmla="*/ 0 w 7"/>
                  <a:gd name="T3" fmla="*/ 0 h 6"/>
                  <a:gd name="T4" fmla="*/ 1 w 7"/>
                  <a:gd name="T5" fmla="*/ 6 h 6"/>
                  <a:gd name="T6" fmla="*/ 1 w 7"/>
                  <a:gd name="T7" fmla="*/ 6 h 6"/>
                  <a:gd name="T8" fmla="*/ 2 w 7"/>
                  <a:gd name="T9" fmla="*/ 6 h 6"/>
                  <a:gd name="T10" fmla="*/ 2 w 7"/>
                  <a:gd name="T11" fmla="*/ 6 h 6"/>
                  <a:gd name="T12" fmla="*/ 7 w 7"/>
                  <a:gd name="T13" fmla="*/ 3 h 6"/>
                  <a:gd name="T14" fmla="*/ 7 w 7"/>
                  <a:gd name="T15" fmla="*/ 2 h 6"/>
                  <a:gd name="T16" fmla="*/ 2 w 7"/>
                  <a:gd name="T17" fmla="*/ 5 h 6"/>
                  <a:gd name="T18" fmla="*/ 2 w 7"/>
                  <a:gd name="T19" fmla="*/ 0 h 6"/>
                  <a:gd name="T20" fmla="*/ 2 w 7"/>
                  <a:gd name="T21"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6">
                    <a:moveTo>
                      <a:pt x="2" y="0"/>
                    </a:moveTo>
                    <a:cubicBezTo>
                      <a:pt x="1" y="0"/>
                      <a:pt x="1" y="0"/>
                      <a:pt x="0" y="0"/>
                    </a:cubicBezTo>
                    <a:cubicBezTo>
                      <a:pt x="1" y="6"/>
                      <a:pt x="1" y="6"/>
                      <a:pt x="1" y="6"/>
                    </a:cubicBezTo>
                    <a:cubicBezTo>
                      <a:pt x="1" y="6"/>
                      <a:pt x="1" y="6"/>
                      <a:pt x="1" y="6"/>
                    </a:cubicBezTo>
                    <a:cubicBezTo>
                      <a:pt x="1" y="6"/>
                      <a:pt x="1" y="6"/>
                      <a:pt x="2" y="6"/>
                    </a:cubicBezTo>
                    <a:cubicBezTo>
                      <a:pt x="2" y="6"/>
                      <a:pt x="2" y="6"/>
                      <a:pt x="2" y="6"/>
                    </a:cubicBezTo>
                    <a:cubicBezTo>
                      <a:pt x="7" y="3"/>
                      <a:pt x="7" y="3"/>
                      <a:pt x="7" y="3"/>
                    </a:cubicBezTo>
                    <a:cubicBezTo>
                      <a:pt x="7" y="3"/>
                      <a:pt x="7" y="2"/>
                      <a:pt x="7" y="2"/>
                    </a:cubicBezTo>
                    <a:cubicBezTo>
                      <a:pt x="2" y="5"/>
                      <a:pt x="2" y="5"/>
                      <a:pt x="2" y="5"/>
                    </a:cubicBezTo>
                    <a:cubicBezTo>
                      <a:pt x="2" y="0"/>
                      <a:pt x="2" y="0"/>
                      <a:pt x="2" y="0"/>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68"/>
              <p:cNvSpPr>
                <a:spLocks noEditPoints="1"/>
              </p:cNvSpPr>
              <p:nvPr/>
            </p:nvSpPr>
            <p:spPr bwMode="auto">
              <a:xfrm>
                <a:off x="4589" y="2842"/>
                <a:ext cx="64" cy="59"/>
              </a:xfrm>
              <a:custGeom>
                <a:avLst/>
                <a:gdLst>
                  <a:gd name="T0" fmla="*/ 0 w 16"/>
                  <a:gd name="T1" fmla="*/ 6 h 15"/>
                  <a:gd name="T2" fmla="*/ 1 w 16"/>
                  <a:gd name="T3" fmla="*/ 11 h 15"/>
                  <a:gd name="T4" fmla="*/ 6 w 16"/>
                  <a:gd name="T5" fmla="*/ 8 h 15"/>
                  <a:gd name="T6" fmla="*/ 0 w 16"/>
                  <a:gd name="T7" fmla="*/ 6 h 15"/>
                  <a:gd name="T8" fmla="*/ 8 w 16"/>
                  <a:gd name="T9" fmla="*/ 0 h 15"/>
                  <a:gd name="T10" fmla="*/ 2 w 16"/>
                  <a:gd name="T11" fmla="*/ 2 h 15"/>
                  <a:gd name="T12" fmla="*/ 1 w 16"/>
                  <a:gd name="T13" fmla="*/ 4 h 15"/>
                  <a:gd name="T14" fmla="*/ 8 w 16"/>
                  <a:gd name="T15" fmla="*/ 7 h 15"/>
                  <a:gd name="T16" fmla="*/ 8 w 16"/>
                  <a:gd name="T17" fmla="*/ 8 h 15"/>
                  <a:gd name="T18" fmla="*/ 8 w 16"/>
                  <a:gd name="T19" fmla="*/ 8 h 15"/>
                  <a:gd name="T20" fmla="*/ 1 w 16"/>
                  <a:gd name="T21" fmla="*/ 12 h 15"/>
                  <a:gd name="T22" fmla="*/ 2 w 16"/>
                  <a:gd name="T23" fmla="*/ 13 h 15"/>
                  <a:gd name="T24" fmla="*/ 8 w 16"/>
                  <a:gd name="T25" fmla="*/ 15 h 15"/>
                  <a:gd name="T26" fmla="*/ 13 w 16"/>
                  <a:gd name="T27" fmla="*/ 13 h 15"/>
                  <a:gd name="T28" fmla="*/ 13 w 16"/>
                  <a:gd name="T29" fmla="*/ 2 h 15"/>
                  <a:gd name="T30" fmla="*/ 8 w 16"/>
                  <a:gd name="T3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5">
                    <a:moveTo>
                      <a:pt x="0" y="6"/>
                    </a:moveTo>
                    <a:cubicBezTo>
                      <a:pt x="0" y="7"/>
                      <a:pt x="0" y="9"/>
                      <a:pt x="1" y="11"/>
                    </a:cubicBezTo>
                    <a:cubicBezTo>
                      <a:pt x="6" y="8"/>
                      <a:pt x="6" y="8"/>
                      <a:pt x="6" y="8"/>
                    </a:cubicBezTo>
                    <a:cubicBezTo>
                      <a:pt x="0" y="6"/>
                      <a:pt x="0" y="6"/>
                      <a:pt x="0" y="6"/>
                    </a:cubicBezTo>
                    <a:moveTo>
                      <a:pt x="8" y="0"/>
                    </a:moveTo>
                    <a:cubicBezTo>
                      <a:pt x="6" y="0"/>
                      <a:pt x="4" y="1"/>
                      <a:pt x="2" y="2"/>
                    </a:cubicBezTo>
                    <a:cubicBezTo>
                      <a:pt x="2" y="3"/>
                      <a:pt x="1" y="4"/>
                      <a:pt x="1" y="4"/>
                    </a:cubicBezTo>
                    <a:cubicBezTo>
                      <a:pt x="8" y="7"/>
                      <a:pt x="8" y="7"/>
                      <a:pt x="8" y="7"/>
                    </a:cubicBezTo>
                    <a:cubicBezTo>
                      <a:pt x="8" y="7"/>
                      <a:pt x="8" y="7"/>
                      <a:pt x="8" y="8"/>
                    </a:cubicBezTo>
                    <a:cubicBezTo>
                      <a:pt x="8" y="8"/>
                      <a:pt x="8" y="8"/>
                      <a:pt x="8" y="8"/>
                    </a:cubicBezTo>
                    <a:cubicBezTo>
                      <a:pt x="1" y="12"/>
                      <a:pt x="1" y="12"/>
                      <a:pt x="1" y="12"/>
                    </a:cubicBezTo>
                    <a:cubicBezTo>
                      <a:pt x="2" y="12"/>
                      <a:pt x="2" y="13"/>
                      <a:pt x="2" y="13"/>
                    </a:cubicBezTo>
                    <a:cubicBezTo>
                      <a:pt x="4" y="14"/>
                      <a:pt x="6" y="15"/>
                      <a:pt x="8" y="15"/>
                    </a:cubicBezTo>
                    <a:cubicBezTo>
                      <a:pt x="10" y="15"/>
                      <a:pt x="12" y="14"/>
                      <a:pt x="13" y="13"/>
                    </a:cubicBezTo>
                    <a:cubicBezTo>
                      <a:pt x="16" y="10"/>
                      <a:pt x="16" y="5"/>
                      <a:pt x="13" y="2"/>
                    </a:cubicBezTo>
                    <a:cubicBezTo>
                      <a:pt x="12" y="1"/>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69"/>
              <p:cNvSpPr/>
              <p:nvPr/>
            </p:nvSpPr>
            <p:spPr bwMode="auto">
              <a:xfrm>
                <a:off x="4589" y="2858"/>
                <a:ext cx="32" cy="31"/>
              </a:xfrm>
              <a:custGeom>
                <a:avLst/>
                <a:gdLst>
                  <a:gd name="T0" fmla="*/ 1 w 8"/>
                  <a:gd name="T1" fmla="*/ 0 h 8"/>
                  <a:gd name="T2" fmla="*/ 0 w 8"/>
                  <a:gd name="T3" fmla="*/ 2 h 8"/>
                  <a:gd name="T4" fmla="*/ 6 w 8"/>
                  <a:gd name="T5" fmla="*/ 4 h 8"/>
                  <a:gd name="T6" fmla="*/ 1 w 8"/>
                  <a:gd name="T7" fmla="*/ 7 h 8"/>
                  <a:gd name="T8" fmla="*/ 1 w 8"/>
                  <a:gd name="T9" fmla="*/ 8 h 8"/>
                  <a:gd name="T10" fmla="*/ 8 w 8"/>
                  <a:gd name="T11" fmla="*/ 4 h 8"/>
                  <a:gd name="T12" fmla="*/ 8 w 8"/>
                  <a:gd name="T13" fmla="*/ 4 h 8"/>
                  <a:gd name="T14" fmla="*/ 8 w 8"/>
                  <a:gd name="T15" fmla="*/ 3 h 8"/>
                  <a:gd name="T16" fmla="*/ 1 w 8"/>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1" y="0"/>
                    </a:moveTo>
                    <a:cubicBezTo>
                      <a:pt x="1" y="1"/>
                      <a:pt x="0" y="1"/>
                      <a:pt x="0" y="2"/>
                    </a:cubicBezTo>
                    <a:cubicBezTo>
                      <a:pt x="6" y="4"/>
                      <a:pt x="6" y="4"/>
                      <a:pt x="6" y="4"/>
                    </a:cubicBezTo>
                    <a:cubicBezTo>
                      <a:pt x="1" y="7"/>
                      <a:pt x="1" y="7"/>
                      <a:pt x="1" y="7"/>
                    </a:cubicBezTo>
                    <a:cubicBezTo>
                      <a:pt x="1" y="7"/>
                      <a:pt x="1" y="8"/>
                      <a:pt x="1" y="8"/>
                    </a:cubicBezTo>
                    <a:cubicBezTo>
                      <a:pt x="8" y="4"/>
                      <a:pt x="8" y="4"/>
                      <a:pt x="8" y="4"/>
                    </a:cubicBezTo>
                    <a:cubicBezTo>
                      <a:pt x="8" y="4"/>
                      <a:pt x="8" y="4"/>
                      <a:pt x="8" y="4"/>
                    </a:cubicBezTo>
                    <a:cubicBezTo>
                      <a:pt x="8" y="3"/>
                      <a:pt x="8" y="3"/>
                      <a:pt x="8" y="3"/>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70"/>
              <p:cNvSpPr>
                <a:spLocks noEditPoints="1"/>
              </p:cNvSpPr>
              <p:nvPr/>
            </p:nvSpPr>
            <p:spPr bwMode="auto">
              <a:xfrm>
                <a:off x="4121" y="2679"/>
                <a:ext cx="52" cy="48"/>
              </a:xfrm>
              <a:custGeom>
                <a:avLst/>
                <a:gdLst>
                  <a:gd name="T0" fmla="*/ 1 w 13"/>
                  <a:gd name="T1" fmla="*/ 4 h 12"/>
                  <a:gd name="T2" fmla="*/ 2 w 13"/>
                  <a:gd name="T3" fmla="*/ 10 h 12"/>
                  <a:gd name="T4" fmla="*/ 7 w 13"/>
                  <a:gd name="T5" fmla="*/ 12 h 12"/>
                  <a:gd name="T6" fmla="*/ 11 w 13"/>
                  <a:gd name="T7" fmla="*/ 10 h 12"/>
                  <a:gd name="T8" fmla="*/ 12 w 13"/>
                  <a:gd name="T9" fmla="*/ 8 h 12"/>
                  <a:gd name="T10" fmla="*/ 4 w 13"/>
                  <a:gd name="T11" fmla="*/ 5 h 12"/>
                  <a:gd name="T12" fmla="*/ 1 w 13"/>
                  <a:gd name="T13" fmla="*/ 4 h 12"/>
                  <a:gd name="T14" fmla="*/ 7 w 13"/>
                  <a:gd name="T15" fmla="*/ 0 h 12"/>
                  <a:gd name="T16" fmla="*/ 2 w 13"/>
                  <a:gd name="T17" fmla="*/ 2 h 12"/>
                  <a:gd name="T18" fmla="*/ 1 w 13"/>
                  <a:gd name="T19" fmla="*/ 3 h 12"/>
                  <a:gd name="T20" fmla="*/ 4 w 13"/>
                  <a:gd name="T21" fmla="*/ 4 h 12"/>
                  <a:gd name="T22" fmla="*/ 12 w 13"/>
                  <a:gd name="T23" fmla="*/ 7 h 12"/>
                  <a:gd name="T24" fmla="*/ 11 w 13"/>
                  <a:gd name="T25" fmla="*/ 2 h 12"/>
                  <a:gd name="T26" fmla="*/ 7 w 13"/>
                  <a:gd name="T2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12">
                    <a:moveTo>
                      <a:pt x="1" y="4"/>
                    </a:moveTo>
                    <a:cubicBezTo>
                      <a:pt x="0" y="6"/>
                      <a:pt x="1" y="8"/>
                      <a:pt x="2" y="10"/>
                    </a:cubicBezTo>
                    <a:cubicBezTo>
                      <a:pt x="4" y="11"/>
                      <a:pt x="5" y="12"/>
                      <a:pt x="7" y="12"/>
                    </a:cubicBezTo>
                    <a:cubicBezTo>
                      <a:pt x="8" y="12"/>
                      <a:pt x="10" y="11"/>
                      <a:pt x="11" y="10"/>
                    </a:cubicBezTo>
                    <a:cubicBezTo>
                      <a:pt x="11" y="10"/>
                      <a:pt x="12" y="9"/>
                      <a:pt x="12" y="8"/>
                    </a:cubicBezTo>
                    <a:cubicBezTo>
                      <a:pt x="9" y="7"/>
                      <a:pt x="6" y="6"/>
                      <a:pt x="4" y="5"/>
                    </a:cubicBezTo>
                    <a:cubicBezTo>
                      <a:pt x="1" y="4"/>
                      <a:pt x="1" y="4"/>
                      <a:pt x="1" y="4"/>
                    </a:cubicBezTo>
                    <a:moveTo>
                      <a:pt x="7" y="0"/>
                    </a:moveTo>
                    <a:cubicBezTo>
                      <a:pt x="5" y="0"/>
                      <a:pt x="4" y="0"/>
                      <a:pt x="2" y="2"/>
                    </a:cubicBezTo>
                    <a:cubicBezTo>
                      <a:pt x="2" y="2"/>
                      <a:pt x="2" y="2"/>
                      <a:pt x="1" y="3"/>
                    </a:cubicBezTo>
                    <a:cubicBezTo>
                      <a:pt x="4" y="4"/>
                      <a:pt x="4" y="4"/>
                      <a:pt x="4" y="4"/>
                    </a:cubicBezTo>
                    <a:cubicBezTo>
                      <a:pt x="7" y="5"/>
                      <a:pt x="10" y="6"/>
                      <a:pt x="12" y="7"/>
                    </a:cubicBezTo>
                    <a:cubicBezTo>
                      <a:pt x="13" y="5"/>
                      <a:pt x="12" y="3"/>
                      <a:pt x="11" y="2"/>
                    </a:cubicBezTo>
                    <a:cubicBezTo>
                      <a:pt x="10" y="0"/>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71"/>
              <p:cNvSpPr/>
              <p:nvPr/>
            </p:nvSpPr>
            <p:spPr bwMode="auto">
              <a:xfrm>
                <a:off x="4125" y="2691"/>
                <a:ext cx="44" cy="20"/>
              </a:xfrm>
              <a:custGeom>
                <a:avLst/>
                <a:gdLst>
                  <a:gd name="T0" fmla="*/ 0 w 11"/>
                  <a:gd name="T1" fmla="*/ 0 h 5"/>
                  <a:gd name="T2" fmla="*/ 0 w 11"/>
                  <a:gd name="T3" fmla="*/ 1 h 5"/>
                  <a:gd name="T4" fmla="*/ 3 w 11"/>
                  <a:gd name="T5" fmla="*/ 2 h 5"/>
                  <a:gd name="T6" fmla="*/ 11 w 11"/>
                  <a:gd name="T7" fmla="*/ 5 h 5"/>
                  <a:gd name="T8" fmla="*/ 11 w 11"/>
                  <a:gd name="T9" fmla="*/ 4 h 5"/>
                  <a:gd name="T10" fmla="*/ 3 w 11"/>
                  <a:gd name="T11" fmla="*/ 1 h 5"/>
                  <a:gd name="T12" fmla="*/ 0 w 11"/>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1" h="5">
                    <a:moveTo>
                      <a:pt x="0" y="0"/>
                    </a:moveTo>
                    <a:cubicBezTo>
                      <a:pt x="0" y="0"/>
                      <a:pt x="0" y="1"/>
                      <a:pt x="0" y="1"/>
                    </a:cubicBezTo>
                    <a:cubicBezTo>
                      <a:pt x="3" y="2"/>
                      <a:pt x="3" y="2"/>
                      <a:pt x="3" y="2"/>
                    </a:cubicBezTo>
                    <a:cubicBezTo>
                      <a:pt x="5" y="3"/>
                      <a:pt x="8" y="4"/>
                      <a:pt x="11" y="5"/>
                    </a:cubicBezTo>
                    <a:cubicBezTo>
                      <a:pt x="11" y="5"/>
                      <a:pt x="11" y="5"/>
                      <a:pt x="11" y="4"/>
                    </a:cubicBezTo>
                    <a:cubicBezTo>
                      <a:pt x="9" y="3"/>
                      <a:pt x="6" y="2"/>
                      <a:pt x="3" y="1"/>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72"/>
              <p:cNvSpPr>
                <a:spLocks noEditPoints="1"/>
              </p:cNvSpPr>
              <p:nvPr/>
            </p:nvSpPr>
            <p:spPr bwMode="auto">
              <a:xfrm>
                <a:off x="3634" y="2469"/>
                <a:ext cx="55" cy="56"/>
              </a:xfrm>
              <a:custGeom>
                <a:avLst/>
                <a:gdLst>
                  <a:gd name="T0" fmla="*/ 11 w 14"/>
                  <a:gd name="T1" fmla="*/ 8 h 14"/>
                  <a:gd name="T2" fmla="*/ 14 w 14"/>
                  <a:gd name="T3" fmla="*/ 9 h 14"/>
                  <a:gd name="T4" fmla="*/ 14 w 14"/>
                  <a:gd name="T5" fmla="*/ 8 h 14"/>
                  <a:gd name="T6" fmla="*/ 11 w 14"/>
                  <a:gd name="T7" fmla="*/ 8 h 14"/>
                  <a:gd name="T8" fmla="*/ 7 w 14"/>
                  <a:gd name="T9" fmla="*/ 0 h 14"/>
                  <a:gd name="T10" fmla="*/ 3 w 14"/>
                  <a:gd name="T11" fmla="*/ 2 h 14"/>
                  <a:gd name="T12" fmla="*/ 3 w 14"/>
                  <a:gd name="T13" fmla="*/ 12 h 14"/>
                  <a:gd name="T14" fmla="*/ 7 w 14"/>
                  <a:gd name="T15" fmla="*/ 14 h 14"/>
                  <a:gd name="T16" fmla="*/ 12 w 14"/>
                  <a:gd name="T17" fmla="*/ 12 h 14"/>
                  <a:gd name="T18" fmla="*/ 13 w 14"/>
                  <a:gd name="T19" fmla="*/ 10 h 14"/>
                  <a:gd name="T20" fmla="*/ 7 w 14"/>
                  <a:gd name="T21" fmla="*/ 8 h 14"/>
                  <a:gd name="T22" fmla="*/ 7 w 14"/>
                  <a:gd name="T23" fmla="*/ 7 h 14"/>
                  <a:gd name="T24" fmla="*/ 7 w 14"/>
                  <a:gd name="T25" fmla="*/ 6 h 14"/>
                  <a:gd name="T26" fmla="*/ 7 w 14"/>
                  <a:gd name="T27" fmla="*/ 6 h 14"/>
                  <a:gd name="T28" fmla="*/ 14 w 14"/>
                  <a:gd name="T29" fmla="*/ 7 h 14"/>
                  <a:gd name="T30" fmla="*/ 12 w 14"/>
                  <a:gd name="T31" fmla="*/ 2 h 14"/>
                  <a:gd name="T32" fmla="*/ 7 w 14"/>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4">
                    <a:moveTo>
                      <a:pt x="11" y="8"/>
                    </a:moveTo>
                    <a:cubicBezTo>
                      <a:pt x="14" y="9"/>
                      <a:pt x="14" y="9"/>
                      <a:pt x="14" y="9"/>
                    </a:cubicBezTo>
                    <a:cubicBezTo>
                      <a:pt x="14" y="9"/>
                      <a:pt x="14" y="8"/>
                      <a:pt x="14" y="8"/>
                    </a:cubicBezTo>
                    <a:cubicBezTo>
                      <a:pt x="11" y="8"/>
                      <a:pt x="11" y="8"/>
                      <a:pt x="11" y="8"/>
                    </a:cubicBezTo>
                    <a:moveTo>
                      <a:pt x="7" y="0"/>
                    </a:moveTo>
                    <a:cubicBezTo>
                      <a:pt x="6" y="0"/>
                      <a:pt x="4" y="1"/>
                      <a:pt x="3" y="2"/>
                    </a:cubicBezTo>
                    <a:cubicBezTo>
                      <a:pt x="0" y="5"/>
                      <a:pt x="0" y="9"/>
                      <a:pt x="3" y="12"/>
                    </a:cubicBezTo>
                    <a:cubicBezTo>
                      <a:pt x="4" y="13"/>
                      <a:pt x="6" y="14"/>
                      <a:pt x="7" y="14"/>
                    </a:cubicBezTo>
                    <a:cubicBezTo>
                      <a:pt x="9" y="14"/>
                      <a:pt x="11" y="13"/>
                      <a:pt x="12" y="12"/>
                    </a:cubicBezTo>
                    <a:cubicBezTo>
                      <a:pt x="13" y="12"/>
                      <a:pt x="13" y="11"/>
                      <a:pt x="13" y="10"/>
                    </a:cubicBezTo>
                    <a:cubicBezTo>
                      <a:pt x="7" y="8"/>
                      <a:pt x="7" y="8"/>
                      <a:pt x="7" y="8"/>
                    </a:cubicBezTo>
                    <a:cubicBezTo>
                      <a:pt x="7" y="8"/>
                      <a:pt x="7" y="7"/>
                      <a:pt x="7" y="7"/>
                    </a:cubicBezTo>
                    <a:cubicBezTo>
                      <a:pt x="7" y="7"/>
                      <a:pt x="7" y="6"/>
                      <a:pt x="7" y="6"/>
                    </a:cubicBezTo>
                    <a:cubicBezTo>
                      <a:pt x="7" y="6"/>
                      <a:pt x="7" y="6"/>
                      <a:pt x="7" y="6"/>
                    </a:cubicBezTo>
                    <a:cubicBezTo>
                      <a:pt x="14" y="7"/>
                      <a:pt x="14" y="7"/>
                      <a:pt x="14" y="7"/>
                    </a:cubicBezTo>
                    <a:cubicBezTo>
                      <a:pt x="14" y="5"/>
                      <a:pt x="13" y="4"/>
                      <a:pt x="12" y="2"/>
                    </a:cubicBezTo>
                    <a:cubicBezTo>
                      <a:pt x="11" y="1"/>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73"/>
              <p:cNvSpPr/>
              <p:nvPr/>
            </p:nvSpPr>
            <p:spPr bwMode="auto">
              <a:xfrm>
                <a:off x="3662" y="2493"/>
                <a:ext cx="27" cy="16"/>
              </a:xfrm>
              <a:custGeom>
                <a:avLst/>
                <a:gdLst>
                  <a:gd name="T0" fmla="*/ 0 w 7"/>
                  <a:gd name="T1" fmla="*/ 0 h 4"/>
                  <a:gd name="T2" fmla="*/ 0 w 7"/>
                  <a:gd name="T3" fmla="*/ 1 h 4"/>
                  <a:gd name="T4" fmla="*/ 0 w 7"/>
                  <a:gd name="T5" fmla="*/ 2 h 4"/>
                  <a:gd name="T6" fmla="*/ 6 w 7"/>
                  <a:gd name="T7" fmla="*/ 4 h 4"/>
                  <a:gd name="T8" fmla="*/ 7 w 7"/>
                  <a:gd name="T9" fmla="*/ 3 h 4"/>
                  <a:gd name="T10" fmla="*/ 4 w 7"/>
                  <a:gd name="T11" fmla="*/ 2 h 4"/>
                  <a:gd name="T12" fmla="*/ 7 w 7"/>
                  <a:gd name="T13" fmla="*/ 2 h 4"/>
                  <a:gd name="T14" fmla="*/ 7 w 7"/>
                  <a:gd name="T15" fmla="*/ 1 h 4"/>
                  <a:gd name="T16" fmla="*/ 0 w 7"/>
                  <a:gd name="T17" fmla="*/ 0 h 4"/>
                  <a:gd name="T18" fmla="*/ 0 w 7"/>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
                    <a:moveTo>
                      <a:pt x="0" y="0"/>
                    </a:moveTo>
                    <a:cubicBezTo>
                      <a:pt x="0" y="0"/>
                      <a:pt x="0" y="1"/>
                      <a:pt x="0" y="1"/>
                    </a:cubicBezTo>
                    <a:cubicBezTo>
                      <a:pt x="0" y="1"/>
                      <a:pt x="0" y="2"/>
                      <a:pt x="0" y="2"/>
                    </a:cubicBezTo>
                    <a:cubicBezTo>
                      <a:pt x="6" y="4"/>
                      <a:pt x="6" y="4"/>
                      <a:pt x="6" y="4"/>
                    </a:cubicBezTo>
                    <a:cubicBezTo>
                      <a:pt x="7" y="4"/>
                      <a:pt x="7" y="4"/>
                      <a:pt x="7" y="3"/>
                    </a:cubicBezTo>
                    <a:cubicBezTo>
                      <a:pt x="4" y="2"/>
                      <a:pt x="4" y="2"/>
                      <a:pt x="4" y="2"/>
                    </a:cubicBezTo>
                    <a:cubicBezTo>
                      <a:pt x="7" y="2"/>
                      <a:pt x="7" y="2"/>
                      <a:pt x="7" y="2"/>
                    </a:cubicBezTo>
                    <a:cubicBezTo>
                      <a:pt x="7" y="2"/>
                      <a:pt x="7" y="1"/>
                      <a:pt x="7" y="1"/>
                    </a:cubicBezTo>
                    <a:cubicBezTo>
                      <a:pt x="0" y="0"/>
                      <a:pt x="0" y="0"/>
                      <a:pt x="0" y="0"/>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74"/>
              <p:cNvSpPr>
                <a:spLocks noEditPoints="1"/>
              </p:cNvSpPr>
              <p:nvPr/>
            </p:nvSpPr>
            <p:spPr bwMode="auto">
              <a:xfrm>
                <a:off x="4989" y="2501"/>
                <a:ext cx="64" cy="63"/>
              </a:xfrm>
              <a:custGeom>
                <a:avLst/>
                <a:gdLst>
                  <a:gd name="T0" fmla="*/ 7 w 16"/>
                  <a:gd name="T1" fmla="*/ 1 h 16"/>
                  <a:gd name="T2" fmla="*/ 3 w 16"/>
                  <a:gd name="T3" fmla="*/ 3 h 16"/>
                  <a:gd name="T4" fmla="*/ 0 w 16"/>
                  <a:gd name="T5" fmla="*/ 7 h 16"/>
                  <a:gd name="T6" fmla="*/ 7 w 16"/>
                  <a:gd name="T7" fmla="*/ 7 h 16"/>
                  <a:gd name="T8" fmla="*/ 7 w 16"/>
                  <a:gd name="T9" fmla="*/ 1 h 16"/>
                  <a:gd name="T10" fmla="*/ 8 w 16"/>
                  <a:gd name="T11" fmla="*/ 0 h 16"/>
                  <a:gd name="T12" fmla="*/ 9 w 16"/>
                  <a:gd name="T13" fmla="*/ 8 h 16"/>
                  <a:gd name="T14" fmla="*/ 8 w 16"/>
                  <a:gd name="T15" fmla="*/ 9 h 16"/>
                  <a:gd name="T16" fmla="*/ 8 w 16"/>
                  <a:gd name="T17" fmla="*/ 9 h 16"/>
                  <a:gd name="T18" fmla="*/ 0 w 16"/>
                  <a:gd name="T19" fmla="*/ 9 h 16"/>
                  <a:gd name="T20" fmla="*/ 3 w 16"/>
                  <a:gd name="T21" fmla="*/ 14 h 16"/>
                  <a:gd name="T22" fmla="*/ 8 w 16"/>
                  <a:gd name="T23" fmla="*/ 16 h 16"/>
                  <a:gd name="T24" fmla="*/ 13 w 16"/>
                  <a:gd name="T25" fmla="*/ 14 h 16"/>
                  <a:gd name="T26" fmla="*/ 13 w 16"/>
                  <a:gd name="T27" fmla="*/ 3 h 16"/>
                  <a:gd name="T28" fmla="*/ 8 w 16"/>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16">
                    <a:moveTo>
                      <a:pt x="7" y="1"/>
                    </a:moveTo>
                    <a:cubicBezTo>
                      <a:pt x="5" y="1"/>
                      <a:pt x="4" y="2"/>
                      <a:pt x="3" y="3"/>
                    </a:cubicBezTo>
                    <a:cubicBezTo>
                      <a:pt x="1" y="4"/>
                      <a:pt x="1" y="6"/>
                      <a:pt x="0" y="7"/>
                    </a:cubicBezTo>
                    <a:cubicBezTo>
                      <a:pt x="7" y="7"/>
                      <a:pt x="7" y="7"/>
                      <a:pt x="7" y="7"/>
                    </a:cubicBezTo>
                    <a:cubicBezTo>
                      <a:pt x="7" y="1"/>
                      <a:pt x="7" y="1"/>
                      <a:pt x="7" y="1"/>
                    </a:cubicBezTo>
                    <a:moveTo>
                      <a:pt x="8" y="0"/>
                    </a:moveTo>
                    <a:cubicBezTo>
                      <a:pt x="9" y="8"/>
                      <a:pt x="9" y="8"/>
                      <a:pt x="9" y="8"/>
                    </a:cubicBezTo>
                    <a:cubicBezTo>
                      <a:pt x="9" y="8"/>
                      <a:pt x="8" y="9"/>
                      <a:pt x="8" y="9"/>
                    </a:cubicBezTo>
                    <a:cubicBezTo>
                      <a:pt x="8" y="9"/>
                      <a:pt x="8" y="9"/>
                      <a:pt x="8" y="9"/>
                    </a:cubicBezTo>
                    <a:cubicBezTo>
                      <a:pt x="0" y="9"/>
                      <a:pt x="0" y="9"/>
                      <a:pt x="0" y="9"/>
                    </a:cubicBezTo>
                    <a:cubicBezTo>
                      <a:pt x="0" y="10"/>
                      <a:pt x="1" y="12"/>
                      <a:pt x="3" y="14"/>
                    </a:cubicBezTo>
                    <a:cubicBezTo>
                      <a:pt x="4" y="15"/>
                      <a:pt x="6" y="16"/>
                      <a:pt x="8" y="16"/>
                    </a:cubicBezTo>
                    <a:cubicBezTo>
                      <a:pt x="10" y="16"/>
                      <a:pt x="12" y="15"/>
                      <a:pt x="13" y="14"/>
                    </a:cubicBezTo>
                    <a:cubicBezTo>
                      <a:pt x="16" y="11"/>
                      <a:pt x="16" y="6"/>
                      <a:pt x="13" y="3"/>
                    </a:cubicBezTo>
                    <a:cubicBezTo>
                      <a:pt x="12" y="1"/>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75"/>
              <p:cNvSpPr/>
              <p:nvPr/>
            </p:nvSpPr>
            <p:spPr bwMode="auto">
              <a:xfrm>
                <a:off x="4989" y="2501"/>
                <a:ext cx="36" cy="36"/>
              </a:xfrm>
              <a:custGeom>
                <a:avLst/>
                <a:gdLst>
                  <a:gd name="T0" fmla="*/ 8 w 9"/>
                  <a:gd name="T1" fmla="*/ 0 h 9"/>
                  <a:gd name="T2" fmla="*/ 7 w 9"/>
                  <a:gd name="T3" fmla="*/ 1 h 9"/>
                  <a:gd name="T4" fmla="*/ 7 w 9"/>
                  <a:gd name="T5" fmla="*/ 7 h 9"/>
                  <a:gd name="T6" fmla="*/ 0 w 9"/>
                  <a:gd name="T7" fmla="*/ 7 h 9"/>
                  <a:gd name="T8" fmla="*/ 0 w 9"/>
                  <a:gd name="T9" fmla="*/ 9 h 9"/>
                  <a:gd name="T10" fmla="*/ 8 w 9"/>
                  <a:gd name="T11" fmla="*/ 9 h 9"/>
                  <a:gd name="T12" fmla="*/ 8 w 9"/>
                  <a:gd name="T13" fmla="*/ 9 h 9"/>
                  <a:gd name="T14" fmla="*/ 9 w 9"/>
                  <a:gd name="T15" fmla="*/ 8 h 9"/>
                  <a:gd name="T16" fmla="*/ 8 w 9"/>
                  <a:gd name="T17" fmla="*/ 0 h 9"/>
                  <a:gd name="T18" fmla="*/ 8 w 9"/>
                  <a:gd name="T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0"/>
                    </a:moveTo>
                    <a:cubicBezTo>
                      <a:pt x="7" y="0"/>
                      <a:pt x="7" y="0"/>
                      <a:pt x="7" y="1"/>
                    </a:cubicBezTo>
                    <a:cubicBezTo>
                      <a:pt x="7" y="7"/>
                      <a:pt x="7" y="7"/>
                      <a:pt x="7" y="7"/>
                    </a:cubicBezTo>
                    <a:cubicBezTo>
                      <a:pt x="0" y="7"/>
                      <a:pt x="0" y="7"/>
                      <a:pt x="0" y="7"/>
                    </a:cubicBezTo>
                    <a:cubicBezTo>
                      <a:pt x="0" y="8"/>
                      <a:pt x="0" y="8"/>
                      <a:pt x="0" y="9"/>
                    </a:cubicBezTo>
                    <a:cubicBezTo>
                      <a:pt x="8" y="9"/>
                      <a:pt x="8" y="9"/>
                      <a:pt x="8" y="9"/>
                    </a:cubicBezTo>
                    <a:cubicBezTo>
                      <a:pt x="8" y="9"/>
                      <a:pt x="8" y="9"/>
                      <a:pt x="8" y="9"/>
                    </a:cubicBezTo>
                    <a:cubicBezTo>
                      <a:pt x="8" y="9"/>
                      <a:pt x="9" y="8"/>
                      <a:pt x="9" y="8"/>
                    </a:cubicBezTo>
                    <a:cubicBezTo>
                      <a:pt x="8" y="0"/>
                      <a:pt x="8" y="0"/>
                      <a:pt x="8" y="0"/>
                    </a:cubicBezTo>
                    <a:cubicBezTo>
                      <a:pt x="8" y="0"/>
                      <a:pt x="8"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76"/>
              <p:cNvSpPr>
                <a:spLocks noEditPoints="1"/>
              </p:cNvSpPr>
              <p:nvPr/>
            </p:nvSpPr>
            <p:spPr bwMode="auto">
              <a:xfrm>
                <a:off x="4942" y="1966"/>
                <a:ext cx="55" cy="51"/>
              </a:xfrm>
              <a:custGeom>
                <a:avLst/>
                <a:gdLst>
                  <a:gd name="T0" fmla="*/ 5 w 14"/>
                  <a:gd name="T1" fmla="*/ 0 h 13"/>
                  <a:gd name="T2" fmla="*/ 3 w 14"/>
                  <a:gd name="T3" fmla="*/ 2 h 13"/>
                  <a:gd name="T4" fmla="*/ 3 w 14"/>
                  <a:gd name="T5" fmla="*/ 11 h 13"/>
                  <a:gd name="T6" fmla="*/ 7 w 14"/>
                  <a:gd name="T7" fmla="*/ 13 h 13"/>
                  <a:gd name="T8" fmla="*/ 6 w 14"/>
                  <a:gd name="T9" fmla="*/ 7 h 13"/>
                  <a:gd name="T10" fmla="*/ 5 w 14"/>
                  <a:gd name="T11" fmla="*/ 0 h 13"/>
                  <a:gd name="T12" fmla="*/ 7 w 14"/>
                  <a:gd name="T13" fmla="*/ 0 h 13"/>
                  <a:gd name="T14" fmla="*/ 6 w 14"/>
                  <a:gd name="T15" fmla="*/ 0 h 13"/>
                  <a:gd name="T16" fmla="*/ 8 w 14"/>
                  <a:gd name="T17" fmla="*/ 6 h 13"/>
                  <a:gd name="T18" fmla="*/ 8 w 14"/>
                  <a:gd name="T19" fmla="*/ 6 h 13"/>
                  <a:gd name="T20" fmla="*/ 9 w 14"/>
                  <a:gd name="T21" fmla="*/ 13 h 13"/>
                  <a:gd name="T22" fmla="*/ 12 w 14"/>
                  <a:gd name="T23" fmla="*/ 11 h 13"/>
                  <a:gd name="T24" fmla="*/ 12 w 14"/>
                  <a:gd name="T25" fmla="*/ 2 h 13"/>
                  <a:gd name="T26" fmla="*/ 7 w 14"/>
                  <a:gd name="T2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3">
                    <a:moveTo>
                      <a:pt x="5" y="0"/>
                    </a:moveTo>
                    <a:cubicBezTo>
                      <a:pt x="4" y="1"/>
                      <a:pt x="3" y="1"/>
                      <a:pt x="3" y="2"/>
                    </a:cubicBezTo>
                    <a:cubicBezTo>
                      <a:pt x="0" y="4"/>
                      <a:pt x="0" y="8"/>
                      <a:pt x="3" y="11"/>
                    </a:cubicBezTo>
                    <a:cubicBezTo>
                      <a:pt x="4" y="12"/>
                      <a:pt x="5" y="13"/>
                      <a:pt x="7" y="13"/>
                    </a:cubicBezTo>
                    <a:cubicBezTo>
                      <a:pt x="6" y="7"/>
                      <a:pt x="6" y="7"/>
                      <a:pt x="6" y="7"/>
                    </a:cubicBezTo>
                    <a:cubicBezTo>
                      <a:pt x="5" y="0"/>
                      <a:pt x="5" y="0"/>
                      <a:pt x="5" y="0"/>
                    </a:cubicBezTo>
                    <a:moveTo>
                      <a:pt x="7" y="0"/>
                    </a:moveTo>
                    <a:cubicBezTo>
                      <a:pt x="7" y="0"/>
                      <a:pt x="7" y="0"/>
                      <a:pt x="6" y="0"/>
                    </a:cubicBezTo>
                    <a:cubicBezTo>
                      <a:pt x="8" y="6"/>
                      <a:pt x="8" y="6"/>
                      <a:pt x="8" y="6"/>
                    </a:cubicBezTo>
                    <a:cubicBezTo>
                      <a:pt x="8" y="6"/>
                      <a:pt x="8" y="6"/>
                      <a:pt x="8" y="6"/>
                    </a:cubicBezTo>
                    <a:cubicBezTo>
                      <a:pt x="9" y="13"/>
                      <a:pt x="9" y="13"/>
                      <a:pt x="9" y="13"/>
                    </a:cubicBezTo>
                    <a:cubicBezTo>
                      <a:pt x="10" y="13"/>
                      <a:pt x="11" y="12"/>
                      <a:pt x="12" y="11"/>
                    </a:cubicBezTo>
                    <a:cubicBezTo>
                      <a:pt x="14" y="8"/>
                      <a:pt x="14" y="4"/>
                      <a:pt x="12" y="2"/>
                    </a:cubicBezTo>
                    <a:cubicBezTo>
                      <a:pt x="11" y="0"/>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77"/>
              <p:cNvSpPr/>
              <p:nvPr/>
            </p:nvSpPr>
            <p:spPr bwMode="auto">
              <a:xfrm>
                <a:off x="4962" y="1966"/>
                <a:ext cx="16" cy="51"/>
              </a:xfrm>
              <a:custGeom>
                <a:avLst/>
                <a:gdLst>
                  <a:gd name="T0" fmla="*/ 1 w 4"/>
                  <a:gd name="T1" fmla="*/ 0 h 13"/>
                  <a:gd name="T2" fmla="*/ 0 w 4"/>
                  <a:gd name="T3" fmla="*/ 0 h 13"/>
                  <a:gd name="T4" fmla="*/ 1 w 4"/>
                  <a:gd name="T5" fmla="*/ 7 h 13"/>
                  <a:gd name="T6" fmla="*/ 2 w 4"/>
                  <a:gd name="T7" fmla="*/ 13 h 13"/>
                  <a:gd name="T8" fmla="*/ 2 w 4"/>
                  <a:gd name="T9" fmla="*/ 13 h 13"/>
                  <a:gd name="T10" fmla="*/ 4 w 4"/>
                  <a:gd name="T11" fmla="*/ 13 h 13"/>
                  <a:gd name="T12" fmla="*/ 3 w 4"/>
                  <a:gd name="T13" fmla="*/ 6 h 13"/>
                  <a:gd name="T14" fmla="*/ 3 w 4"/>
                  <a:gd name="T15" fmla="*/ 6 h 13"/>
                  <a:gd name="T16" fmla="*/ 1 w 4"/>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3">
                    <a:moveTo>
                      <a:pt x="1" y="0"/>
                    </a:moveTo>
                    <a:cubicBezTo>
                      <a:pt x="1" y="0"/>
                      <a:pt x="0" y="0"/>
                      <a:pt x="0" y="0"/>
                    </a:cubicBezTo>
                    <a:cubicBezTo>
                      <a:pt x="1" y="7"/>
                      <a:pt x="1" y="7"/>
                      <a:pt x="1" y="7"/>
                    </a:cubicBezTo>
                    <a:cubicBezTo>
                      <a:pt x="2" y="13"/>
                      <a:pt x="2" y="13"/>
                      <a:pt x="2" y="13"/>
                    </a:cubicBezTo>
                    <a:cubicBezTo>
                      <a:pt x="2" y="13"/>
                      <a:pt x="2" y="13"/>
                      <a:pt x="2" y="13"/>
                    </a:cubicBezTo>
                    <a:cubicBezTo>
                      <a:pt x="3" y="13"/>
                      <a:pt x="3" y="13"/>
                      <a:pt x="4" y="13"/>
                    </a:cubicBezTo>
                    <a:cubicBezTo>
                      <a:pt x="3" y="6"/>
                      <a:pt x="3" y="6"/>
                      <a:pt x="3" y="6"/>
                    </a:cubicBezTo>
                    <a:cubicBezTo>
                      <a:pt x="3" y="6"/>
                      <a:pt x="3" y="6"/>
                      <a:pt x="3" y="6"/>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78"/>
              <p:cNvSpPr>
                <a:spLocks noEditPoints="1"/>
              </p:cNvSpPr>
              <p:nvPr/>
            </p:nvSpPr>
            <p:spPr bwMode="auto">
              <a:xfrm>
                <a:off x="4811" y="1443"/>
                <a:ext cx="40" cy="35"/>
              </a:xfrm>
              <a:custGeom>
                <a:avLst/>
                <a:gdLst>
                  <a:gd name="T0" fmla="*/ 8 w 10"/>
                  <a:gd name="T1" fmla="*/ 2 h 9"/>
                  <a:gd name="T2" fmla="*/ 6 w 10"/>
                  <a:gd name="T3" fmla="*/ 5 h 9"/>
                  <a:gd name="T4" fmla="*/ 7 w 10"/>
                  <a:gd name="T5" fmla="*/ 9 h 9"/>
                  <a:gd name="T6" fmla="*/ 8 w 10"/>
                  <a:gd name="T7" fmla="*/ 8 h 9"/>
                  <a:gd name="T8" fmla="*/ 8 w 10"/>
                  <a:gd name="T9" fmla="*/ 2 h 9"/>
                  <a:gd name="T10" fmla="*/ 8 w 10"/>
                  <a:gd name="T11" fmla="*/ 2 h 9"/>
                  <a:gd name="T12" fmla="*/ 5 w 10"/>
                  <a:gd name="T13" fmla="*/ 0 h 9"/>
                  <a:gd name="T14" fmla="*/ 2 w 10"/>
                  <a:gd name="T15" fmla="*/ 2 h 9"/>
                  <a:gd name="T16" fmla="*/ 2 w 10"/>
                  <a:gd name="T17" fmla="*/ 8 h 9"/>
                  <a:gd name="T18" fmla="*/ 5 w 10"/>
                  <a:gd name="T19" fmla="*/ 9 h 9"/>
                  <a:gd name="T20" fmla="*/ 5 w 10"/>
                  <a:gd name="T21" fmla="*/ 9 h 9"/>
                  <a:gd name="T22" fmla="*/ 4 w 10"/>
                  <a:gd name="T23" fmla="*/ 5 h 9"/>
                  <a:gd name="T24" fmla="*/ 4 w 10"/>
                  <a:gd name="T25" fmla="*/ 5 h 9"/>
                  <a:gd name="T26" fmla="*/ 7 w 10"/>
                  <a:gd name="T27" fmla="*/ 1 h 9"/>
                  <a:gd name="T28" fmla="*/ 5 w 10"/>
                  <a:gd name="T2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 h="9">
                    <a:moveTo>
                      <a:pt x="8" y="2"/>
                    </a:moveTo>
                    <a:cubicBezTo>
                      <a:pt x="6" y="5"/>
                      <a:pt x="6" y="5"/>
                      <a:pt x="6" y="5"/>
                    </a:cubicBezTo>
                    <a:cubicBezTo>
                      <a:pt x="7" y="9"/>
                      <a:pt x="7" y="9"/>
                      <a:pt x="7" y="9"/>
                    </a:cubicBezTo>
                    <a:cubicBezTo>
                      <a:pt x="7" y="9"/>
                      <a:pt x="8" y="9"/>
                      <a:pt x="8" y="8"/>
                    </a:cubicBezTo>
                    <a:cubicBezTo>
                      <a:pt x="10" y="6"/>
                      <a:pt x="10" y="4"/>
                      <a:pt x="8" y="2"/>
                    </a:cubicBezTo>
                    <a:cubicBezTo>
                      <a:pt x="8" y="2"/>
                      <a:pt x="8" y="2"/>
                      <a:pt x="8" y="2"/>
                    </a:cubicBezTo>
                    <a:moveTo>
                      <a:pt x="5" y="0"/>
                    </a:moveTo>
                    <a:cubicBezTo>
                      <a:pt x="4" y="0"/>
                      <a:pt x="3" y="1"/>
                      <a:pt x="2" y="2"/>
                    </a:cubicBezTo>
                    <a:cubicBezTo>
                      <a:pt x="0" y="4"/>
                      <a:pt x="0" y="6"/>
                      <a:pt x="2" y="8"/>
                    </a:cubicBezTo>
                    <a:cubicBezTo>
                      <a:pt x="3" y="9"/>
                      <a:pt x="4" y="9"/>
                      <a:pt x="5" y="9"/>
                    </a:cubicBezTo>
                    <a:cubicBezTo>
                      <a:pt x="5" y="9"/>
                      <a:pt x="5" y="9"/>
                      <a:pt x="5" y="9"/>
                    </a:cubicBezTo>
                    <a:cubicBezTo>
                      <a:pt x="4" y="5"/>
                      <a:pt x="4" y="5"/>
                      <a:pt x="4" y="5"/>
                    </a:cubicBezTo>
                    <a:cubicBezTo>
                      <a:pt x="4" y="5"/>
                      <a:pt x="4" y="5"/>
                      <a:pt x="4" y="5"/>
                    </a:cubicBezTo>
                    <a:cubicBezTo>
                      <a:pt x="7" y="1"/>
                      <a:pt x="7" y="1"/>
                      <a:pt x="7" y="1"/>
                    </a:cubicBezTo>
                    <a:cubicBezTo>
                      <a:pt x="6" y="1"/>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79"/>
              <p:cNvSpPr/>
              <p:nvPr/>
            </p:nvSpPr>
            <p:spPr bwMode="auto">
              <a:xfrm>
                <a:off x="4827" y="1447"/>
                <a:ext cx="16" cy="31"/>
              </a:xfrm>
              <a:custGeom>
                <a:avLst/>
                <a:gdLst>
                  <a:gd name="T0" fmla="*/ 3 w 4"/>
                  <a:gd name="T1" fmla="*/ 0 h 8"/>
                  <a:gd name="T2" fmla="*/ 0 w 4"/>
                  <a:gd name="T3" fmla="*/ 4 h 8"/>
                  <a:gd name="T4" fmla="*/ 0 w 4"/>
                  <a:gd name="T5" fmla="*/ 4 h 8"/>
                  <a:gd name="T6" fmla="*/ 1 w 4"/>
                  <a:gd name="T7" fmla="*/ 8 h 8"/>
                  <a:gd name="T8" fmla="*/ 3 w 4"/>
                  <a:gd name="T9" fmla="*/ 8 h 8"/>
                  <a:gd name="T10" fmla="*/ 2 w 4"/>
                  <a:gd name="T11" fmla="*/ 4 h 8"/>
                  <a:gd name="T12" fmla="*/ 4 w 4"/>
                  <a:gd name="T13" fmla="*/ 1 h 8"/>
                  <a:gd name="T14" fmla="*/ 3 w 4"/>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8">
                    <a:moveTo>
                      <a:pt x="3" y="0"/>
                    </a:moveTo>
                    <a:cubicBezTo>
                      <a:pt x="0" y="4"/>
                      <a:pt x="0" y="4"/>
                      <a:pt x="0" y="4"/>
                    </a:cubicBezTo>
                    <a:cubicBezTo>
                      <a:pt x="0" y="4"/>
                      <a:pt x="0" y="4"/>
                      <a:pt x="0" y="4"/>
                    </a:cubicBezTo>
                    <a:cubicBezTo>
                      <a:pt x="1" y="8"/>
                      <a:pt x="1" y="8"/>
                      <a:pt x="1" y="8"/>
                    </a:cubicBezTo>
                    <a:cubicBezTo>
                      <a:pt x="2" y="8"/>
                      <a:pt x="2" y="8"/>
                      <a:pt x="3" y="8"/>
                    </a:cubicBezTo>
                    <a:cubicBezTo>
                      <a:pt x="2" y="4"/>
                      <a:pt x="2" y="4"/>
                      <a:pt x="2" y="4"/>
                    </a:cubicBezTo>
                    <a:cubicBezTo>
                      <a:pt x="4" y="1"/>
                      <a:pt x="4" y="1"/>
                      <a:pt x="4" y="1"/>
                    </a:cubicBezTo>
                    <a:cubicBezTo>
                      <a:pt x="4" y="0"/>
                      <a:pt x="3" y="0"/>
                      <a:pt x="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80"/>
              <p:cNvSpPr>
                <a:spLocks noEditPoints="1"/>
              </p:cNvSpPr>
              <p:nvPr/>
            </p:nvSpPr>
            <p:spPr bwMode="auto">
              <a:xfrm>
                <a:off x="5025" y="1074"/>
                <a:ext cx="68" cy="63"/>
              </a:xfrm>
              <a:custGeom>
                <a:avLst/>
                <a:gdLst>
                  <a:gd name="T0" fmla="*/ 9 w 17"/>
                  <a:gd name="T1" fmla="*/ 9 h 16"/>
                  <a:gd name="T2" fmla="*/ 5 w 17"/>
                  <a:gd name="T3" fmla="*/ 15 h 16"/>
                  <a:gd name="T4" fmla="*/ 9 w 17"/>
                  <a:gd name="T5" fmla="*/ 16 h 16"/>
                  <a:gd name="T6" fmla="*/ 14 w 17"/>
                  <a:gd name="T7" fmla="*/ 14 h 16"/>
                  <a:gd name="T8" fmla="*/ 16 w 17"/>
                  <a:gd name="T9" fmla="*/ 12 h 16"/>
                  <a:gd name="T10" fmla="*/ 9 w 17"/>
                  <a:gd name="T11" fmla="*/ 9 h 16"/>
                  <a:gd name="T12" fmla="*/ 9 w 17"/>
                  <a:gd name="T13" fmla="*/ 0 h 16"/>
                  <a:gd name="T14" fmla="*/ 3 w 17"/>
                  <a:gd name="T15" fmla="*/ 3 h 16"/>
                  <a:gd name="T16" fmla="*/ 3 w 17"/>
                  <a:gd name="T17" fmla="*/ 14 h 16"/>
                  <a:gd name="T18" fmla="*/ 4 w 17"/>
                  <a:gd name="T19" fmla="*/ 14 h 16"/>
                  <a:gd name="T20" fmla="*/ 8 w 17"/>
                  <a:gd name="T21" fmla="*/ 8 h 16"/>
                  <a:gd name="T22" fmla="*/ 9 w 17"/>
                  <a:gd name="T23" fmla="*/ 7 h 16"/>
                  <a:gd name="T24" fmla="*/ 9 w 17"/>
                  <a:gd name="T25" fmla="*/ 8 h 16"/>
                  <a:gd name="T26" fmla="*/ 16 w 17"/>
                  <a:gd name="T27" fmla="*/ 10 h 16"/>
                  <a:gd name="T28" fmla="*/ 14 w 17"/>
                  <a:gd name="T29" fmla="*/ 3 h 16"/>
                  <a:gd name="T30" fmla="*/ 9 w 17"/>
                  <a:gd name="T3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6">
                    <a:moveTo>
                      <a:pt x="9" y="9"/>
                    </a:moveTo>
                    <a:cubicBezTo>
                      <a:pt x="5" y="15"/>
                      <a:pt x="5" y="15"/>
                      <a:pt x="5" y="15"/>
                    </a:cubicBezTo>
                    <a:cubicBezTo>
                      <a:pt x="6" y="16"/>
                      <a:pt x="7" y="16"/>
                      <a:pt x="9" y="16"/>
                    </a:cubicBezTo>
                    <a:cubicBezTo>
                      <a:pt x="11" y="16"/>
                      <a:pt x="13" y="15"/>
                      <a:pt x="14" y="14"/>
                    </a:cubicBezTo>
                    <a:cubicBezTo>
                      <a:pt x="15" y="13"/>
                      <a:pt x="15" y="12"/>
                      <a:pt x="16" y="12"/>
                    </a:cubicBezTo>
                    <a:cubicBezTo>
                      <a:pt x="9" y="9"/>
                      <a:pt x="9" y="9"/>
                      <a:pt x="9" y="9"/>
                    </a:cubicBezTo>
                    <a:moveTo>
                      <a:pt x="9" y="0"/>
                    </a:moveTo>
                    <a:cubicBezTo>
                      <a:pt x="7" y="0"/>
                      <a:pt x="5" y="1"/>
                      <a:pt x="3" y="3"/>
                    </a:cubicBezTo>
                    <a:cubicBezTo>
                      <a:pt x="0" y="6"/>
                      <a:pt x="0" y="11"/>
                      <a:pt x="3" y="14"/>
                    </a:cubicBezTo>
                    <a:cubicBezTo>
                      <a:pt x="3" y="14"/>
                      <a:pt x="3" y="14"/>
                      <a:pt x="4" y="14"/>
                    </a:cubicBezTo>
                    <a:cubicBezTo>
                      <a:pt x="8" y="8"/>
                      <a:pt x="8" y="8"/>
                      <a:pt x="8" y="8"/>
                    </a:cubicBezTo>
                    <a:cubicBezTo>
                      <a:pt x="8" y="8"/>
                      <a:pt x="8" y="7"/>
                      <a:pt x="9" y="7"/>
                    </a:cubicBezTo>
                    <a:cubicBezTo>
                      <a:pt x="9" y="7"/>
                      <a:pt x="9" y="7"/>
                      <a:pt x="9" y="8"/>
                    </a:cubicBezTo>
                    <a:cubicBezTo>
                      <a:pt x="16" y="10"/>
                      <a:pt x="16" y="10"/>
                      <a:pt x="16" y="10"/>
                    </a:cubicBezTo>
                    <a:cubicBezTo>
                      <a:pt x="17" y="8"/>
                      <a:pt x="16" y="5"/>
                      <a:pt x="14" y="3"/>
                    </a:cubicBezTo>
                    <a:cubicBezTo>
                      <a:pt x="13" y="1"/>
                      <a:pt x="11"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81"/>
              <p:cNvSpPr/>
              <p:nvPr/>
            </p:nvSpPr>
            <p:spPr bwMode="auto">
              <a:xfrm>
                <a:off x="5041" y="1102"/>
                <a:ext cx="48" cy="32"/>
              </a:xfrm>
              <a:custGeom>
                <a:avLst/>
                <a:gdLst>
                  <a:gd name="T0" fmla="*/ 5 w 12"/>
                  <a:gd name="T1" fmla="*/ 0 h 8"/>
                  <a:gd name="T2" fmla="*/ 4 w 12"/>
                  <a:gd name="T3" fmla="*/ 1 h 8"/>
                  <a:gd name="T4" fmla="*/ 0 w 12"/>
                  <a:gd name="T5" fmla="*/ 7 h 8"/>
                  <a:gd name="T6" fmla="*/ 1 w 12"/>
                  <a:gd name="T7" fmla="*/ 8 h 8"/>
                  <a:gd name="T8" fmla="*/ 5 w 12"/>
                  <a:gd name="T9" fmla="*/ 2 h 8"/>
                  <a:gd name="T10" fmla="*/ 12 w 12"/>
                  <a:gd name="T11" fmla="*/ 5 h 8"/>
                  <a:gd name="T12" fmla="*/ 12 w 12"/>
                  <a:gd name="T13" fmla="*/ 3 h 8"/>
                  <a:gd name="T14" fmla="*/ 5 w 12"/>
                  <a:gd name="T15" fmla="*/ 1 h 8"/>
                  <a:gd name="T16" fmla="*/ 5 w 1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8">
                    <a:moveTo>
                      <a:pt x="5" y="0"/>
                    </a:moveTo>
                    <a:cubicBezTo>
                      <a:pt x="4" y="0"/>
                      <a:pt x="4" y="1"/>
                      <a:pt x="4" y="1"/>
                    </a:cubicBezTo>
                    <a:cubicBezTo>
                      <a:pt x="0" y="7"/>
                      <a:pt x="0" y="7"/>
                      <a:pt x="0" y="7"/>
                    </a:cubicBezTo>
                    <a:cubicBezTo>
                      <a:pt x="0" y="8"/>
                      <a:pt x="1" y="8"/>
                      <a:pt x="1" y="8"/>
                    </a:cubicBezTo>
                    <a:cubicBezTo>
                      <a:pt x="5" y="2"/>
                      <a:pt x="5" y="2"/>
                      <a:pt x="5" y="2"/>
                    </a:cubicBezTo>
                    <a:cubicBezTo>
                      <a:pt x="12" y="5"/>
                      <a:pt x="12" y="5"/>
                      <a:pt x="12" y="5"/>
                    </a:cubicBezTo>
                    <a:cubicBezTo>
                      <a:pt x="12" y="4"/>
                      <a:pt x="12" y="4"/>
                      <a:pt x="12" y="3"/>
                    </a:cubicBezTo>
                    <a:cubicBezTo>
                      <a:pt x="5" y="1"/>
                      <a:pt x="5" y="1"/>
                      <a:pt x="5" y="1"/>
                    </a:cubicBezTo>
                    <a:cubicBezTo>
                      <a:pt x="5" y="0"/>
                      <a:pt x="5"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82"/>
              <p:cNvSpPr>
                <a:spLocks noEditPoints="1"/>
              </p:cNvSpPr>
              <p:nvPr/>
            </p:nvSpPr>
            <p:spPr bwMode="auto">
              <a:xfrm>
                <a:off x="5445" y="1233"/>
                <a:ext cx="68" cy="63"/>
              </a:xfrm>
              <a:custGeom>
                <a:avLst/>
                <a:gdLst>
                  <a:gd name="T0" fmla="*/ 1 w 17"/>
                  <a:gd name="T1" fmla="*/ 6 h 16"/>
                  <a:gd name="T2" fmla="*/ 3 w 17"/>
                  <a:gd name="T3" fmla="*/ 14 h 16"/>
                  <a:gd name="T4" fmla="*/ 8 w 17"/>
                  <a:gd name="T5" fmla="*/ 16 h 16"/>
                  <a:gd name="T6" fmla="*/ 14 w 17"/>
                  <a:gd name="T7" fmla="*/ 14 h 16"/>
                  <a:gd name="T8" fmla="*/ 14 w 17"/>
                  <a:gd name="T9" fmla="*/ 14 h 16"/>
                  <a:gd name="T10" fmla="*/ 8 w 17"/>
                  <a:gd name="T11" fmla="*/ 9 h 16"/>
                  <a:gd name="T12" fmla="*/ 1 w 17"/>
                  <a:gd name="T13" fmla="*/ 6 h 16"/>
                  <a:gd name="T14" fmla="*/ 8 w 17"/>
                  <a:gd name="T15" fmla="*/ 0 h 16"/>
                  <a:gd name="T16" fmla="*/ 3 w 17"/>
                  <a:gd name="T17" fmla="*/ 2 h 16"/>
                  <a:gd name="T18" fmla="*/ 1 w 17"/>
                  <a:gd name="T19" fmla="*/ 5 h 16"/>
                  <a:gd name="T20" fmla="*/ 9 w 17"/>
                  <a:gd name="T21" fmla="*/ 7 h 16"/>
                  <a:gd name="T22" fmla="*/ 9 w 17"/>
                  <a:gd name="T23" fmla="*/ 8 h 16"/>
                  <a:gd name="T24" fmla="*/ 15 w 17"/>
                  <a:gd name="T25" fmla="*/ 13 h 16"/>
                  <a:gd name="T26" fmla="*/ 14 w 17"/>
                  <a:gd name="T27" fmla="*/ 2 h 16"/>
                  <a:gd name="T28" fmla="*/ 8 w 17"/>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16">
                    <a:moveTo>
                      <a:pt x="1" y="6"/>
                    </a:moveTo>
                    <a:cubicBezTo>
                      <a:pt x="0" y="9"/>
                      <a:pt x="1" y="12"/>
                      <a:pt x="3" y="14"/>
                    </a:cubicBezTo>
                    <a:cubicBezTo>
                      <a:pt x="4" y="15"/>
                      <a:pt x="6" y="16"/>
                      <a:pt x="8" y="16"/>
                    </a:cubicBezTo>
                    <a:cubicBezTo>
                      <a:pt x="10" y="16"/>
                      <a:pt x="12" y="15"/>
                      <a:pt x="14" y="14"/>
                    </a:cubicBezTo>
                    <a:cubicBezTo>
                      <a:pt x="14" y="14"/>
                      <a:pt x="14" y="14"/>
                      <a:pt x="14" y="14"/>
                    </a:cubicBezTo>
                    <a:cubicBezTo>
                      <a:pt x="8" y="9"/>
                      <a:pt x="8" y="9"/>
                      <a:pt x="8" y="9"/>
                    </a:cubicBezTo>
                    <a:cubicBezTo>
                      <a:pt x="1" y="6"/>
                      <a:pt x="1" y="6"/>
                      <a:pt x="1" y="6"/>
                    </a:cubicBezTo>
                    <a:moveTo>
                      <a:pt x="8" y="0"/>
                    </a:moveTo>
                    <a:cubicBezTo>
                      <a:pt x="6" y="0"/>
                      <a:pt x="4" y="1"/>
                      <a:pt x="3" y="2"/>
                    </a:cubicBezTo>
                    <a:cubicBezTo>
                      <a:pt x="2" y="3"/>
                      <a:pt x="2" y="4"/>
                      <a:pt x="1" y="5"/>
                    </a:cubicBezTo>
                    <a:cubicBezTo>
                      <a:pt x="9" y="7"/>
                      <a:pt x="9" y="7"/>
                      <a:pt x="9" y="7"/>
                    </a:cubicBezTo>
                    <a:cubicBezTo>
                      <a:pt x="9" y="8"/>
                      <a:pt x="9" y="8"/>
                      <a:pt x="9" y="8"/>
                    </a:cubicBezTo>
                    <a:cubicBezTo>
                      <a:pt x="15" y="13"/>
                      <a:pt x="15" y="13"/>
                      <a:pt x="15" y="13"/>
                    </a:cubicBezTo>
                    <a:cubicBezTo>
                      <a:pt x="17" y="9"/>
                      <a:pt x="17" y="5"/>
                      <a:pt x="14" y="2"/>
                    </a:cubicBezTo>
                    <a:cubicBezTo>
                      <a:pt x="12" y="1"/>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83"/>
              <p:cNvSpPr/>
              <p:nvPr/>
            </p:nvSpPr>
            <p:spPr bwMode="auto">
              <a:xfrm>
                <a:off x="5449" y="1252"/>
                <a:ext cx="56" cy="36"/>
              </a:xfrm>
              <a:custGeom>
                <a:avLst/>
                <a:gdLst>
                  <a:gd name="T0" fmla="*/ 0 w 14"/>
                  <a:gd name="T1" fmla="*/ 0 h 9"/>
                  <a:gd name="T2" fmla="*/ 0 w 14"/>
                  <a:gd name="T3" fmla="*/ 1 h 9"/>
                  <a:gd name="T4" fmla="*/ 7 w 14"/>
                  <a:gd name="T5" fmla="*/ 4 h 9"/>
                  <a:gd name="T6" fmla="*/ 13 w 14"/>
                  <a:gd name="T7" fmla="*/ 9 h 9"/>
                  <a:gd name="T8" fmla="*/ 14 w 14"/>
                  <a:gd name="T9" fmla="*/ 8 h 9"/>
                  <a:gd name="T10" fmla="*/ 8 w 14"/>
                  <a:gd name="T11" fmla="*/ 3 h 9"/>
                  <a:gd name="T12" fmla="*/ 8 w 14"/>
                  <a:gd name="T13" fmla="*/ 2 h 9"/>
                  <a:gd name="T14" fmla="*/ 0 w 14"/>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0" y="0"/>
                    </a:moveTo>
                    <a:cubicBezTo>
                      <a:pt x="0" y="0"/>
                      <a:pt x="0" y="1"/>
                      <a:pt x="0" y="1"/>
                    </a:cubicBezTo>
                    <a:cubicBezTo>
                      <a:pt x="7" y="4"/>
                      <a:pt x="7" y="4"/>
                      <a:pt x="7" y="4"/>
                    </a:cubicBezTo>
                    <a:cubicBezTo>
                      <a:pt x="13" y="9"/>
                      <a:pt x="13" y="9"/>
                      <a:pt x="13" y="9"/>
                    </a:cubicBezTo>
                    <a:cubicBezTo>
                      <a:pt x="13" y="8"/>
                      <a:pt x="14" y="8"/>
                      <a:pt x="14" y="8"/>
                    </a:cubicBezTo>
                    <a:cubicBezTo>
                      <a:pt x="8" y="3"/>
                      <a:pt x="8" y="3"/>
                      <a:pt x="8" y="3"/>
                    </a:cubicBezTo>
                    <a:cubicBezTo>
                      <a:pt x="8" y="2"/>
                      <a:pt x="8" y="2"/>
                      <a:pt x="8" y="2"/>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84"/>
              <p:cNvSpPr>
                <a:spLocks noEditPoints="1"/>
              </p:cNvSpPr>
              <p:nvPr/>
            </p:nvSpPr>
            <p:spPr bwMode="auto">
              <a:xfrm>
                <a:off x="5766" y="1498"/>
                <a:ext cx="40" cy="36"/>
              </a:xfrm>
              <a:custGeom>
                <a:avLst/>
                <a:gdLst>
                  <a:gd name="T0" fmla="*/ 1 w 10"/>
                  <a:gd name="T1" fmla="*/ 2 h 9"/>
                  <a:gd name="T2" fmla="*/ 2 w 10"/>
                  <a:gd name="T3" fmla="*/ 8 h 9"/>
                  <a:gd name="T4" fmla="*/ 3 w 10"/>
                  <a:gd name="T5" fmla="*/ 9 h 9"/>
                  <a:gd name="T6" fmla="*/ 4 w 10"/>
                  <a:gd name="T7" fmla="*/ 5 h 9"/>
                  <a:gd name="T8" fmla="*/ 1 w 10"/>
                  <a:gd name="T9" fmla="*/ 2 h 9"/>
                  <a:gd name="T10" fmla="*/ 5 w 10"/>
                  <a:gd name="T11" fmla="*/ 0 h 9"/>
                  <a:gd name="T12" fmla="*/ 2 w 10"/>
                  <a:gd name="T13" fmla="*/ 1 h 9"/>
                  <a:gd name="T14" fmla="*/ 6 w 10"/>
                  <a:gd name="T15" fmla="*/ 4 h 9"/>
                  <a:gd name="T16" fmla="*/ 6 w 10"/>
                  <a:gd name="T17" fmla="*/ 5 h 9"/>
                  <a:gd name="T18" fmla="*/ 5 w 10"/>
                  <a:gd name="T19" fmla="*/ 9 h 9"/>
                  <a:gd name="T20" fmla="*/ 5 w 10"/>
                  <a:gd name="T21" fmla="*/ 9 h 9"/>
                  <a:gd name="T22" fmla="*/ 9 w 10"/>
                  <a:gd name="T23" fmla="*/ 8 h 9"/>
                  <a:gd name="T24" fmla="*/ 9 w 10"/>
                  <a:gd name="T25" fmla="*/ 1 h 9"/>
                  <a:gd name="T26" fmla="*/ 5 w 10"/>
                  <a:gd name="T2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9">
                    <a:moveTo>
                      <a:pt x="1" y="2"/>
                    </a:moveTo>
                    <a:cubicBezTo>
                      <a:pt x="0" y="4"/>
                      <a:pt x="0" y="6"/>
                      <a:pt x="2" y="8"/>
                    </a:cubicBezTo>
                    <a:cubicBezTo>
                      <a:pt x="2" y="8"/>
                      <a:pt x="3" y="8"/>
                      <a:pt x="3" y="9"/>
                    </a:cubicBezTo>
                    <a:cubicBezTo>
                      <a:pt x="4" y="5"/>
                      <a:pt x="4" y="5"/>
                      <a:pt x="4" y="5"/>
                    </a:cubicBezTo>
                    <a:cubicBezTo>
                      <a:pt x="1" y="2"/>
                      <a:pt x="1" y="2"/>
                      <a:pt x="1" y="2"/>
                    </a:cubicBezTo>
                    <a:moveTo>
                      <a:pt x="5" y="0"/>
                    </a:moveTo>
                    <a:cubicBezTo>
                      <a:pt x="4" y="0"/>
                      <a:pt x="3" y="0"/>
                      <a:pt x="2" y="1"/>
                    </a:cubicBezTo>
                    <a:cubicBezTo>
                      <a:pt x="6" y="4"/>
                      <a:pt x="6" y="4"/>
                      <a:pt x="6" y="4"/>
                    </a:cubicBezTo>
                    <a:cubicBezTo>
                      <a:pt x="6" y="4"/>
                      <a:pt x="6" y="5"/>
                      <a:pt x="6" y="5"/>
                    </a:cubicBezTo>
                    <a:cubicBezTo>
                      <a:pt x="5" y="9"/>
                      <a:pt x="5" y="9"/>
                      <a:pt x="5" y="9"/>
                    </a:cubicBezTo>
                    <a:cubicBezTo>
                      <a:pt x="5" y="9"/>
                      <a:pt x="5" y="9"/>
                      <a:pt x="5" y="9"/>
                    </a:cubicBezTo>
                    <a:cubicBezTo>
                      <a:pt x="6" y="9"/>
                      <a:pt x="8" y="9"/>
                      <a:pt x="9" y="8"/>
                    </a:cubicBezTo>
                    <a:cubicBezTo>
                      <a:pt x="10" y="6"/>
                      <a:pt x="10" y="3"/>
                      <a:pt x="9" y="1"/>
                    </a:cubicBezTo>
                    <a:cubicBezTo>
                      <a:pt x="8" y="0"/>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85"/>
              <p:cNvSpPr/>
              <p:nvPr/>
            </p:nvSpPr>
            <p:spPr bwMode="auto">
              <a:xfrm>
                <a:off x="5770" y="1502"/>
                <a:ext cx="20" cy="32"/>
              </a:xfrm>
              <a:custGeom>
                <a:avLst/>
                <a:gdLst>
                  <a:gd name="T0" fmla="*/ 1 w 5"/>
                  <a:gd name="T1" fmla="*/ 0 h 8"/>
                  <a:gd name="T2" fmla="*/ 1 w 5"/>
                  <a:gd name="T3" fmla="*/ 0 h 8"/>
                  <a:gd name="T4" fmla="*/ 0 w 5"/>
                  <a:gd name="T5" fmla="*/ 1 h 8"/>
                  <a:gd name="T6" fmla="*/ 3 w 5"/>
                  <a:gd name="T7" fmla="*/ 4 h 8"/>
                  <a:gd name="T8" fmla="*/ 2 w 5"/>
                  <a:gd name="T9" fmla="*/ 8 h 8"/>
                  <a:gd name="T10" fmla="*/ 4 w 5"/>
                  <a:gd name="T11" fmla="*/ 8 h 8"/>
                  <a:gd name="T12" fmla="*/ 5 w 5"/>
                  <a:gd name="T13" fmla="*/ 4 h 8"/>
                  <a:gd name="T14" fmla="*/ 5 w 5"/>
                  <a:gd name="T15" fmla="*/ 3 h 8"/>
                  <a:gd name="T16" fmla="*/ 1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1" y="0"/>
                    </a:moveTo>
                    <a:cubicBezTo>
                      <a:pt x="1" y="0"/>
                      <a:pt x="1" y="0"/>
                      <a:pt x="1" y="0"/>
                    </a:cubicBezTo>
                    <a:cubicBezTo>
                      <a:pt x="1" y="1"/>
                      <a:pt x="0" y="1"/>
                      <a:pt x="0" y="1"/>
                    </a:cubicBezTo>
                    <a:cubicBezTo>
                      <a:pt x="3" y="4"/>
                      <a:pt x="3" y="4"/>
                      <a:pt x="3" y="4"/>
                    </a:cubicBezTo>
                    <a:cubicBezTo>
                      <a:pt x="2" y="8"/>
                      <a:pt x="2" y="8"/>
                      <a:pt x="2" y="8"/>
                    </a:cubicBezTo>
                    <a:cubicBezTo>
                      <a:pt x="2" y="8"/>
                      <a:pt x="3" y="8"/>
                      <a:pt x="4" y="8"/>
                    </a:cubicBezTo>
                    <a:cubicBezTo>
                      <a:pt x="5" y="4"/>
                      <a:pt x="5" y="4"/>
                      <a:pt x="5" y="4"/>
                    </a:cubicBezTo>
                    <a:cubicBezTo>
                      <a:pt x="5" y="4"/>
                      <a:pt x="5" y="3"/>
                      <a:pt x="5" y="3"/>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86"/>
              <p:cNvSpPr>
                <a:spLocks noEditPoints="1"/>
              </p:cNvSpPr>
              <p:nvPr/>
            </p:nvSpPr>
            <p:spPr bwMode="auto">
              <a:xfrm>
                <a:off x="5326" y="2751"/>
                <a:ext cx="56" cy="47"/>
              </a:xfrm>
              <a:custGeom>
                <a:avLst/>
                <a:gdLst>
                  <a:gd name="T0" fmla="*/ 10 w 14"/>
                  <a:gd name="T1" fmla="*/ 1 h 12"/>
                  <a:gd name="T2" fmla="*/ 9 w 14"/>
                  <a:gd name="T3" fmla="*/ 3 h 12"/>
                  <a:gd name="T4" fmla="*/ 11 w 14"/>
                  <a:gd name="T5" fmla="*/ 2 h 12"/>
                  <a:gd name="T6" fmla="*/ 10 w 14"/>
                  <a:gd name="T7" fmla="*/ 1 h 12"/>
                  <a:gd name="T8" fmla="*/ 7 w 14"/>
                  <a:gd name="T9" fmla="*/ 0 h 12"/>
                  <a:gd name="T10" fmla="*/ 3 w 14"/>
                  <a:gd name="T11" fmla="*/ 2 h 12"/>
                  <a:gd name="T12" fmla="*/ 3 w 14"/>
                  <a:gd name="T13" fmla="*/ 10 h 12"/>
                  <a:gd name="T14" fmla="*/ 7 w 14"/>
                  <a:gd name="T15" fmla="*/ 12 h 12"/>
                  <a:gd name="T16" fmla="*/ 11 w 14"/>
                  <a:gd name="T17" fmla="*/ 10 h 12"/>
                  <a:gd name="T18" fmla="*/ 12 w 14"/>
                  <a:gd name="T19" fmla="*/ 3 h 12"/>
                  <a:gd name="T20" fmla="*/ 8 w 14"/>
                  <a:gd name="T21" fmla="*/ 7 h 12"/>
                  <a:gd name="T22" fmla="*/ 7 w 14"/>
                  <a:gd name="T23" fmla="*/ 7 h 12"/>
                  <a:gd name="T24" fmla="*/ 6 w 14"/>
                  <a:gd name="T25" fmla="*/ 7 h 12"/>
                  <a:gd name="T26" fmla="*/ 6 w 14"/>
                  <a:gd name="T27" fmla="*/ 6 h 12"/>
                  <a:gd name="T28" fmla="*/ 8 w 14"/>
                  <a:gd name="T29" fmla="*/ 0 h 12"/>
                  <a:gd name="T30" fmla="*/ 7 w 14"/>
                  <a:gd name="T3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2">
                    <a:moveTo>
                      <a:pt x="10" y="1"/>
                    </a:moveTo>
                    <a:cubicBezTo>
                      <a:pt x="9" y="3"/>
                      <a:pt x="9" y="3"/>
                      <a:pt x="9" y="3"/>
                    </a:cubicBezTo>
                    <a:cubicBezTo>
                      <a:pt x="11" y="2"/>
                      <a:pt x="11" y="2"/>
                      <a:pt x="11" y="2"/>
                    </a:cubicBezTo>
                    <a:cubicBezTo>
                      <a:pt x="11" y="1"/>
                      <a:pt x="10" y="1"/>
                      <a:pt x="10" y="1"/>
                    </a:cubicBezTo>
                    <a:moveTo>
                      <a:pt x="7" y="0"/>
                    </a:moveTo>
                    <a:cubicBezTo>
                      <a:pt x="6" y="0"/>
                      <a:pt x="4" y="1"/>
                      <a:pt x="3" y="2"/>
                    </a:cubicBezTo>
                    <a:cubicBezTo>
                      <a:pt x="0" y="4"/>
                      <a:pt x="0" y="8"/>
                      <a:pt x="3" y="10"/>
                    </a:cubicBezTo>
                    <a:cubicBezTo>
                      <a:pt x="4" y="12"/>
                      <a:pt x="6" y="12"/>
                      <a:pt x="7" y="12"/>
                    </a:cubicBezTo>
                    <a:cubicBezTo>
                      <a:pt x="9" y="12"/>
                      <a:pt x="10" y="12"/>
                      <a:pt x="11" y="10"/>
                    </a:cubicBezTo>
                    <a:cubicBezTo>
                      <a:pt x="13" y="8"/>
                      <a:pt x="14" y="5"/>
                      <a:pt x="12" y="3"/>
                    </a:cubicBezTo>
                    <a:cubicBezTo>
                      <a:pt x="8" y="7"/>
                      <a:pt x="8" y="7"/>
                      <a:pt x="8" y="7"/>
                    </a:cubicBezTo>
                    <a:cubicBezTo>
                      <a:pt x="7" y="7"/>
                      <a:pt x="7" y="7"/>
                      <a:pt x="7" y="7"/>
                    </a:cubicBezTo>
                    <a:cubicBezTo>
                      <a:pt x="7" y="7"/>
                      <a:pt x="7" y="7"/>
                      <a:pt x="6" y="7"/>
                    </a:cubicBezTo>
                    <a:cubicBezTo>
                      <a:pt x="6" y="6"/>
                      <a:pt x="6" y="6"/>
                      <a:pt x="6" y="6"/>
                    </a:cubicBezTo>
                    <a:cubicBezTo>
                      <a:pt x="8" y="0"/>
                      <a:pt x="8" y="0"/>
                      <a:pt x="8" y="0"/>
                    </a:cubicBezTo>
                    <a:cubicBezTo>
                      <a:pt x="8" y="0"/>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87"/>
              <p:cNvSpPr/>
              <p:nvPr/>
            </p:nvSpPr>
            <p:spPr bwMode="auto">
              <a:xfrm>
                <a:off x="5350" y="2751"/>
                <a:ext cx="24" cy="27"/>
              </a:xfrm>
              <a:custGeom>
                <a:avLst/>
                <a:gdLst>
                  <a:gd name="T0" fmla="*/ 2 w 6"/>
                  <a:gd name="T1" fmla="*/ 0 h 7"/>
                  <a:gd name="T2" fmla="*/ 0 w 6"/>
                  <a:gd name="T3" fmla="*/ 6 h 7"/>
                  <a:gd name="T4" fmla="*/ 0 w 6"/>
                  <a:gd name="T5" fmla="*/ 7 h 7"/>
                  <a:gd name="T6" fmla="*/ 1 w 6"/>
                  <a:gd name="T7" fmla="*/ 7 h 7"/>
                  <a:gd name="T8" fmla="*/ 2 w 6"/>
                  <a:gd name="T9" fmla="*/ 7 h 7"/>
                  <a:gd name="T10" fmla="*/ 6 w 6"/>
                  <a:gd name="T11" fmla="*/ 3 h 7"/>
                  <a:gd name="T12" fmla="*/ 5 w 6"/>
                  <a:gd name="T13" fmla="*/ 2 h 7"/>
                  <a:gd name="T14" fmla="*/ 5 w 6"/>
                  <a:gd name="T15" fmla="*/ 2 h 7"/>
                  <a:gd name="T16" fmla="*/ 3 w 6"/>
                  <a:gd name="T17" fmla="*/ 3 h 7"/>
                  <a:gd name="T18" fmla="*/ 4 w 6"/>
                  <a:gd name="T19" fmla="*/ 1 h 7"/>
                  <a:gd name="T20" fmla="*/ 2 w 6"/>
                  <a:gd name="T2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7">
                    <a:moveTo>
                      <a:pt x="2" y="0"/>
                    </a:moveTo>
                    <a:cubicBezTo>
                      <a:pt x="0" y="6"/>
                      <a:pt x="0" y="6"/>
                      <a:pt x="0" y="6"/>
                    </a:cubicBezTo>
                    <a:cubicBezTo>
                      <a:pt x="0" y="6"/>
                      <a:pt x="0" y="6"/>
                      <a:pt x="0" y="7"/>
                    </a:cubicBezTo>
                    <a:cubicBezTo>
                      <a:pt x="1" y="7"/>
                      <a:pt x="1" y="7"/>
                      <a:pt x="1" y="7"/>
                    </a:cubicBezTo>
                    <a:cubicBezTo>
                      <a:pt x="1" y="7"/>
                      <a:pt x="1" y="7"/>
                      <a:pt x="2" y="7"/>
                    </a:cubicBezTo>
                    <a:cubicBezTo>
                      <a:pt x="6" y="3"/>
                      <a:pt x="6" y="3"/>
                      <a:pt x="6" y="3"/>
                    </a:cubicBezTo>
                    <a:cubicBezTo>
                      <a:pt x="6" y="2"/>
                      <a:pt x="6" y="2"/>
                      <a:pt x="5" y="2"/>
                    </a:cubicBezTo>
                    <a:cubicBezTo>
                      <a:pt x="5" y="2"/>
                      <a:pt x="5" y="2"/>
                      <a:pt x="5" y="2"/>
                    </a:cubicBezTo>
                    <a:cubicBezTo>
                      <a:pt x="3" y="3"/>
                      <a:pt x="3" y="3"/>
                      <a:pt x="3" y="3"/>
                    </a:cubicBezTo>
                    <a:cubicBezTo>
                      <a:pt x="4" y="1"/>
                      <a:pt x="4" y="1"/>
                      <a:pt x="4" y="1"/>
                    </a:cubicBezTo>
                    <a:cubicBezTo>
                      <a:pt x="3" y="0"/>
                      <a:pt x="3" y="0"/>
                      <a:pt x="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88"/>
              <p:cNvSpPr>
                <a:spLocks noEditPoints="1"/>
              </p:cNvSpPr>
              <p:nvPr/>
            </p:nvSpPr>
            <p:spPr bwMode="auto">
              <a:xfrm>
                <a:off x="5659" y="2445"/>
                <a:ext cx="64" cy="56"/>
              </a:xfrm>
              <a:custGeom>
                <a:avLst/>
                <a:gdLst>
                  <a:gd name="T0" fmla="*/ 12 w 16"/>
                  <a:gd name="T1" fmla="*/ 1 h 14"/>
                  <a:gd name="T2" fmla="*/ 9 w 16"/>
                  <a:gd name="T3" fmla="*/ 7 h 14"/>
                  <a:gd name="T4" fmla="*/ 9 w 16"/>
                  <a:gd name="T5" fmla="*/ 7 h 14"/>
                  <a:gd name="T6" fmla="*/ 3 w 16"/>
                  <a:gd name="T7" fmla="*/ 12 h 14"/>
                  <a:gd name="T8" fmla="*/ 8 w 16"/>
                  <a:gd name="T9" fmla="*/ 14 h 14"/>
                  <a:gd name="T10" fmla="*/ 13 w 16"/>
                  <a:gd name="T11" fmla="*/ 12 h 14"/>
                  <a:gd name="T12" fmla="*/ 13 w 16"/>
                  <a:gd name="T13" fmla="*/ 2 h 14"/>
                  <a:gd name="T14" fmla="*/ 12 w 16"/>
                  <a:gd name="T15" fmla="*/ 1 h 14"/>
                  <a:gd name="T16" fmla="*/ 8 w 16"/>
                  <a:gd name="T17" fmla="*/ 0 h 14"/>
                  <a:gd name="T18" fmla="*/ 3 w 16"/>
                  <a:gd name="T19" fmla="*/ 2 h 14"/>
                  <a:gd name="T20" fmla="*/ 2 w 16"/>
                  <a:gd name="T21" fmla="*/ 11 h 14"/>
                  <a:gd name="T22" fmla="*/ 7 w 16"/>
                  <a:gd name="T23" fmla="*/ 6 h 14"/>
                  <a:gd name="T24" fmla="*/ 11 w 16"/>
                  <a:gd name="T25" fmla="*/ 0 h 14"/>
                  <a:gd name="T26" fmla="*/ 8 w 16"/>
                  <a:gd name="T2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14">
                    <a:moveTo>
                      <a:pt x="12" y="1"/>
                    </a:moveTo>
                    <a:cubicBezTo>
                      <a:pt x="9" y="7"/>
                      <a:pt x="9" y="7"/>
                      <a:pt x="9" y="7"/>
                    </a:cubicBezTo>
                    <a:cubicBezTo>
                      <a:pt x="9" y="7"/>
                      <a:pt x="9" y="7"/>
                      <a:pt x="9" y="7"/>
                    </a:cubicBezTo>
                    <a:cubicBezTo>
                      <a:pt x="3" y="12"/>
                      <a:pt x="3" y="12"/>
                      <a:pt x="3" y="12"/>
                    </a:cubicBezTo>
                    <a:cubicBezTo>
                      <a:pt x="5" y="13"/>
                      <a:pt x="6" y="14"/>
                      <a:pt x="8" y="14"/>
                    </a:cubicBezTo>
                    <a:cubicBezTo>
                      <a:pt x="10" y="14"/>
                      <a:pt x="12" y="13"/>
                      <a:pt x="13" y="12"/>
                    </a:cubicBezTo>
                    <a:cubicBezTo>
                      <a:pt x="16" y="9"/>
                      <a:pt x="16" y="5"/>
                      <a:pt x="13" y="2"/>
                    </a:cubicBezTo>
                    <a:cubicBezTo>
                      <a:pt x="13" y="2"/>
                      <a:pt x="12" y="1"/>
                      <a:pt x="12" y="1"/>
                    </a:cubicBezTo>
                    <a:moveTo>
                      <a:pt x="8" y="0"/>
                    </a:moveTo>
                    <a:cubicBezTo>
                      <a:pt x="6" y="0"/>
                      <a:pt x="4" y="0"/>
                      <a:pt x="3" y="2"/>
                    </a:cubicBezTo>
                    <a:cubicBezTo>
                      <a:pt x="0" y="4"/>
                      <a:pt x="0" y="8"/>
                      <a:pt x="2" y="11"/>
                    </a:cubicBezTo>
                    <a:cubicBezTo>
                      <a:pt x="7" y="6"/>
                      <a:pt x="7" y="6"/>
                      <a:pt x="7" y="6"/>
                    </a:cubicBezTo>
                    <a:cubicBezTo>
                      <a:pt x="11" y="0"/>
                      <a:pt x="11" y="0"/>
                      <a:pt x="11" y="0"/>
                    </a:cubicBezTo>
                    <a:cubicBezTo>
                      <a:pt x="10" y="0"/>
                      <a:pt x="9"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89"/>
              <p:cNvSpPr/>
              <p:nvPr/>
            </p:nvSpPr>
            <p:spPr bwMode="auto">
              <a:xfrm>
                <a:off x="5667" y="2445"/>
                <a:ext cx="40" cy="48"/>
              </a:xfrm>
              <a:custGeom>
                <a:avLst/>
                <a:gdLst>
                  <a:gd name="T0" fmla="*/ 9 w 10"/>
                  <a:gd name="T1" fmla="*/ 0 h 12"/>
                  <a:gd name="T2" fmla="*/ 5 w 10"/>
                  <a:gd name="T3" fmla="*/ 6 h 12"/>
                  <a:gd name="T4" fmla="*/ 0 w 10"/>
                  <a:gd name="T5" fmla="*/ 11 h 12"/>
                  <a:gd name="T6" fmla="*/ 1 w 10"/>
                  <a:gd name="T7" fmla="*/ 12 h 12"/>
                  <a:gd name="T8" fmla="*/ 1 w 10"/>
                  <a:gd name="T9" fmla="*/ 12 h 12"/>
                  <a:gd name="T10" fmla="*/ 7 w 10"/>
                  <a:gd name="T11" fmla="*/ 7 h 12"/>
                  <a:gd name="T12" fmla="*/ 7 w 10"/>
                  <a:gd name="T13" fmla="*/ 7 h 12"/>
                  <a:gd name="T14" fmla="*/ 10 w 10"/>
                  <a:gd name="T15" fmla="*/ 1 h 12"/>
                  <a:gd name="T16" fmla="*/ 9 w 1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12">
                    <a:moveTo>
                      <a:pt x="9" y="0"/>
                    </a:moveTo>
                    <a:cubicBezTo>
                      <a:pt x="5" y="6"/>
                      <a:pt x="5" y="6"/>
                      <a:pt x="5" y="6"/>
                    </a:cubicBezTo>
                    <a:cubicBezTo>
                      <a:pt x="0" y="11"/>
                      <a:pt x="0" y="11"/>
                      <a:pt x="0" y="11"/>
                    </a:cubicBezTo>
                    <a:cubicBezTo>
                      <a:pt x="0" y="11"/>
                      <a:pt x="1" y="12"/>
                      <a:pt x="1" y="12"/>
                    </a:cubicBezTo>
                    <a:cubicBezTo>
                      <a:pt x="1" y="12"/>
                      <a:pt x="1" y="12"/>
                      <a:pt x="1" y="12"/>
                    </a:cubicBezTo>
                    <a:cubicBezTo>
                      <a:pt x="7" y="7"/>
                      <a:pt x="7" y="7"/>
                      <a:pt x="7" y="7"/>
                    </a:cubicBezTo>
                    <a:cubicBezTo>
                      <a:pt x="7" y="7"/>
                      <a:pt x="7" y="7"/>
                      <a:pt x="7" y="7"/>
                    </a:cubicBezTo>
                    <a:cubicBezTo>
                      <a:pt x="10" y="1"/>
                      <a:pt x="10" y="1"/>
                      <a:pt x="10" y="1"/>
                    </a:cubicBezTo>
                    <a:cubicBezTo>
                      <a:pt x="10" y="1"/>
                      <a:pt x="9" y="1"/>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90"/>
              <p:cNvSpPr/>
              <p:nvPr/>
            </p:nvSpPr>
            <p:spPr bwMode="auto">
              <a:xfrm>
                <a:off x="5873" y="2101"/>
                <a:ext cx="40" cy="35"/>
              </a:xfrm>
              <a:custGeom>
                <a:avLst/>
                <a:gdLst>
                  <a:gd name="T0" fmla="*/ 5 w 10"/>
                  <a:gd name="T1" fmla="*/ 0 h 9"/>
                  <a:gd name="T2" fmla="*/ 2 w 10"/>
                  <a:gd name="T3" fmla="*/ 2 h 9"/>
                  <a:gd name="T4" fmla="*/ 1 w 10"/>
                  <a:gd name="T5" fmla="*/ 7 h 9"/>
                  <a:gd name="T6" fmla="*/ 4 w 10"/>
                  <a:gd name="T7" fmla="*/ 4 h 9"/>
                  <a:gd name="T8" fmla="*/ 5 w 10"/>
                  <a:gd name="T9" fmla="*/ 4 h 9"/>
                  <a:gd name="T10" fmla="*/ 5 w 10"/>
                  <a:gd name="T11" fmla="*/ 4 h 9"/>
                  <a:gd name="T12" fmla="*/ 6 w 10"/>
                  <a:gd name="T13" fmla="*/ 5 h 9"/>
                  <a:gd name="T14" fmla="*/ 3 w 10"/>
                  <a:gd name="T15" fmla="*/ 9 h 9"/>
                  <a:gd name="T16" fmla="*/ 5 w 10"/>
                  <a:gd name="T17" fmla="*/ 9 h 9"/>
                  <a:gd name="T18" fmla="*/ 8 w 10"/>
                  <a:gd name="T19" fmla="*/ 8 h 9"/>
                  <a:gd name="T20" fmla="*/ 8 w 10"/>
                  <a:gd name="T21" fmla="*/ 2 h 9"/>
                  <a:gd name="T22" fmla="*/ 5 w 10"/>
                  <a:gd name="T23"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9">
                    <a:moveTo>
                      <a:pt x="5" y="0"/>
                    </a:moveTo>
                    <a:cubicBezTo>
                      <a:pt x="4" y="0"/>
                      <a:pt x="3" y="1"/>
                      <a:pt x="2" y="2"/>
                    </a:cubicBezTo>
                    <a:cubicBezTo>
                      <a:pt x="0" y="3"/>
                      <a:pt x="0" y="5"/>
                      <a:pt x="1" y="7"/>
                    </a:cubicBezTo>
                    <a:cubicBezTo>
                      <a:pt x="4" y="4"/>
                      <a:pt x="4" y="4"/>
                      <a:pt x="4" y="4"/>
                    </a:cubicBezTo>
                    <a:cubicBezTo>
                      <a:pt x="4" y="4"/>
                      <a:pt x="5" y="4"/>
                      <a:pt x="5" y="4"/>
                    </a:cubicBezTo>
                    <a:cubicBezTo>
                      <a:pt x="5" y="4"/>
                      <a:pt x="5" y="4"/>
                      <a:pt x="5" y="4"/>
                    </a:cubicBezTo>
                    <a:cubicBezTo>
                      <a:pt x="6" y="4"/>
                      <a:pt x="6" y="5"/>
                      <a:pt x="6" y="5"/>
                    </a:cubicBezTo>
                    <a:cubicBezTo>
                      <a:pt x="3" y="9"/>
                      <a:pt x="3" y="9"/>
                      <a:pt x="3" y="9"/>
                    </a:cubicBezTo>
                    <a:cubicBezTo>
                      <a:pt x="4" y="9"/>
                      <a:pt x="4" y="9"/>
                      <a:pt x="5" y="9"/>
                    </a:cubicBezTo>
                    <a:cubicBezTo>
                      <a:pt x="6" y="9"/>
                      <a:pt x="7" y="8"/>
                      <a:pt x="8" y="8"/>
                    </a:cubicBezTo>
                    <a:cubicBezTo>
                      <a:pt x="10" y="6"/>
                      <a:pt x="10" y="3"/>
                      <a:pt x="8" y="2"/>
                    </a:cubicBezTo>
                    <a:cubicBezTo>
                      <a:pt x="7" y="1"/>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91"/>
              <p:cNvSpPr/>
              <p:nvPr/>
            </p:nvSpPr>
            <p:spPr bwMode="auto">
              <a:xfrm>
                <a:off x="5877" y="2116"/>
                <a:ext cx="20" cy="20"/>
              </a:xfrm>
              <a:custGeom>
                <a:avLst/>
                <a:gdLst>
                  <a:gd name="T0" fmla="*/ 4 w 5"/>
                  <a:gd name="T1" fmla="*/ 0 h 5"/>
                  <a:gd name="T2" fmla="*/ 3 w 5"/>
                  <a:gd name="T3" fmla="*/ 0 h 5"/>
                  <a:gd name="T4" fmla="*/ 0 w 5"/>
                  <a:gd name="T5" fmla="*/ 3 h 5"/>
                  <a:gd name="T6" fmla="*/ 1 w 5"/>
                  <a:gd name="T7" fmla="*/ 4 h 5"/>
                  <a:gd name="T8" fmla="*/ 2 w 5"/>
                  <a:gd name="T9" fmla="*/ 5 h 5"/>
                  <a:gd name="T10" fmla="*/ 5 w 5"/>
                  <a:gd name="T11" fmla="*/ 1 h 5"/>
                  <a:gd name="T12" fmla="*/ 4 w 5"/>
                  <a:gd name="T13" fmla="*/ 0 h 5"/>
                  <a:gd name="T14" fmla="*/ 4 w 5"/>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5">
                    <a:moveTo>
                      <a:pt x="4" y="0"/>
                    </a:moveTo>
                    <a:cubicBezTo>
                      <a:pt x="4" y="0"/>
                      <a:pt x="3" y="0"/>
                      <a:pt x="3" y="0"/>
                    </a:cubicBezTo>
                    <a:cubicBezTo>
                      <a:pt x="0" y="3"/>
                      <a:pt x="0" y="3"/>
                      <a:pt x="0" y="3"/>
                    </a:cubicBezTo>
                    <a:cubicBezTo>
                      <a:pt x="0" y="3"/>
                      <a:pt x="1" y="3"/>
                      <a:pt x="1" y="4"/>
                    </a:cubicBezTo>
                    <a:cubicBezTo>
                      <a:pt x="1" y="4"/>
                      <a:pt x="2" y="4"/>
                      <a:pt x="2" y="5"/>
                    </a:cubicBezTo>
                    <a:cubicBezTo>
                      <a:pt x="5" y="1"/>
                      <a:pt x="5" y="1"/>
                      <a:pt x="5" y="1"/>
                    </a:cubicBezTo>
                    <a:cubicBezTo>
                      <a:pt x="5" y="1"/>
                      <a:pt x="5" y="0"/>
                      <a:pt x="4" y="0"/>
                    </a:cubicBez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92"/>
              <p:cNvSpPr>
                <a:spLocks noEditPoints="1"/>
              </p:cNvSpPr>
              <p:nvPr/>
            </p:nvSpPr>
            <p:spPr bwMode="auto">
              <a:xfrm>
                <a:off x="4653" y="3309"/>
                <a:ext cx="51" cy="48"/>
              </a:xfrm>
              <a:custGeom>
                <a:avLst/>
                <a:gdLst>
                  <a:gd name="T0" fmla="*/ 12 w 13"/>
                  <a:gd name="T1" fmla="*/ 2 h 12"/>
                  <a:gd name="T2" fmla="*/ 7 w 13"/>
                  <a:gd name="T3" fmla="*/ 6 h 12"/>
                  <a:gd name="T4" fmla="*/ 7 w 13"/>
                  <a:gd name="T5" fmla="*/ 6 h 12"/>
                  <a:gd name="T6" fmla="*/ 2 w 13"/>
                  <a:gd name="T7" fmla="*/ 10 h 12"/>
                  <a:gd name="T8" fmla="*/ 2 w 13"/>
                  <a:gd name="T9" fmla="*/ 10 h 12"/>
                  <a:gd name="T10" fmla="*/ 7 w 13"/>
                  <a:gd name="T11" fmla="*/ 12 h 12"/>
                  <a:gd name="T12" fmla="*/ 11 w 13"/>
                  <a:gd name="T13" fmla="*/ 10 h 12"/>
                  <a:gd name="T14" fmla="*/ 12 w 13"/>
                  <a:gd name="T15" fmla="*/ 2 h 12"/>
                  <a:gd name="T16" fmla="*/ 7 w 13"/>
                  <a:gd name="T17" fmla="*/ 0 h 12"/>
                  <a:gd name="T18" fmla="*/ 2 w 13"/>
                  <a:gd name="T19" fmla="*/ 1 h 12"/>
                  <a:gd name="T20" fmla="*/ 1 w 13"/>
                  <a:gd name="T21" fmla="*/ 9 h 12"/>
                  <a:gd name="T22" fmla="*/ 6 w 13"/>
                  <a:gd name="T23" fmla="*/ 5 h 12"/>
                  <a:gd name="T24" fmla="*/ 10 w 13"/>
                  <a:gd name="T25" fmla="*/ 1 h 12"/>
                  <a:gd name="T26" fmla="*/ 7 w 13"/>
                  <a:gd name="T2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12">
                    <a:moveTo>
                      <a:pt x="12" y="2"/>
                    </a:moveTo>
                    <a:cubicBezTo>
                      <a:pt x="7" y="6"/>
                      <a:pt x="7" y="6"/>
                      <a:pt x="7" y="6"/>
                    </a:cubicBezTo>
                    <a:cubicBezTo>
                      <a:pt x="7" y="6"/>
                      <a:pt x="7" y="6"/>
                      <a:pt x="7" y="6"/>
                    </a:cubicBezTo>
                    <a:cubicBezTo>
                      <a:pt x="2" y="10"/>
                      <a:pt x="2" y="10"/>
                      <a:pt x="2" y="10"/>
                    </a:cubicBezTo>
                    <a:cubicBezTo>
                      <a:pt x="2" y="10"/>
                      <a:pt x="2" y="10"/>
                      <a:pt x="2" y="10"/>
                    </a:cubicBezTo>
                    <a:cubicBezTo>
                      <a:pt x="4" y="11"/>
                      <a:pt x="5" y="12"/>
                      <a:pt x="7" y="12"/>
                    </a:cubicBezTo>
                    <a:cubicBezTo>
                      <a:pt x="8" y="12"/>
                      <a:pt x="10" y="11"/>
                      <a:pt x="11" y="10"/>
                    </a:cubicBezTo>
                    <a:cubicBezTo>
                      <a:pt x="13" y="8"/>
                      <a:pt x="13" y="4"/>
                      <a:pt x="12" y="2"/>
                    </a:cubicBezTo>
                    <a:moveTo>
                      <a:pt x="7" y="0"/>
                    </a:moveTo>
                    <a:cubicBezTo>
                      <a:pt x="5" y="0"/>
                      <a:pt x="4" y="0"/>
                      <a:pt x="2" y="1"/>
                    </a:cubicBezTo>
                    <a:cubicBezTo>
                      <a:pt x="0" y="3"/>
                      <a:pt x="0" y="7"/>
                      <a:pt x="1" y="9"/>
                    </a:cubicBezTo>
                    <a:cubicBezTo>
                      <a:pt x="6" y="5"/>
                      <a:pt x="6" y="5"/>
                      <a:pt x="6" y="5"/>
                    </a:cubicBezTo>
                    <a:cubicBezTo>
                      <a:pt x="10" y="1"/>
                      <a:pt x="10" y="1"/>
                      <a:pt x="10" y="1"/>
                    </a:cubicBezTo>
                    <a:cubicBezTo>
                      <a:pt x="9" y="0"/>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93"/>
              <p:cNvSpPr/>
              <p:nvPr/>
            </p:nvSpPr>
            <p:spPr bwMode="auto">
              <a:xfrm>
                <a:off x="4657" y="3313"/>
                <a:ext cx="43" cy="36"/>
              </a:xfrm>
              <a:custGeom>
                <a:avLst/>
                <a:gdLst>
                  <a:gd name="T0" fmla="*/ 9 w 11"/>
                  <a:gd name="T1" fmla="*/ 0 h 9"/>
                  <a:gd name="T2" fmla="*/ 5 w 11"/>
                  <a:gd name="T3" fmla="*/ 4 h 9"/>
                  <a:gd name="T4" fmla="*/ 0 w 11"/>
                  <a:gd name="T5" fmla="*/ 8 h 9"/>
                  <a:gd name="T6" fmla="*/ 1 w 11"/>
                  <a:gd name="T7" fmla="*/ 9 h 9"/>
                  <a:gd name="T8" fmla="*/ 6 w 11"/>
                  <a:gd name="T9" fmla="*/ 5 h 9"/>
                  <a:gd name="T10" fmla="*/ 6 w 11"/>
                  <a:gd name="T11" fmla="*/ 5 h 9"/>
                  <a:gd name="T12" fmla="*/ 11 w 11"/>
                  <a:gd name="T13" fmla="*/ 1 h 9"/>
                  <a:gd name="T14" fmla="*/ 10 w 11"/>
                  <a:gd name="T15" fmla="*/ 0 h 9"/>
                  <a:gd name="T16" fmla="*/ 9 w 11"/>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9">
                    <a:moveTo>
                      <a:pt x="9" y="0"/>
                    </a:moveTo>
                    <a:cubicBezTo>
                      <a:pt x="5" y="4"/>
                      <a:pt x="5" y="4"/>
                      <a:pt x="5" y="4"/>
                    </a:cubicBezTo>
                    <a:cubicBezTo>
                      <a:pt x="0" y="8"/>
                      <a:pt x="0" y="8"/>
                      <a:pt x="0" y="8"/>
                    </a:cubicBezTo>
                    <a:cubicBezTo>
                      <a:pt x="1" y="8"/>
                      <a:pt x="1" y="9"/>
                      <a:pt x="1" y="9"/>
                    </a:cubicBezTo>
                    <a:cubicBezTo>
                      <a:pt x="6" y="5"/>
                      <a:pt x="6" y="5"/>
                      <a:pt x="6" y="5"/>
                    </a:cubicBezTo>
                    <a:cubicBezTo>
                      <a:pt x="6" y="5"/>
                      <a:pt x="6" y="5"/>
                      <a:pt x="6" y="5"/>
                    </a:cubicBezTo>
                    <a:cubicBezTo>
                      <a:pt x="11" y="1"/>
                      <a:pt x="11" y="1"/>
                      <a:pt x="11" y="1"/>
                    </a:cubicBezTo>
                    <a:cubicBezTo>
                      <a:pt x="10" y="1"/>
                      <a:pt x="10" y="1"/>
                      <a:pt x="10" y="0"/>
                    </a:cubicBezTo>
                    <a:cubicBezTo>
                      <a:pt x="10" y="0"/>
                      <a:pt x="10"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94"/>
              <p:cNvSpPr>
                <a:spLocks noEditPoints="1"/>
              </p:cNvSpPr>
              <p:nvPr/>
            </p:nvSpPr>
            <p:spPr bwMode="auto">
              <a:xfrm>
                <a:off x="4225" y="3646"/>
                <a:ext cx="43" cy="40"/>
              </a:xfrm>
              <a:custGeom>
                <a:avLst/>
                <a:gdLst>
                  <a:gd name="T0" fmla="*/ 10 w 11"/>
                  <a:gd name="T1" fmla="*/ 7 h 10"/>
                  <a:gd name="T2" fmla="*/ 3 w 11"/>
                  <a:gd name="T3" fmla="*/ 10 h 10"/>
                  <a:gd name="T4" fmla="*/ 5 w 11"/>
                  <a:gd name="T5" fmla="*/ 10 h 10"/>
                  <a:gd name="T6" fmla="*/ 9 w 11"/>
                  <a:gd name="T7" fmla="*/ 9 h 10"/>
                  <a:gd name="T8" fmla="*/ 10 w 11"/>
                  <a:gd name="T9" fmla="*/ 7 h 10"/>
                  <a:gd name="T10" fmla="*/ 10 w 11"/>
                  <a:gd name="T11" fmla="*/ 3 h 10"/>
                  <a:gd name="T12" fmla="*/ 6 w 11"/>
                  <a:gd name="T13" fmla="*/ 6 h 10"/>
                  <a:gd name="T14" fmla="*/ 6 w 11"/>
                  <a:gd name="T15" fmla="*/ 6 h 10"/>
                  <a:gd name="T16" fmla="*/ 1 w 11"/>
                  <a:gd name="T17" fmla="*/ 8 h 10"/>
                  <a:gd name="T18" fmla="*/ 2 w 11"/>
                  <a:gd name="T19" fmla="*/ 9 h 10"/>
                  <a:gd name="T20" fmla="*/ 2 w 11"/>
                  <a:gd name="T21" fmla="*/ 9 h 10"/>
                  <a:gd name="T22" fmla="*/ 11 w 11"/>
                  <a:gd name="T23" fmla="*/ 5 h 10"/>
                  <a:gd name="T24" fmla="*/ 10 w 11"/>
                  <a:gd name="T25" fmla="*/ 3 h 10"/>
                  <a:gd name="T26" fmla="*/ 5 w 11"/>
                  <a:gd name="T27" fmla="*/ 0 h 10"/>
                  <a:gd name="T28" fmla="*/ 2 w 11"/>
                  <a:gd name="T29" fmla="*/ 1 h 10"/>
                  <a:gd name="T30" fmla="*/ 0 w 11"/>
                  <a:gd name="T31" fmla="*/ 7 h 10"/>
                  <a:gd name="T32" fmla="*/ 5 w 11"/>
                  <a:gd name="T33" fmla="*/ 5 h 10"/>
                  <a:gd name="T34" fmla="*/ 9 w 11"/>
                  <a:gd name="T35" fmla="*/ 1 h 10"/>
                  <a:gd name="T36" fmla="*/ 5 w 11"/>
                  <a:gd name="T3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 h="10">
                    <a:moveTo>
                      <a:pt x="10" y="7"/>
                    </a:moveTo>
                    <a:cubicBezTo>
                      <a:pt x="3" y="10"/>
                      <a:pt x="3" y="10"/>
                      <a:pt x="3" y="10"/>
                    </a:cubicBezTo>
                    <a:cubicBezTo>
                      <a:pt x="4" y="10"/>
                      <a:pt x="5" y="10"/>
                      <a:pt x="5" y="10"/>
                    </a:cubicBezTo>
                    <a:cubicBezTo>
                      <a:pt x="7" y="10"/>
                      <a:pt x="8" y="10"/>
                      <a:pt x="9" y="9"/>
                    </a:cubicBezTo>
                    <a:cubicBezTo>
                      <a:pt x="10" y="8"/>
                      <a:pt x="10" y="8"/>
                      <a:pt x="10" y="7"/>
                    </a:cubicBezTo>
                    <a:moveTo>
                      <a:pt x="10" y="3"/>
                    </a:moveTo>
                    <a:cubicBezTo>
                      <a:pt x="6" y="6"/>
                      <a:pt x="6" y="6"/>
                      <a:pt x="6" y="6"/>
                    </a:cubicBezTo>
                    <a:cubicBezTo>
                      <a:pt x="6" y="6"/>
                      <a:pt x="6" y="6"/>
                      <a:pt x="6" y="6"/>
                    </a:cubicBezTo>
                    <a:cubicBezTo>
                      <a:pt x="1" y="8"/>
                      <a:pt x="1" y="8"/>
                      <a:pt x="1" y="8"/>
                    </a:cubicBezTo>
                    <a:cubicBezTo>
                      <a:pt x="1" y="8"/>
                      <a:pt x="1" y="9"/>
                      <a:pt x="2" y="9"/>
                    </a:cubicBezTo>
                    <a:cubicBezTo>
                      <a:pt x="2" y="9"/>
                      <a:pt x="2" y="9"/>
                      <a:pt x="2" y="9"/>
                    </a:cubicBezTo>
                    <a:cubicBezTo>
                      <a:pt x="11" y="5"/>
                      <a:pt x="11" y="5"/>
                      <a:pt x="11" y="5"/>
                    </a:cubicBezTo>
                    <a:cubicBezTo>
                      <a:pt x="11" y="4"/>
                      <a:pt x="10" y="3"/>
                      <a:pt x="10" y="3"/>
                    </a:cubicBezTo>
                    <a:moveTo>
                      <a:pt x="5" y="0"/>
                    </a:moveTo>
                    <a:cubicBezTo>
                      <a:pt x="4" y="0"/>
                      <a:pt x="3" y="0"/>
                      <a:pt x="2" y="1"/>
                    </a:cubicBezTo>
                    <a:cubicBezTo>
                      <a:pt x="0" y="3"/>
                      <a:pt x="0" y="5"/>
                      <a:pt x="0" y="7"/>
                    </a:cubicBezTo>
                    <a:cubicBezTo>
                      <a:pt x="5" y="5"/>
                      <a:pt x="5" y="5"/>
                      <a:pt x="5" y="5"/>
                    </a:cubicBezTo>
                    <a:cubicBezTo>
                      <a:pt x="9" y="1"/>
                      <a:pt x="9" y="1"/>
                      <a:pt x="9" y="1"/>
                    </a:cubicBezTo>
                    <a:cubicBezTo>
                      <a:pt x="8" y="0"/>
                      <a:pt x="7"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95"/>
              <p:cNvSpPr>
                <a:spLocks noEditPoints="1"/>
              </p:cNvSpPr>
              <p:nvPr/>
            </p:nvSpPr>
            <p:spPr bwMode="auto">
              <a:xfrm>
                <a:off x="4225" y="3650"/>
                <a:ext cx="43" cy="36"/>
              </a:xfrm>
              <a:custGeom>
                <a:avLst/>
                <a:gdLst>
                  <a:gd name="T0" fmla="*/ 11 w 11"/>
                  <a:gd name="T1" fmla="*/ 4 h 9"/>
                  <a:gd name="T2" fmla="*/ 2 w 11"/>
                  <a:gd name="T3" fmla="*/ 8 h 9"/>
                  <a:gd name="T4" fmla="*/ 3 w 11"/>
                  <a:gd name="T5" fmla="*/ 9 h 9"/>
                  <a:gd name="T6" fmla="*/ 10 w 11"/>
                  <a:gd name="T7" fmla="*/ 6 h 9"/>
                  <a:gd name="T8" fmla="*/ 11 w 11"/>
                  <a:gd name="T9" fmla="*/ 4 h 9"/>
                  <a:gd name="T10" fmla="*/ 9 w 11"/>
                  <a:gd name="T11" fmla="*/ 0 h 9"/>
                  <a:gd name="T12" fmla="*/ 5 w 11"/>
                  <a:gd name="T13" fmla="*/ 4 h 9"/>
                  <a:gd name="T14" fmla="*/ 0 w 11"/>
                  <a:gd name="T15" fmla="*/ 6 h 9"/>
                  <a:gd name="T16" fmla="*/ 1 w 11"/>
                  <a:gd name="T17" fmla="*/ 7 h 9"/>
                  <a:gd name="T18" fmla="*/ 6 w 11"/>
                  <a:gd name="T19" fmla="*/ 5 h 9"/>
                  <a:gd name="T20" fmla="*/ 6 w 11"/>
                  <a:gd name="T21" fmla="*/ 5 h 9"/>
                  <a:gd name="T22" fmla="*/ 10 w 11"/>
                  <a:gd name="T23" fmla="*/ 2 h 9"/>
                  <a:gd name="T24" fmla="*/ 9 w 11"/>
                  <a:gd name="T25" fmla="*/ 0 h 9"/>
                  <a:gd name="T26" fmla="*/ 9 w 11"/>
                  <a:gd name="T2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 h="9">
                    <a:moveTo>
                      <a:pt x="11" y="4"/>
                    </a:moveTo>
                    <a:cubicBezTo>
                      <a:pt x="2" y="8"/>
                      <a:pt x="2" y="8"/>
                      <a:pt x="2" y="8"/>
                    </a:cubicBezTo>
                    <a:cubicBezTo>
                      <a:pt x="2" y="8"/>
                      <a:pt x="3" y="9"/>
                      <a:pt x="3" y="9"/>
                    </a:cubicBezTo>
                    <a:cubicBezTo>
                      <a:pt x="10" y="6"/>
                      <a:pt x="10" y="6"/>
                      <a:pt x="10" y="6"/>
                    </a:cubicBezTo>
                    <a:cubicBezTo>
                      <a:pt x="10" y="5"/>
                      <a:pt x="11" y="5"/>
                      <a:pt x="11" y="4"/>
                    </a:cubicBezTo>
                    <a:moveTo>
                      <a:pt x="9" y="0"/>
                    </a:moveTo>
                    <a:cubicBezTo>
                      <a:pt x="5" y="4"/>
                      <a:pt x="5" y="4"/>
                      <a:pt x="5" y="4"/>
                    </a:cubicBezTo>
                    <a:cubicBezTo>
                      <a:pt x="0" y="6"/>
                      <a:pt x="0" y="6"/>
                      <a:pt x="0" y="6"/>
                    </a:cubicBezTo>
                    <a:cubicBezTo>
                      <a:pt x="1" y="6"/>
                      <a:pt x="1" y="7"/>
                      <a:pt x="1" y="7"/>
                    </a:cubicBezTo>
                    <a:cubicBezTo>
                      <a:pt x="6" y="5"/>
                      <a:pt x="6" y="5"/>
                      <a:pt x="6" y="5"/>
                    </a:cubicBezTo>
                    <a:cubicBezTo>
                      <a:pt x="6" y="5"/>
                      <a:pt x="6" y="5"/>
                      <a:pt x="6" y="5"/>
                    </a:cubicBezTo>
                    <a:cubicBezTo>
                      <a:pt x="10" y="2"/>
                      <a:pt x="10" y="2"/>
                      <a:pt x="10" y="2"/>
                    </a:cubicBezTo>
                    <a:cubicBezTo>
                      <a:pt x="10" y="1"/>
                      <a:pt x="9" y="1"/>
                      <a:pt x="9" y="0"/>
                    </a:cubicBezTo>
                    <a:cubicBezTo>
                      <a:pt x="9" y="0"/>
                      <a:pt x="9"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96"/>
              <p:cNvSpPr/>
              <p:nvPr/>
            </p:nvSpPr>
            <p:spPr bwMode="auto">
              <a:xfrm>
                <a:off x="3737" y="3864"/>
                <a:ext cx="56" cy="52"/>
              </a:xfrm>
              <a:custGeom>
                <a:avLst/>
                <a:gdLst>
                  <a:gd name="T0" fmla="*/ 7 w 14"/>
                  <a:gd name="T1" fmla="*/ 0 h 13"/>
                  <a:gd name="T2" fmla="*/ 2 w 14"/>
                  <a:gd name="T3" fmla="*/ 2 h 13"/>
                  <a:gd name="T4" fmla="*/ 2 w 14"/>
                  <a:gd name="T5" fmla="*/ 11 h 13"/>
                  <a:gd name="T6" fmla="*/ 7 w 14"/>
                  <a:gd name="T7" fmla="*/ 13 h 13"/>
                  <a:gd name="T8" fmla="*/ 12 w 14"/>
                  <a:gd name="T9" fmla="*/ 11 h 13"/>
                  <a:gd name="T10" fmla="*/ 14 w 14"/>
                  <a:gd name="T11" fmla="*/ 4 h 13"/>
                  <a:gd name="T12" fmla="*/ 7 w 14"/>
                  <a:gd name="T13" fmla="*/ 7 h 13"/>
                  <a:gd name="T14" fmla="*/ 7 w 14"/>
                  <a:gd name="T15" fmla="*/ 7 h 13"/>
                  <a:gd name="T16" fmla="*/ 6 w 14"/>
                  <a:gd name="T17" fmla="*/ 7 h 13"/>
                  <a:gd name="T18" fmla="*/ 7 w 14"/>
                  <a:gd name="T19" fmla="*/ 6 h 13"/>
                  <a:gd name="T20" fmla="*/ 13 w 14"/>
                  <a:gd name="T21" fmla="*/ 3 h 13"/>
                  <a:gd name="T22" fmla="*/ 12 w 14"/>
                  <a:gd name="T23" fmla="*/ 2 h 13"/>
                  <a:gd name="T24" fmla="*/ 7 w 14"/>
                  <a:gd name="T2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13">
                    <a:moveTo>
                      <a:pt x="7" y="0"/>
                    </a:moveTo>
                    <a:cubicBezTo>
                      <a:pt x="5" y="0"/>
                      <a:pt x="4" y="0"/>
                      <a:pt x="2" y="2"/>
                    </a:cubicBezTo>
                    <a:cubicBezTo>
                      <a:pt x="0" y="4"/>
                      <a:pt x="0" y="9"/>
                      <a:pt x="2" y="11"/>
                    </a:cubicBezTo>
                    <a:cubicBezTo>
                      <a:pt x="4" y="13"/>
                      <a:pt x="5" y="13"/>
                      <a:pt x="7" y="13"/>
                    </a:cubicBezTo>
                    <a:cubicBezTo>
                      <a:pt x="9" y="13"/>
                      <a:pt x="11" y="13"/>
                      <a:pt x="12" y="11"/>
                    </a:cubicBezTo>
                    <a:cubicBezTo>
                      <a:pt x="14" y="10"/>
                      <a:pt x="14" y="7"/>
                      <a:pt x="14" y="4"/>
                    </a:cubicBezTo>
                    <a:cubicBezTo>
                      <a:pt x="7" y="7"/>
                      <a:pt x="7" y="7"/>
                      <a:pt x="7" y="7"/>
                    </a:cubicBezTo>
                    <a:cubicBezTo>
                      <a:pt x="7" y="7"/>
                      <a:pt x="7" y="7"/>
                      <a:pt x="7" y="7"/>
                    </a:cubicBezTo>
                    <a:cubicBezTo>
                      <a:pt x="7" y="7"/>
                      <a:pt x="7" y="7"/>
                      <a:pt x="6" y="7"/>
                    </a:cubicBezTo>
                    <a:cubicBezTo>
                      <a:pt x="6" y="6"/>
                      <a:pt x="6" y="6"/>
                      <a:pt x="7" y="6"/>
                    </a:cubicBezTo>
                    <a:cubicBezTo>
                      <a:pt x="13" y="3"/>
                      <a:pt x="13" y="3"/>
                      <a:pt x="13" y="3"/>
                    </a:cubicBezTo>
                    <a:cubicBezTo>
                      <a:pt x="13" y="3"/>
                      <a:pt x="12" y="2"/>
                      <a:pt x="12" y="2"/>
                    </a:cubicBezTo>
                    <a:cubicBezTo>
                      <a:pt x="11" y="0"/>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97"/>
              <p:cNvSpPr/>
              <p:nvPr/>
            </p:nvSpPr>
            <p:spPr bwMode="auto">
              <a:xfrm>
                <a:off x="3761" y="3876"/>
                <a:ext cx="32" cy="16"/>
              </a:xfrm>
              <a:custGeom>
                <a:avLst/>
                <a:gdLst>
                  <a:gd name="T0" fmla="*/ 7 w 8"/>
                  <a:gd name="T1" fmla="*/ 0 h 4"/>
                  <a:gd name="T2" fmla="*/ 1 w 8"/>
                  <a:gd name="T3" fmla="*/ 3 h 4"/>
                  <a:gd name="T4" fmla="*/ 0 w 8"/>
                  <a:gd name="T5" fmla="*/ 4 h 4"/>
                  <a:gd name="T6" fmla="*/ 1 w 8"/>
                  <a:gd name="T7" fmla="*/ 4 h 4"/>
                  <a:gd name="T8" fmla="*/ 1 w 8"/>
                  <a:gd name="T9" fmla="*/ 4 h 4"/>
                  <a:gd name="T10" fmla="*/ 8 w 8"/>
                  <a:gd name="T11" fmla="*/ 1 h 4"/>
                  <a:gd name="T12" fmla="*/ 7 w 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 h="4">
                    <a:moveTo>
                      <a:pt x="7" y="0"/>
                    </a:moveTo>
                    <a:cubicBezTo>
                      <a:pt x="1" y="3"/>
                      <a:pt x="1" y="3"/>
                      <a:pt x="1" y="3"/>
                    </a:cubicBezTo>
                    <a:cubicBezTo>
                      <a:pt x="0" y="3"/>
                      <a:pt x="0" y="3"/>
                      <a:pt x="0" y="4"/>
                    </a:cubicBezTo>
                    <a:cubicBezTo>
                      <a:pt x="1" y="4"/>
                      <a:pt x="1" y="4"/>
                      <a:pt x="1" y="4"/>
                    </a:cubicBezTo>
                    <a:cubicBezTo>
                      <a:pt x="1" y="4"/>
                      <a:pt x="1" y="4"/>
                      <a:pt x="1" y="4"/>
                    </a:cubicBezTo>
                    <a:cubicBezTo>
                      <a:pt x="8" y="1"/>
                      <a:pt x="8" y="1"/>
                      <a:pt x="8" y="1"/>
                    </a:cubicBezTo>
                    <a:cubicBezTo>
                      <a:pt x="8" y="1"/>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98"/>
              <p:cNvSpPr>
                <a:spLocks noEditPoints="1"/>
              </p:cNvSpPr>
              <p:nvPr/>
            </p:nvSpPr>
            <p:spPr bwMode="auto">
              <a:xfrm>
                <a:off x="5104" y="3254"/>
                <a:ext cx="72" cy="67"/>
              </a:xfrm>
              <a:custGeom>
                <a:avLst/>
                <a:gdLst>
                  <a:gd name="T0" fmla="*/ 1 w 18"/>
                  <a:gd name="T1" fmla="*/ 6 h 17"/>
                  <a:gd name="T2" fmla="*/ 1 w 18"/>
                  <a:gd name="T3" fmla="*/ 11 h 17"/>
                  <a:gd name="T4" fmla="*/ 7 w 18"/>
                  <a:gd name="T5" fmla="*/ 8 h 17"/>
                  <a:gd name="T6" fmla="*/ 1 w 18"/>
                  <a:gd name="T7" fmla="*/ 6 h 17"/>
                  <a:gd name="T8" fmla="*/ 9 w 18"/>
                  <a:gd name="T9" fmla="*/ 0 h 17"/>
                  <a:gd name="T10" fmla="*/ 3 w 18"/>
                  <a:gd name="T11" fmla="*/ 3 h 17"/>
                  <a:gd name="T12" fmla="*/ 1 w 18"/>
                  <a:gd name="T13" fmla="*/ 5 h 17"/>
                  <a:gd name="T14" fmla="*/ 9 w 18"/>
                  <a:gd name="T15" fmla="*/ 8 h 17"/>
                  <a:gd name="T16" fmla="*/ 9 w 18"/>
                  <a:gd name="T17" fmla="*/ 9 h 17"/>
                  <a:gd name="T18" fmla="*/ 9 w 18"/>
                  <a:gd name="T19" fmla="*/ 9 h 17"/>
                  <a:gd name="T20" fmla="*/ 2 w 18"/>
                  <a:gd name="T21" fmla="*/ 12 h 17"/>
                  <a:gd name="T22" fmla="*/ 3 w 18"/>
                  <a:gd name="T23" fmla="*/ 14 h 17"/>
                  <a:gd name="T24" fmla="*/ 9 w 18"/>
                  <a:gd name="T25" fmla="*/ 17 h 17"/>
                  <a:gd name="T26" fmla="*/ 14 w 18"/>
                  <a:gd name="T27" fmla="*/ 14 h 17"/>
                  <a:gd name="T28" fmla="*/ 14 w 18"/>
                  <a:gd name="T29" fmla="*/ 3 h 17"/>
                  <a:gd name="T30" fmla="*/ 9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1" y="6"/>
                    </a:moveTo>
                    <a:cubicBezTo>
                      <a:pt x="0" y="8"/>
                      <a:pt x="0" y="9"/>
                      <a:pt x="1" y="11"/>
                    </a:cubicBezTo>
                    <a:cubicBezTo>
                      <a:pt x="7" y="8"/>
                      <a:pt x="7" y="8"/>
                      <a:pt x="7" y="8"/>
                    </a:cubicBezTo>
                    <a:cubicBezTo>
                      <a:pt x="1" y="6"/>
                      <a:pt x="1" y="6"/>
                      <a:pt x="1" y="6"/>
                    </a:cubicBezTo>
                    <a:moveTo>
                      <a:pt x="9" y="0"/>
                    </a:moveTo>
                    <a:cubicBezTo>
                      <a:pt x="7" y="0"/>
                      <a:pt x="5" y="1"/>
                      <a:pt x="3" y="3"/>
                    </a:cubicBezTo>
                    <a:cubicBezTo>
                      <a:pt x="2" y="3"/>
                      <a:pt x="2" y="4"/>
                      <a:pt x="1" y="5"/>
                    </a:cubicBezTo>
                    <a:cubicBezTo>
                      <a:pt x="9" y="8"/>
                      <a:pt x="9" y="8"/>
                      <a:pt x="9" y="8"/>
                    </a:cubicBezTo>
                    <a:cubicBezTo>
                      <a:pt x="9" y="8"/>
                      <a:pt x="10" y="8"/>
                      <a:pt x="9" y="9"/>
                    </a:cubicBezTo>
                    <a:cubicBezTo>
                      <a:pt x="9" y="9"/>
                      <a:pt x="9" y="9"/>
                      <a:pt x="9" y="9"/>
                    </a:cubicBezTo>
                    <a:cubicBezTo>
                      <a:pt x="2" y="12"/>
                      <a:pt x="2" y="12"/>
                      <a:pt x="2" y="12"/>
                    </a:cubicBezTo>
                    <a:cubicBezTo>
                      <a:pt x="2" y="13"/>
                      <a:pt x="2" y="14"/>
                      <a:pt x="3" y="14"/>
                    </a:cubicBezTo>
                    <a:cubicBezTo>
                      <a:pt x="5" y="16"/>
                      <a:pt x="7" y="17"/>
                      <a:pt x="9" y="17"/>
                    </a:cubicBezTo>
                    <a:cubicBezTo>
                      <a:pt x="11" y="17"/>
                      <a:pt x="13" y="16"/>
                      <a:pt x="14" y="14"/>
                    </a:cubicBezTo>
                    <a:cubicBezTo>
                      <a:pt x="18" y="11"/>
                      <a:pt x="18" y="6"/>
                      <a:pt x="14" y="3"/>
                    </a:cubicBezTo>
                    <a:cubicBezTo>
                      <a:pt x="13" y="1"/>
                      <a:pt x="11"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99"/>
              <p:cNvSpPr/>
              <p:nvPr/>
            </p:nvSpPr>
            <p:spPr bwMode="auto">
              <a:xfrm>
                <a:off x="5108" y="3274"/>
                <a:ext cx="36" cy="27"/>
              </a:xfrm>
              <a:custGeom>
                <a:avLst/>
                <a:gdLst>
                  <a:gd name="T0" fmla="*/ 0 w 9"/>
                  <a:gd name="T1" fmla="*/ 0 h 7"/>
                  <a:gd name="T2" fmla="*/ 0 w 9"/>
                  <a:gd name="T3" fmla="*/ 1 h 7"/>
                  <a:gd name="T4" fmla="*/ 6 w 9"/>
                  <a:gd name="T5" fmla="*/ 3 h 7"/>
                  <a:gd name="T6" fmla="*/ 0 w 9"/>
                  <a:gd name="T7" fmla="*/ 6 h 7"/>
                  <a:gd name="T8" fmla="*/ 1 w 9"/>
                  <a:gd name="T9" fmla="*/ 7 h 7"/>
                  <a:gd name="T10" fmla="*/ 8 w 9"/>
                  <a:gd name="T11" fmla="*/ 4 h 7"/>
                  <a:gd name="T12" fmla="*/ 8 w 9"/>
                  <a:gd name="T13" fmla="*/ 4 h 7"/>
                  <a:gd name="T14" fmla="*/ 8 w 9"/>
                  <a:gd name="T15" fmla="*/ 3 h 7"/>
                  <a:gd name="T16" fmla="*/ 0 w 9"/>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7">
                    <a:moveTo>
                      <a:pt x="0" y="0"/>
                    </a:moveTo>
                    <a:cubicBezTo>
                      <a:pt x="0" y="0"/>
                      <a:pt x="0" y="1"/>
                      <a:pt x="0" y="1"/>
                    </a:cubicBezTo>
                    <a:cubicBezTo>
                      <a:pt x="6" y="3"/>
                      <a:pt x="6" y="3"/>
                      <a:pt x="6" y="3"/>
                    </a:cubicBezTo>
                    <a:cubicBezTo>
                      <a:pt x="0" y="6"/>
                      <a:pt x="0" y="6"/>
                      <a:pt x="0" y="6"/>
                    </a:cubicBezTo>
                    <a:cubicBezTo>
                      <a:pt x="0" y="6"/>
                      <a:pt x="0" y="7"/>
                      <a:pt x="1" y="7"/>
                    </a:cubicBezTo>
                    <a:cubicBezTo>
                      <a:pt x="8" y="4"/>
                      <a:pt x="8" y="4"/>
                      <a:pt x="8" y="4"/>
                    </a:cubicBezTo>
                    <a:cubicBezTo>
                      <a:pt x="8" y="4"/>
                      <a:pt x="8" y="4"/>
                      <a:pt x="8" y="4"/>
                    </a:cubicBezTo>
                    <a:cubicBezTo>
                      <a:pt x="9" y="3"/>
                      <a:pt x="8" y="3"/>
                      <a:pt x="8" y="3"/>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100"/>
              <p:cNvSpPr>
                <a:spLocks noEditPoints="1"/>
              </p:cNvSpPr>
              <p:nvPr/>
            </p:nvSpPr>
            <p:spPr bwMode="auto">
              <a:xfrm>
                <a:off x="2821" y="2354"/>
                <a:ext cx="52" cy="48"/>
              </a:xfrm>
              <a:custGeom>
                <a:avLst/>
                <a:gdLst>
                  <a:gd name="T0" fmla="*/ 6 w 13"/>
                  <a:gd name="T1" fmla="*/ 7 h 12"/>
                  <a:gd name="T2" fmla="*/ 0 w 13"/>
                  <a:gd name="T3" fmla="*/ 8 h 12"/>
                  <a:gd name="T4" fmla="*/ 2 w 13"/>
                  <a:gd name="T5" fmla="*/ 10 h 12"/>
                  <a:gd name="T6" fmla="*/ 6 w 13"/>
                  <a:gd name="T7" fmla="*/ 12 h 12"/>
                  <a:gd name="T8" fmla="*/ 11 w 13"/>
                  <a:gd name="T9" fmla="*/ 10 h 12"/>
                  <a:gd name="T10" fmla="*/ 12 w 13"/>
                  <a:gd name="T11" fmla="*/ 9 h 12"/>
                  <a:gd name="T12" fmla="*/ 6 w 13"/>
                  <a:gd name="T13" fmla="*/ 7 h 12"/>
                  <a:gd name="T14" fmla="*/ 6 w 13"/>
                  <a:gd name="T15" fmla="*/ 0 h 12"/>
                  <a:gd name="T16" fmla="*/ 2 w 13"/>
                  <a:gd name="T17" fmla="*/ 1 h 12"/>
                  <a:gd name="T18" fmla="*/ 0 w 13"/>
                  <a:gd name="T19" fmla="*/ 6 h 12"/>
                  <a:gd name="T20" fmla="*/ 6 w 13"/>
                  <a:gd name="T21" fmla="*/ 5 h 12"/>
                  <a:gd name="T22" fmla="*/ 6 w 13"/>
                  <a:gd name="T23" fmla="*/ 5 h 12"/>
                  <a:gd name="T24" fmla="*/ 6 w 13"/>
                  <a:gd name="T25" fmla="*/ 5 h 12"/>
                  <a:gd name="T26" fmla="*/ 12 w 13"/>
                  <a:gd name="T27" fmla="*/ 8 h 12"/>
                  <a:gd name="T28" fmla="*/ 11 w 13"/>
                  <a:gd name="T29" fmla="*/ 1 h 12"/>
                  <a:gd name="T30" fmla="*/ 6 w 13"/>
                  <a:gd name="T3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 h="12">
                    <a:moveTo>
                      <a:pt x="6" y="7"/>
                    </a:moveTo>
                    <a:cubicBezTo>
                      <a:pt x="0" y="8"/>
                      <a:pt x="0" y="8"/>
                      <a:pt x="0" y="8"/>
                    </a:cubicBezTo>
                    <a:cubicBezTo>
                      <a:pt x="0" y="9"/>
                      <a:pt x="1" y="10"/>
                      <a:pt x="2" y="10"/>
                    </a:cubicBezTo>
                    <a:cubicBezTo>
                      <a:pt x="3" y="12"/>
                      <a:pt x="4" y="12"/>
                      <a:pt x="6" y="12"/>
                    </a:cubicBezTo>
                    <a:cubicBezTo>
                      <a:pt x="8" y="12"/>
                      <a:pt x="9" y="12"/>
                      <a:pt x="11" y="10"/>
                    </a:cubicBezTo>
                    <a:cubicBezTo>
                      <a:pt x="11" y="10"/>
                      <a:pt x="11" y="9"/>
                      <a:pt x="12" y="9"/>
                    </a:cubicBezTo>
                    <a:cubicBezTo>
                      <a:pt x="6" y="7"/>
                      <a:pt x="6" y="7"/>
                      <a:pt x="6" y="7"/>
                    </a:cubicBezTo>
                    <a:moveTo>
                      <a:pt x="6" y="0"/>
                    </a:moveTo>
                    <a:cubicBezTo>
                      <a:pt x="4" y="0"/>
                      <a:pt x="3" y="0"/>
                      <a:pt x="2" y="1"/>
                    </a:cubicBezTo>
                    <a:cubicBezTo>
                      <a:pt x="0" y="3"/>
                      <a:pt x="0" y="5"/>
                      <a:pt x="0" y="6"/>
                    </a:cubicBezTo>
                    <a:cubicBezTo>
                      <a:pt x="6" y="5"/>
                      <a:pt x="6" y="5"/>
                      <a:pt x="6" y="5"/>
                    </a:cubicBezTo>
                    <a:cubicBezTo>
                      <a:pt x="6" y="5"/>
                      <a:pt x="6" y="5"/>
                      <a:pt x="6" y="5"/>
                    </a:cubicBezTo>
                    <a:cubicBezTo>
                      <a:pt x="6" y="5"/>
                      <a:pt x="6" y="5"/>
                      <a:pt x="6" y="5"/>
                    </a:cubicBezTo>
                    <a:cubicBezTo>
                      <a:pt x="12" y="8"/>
                      <a:pt x="12" y="8"/>
                      <a:pt x="12" y="8"/>
                    </a:cubicBezTo>
                    <a:cubicBezTo>
                      <a:pt x="13" y="6"/>
                      <a:pt x="12" y="3"/>
                      <a:pt x="11" y="1"/>
                    </a:cubicBezTo>
                    <a:cubicBezTo>
                      <a:pt x="9" y="0"/>
                      <a:pt x="8"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101"/>
              <p:cNvSpPr/>
              <p:nvPr/>
            </p:nvSpPr>
            <p:spPr bwMode="auto">
              <a:xfrm>
                <a:off x="2821" y="2374"/>
                <a:ext cx="48" cy="16"/>
              </a:xfrm>
              <a:custGeom>
                <a:avLst/>
                <a:gdLst>
                  <a:gd name="T0" fmla="*/ 6 w 12"/>
                  <a:gd name="T1" fmla="*/ 0 h 4"/>
                  <a:gd name="T2" fmla="*/ 6 w 12"/>
                  <a:gd name="T3" fmla="*/ 0 h 4"/>
                  <a:gd name="T4" fmla="*/ 0 w 12"/>
                  <a:gd name="T5" fmla="*/ 1 h 4"/>
                  <a:gd name="T6" fmla="*/ 0 w 12"/>
                  <a:gd name="T7" fmla="*/ 3 h 4"/>
                  <a:gd name="T8" fmla="*/ 6 w 12"/>
                  <a:gd name="T9" fmla="*/ 2 h 4"/>
                  <a:gd name="T10" fmla="*/ 12 w 12"/>
                  <a:gd name="T11" fmla="*/ 4 h 4"/>
                  <a:gd name="T12" fmla="*/ 12 w 12"/>
                  <a:gd name="T13" fmla="*/ 3 h 4"/>
                  <a:gd name="T14" fmla="*/ 6 w 12"/>
                  <a:gd name="T15" fmla="*/ 0 h 4"/>
                  <a:gd name="T16" fmla="*/ 6 w 1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4">
                    <a:moveTo>
                      <a:pt x="6" y="0"/>
                    </a:moveTo>
                    <a:cubicBezTo>
                      <a:pt x="6" y="0"/>
                      <a:pt x="6" y="0"/>
                      <a:pt x="6" y="0"/>
                    </a:cubicBezTo>
                    <a:cubicBezTo>
                      <a:pt x="0" y="1"/>
                      <a:pt x="0" y="1"/>
                      <a:pt x="0" y="1"/>
                    </a:cubicBezTo>
                    <a:cubicBezTo>
                      <a:pt x="0" y="2"/>
                      <a:pt x="0" y="2"/>
                      <a:pt x="0" y="3"/>
                    </a:cubicBezTo>
                    <a:cubicBezTo>
                      <a:pt x="6" y="2"/>
                      <a:pt x="6" y="2"/>
                      <a:pt x="6" y="2"/>
                    </a:cubicBezTo>
                    <a:cubicBezTo>
                      <a:pt x="12" y="4"/>
                      <a:pt x="12" y="4"/>
                      <a:pt x="12" y="4"/>
                    </a:cubicBezTo>
                    <a:cubicBezTo>
                      <a:pt x="12" y="4"/>
                      <a:pt x="12" y="3"/>
                      <a:pt x="12" y="3"/>
                    </a:cubicBezTo>
                    <a:cubicBezTo>
                      <a:pt x="6" y="0"/>
                      <a:pt x="6" y="0"/>
                      <a:pt x="6" y="0"/>
                    </a:cubicBezTo>
                    <a:cubicBezTo>
                      <a:pt x="6" y="0"/>
                      <a:pt x="6"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102"/>
              <p:cNvSpPr>
                <a:spLocks noEditPoints="1"/>
              </p:cNvSpPr>
              <p:nvPr/>
            </p:nvSpPr>
            <p:spPr bwMode="auto">
              <a:xfrm>
                <a:off x="2378" y="2426"/>
                <a:ext cx="55" cy="55"/>
              </a:xfrm>
              <a:custGeom>
                <a:avLst/>
                <a:gdLst>
                  <a:gd name="T0" fmla="*/ 14 w 14"/>
                  <a:gd name="T1" fmla="*/ 7 h 14"/>
                  <a:gd name="T2" fmla="*/ 0 w 14"/>
                  <a:gd name="T3" fmla="*/ 9 h 14"/>
                  <a:gd name="T4" fmla="*/ 2 w 14"/>
                  <a:gd name="T5" fmla="*/ 12 h 14"/>
                  <a:gd name="T6" fmla="*/ 7 w 14"/>
                  <a:gd name="T7" fmla="*/ 14 h 14"/>
                  <a:gd name="T8" fmla="*/ 12 w 14"/>
                  <a:gd name="T9" fmla="*/ 12 h 14"/>
                  <a:gd name="T10" fmla="*/ 14 w 14"/>
                  <a:gd name="T11" fmla="*/ 7 h 14"/>
                  <a:gd name="T12" fmla="*/ 7 w 14"/>
                  <a:gd name="T13" fmla="*/ 0 h 14"/>
                  <a:gd name="T14" fmla="*/ 2 w 14"/>
                  <a:gd name="T15" fmla="*/ 2 h 14"/>
                  <a:gd name="T16" fmla="*/ 0 w 14"/>
                  <a:gd name="T17" fmla="*/ 8 h 14"/>
                  <a:gd name="T18" fmla="*/ 13 w 14"/>
                  <a:gd name="T19" fmla="*/ 5 h 14"/>
                  <a:gd name="T20" fmla="*/ 12 w 14"/>
                  <a:gd name="T21" fmla="*/ 2 h 14"/>
                  <a:gd name="T22" fmla="*/ 7 w 14"/>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4">
                    <a:moveTo>
                      <a:pt x="14" y="7"/>
                    </a:moveTo>
                    <a:cubicBezTo>
                      <a:pt x="0" y="9"/>
                      <a:pt x="0" y="9"/>
                      <a:pt x="0" y="9"/>
                    </a:cubicBezTo>
                    <a:cubicBezTo>
                      <a:pt x="0" y="10"/>
                      <a:pt x="1" y="11"/>
                      <a:pt x="2" y="12"/>
                    </a:cubicBezTo>
                    <a:cubicBezTo>
                      <a:pt x="3" y="13"/>
                      <a:pt x="5" y="14"/>
                      <a:pt x="7" y="14"/>
                    </a:cubicBezTo>
                    <a:cubicBezTo>
                      <a:pt x="8" y="14"/>
                      <a:pt x="10" y="13"/>
                      <a:pt x="12" y="12"/>
                    </a:cubicBezTo>
                    <a:cubicBezTo>
                      <a:pt x="13" y="11"/>
                      <a:pt x="14" y="9"/>
                      <a:pt x="14" y="7"/>
                    </a:cubicBezTo>
                    <a:moveTo>
                      <a:pt x="7" y="0"/>
                    </a:moveTo>
                    <a:cubicBezTo>
                      <a:pt x="5" y="0"/>
                      <a:pt x="3" y="1"/>
                      <a:pt x="2" y="2"/>
                    </a:cubicBezTo>
                    <a:cubicBezTo>
                      <a:pt x="0" y="4"/>
                      <a:pt x="0" y="6"/>
                      <a:pt x="0" y="8"/>
                    </a:cubicBezTo>
                    <a:cubicBezTo>
                      <a:pt x="13" y="5"/>
                      <a:pt x="13" y="5"/>
                      <a:pt x="13" y="5"/>
                    </a:cubicBezTo>
                    <a:cubicBezTo>
                      <a:pt x="13" y="4"/>
                      <a:pt x="12" y="3"/>
                      <a:pt x="12" y="2"/>
                    </a:cubicBezTo>
                    <a:cubicBezTo>
                      <a:pt x="10" y="1"/>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103"/>
              <p:cNvSpPr/>
              <p:nvPr/>
            </p:nvSpPr>
            <p:spPr bwMode="auto">
              <a:xfrm>
                <a:off x="2378" y="2445"/>
                <a:ext cx="55" cy="16"/>
              </a:xfrm>
              <a:custGeom>
                <a:avLst/>
                <a:gdLst>
                  <a:gd name="T0" fmla="*/ 13 w 14"/>
                  <a:gd name="T1" fmla="*/ 0 h 4"/>
                  <a:gd name="T2" fmla="*/ 0 w 14"/>
                  <a:gd name="T3" fmla="*/ 3 h 4"/>
                  <a:gd name="T4" fmla="*/ 0 w 14"/>
                  <a:gd name="T5" fmla="*/ 4 h 4"/>
                  <a:gd name="T6" fmla="*/ 14 w 14"/>
                  <a:gd name="T7" fmla="*/ 2 h 4"/>
                  <a:gd name="T8" fmla="*/ 13 w 14"/>
                  <a:gd name="T9" fmla="*/ 0 h 4"/>
                </a:gdLst>
                <a:ahLst/>
                <a:cxnLst>
                  <a:cxn ang="0">
                    <a:pos x="T0" y="T1"/>
                  </a:cxn>
                  <a:cxn ang="0">
                    <a:pos x="T2" y="T3"/>
                  </a:cxn>
                  <a:cxn ang="0">
                    <a:pos x="T4" y="T5"/>
                  </a:cxn>
                  <a:cxn ang="0">
                    <a:pos x="T6" y="T7"/>
                  </a:cxn>
                  <a:cxn ang="0">
                    <a:pos x="T8" y="T9"/>
                  </a:cxn>
                </a:cxnLst>
                <a:rect l="0" t="0" r="r" b="b"/>
                <a:pathLst>
                  <a:path w="14" h="4">
                    <a:moveTo>
                      <a:pt x="13" y="0"/>
                    </a:moveTo>
                    <a:cubicBezTo>
                      <a:pt x="0" y="3"/>
                      <a:pt x="0" y="3"/>
                      <a:pt x="0" y="3"/>
                    </a:cubicBezTo>
                    <a:cubicBezTo>
                      <a:pt x="0" y="3"/>
                      <a:pt x="0" y="3"/>
                      <a:pt x="0" y="4"/>
                    </a:cubicBezTo>
                    <a:cubicBezTo>
                      <a:pt x="14" y="2"/>
                      <a:pt x="14" y="2"/>
                      <a:pt x="14" y="2"/>
                    </a:cubicBezTo>
                    <a:cubicBezTo>
                      <a:pt x="13" y="1"/>
                      <a:pt x="13" y="1"/>
                      <a:pt x="1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104"/>
              <p:cNvSpPr/>
              <p:nvPr/>
            </p:nvSpPr>
            <p:spPr bwMode="auto">
              <a:xfrm>
                <a:off x="2017" y="2489"/>
                <a:ext cx="51" cy="48"/>
              </a:xfrm>
              <a:custGeom>
                <a:avLst/>
                <a:gdLst>
                  <a:gd name="T0" fmla="*/ 7 w 13"/>
                  <a:gd name="T1" fmla="*/ 0 h 12"/>
                  <a:gd name="T2" fmla="*/ 3 w 13"/>
                  <a:gd name="T3" fmla="*/ 2 h 12"/>
                  <a:gd name="T4" fmla="*/ 3 w 13"/>
                  <a:gd name="T5" fmla="*/ 10 h 12"/>
                  <a:gd name="T6" fmla="*/ 7 w 13"/>
                  <a:gd name="T7" fmla="*/ 12 h 12"/>
                  <a:gd name="T8" fmla="*/ 11 w 13"/>
                  <a:gd name="T9" fmla="*/ 10 h 12"/>
                  <a:gd name="T10" fmla="*/ 13 w 13"/>
                  <a:gd name="T11" fmla="*/ 6 h 12"/>
                  <a:gd name="T12" fmla="*/ 7 w 13"/>
                  <a:gd name="T13" fmla="*/ 7 h 12"/>
                  <a:gd name="T14" fmla="*/ 7 w 13"/>
                  <a:gd name="T15" fmla="*/ 7 h 12"/>
                  <a:gd name="T16" fmla="*/ 7 w 13"/>
                  <a:gd name="T17" fmla="*/ 6 h 12"/>
                  <a:gd name="T18" fmla="*/ 7 w 13"/>
                  <a:gd name="T19" fmla="*/ 6 h 12"/>
                  <a:gd name="T20" fmla="*/ 13 w 13"/>
                  <a:gd name="T21" fmla="*/ 4 h 12"/>
                  <a:gd name="T22" fmla="*/ 11 w 13"/>
                  <a:gd name="T23" fmla="*/ 2 h 12"/>
                  <a:gd name="T24" fmla="*/ 7 w 13"/>
                  <a:gd name="T2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12">
                    <a:moveTo>
                      <a:pt x="7" y="0"/>
                    </a:moveTo>
                    <a:cubicBezTo>
                      <a:pt x="6" y="0"/>
                      <a:pt x="4" y="1"/>
                      <a:pt x="3" y="2"/>
                    </a:cubicBezTo>
                    <a:cubicBezTo>
                      <a:pt x="0" y="4"/>
                      <a:pt x="0" y="8"/>
                      <a:pt x="3" y="10"/>
                    </a:cubicBezTo>
                    <a:cubicBezTo>
                      <a:pt x="4" y="12"/>
                      <a:pt x="6" y="12"/>
                      <a:pt x="7" y="12"/>
                    </a:cubicBezTo>
                    <a:cubicBezTo>
                      <a:pt x="9" y="12"/>
                      <a:pt x="10" y="12"/>
                      <a:pt x="11" y="10"/>
                    </a:cubicBezTo>
                    <a:cubicBezTo>
                      <a:pt x="13" y="9"/>
                      <a:pt x="13" y="8"/>
                      <a:pt x="13" y="6"/>
                    </a:cubicBezTo>
                    <a:cubicBezTo>
                      <a:pt x="7" y="7"/>
                      <a:pt x="7" y="7"/>
                      <a:pt x="7" y="7"/>
                    </a:cubicBezTo>
                    <a:cubicBezTo>
                      <a:pt x="7" y="7"/>
                      <a:pt x="7" y="7"/>
                      <a:pt x="7" y="7"/>
                    </a:cubicBezTo>
                    <a:cubicBezTo>
                      <a:pt x="7" y="7"/>
                      <a:pt x="7" y="7"/>
                      <a:pt x="7" y="6"/>
                    </a:cubicBezTo>
                    <a:cubicBezTo>
                      <a:pt x="6" y="6"/>
                      <a:pt x="7" y="6"/>
                      <a:pt x="7" y="6"/>
                    </a:cubicBezTo>
                    <a:cubicBezTo>
                      <a:pt x="13" y="4"/>
                      <a:pt x="13" y="4"/>
                      <a:pt x="13" y="4"/>
                    </a:cubicBezTo>
                    <a:cubicBezTo>
                      <a:pt x="12" y="3"/>
                      <a:pt x="12" y="2"/>
                      <a:pt x="11" y="2"/>
                    </a:cubicBezTo>
                    <a:cubicBezTo>
                      <a:pt x="10" y="1"/>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105"/>
              <p:cNvSpPr/>
              <p:nvPr/>
            </p:nvSpPr>
            <p:spPr bwMode="auto">
              <a:xfrm>
                <a:off x="2041" y="2505"/>
                <a:ext cx="27" cy="12"/>
              </a:xfrm>
              <a:custGeom>
                <a:avLst/>
                <a:gdLst>
                  <a:gd name="T0" fmla="*/ 7 w 7"/>
                  <a:gd name="T1" fmla="*/ 0 h 3"/>
                  <a:gd name="T2" fmla="*/ 1 w 7"/>
                  <a:gd name="T3" fmla="*/ 2 h 3"/>
                  <a:gd name="T4" fmla="*/ 1 w 7"/>
                  <a:gd name="T5" fmla="*/ 2 h 3"/>
                  <a:gd name="T6" fmla="*/ 1 w 7"/>
                  <a:gd name="T7" fmla="*/ 3 h 3"/>
                  <a:gd name="T8" fmla="*/ 1 w 7"/>
                  <a:gd name="T9" fmla="*/ 3 h 3"/>
                  <a:gd name="T10" fmla="*/ 7 w 7"/>
                  <a:gd name="T11" fmla="*/ 2 h 3"/>
                  <a:gd name="T12" fmla="*/ 7 w 7"/>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7" y="0"/>
                    </a:moveTo>
                    <a:cubicBezTo>
                      <a:pt x="1" y="2"/>
                      <a:pt x="1" y="2"/>
                      <a:pt x="1" y="2"/>
                    </a:cubicBezTo>
                    <a:cubicBezTo>
                      <a:pt x="1" y="2"/>
                      <a:pt x="0" y="2"/>
                      <a:pt x="1" y="2"/>
                    </a:cubicBezTo>
                    <a:cubicBezTo>
                      <a:pt x="1" y="3"/>
                      <a:pt x="1" y="3"/>
                      <a:pt x="1" y="3"/>
                    </a:cubicBezTo>
                    <a:cubicBezTo>
                      <a:pt x="1" y="3"/>
                      <a:pt x="1" y="3"/>
                      <a:pt x="1" y="3"/>
                    </a:cubicBezTo>
                    <a:cubicBezTo>
                      <a:pt x="7" y="2"/>
                      <a:pt x="7" y="2"/>
                      <a:pt x="7" y="2"/>
                    </a:cubicBezTo>
                    <a:cubicBezTo>
                      <a:pt x="7" y="1"/>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106"/>
              <p:cNvSpPr>
                <a:spLocks noEditPoints="1"/>
              </p:cNvSpPr>
              <p:nvPr/>
            </p:nvSpPr>
            <p:spPr bwMode="auto">
              <a:xfrm>
                <a:off x="3543" y="1958"/>
                <a:ext cx="51" cy="51"/>
              </a:xfrm>
              <a:custGeom>
                <a:avLst/>
                <a:gdLst>
                  <a:gd name="T0" fmla="*/ 12 w 13"/>
                  <a:gd name="T1" fmla="*/ 3 h 13"/>
                  <a:gd name="T2" fmla="*/ 7 w 13"/>
                  <a:gd name="T3" fmla="*/ 7 h 13"/>
                  <a:gd name="T4" fmla="*/ 7 w 13"/>
                  <a:gd name="T5" fmla="*/ 7 h 13"/>
                  <a:gd name="T6" fmla="*/ 1 w 13"/>
                  <a:gd name="T7" fmla="*/ 9 h 13"/>
                  <a:gd name="T8" fmla="*/ 2 w 13"/>
                  <a:gd name="T9" fmla="*/ 11 h 13"/>
                  <a:gd name="T10" fmla="*/ 7 w 13"/>
                  <a:gd name="T11" fmla="*/ 13 h 13"/>
                  <a:gd name="T12" fmla="*/ 11 w 13"/>
                  <a:gd name="T13" fmla="*/ 11 h 13"/>
                  <a:gd name="T14" fmla="*/ 12 w 13"/>
                  <a:gd name="T15" fmla="*/ 3 h 13"/>
                  <a:gd name="T16" fmla="*/ 7 w 13"/>
                  <a:gd name="T17" fmla="*/ 0 h 13"/>
                  <a:gd name="T18" fmla="*/ 2 w 13"/>
                  <a:gd name="T19" fmla="*/ 2 h 13"/>
                  <a:gd name="T20" fmla="*/ 1 w 13"/>
                  <a:gd name="T21" fmla="*/ 8 h 13"/>
                  <a:gd name="T22" fmla="*/ 6 w 13"/>
                  <a:gd name="T23" fmla="*/ 6 h 13"/>
                  <a:gd name="T24" fmla="*/ 11 w 13"/>
                  <a:gd name="T25" fmla="*/ 2 h 13"/>
                  <a:gd name="T26" fmla="*/ 7 w 13"/>
                  <a:gd name="T2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13">
                    <a:moveTo>
                      <a:pt x="12" y="3"/>
                    </a:moveTo>
                    <a:cubicBezTo>
                      <a:pt x="7" y="7"/>
                      <a:pt x="7" y="7"/>
                      <a:pt x="7" y="7"/>
                    </a:cubicBezTo>
                    <a:cubicBezTo>
                      <a:pt x="7" y="7"/>
                      <a:pt x="7" y="7"/>
                      <a:pt x="7" y="7"/>
                    </a:cubicBezTo>
                    <a:cubicBezTo>
                      <a:pt x="1" y="9"/>
                      <a:pt x="1" y="9"/>
                      <a:pt x="1" y="9"/>
                    </a:cubicBezTo>
                    <a:cubicBezTo>
                      <a:pt x="2" y="10"/>
                      <a:pt x="2" y="10"/>
                      <a:pt x="2" y="11"/>
                    </a:cubicBezTo>
                    <a:cubicBezTo>
                      <a:pt x="4" y="12"/>
                      <a:pt x="5" y="13"/>
                      <a:pt x="7" y="13"/>
                    </a:cubicBezTo>
                    <a:cubicBezTo>
                      <a:pt x="8" y="13"/>
                      <a:pt x="10" y="12"/>
                      <a:pt x="11" y="11"/>
                    </a:cubicBezTo>
                    <a:cubicBezTo>
                      <a:pt x="13" y="9"/>
                      <a:pt x="13" y="5"/>
                      <a:pt x="12" y="3"/>
                    </a:cubicBezTo>
                    <a:moveTo>
                      <a:pt x="7" y="0"/>
                    </a:moveTo>
                    <a:cubicBezTo>
                      <a:pt x="5" y="0"/>
                      <a:pt x="4" y="1"/>
                      <a:pt x="2" y="2"/>
                    </a:cubicBezTo>
                    <a:cubicBezTo>
                      <a:pt x="1" y="4"/>
                      <a:pt x="0" y="6"/>
                      <a:pt x="1" y="8"/>
                    </a:cubicBezTo>
                    <a:cubicBezTo>
                      <a:pt x="6" y="6"/>
                      <a:pt x="6" y="6"/>
                      <a:pt x="6" y="6"/>
                    </a:cubicBezTo>
                    <a:cubicBezTo>
                      <a:pt x="11" y="2"/>
                      <a:pt x="11" y="2"/>
                      <a:pt x="11" y="2"/>
                    </a:cubicBezTo>
                    <a:cubicBezTo>
                      <a:pt x="10" y="1"/>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107"/>
              <p:cNvSpPr/>
              <p:nvPr/>
            </p:nvSpPr>
            <p:spPr bwMode="auto">
              <a:xfrm>
                <a:off x="3547" y="1966"/>
                <a:ext cx="43" cy="28"/>
              </a:xfrm>
              <a:custGeom>
                <a:avLst/>
                <a:gdLst>
                  <a:gd name="T0" fmla="*/ 10 w 11"/>
                  <a:gd name="T1" fmla="*/ 0 h 7"/>
                  <a:gd name="T2" fmla="*/ 5 w 11"/>
                  <a:gd name="T3" fmla="*/ 4 h 7"/>
                  <a:gd name="T4" fmla="*/ 0 w 11"/>
                  <a:gd name="T5" fmla="*/ 6 h 7"/>
                  <a:gd name="T6" fmla="*/ 0 w 11"/>
                  <a:gd name="T7" fmla="*/ 7 h 7"/>
                  <a:gd name="T8" fmla="*/ 6 w 11"/>
                  <a:gd name="T9" fmla="*/ 5 h 7"/>
                  <a:gd name="T10" fmla="*/ 6 w 11"/>
                  <a:gd name="T11" fmla="*/ 5 h 7"/>
                  <a:gd name="T12" fmla="*/ 11 w 11"/>
                  <a:gd name="T13" fmla="*/ 1 h 7"/>
                  <a:gd name="T14" fmla="*/ 10 w 11"/>
                  <a:gd name="T15" fmla="*/ 0 h 7"/>
                  <a:gd name="T16" fmla="*/ 10 w 11"/>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7">
                    <a:moveTo>
                      <a:pt x="10" y="0"/>
                    </a:moveTo>
                    <a:cubicBezTo>
                      <a:pt x="5" y="4"/>
                      <a:pt x="5" y="4"/>
                      <a:pt x="5" y="4"/>
                    </a:cubicBezTo>
                    <a:cubicBezTo>
                      <a:pt x="0" y="6"/>
                      <a:pt x="0" y="6"/>
                      <a:pt x="0" y="6"/>
                    </a:cubicBezTo>
                    <a:cubicBezTo>
                      <a:pt x="0" y="6"/>
                      <a:pt x="0" y="7"/>
                      <a:pt x="0" y="7"/>
                    </a:cubicBezTo>
                    <a:cubicBezTo>
                      <a:pt x="6" y="5"/>
                      <a:pt x="6" y="5"/>
                      <a:pt x="6" y="5"/>
                    </a:cubicBezTo>
                    <a:cubicBezTo>
                      <a:pt x="6" y="5"/>
                      <a:pt x="6" y="5"/>
                      <a:pt x="6" y="5"/>
                    </a:cubicBezTo>
                    <a:cubicBezTo>
                      <a:pt x="11" y="1"/>
                      <a:pt x="11" y="1"/>
                      <a:pt x="11" y="1"/>
                    </a:cubicBezTo>
                    <a:cubicBezTo>
                      <a:pt x="10" y="1"/>
                      <a:pt x="10" y="0"/>
                      <a:pt x="10" y="0"/>
                    </a:cubicBezTo>
                    <a:cubicBezTo>
                      <a:pt x="10" y="0"/>
                      <a:pt x="10" y="0"/>
                      <a:pt x="1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108"/>
              <p:cNvSpPr>
                <a:spLocks noEditPoints="1"/>
              </p:cNvSpPr>
              <p:nvPr/>
            </p:nvSpPr>
            <p:spPr bwMode="auto">
              <a:xfrm>
                <a:off x="3927" y="1597"/>
                <a:ext cx="48" cy="44"/>
              </a:xfrm>
              <a:custGeom>
                <a:avLst/>
                <a:gdLst>
                  <a:gd name="T0" fmla="*/ 11 w 12"/>
                  <a:gd name="T1" fmla="*/ 2 h 11"/>
                  <a:gd name="T2" fmla="*/ 5 w 12"/>
                  <a:gd name="T3" fmla="*/ 8 h 11"/>
                  <a:gd name="T4" fmla="*/ 3 w 12"/>
                  <a:gd name="T5" fmla="*/ 10 h 11"/>
                  <a:gd name="T6" fmla="*/ 6 w 12"/>
                  <a:gd name="T7" fmla="*/ 11 h 11"/>
                  <a:gd name="T8" fmla="*/ 10 w 12"/>
                  <a:gd name="T9" fmla="*/ 9 h 11"/>
                  <a:gd name="T10" fmla="*/ 11 w 12"/>
                  <a:gd name="T11" fmla="*/ 2 h 11"/>
                  <a:gd name="T12" fmla="*/ 6 w 12"/>
                  <a:gd name="T13" fmla="*/ 0 h 11"/>
                  <a:gd name="T14" fmla="*/ 2 w 12"/>
                  <a:gd name="T15" fmla="*/ 1 h 11"/>
                  <a:gd name="T16" fmla="*/ 2 w 12"/>
                  <a:gd name="T17" fmla="*/ 9 h 11"/>
                  <a:gd name="T18" fmla="*/ 4 w 12"/>
                  <a:gd name="T19" fmla="*/ 7 h 11"/>
                  <a:gd name="T20" fmla="*/ 10 w 12"/>
                  <a:gd name="T21" fmla="*/ 1 h 11"/>
                  <a:gd name="T22" fmla="*/ 6 w 12"/>
                  <a:gd name="T2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1">
                    <a:moveTo>
                      <a:pt x="11" y="2"/>
                    </a:moveTo>
                    <a:cubicBezTo>
                      <a:pt x="9" y="4"/>
                      <a:pt x="7" y="6"/>
                      <a:pt x="5" y="8"/>
                    </a:cubicBezTo>
                    <a:cubicBezTo>
                      <a:pt x="3" y="10"/>
                      <a:pt x="3" y="10"/>
                      <a:pt x="3" y="10"/>
                    </a:cubicBezTo>
                    <a:cubicBezTo>
                      <a:pt x="4" y="11"/>
                      <a:pt x="5" y="11"/>
                      <a:pt x="6" y="11"/>
                    </a:cubicBezTo>
                    <a:cubicBezTo>
                      <a:pt x="8" y="11"/>
                      <a:pt x="9" y="11"/>
                      <a:pt x="10" y="9"/>
                    </a:cubicBezTo>
                    <a:cubicBezTo>
                      <a:pt x="12" y="7"/>
                      <a:pt x="12" y="4"/>
                      <a:pt x="11" y="2"/>
                    </a:cubicBezTo>
                    <a:moveTo>
                      <a:pt x="6" y="0"/>
                    </a:moveTo>
                    <a:cubicBezTo>
                      <a:pt x="5" y="0"/>
                      <a:pt x="3" y="0"/>
                      <a:pt x="2" y="1"/>
                    </a:cubicBezTo>
                    <a:cubicBezTo>
                      <a:pt x="0" y="3"/>
                      <a:pt x="0" y="7"/>
                      <a:pt x="2" y="9"/>
                    </a:cubicBezTo>
                    <a:cubicBezTo>
                      <a:pt x="4" y="7"/>
                      <a:pt x="4" y="7"/>
                      <a:pt x="4" y="7"/>
                    </a:cubicBezTo>
                    <a:cubicBezTo>
                      <a:pt x="6" y="5"/>
                      <a:pt x="8" y="3"/>
                      <a:pt x="10" y="1"/>
                    </a:cubicBezTo>
                    <a:cubicBezTo>
                      <a:pt x="9" y="0"/>
                      <a:pt x="8"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109"/>
              <p:cNvSpPr/>
              <p:nvPr/>
            </p:nvSpPr>
            <p:spPr bwMode="auto">
              <a:xfrm>
                <a:off x="3935" y="1601"/>
                <a:ext cx="36" cy="36"/>
              </a:xfrm>
              <a:custGeom>
                <a:avLst/>
                <a:gdLst>
                  <a:gd name="T0" fmla="*/ 8 w 9"/>
                  <a:gd name="T1" fmla="*/ 0 h 9"/>
                  <a:gd name="T2" fmla="*/ 2 w 9"/>
                  <a:gd name="T3" fmla="*/ 6 h 9"/>
                  <a:gd name="T4" fmla="*/ 0 w 9"/>
                  <a:gd name="T5" fmla="*/ 8 h 9"/>
                  <a:gd name="T6" fmla="*/ 0 w 9"/>
                  <a:gd name="T7" fmla="*/ 8 h 9"/>
                  <a:gd name="T8" fmla="*/ 1 w 9"/>
                  <a:gd name="T9" fmla="*/ 9 h 9"/>
                  <a:gd name="T10" fmla="*/ 3 w 9"/>
                  <a:gd name="T11" fmla="*/ 7 h 9"/>
                  <a:gd name="T12" fmla="*/ 9 w 9"/>
                  <a:gd name="T13" fmla="*/ 1 h 9"/>
                  <a:gd name="T14" fmla="*/ 8 w 9"/>
                  <a:gd name="T15" fmla="*/ 0 h 9"/>
                  <a:gd name="T16" fmla="*/ 8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8" y="0"/>
                    </a:moveTo>
                    <a:cubicBezTo>
                      <a:pt x="6" y="2"/>
                      <a:pt x="4" y="4"/>
                      <a:pt x="2" y="6"/>
                    </a:cubicBezTo>
                    <a:cubicBezTo>
                      <a:pt x="0" y="8"/>
                      <a:pt x="0" y="8"/>
                      <a:pt x="0" y="8"/>
                    </a:cubicBezTo>
                    <a:cubicBezTo>
                      <a:pt x="0" y="8"/>
                      <a:pt x="0" y="8"/>
                      <a:pt x="0" y="8"/>
                    </a:cubicBezTo>
                    <a:cubicBezTo>
                      <a:pt x="0" y="9"/>
                      <a:pt x="0" y="9"/>
                      <a:pt x="1" y="9"/>
                    </a:cubicBezTo>
                    <a:cubicBezTo>
                      <a:pt x="3" y="7"/>
                      <a:pt x="3" y="7"/>
                      <a:pt x="3" y="7"/>
                    </a:cubicBezTo>
                    <a:cubicBezTo>
                      <a:pt x="5" y="5"/>
                      <a:pt x="7" y="3"/>
                      <a:pt x="9" y="1"/>
                    </a:cubicBezTo>
                    <a:cubicBezTo>
                      <a:pt x="9" y="1"/>
                      <a:pt x="8" y="1"/>
                      <a:pt x="8" y="0"/>
                    </a:cubicBezTo>
                    <a:cubicBezTo>
                      <a:pt x="8" y="0"/>
                      <a:pt x="8"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110"/>
              <p:cNvSpPr>
                <a:spLocks noEditPoints="1"/>
              </p:cNvSpPr>
              <p:nvPr/>
            </p:nvSpPr>
            <p:spPr bwMode="auto">
              <a:xfrm>
                <a:off x="4316" y="1268"/>
                <a:ext cx="39" cy="40"/>
              </a:xfrm>
              <a:custGeom>
                <a:avLst/>
                <a:gdLst>
                  <a:gd name="T0" fmla="*/ 0 w 10"/>
                  <a:gd name="T1" fmla="*/ 4 h 10"/>
                  <a:gd name="T2" fmla="*/ 1 w 10"/>
                  <a:gd name="T3" fmla="*/ 7 h 10"/>
                  <a:gd name="T4" fmla="*/ 4 w 10"/>
                  <a:gd name="T5" fmla="*/ 5 h 10"/>
                  <a:gd name="T6" fmla="*/ 0 w 10"/>
                  <a:gd name="T7" fmla="*/ 4 h 10"/>
                  <a:gd name="T8" fmla="*/ 5 w 10"/>
                  <a:gd name="T9" fmla="*/ 0 h 10"/>
                  <a:gd name="T10" fmla="*/ 2 w 10"/>
                  <a:gd name="T11" fmla="*/ 1 h 10"/>
                  <a:gd name="T12" fmla="*/ 0 w 10"/>
                  <a:gd name="T13" fmla="*/ 3 h 10"/>
                  <a:gd name="T14" fmla="*/ 5 w 10"/>
                  <a:gd name="T15" fmla="*/ 4 h 10"/>
                  <a:gd name="T16" fmla="*/ 6 w 10"/>
                  <a:gd name="T17" fmla="*/ 5 h 10"/>
                  <a:gd name="T18" fmla="*/ 5 w 10"/>
                  <a:gd name="T19" fmla="*/ 5 h 10"/>
                  <a:gd name="T20" fmla="*/ 2 w 10"/>
                  <a:gd name="T21" fmla="*/ 8 h 10"/>
                  <a:gd name="T22" fmla="*/ 5 w 10"/>
                  <a:gd name="T23" fmla="*/ 10 h 10"/>
                  <a:gd name="T24" fmla="*/ 8 w 10"/>
                  <a:gd name="T25" fmla="*/ 8 h 10"/>
                  <a:gd name="T26" fmla="*/ 8 w 10"/>
                  <a:gd name="T27" fmla="*/ 1 h 10"/>
                  <a:gd name="T28" fmla="*/ 5 w 10"/>
                  <a:gd name="T2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 h="10">
                    <a:moveTo>
                      <a:pt x="0" y="4"/>
                    </a:moveTo>
                    <a:cubicBezTo>
                      <a:pt x="0" y="6"/>
                      <a:pt x="0" y="7"/>
                      <a:pt x="1" y="7"/>
                    </a:cubicBezTo>
                    <a:cubicBezTo>
                      <a:pt x="4" y="5"/>
                      <a:pt x="4" y="5"/>
                      <a:pt x="4" y="5"/>
                    </a:cubicBezTo>
                    <a:cubicBezTo>
                      <a:pt x="0" y="4"/>
                      <a:pt x="0" y="4"/>
                      <a:pt x="0" y="4"/>
                    </a:cubicBezTo>
                    <a:moveTo>
                      <a:pt x="5" y="0"/>
                    </a:moveTo>
                    <a:cubicBezTo>
                      <a:pt x="4" y="0"/>
                      <a:pt x="3" y="0"/>
                      <a:pt x="2" y="1"/>
                    </a:cubicBezTo>
                    <a:cubicBezTo>
                      <a:pt x="1" y="2"/>
                      <a:pt x="1" y="3"/>
                      <a:pt x="0" y="3"/>
                    </a:cubicBezTo>
                    <a:cubicBezTo>
                      <a:pt x="5" y="4"/>
                      <a:pt x="5" y="4"/>
                      <a:pt x="5" y="4"/>
                    </a:cubicBezTo>
                    <a:cubicBezTo>
                      <a:pt x="5" y="4"/>
                      <a:pt x="6" y="5"/>
                      <a:pt x="6" y="5"/>
                    </a:cubicBezTo>
                    <a:cubicBezTo>
                      <a:pt x="6" y="5"/>
                      <a:pt x="5" y="5"/>
                      <a:pt x="5" y="5"/>
                    </a:cubicBezTo>
                    <a:cubicBezTo>
                      <a:pt x="2" y="8"/>
                      <a:pt x="2" y="8"/>
                      <a:pt x="2" y="8"/>
                    </a:cubicBezTo>
                    <a:cubicBezTo>
                      <a:pt x="3" y="9"/>
                      <a:pt x="4" y="10"/>
                      <a:pt x="5" y="10"/>
                    </a:cubicBezTo>
                    <a:cubicBezTo>
                      <a:pt x="6" y="10"/>
                      <a:pt x="7" y="9"/>
                      <a:pt x="8" y="8"/>
                    </a:cubicBezTo>
                    <a:cubicBezTo>
                      <a:pt x="10" y="6"/>
                      <a:pt x="10" y="3"/>
                      <a:pt x="8" y="1"/>
                    </a:cubicBezTo>
                    <a:cubicBezTo>
                      <a:pt x="7" y="0"/>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111"/>
              <p:cNvSpPr/>
              <p:nvPr/>
            </p:nvSpPr>
            <p:spPr bwMode="auto">
              <a:xfrm>
                <a:off x="4316" y="1280"/>
                <a:ext cx="23" cy="20"/>
              </a:xfrm>
              <a:custGeom>
                <a:avLst/>
                <a:gdLst>
                  <a:gd name="T0" fmla="*/ 0 w 6"/>
                  <a:gd name="T1" fmla="*/ 0 h 5"/>
                  <a:gd name="T2" fmla="*/ 0 w 6"/>
                  <a:gd name="T3" fmla="*/ 1 h 5"/>
                  <a:gd name="T4" fmla="*/ 4 w 6"/>
                  <a:gd name="T5" fmla="*/ 2 h 5"/>
                  <a:gd name="T6" fmla="*/ 1 w 6"/>
                  <a:gd name="T7" fmla="*/ 4 h 5"/>
                  <a:gd name="T8" fmla="*/ 2 w 6"/>
                  <a:gd name="T9" fmla="*/ 5 h 5"/>
                  <a:gd name="T10" fmla="*/ 2 w 6"/>
                  <a:gd name="T11" fmla="*/ 5 h 5"/>
                  <a:gd name="T12" fmla="*/ 5 w 6"/>
                  <a:gd name="T13" fmla="*/ 2 h 5"/>
                  <a:gd name="T14" fmla="*/ 6 w 6"/>
                  <a:gd name="T15" fmla="*/ 2 h 5"/>
                  <a:gd name="T16" fmla="*/ 5 w 6"/>
                  <a:gd name="T17" fmla="*/ 1 h 5"/>
                  <a:gd name="T18" fmla="*/ 0 w 6"/>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5">
                    <a:moveTo>
                      <a:pt x="0" y="0"/>
                    </a:moveTo>
                    <a:cubicBezTo>
                      <a:pt x="0" y="1"/>
                      <a:pt x="0" y="1"/>
                      <a:pt x="0" y="1"/>
                    </a:cubicBezTo>
                    <a:cubicBezTo>
                      <a:pt x="4" y="2"/>
                      <a:pt x="4" y="2"/>
                      <a:pt x="4" y="2"/>
                    </a:cubicBezTo>
                    <a:cubicBezTo>
                      <a:pt x="1" y="4"/>
                      <a:pt x="1" y="4"/>
                      <a:pt x="1" y="4"/>
                    </a:cubicBezTo>
                    <a:cubicBezTo>
                      <a:pt x="1" y="5"/>
                      <a:pt x="1" y="5"/>
                      <a:pt x="2" y="5"/>
                    </a:cubicBezTo>
                    <a:cubicBezTo>
                      <a:pt x="2" y="5"/>
                      <a:pt x="2" y="5"/>
                      <a:pt x="2" y="5"/>
                    </a:cubicBezTo>
                    <a:cubicBezTo>
                      <a:pt x="5" y="2"/>
                      <a:pt x="5" y="2"/>
                      <a:pt x="5" y="2"/>
                    </a:cubicBezTo>
                    <a:cubicBezTo>
                      <a:pt x="5" y="2"/>
                      <a:pt x="6" y="2"/>
                      <a:pt x="6" y="2"/>
                    </a:cubicBezTo>
                    <a:cubicBezTo>
                      <a:pt x="6" y="2"/>
                      <a:pt x="5" y="1"/>
                      <a:pt x="5" y="1"/>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112"/>
              <p:cNvSpPr>
                <a:spLocks noEditPoints="1"/>
              </p:cNvSpPr>
              <p:nvPr/>
            </p:nvSpPr>
            <p:spPr bwMode="auto">
              <a:xfrm>
                <a:off x="2746" y="971"/>
                <a:ext cx="48" cy="44"/>
              </a:xfrm>
              <a:custGeom>
                <a:avLst/>
                <a:gdLst>
                  <a:gd name="T0" fmla="*/ 7 w 12"/>
                  <a:gd name="T1" fmla="*/ 6 h 11"/>
                  <a:gd name="T2" fmla="*/ 8 w 12"/>
                  <a:gd name="T3" fmla="*/ 11 h 11"/>
                  <a:gd name="T4" fmla="*/ 10 w 12"/>
                  <a:gd name="T5" fmla="*/ 10 h 11"/>
                  <a:gd name="T6" fmla="*/ 11 w 12"/>
                  <a:gd name="T7" fmla="*/ 7 h 11"/>
                  <a:gd name="T8" fmla="*/ 7 w 12"/>
                  <a:gd name="T9" fmla="*/ 6 h 11"/>
                  <a:gd name="T10" fmla="*/ 6 w 12"/>
                  <a:gd name="T11" fmla="*/ 0 h 11"/>
                  <a:gd name="T12" fmla="*/ 2 w 12"/>
                  <a:gd name="T13" fmla="*/ 2 h 11"/>
                  <a:gd name="T14" fmla="*/ 2 w 12"/>
                  <a:gd name="T15" fmla="*/ 10 h 11"/>
                  <a:gd name="T16" fmla="*/ 6 w 12"/>
                  <a:gd name="T17" fmla="*/ 11 h 11"/>
                  <a:gd name="T18" fmla="*/ 7 w 12"/>
                  <a:gd name="T19" fmla="*/ 11 h 11"/>
                  <a:gd name="T20" fmla="*/ 6 w 12"/>
                  <a:gd name="T21" fmla="*/ 6 h 11"/>
                  <a:gd name="T22" fmla="*/ 6 w 12"/>
                  <a:gd name="T23" fmla="*/ 5 h 11"/>
                  <a:gd name="T24" fmla="*/ 6 w 12"/>
                  <a:gd name="T25" fmla="*/ 5 h 11"/>
                  <a:gd name="T26" fmla="*/ 12 w 12"/>
                  <a:gd name="T27" fmla="*/ 6 h 11"/>
                  <a:gd name="T28" fmla="*/ 10 w 12"/>
                  <a:gd name="T29" fmla="*/ 2 h 11"/>
                  <a:gd name="T30" fmla="*/ 6 w 12"/>
                  <a:gd name="T3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1">
                    <a:moveTo>
                      <a:pt x="7" y="6"/>
                    </a:moveTo>
                    <a:cubicBezTo>
                      <a:pt x="8" y="11"/>
                      <a:pt x="8" y="11"/>
                      <a:pt x="8" y="11"/>
                    </a:cubicBezTo>
                    <a:cubicBezTo>
                      <a:pt x="9" y="11"/>
                      <a:pt x="9" y="10"/>
                      <a:pt x="10" y="10"/>
                    </a:cubicBezTo>
                    <a:cubicBezTo>
                      <a:pt x="11" y="9"/>
                      <a:pt x="11" y="8"/>
                      <a:pt x="11" y="7"/>
                    </a:cubicBezTo>
                    <a:cubicBezTo>
                      <a:pt x="7" y="6"/>
                      <a:pt x="7" y="6"/>
                      <a:pt x="7" y="6"/>
                    </a:cubicBezTo>
                    <a:moveTo>
                      <a:pt x="6" y="0"/>
                    </a:moveTo>
                    <a:cubicBezTo>
                      <a:pt x="5" y="0"/>
                      <a:pt x="3" y="1"/>
                      <a:pt x="2" y="2"/>
                    </a:cubicBezTo>
                    <a:cubicBezTo>
                      <a:pt x="0" y="4"/>
                      <a:pt x="0" y="7"/>
                      <a:pt x="2" y="10"/>
                    </a:cubicBezTo>
                    <a:cubicBezTo>
                      <a:pt x="3" y="11"/>
                      <a:pt x="5" y="11"/>
                      <a:pt x="6" y="11"/>
                    </a:cubicBezTo>
                    <a:cubicBezTo>
                      <a:pt x="6" y="11"/>
                      <a:pt x="7" y="11"/>
                      <a:pt x="7" y="11"/>
                    </a:cubicBezTo>
                    <a:cubicBezTo>
                      <a:pt x="6" y="6"/>
                      <a:pt x="6" y="6"/>
                      <a:pt x="6" y="6"/>
                    </a:cubicBezTo>
                    <a:cubicBezTo>
                      <a:pt x="6" y="6"/>
                      <a:pt x="6" y="5"/>
                      <a:pt x="6" y="5"/>
                    </a:cubicBezTo>
                    <a:cubicBezTo>
                      <a:pt x="6" y="5"/>
                      <a:pt x="6" y="5"/>
                      <a:pt x="6" y="5"/>
                    </a:cubicBezTo>
                    <a:cubicBezTo>
                      <a:pt x="12" y="6"/>
                      <a:pt x="12" y="6"/>
                      <a:pt x="12" y="6"/>
                    </a:cubicBezTo>
                    <a:cubicBezTo>
                      <a:pt x="12" y="5"/>
                      <a:pt x="11" y="3"/>
                      <a:pt x="10" y="2"/>
                    </a:cubicBezTo>
                    <a:cubicBezTo>
                      <a:pt x="9" y="1"/>
                      <a:pt x="8"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113"/>
              <p:cNvSpPr/>
              <p:nvPr/>
            </p:nvSpPr>
            <p:spPr bwMode="auto">
              <a:xfrm>
                <a:off x="2770" y="991"/>
                <a:ext cx="24" cy="24"/>
              </a:xfrm>
              <a:custGeom>
                <a:avLst/>
                <a:gdLst>
                  <a:gd name="T0" fmla="*/ 0 w 6"/>
                  <a:gd name="T1" fmla="*/ 0 h 6"/>
                  <a:gd name="T2" fmla="*/ 0 w 6"/>
                  <a:gd name="T3" fmla="*/ 0 h 6"/>
                  <a:gd name="T4" fmla="*/ 0 w 6"/>
                  <a:gd name="T5" fmla="*/ 1 h 6"/>
                  <a:gd name="T6" fmla="*/ 1 w 6"/>
                  <a:gd name="T7" fmla="*/ 6 h 6"/>
                  <a:gd name="T8" fmla="*/ 2 w 6"/>
                  <a:gd name="T9" fmla="*/ 6 h 6"/>
                  <a:gd name="T10" fmla="*/ 1 w 6"/>
                  <a:gd name="T11" fmla="*/ 1 h 6"/>
                  <a:gd name="T12" fmla="*/ 5 w 6"/>
                  <a:gd name="T13" fmla="*/ 2 h 6"/>
                  <a:gd name="T14" fmla="*/ 6 w 6"/>
                  <a:gd name="T15" fmla="*/ 1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cubicBezTo>
                      <a:pt x="0" y="0"/>
                      <a:pt x="0" y="0"/>
                      <a:pt x="0" y="0"/>
                    </a:cubicBezTo>
                    <a:cubicBezTo>
                      <a:pt x="0" y="0"/>
                      <a:pt x="0" y="1"/>
                      <a:pt x="0" y="1"/>
                    </a:cubicBezTo>
                    <a:cubicBezTo>
                      <a:pt x="1" y="6"/>
                      <a:pt x="1" y="6"/>
                      <a:pt x="1" y="6"/>
                    </a:cubicBezTo>
                    <a:cubicBezTo>
                      <a:pt x="1" y="6"/>
                      <a:pt x="2" y="6"/>
                      <a:pt x="2" y="6"/>
                    </a:cubicBezTo>
                    <a:cubicBezTo>
                      <a:pt x="1" y="1"/>
                      <a:pt x="1" y="1"/>
                      <a:pt x="1" y="1"/>
                    </a:cubicBezTo>
                    <a:cubicBezTo>
                      <a:pt x="5" y="2"/>
                      <a:pt x="5" y="2"/>
                      <a:pt x="5" y="2"/>
                    </a:cubicBezTo>
                    <a:cubicBezTo>
                      <a:pt x="5" y="2"/>
                      <a:pt x="6" y="2"/>
                      <a:pt x="6" y="1"/>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114"/>
              <p:cNvSpPr>
                <a:spLocks noEditPoints="1"/>
              </p:cNvSpPr>
              <p:nvPr/>
            </p:nvSpPr>
            <p:spPr bwMode="auto">
              <a:xfrm>
                <a:off x="2861" y="1411"/>
                <a:ext cx="52" cy="44"/>
              </a:xfrm>
              <a:custGeom>
                <a:avLst/>
                <a:gdLst>
                  <a:gd name="T0" fmla="*/ 4 w 13"/>
                  <a:gd name="T1" fmla="*/ 0 h 11"/>
                  <a:gd name="T2" fmla="*/ 2 w 13"/>
                  <a:gd name="T3" fmla="*/ 1 h 11"/>
                  <a:gd name="T4" fmla="*/ 2 w 13"/>
                  <a:gd name="T5" fmla="*/ 9 h 11"/>
                  <a:gd name="T6" fmla="*/ 6 w 13"/>
                  <a:gd name="T7" fmla="*/ 11 h 11"/>
                  <a:gd name="T8" fmla="*/ 8 w 13"/>
                  <a:gd name="T9" fmla="*/ 11 h 11"/>
                  <a:gd name="T10" fmla="*/ 6 w 13"/>
                  <a:gd name="T11" fmla="*/ 6 h 11"/>
                  <a:gd name="T12" fmla="*/ 6 w 13"/>
                  <a:gd name="T13" fmla="*/ 5 h 11"/>
                  <a:gd name="T14" fmla="*/ 4 w 13"/>
                  <a:gd name="T15" fmla="*/ 0 h 11"/>
                  <a:gd name="T16" fmla="*/ 6 w 13"/>
                  <a:gd name="T17" fmla="*/ 0 h 11"/>
                  <a:gd name="T18" fmla="*/ 5 w 13"/>
                  <a:gd name="T19" fmla="*/ 0 h 11"/>
                  <a:gd name="T20" fmla="*/ 7 w 13"/>
                  <a:gd name="T21" fmla="*/ 5 h 11"/>
                  <a:gd name="T22" fmla="*/ 9 w 13"/>
                  <a:gd name="T23" fmla="*/ 11 h 11"/>
                  <a:gd name="T24" fmla="*/ 10 w 13"/>
                  <a:gd name="T25" fmla="*/ 9 h 11"/>
                  <a:gd name="T26" fmla="*/ 10 w 13"/>
                  <a:gd name="T27" fmla="*/ 1 h 11"/>
                  <a:gd name="T28" fmla="*/ 6 w 13"/>
                  <a:gd name="T2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11">
                    <a:moveTo>
                      <a:pt x="4" y="0"/>
                    </a:moveTo>
                    <a:cubicBezTo>
                      <a:pt x="4" y="0"/>
                      <a:pt x="3" y="1"/>
                      <a:pt x="2" y="1"/>
                    </a:cubicBezTo>
                    <a:cubicBezTo>
                      <a:pt x="0" y="4"/>
                      <a:pt x="0" y="7"/>
                      <a:pt x="2" y="9"/>
                    </a:cubicBezTo>
                    <a:cubicBezTo>
                      <a:pt x="3" y="11"/>
                      <a:pt x="5" y="11"/>
                      <a:pt x="6" y="11"/>
                    </a:cubicBezTo>
                    <a:cubicBezTo>
                      <a:pt x="7" y="11"/>
                      <a:pt x="7" y="11"/>
                      <a:pt x="8" y="11"/>
                    </a:cubicBezTo>
                    <a:cubicBezTo>
                      <a:pt x="6" y="6"/>
                      <a:pt x="6" y="6"/>
                      <a:pt x="6" y="6"/>
                    </a:cubicBezTo>
                    <a:cubicBezTo>
                      <a:pt x="6" y="5"/>
                      <a:pt x="6" y="5"/>
                      <a:pt x="6" y="5"/>
                    </a:cubicBezTo>
                    <a:cubicBezTo>
                      <a:pt x="4" y="0"/>
                      <a:pt x="4" y="0"/>
                      <a:pt x="4" y="0"/>
                    </a:cubicBezTo>
                    <a:moveTo>
                      <a:pt x="6" y="0"/>
                    </a:moveTo>
                    <a:cubicBezTo>
                      <a:pt x="6" y="0"/>
                      <a:pt x="6" y="0"/>
                      <a:pt x="5" y="0"/>
                    </a:cubicBezTo>
                    <a:cubicBezTo>
                      <a:pt x="7" y="5"/>
                      <a:pt x="7" y="5"/>
                      <a:pt x="7" y="5"/>
                    </a:cubicBezTo>
                    <a:cubicBezTo>
                      <a:pt x="9" y="11"/>
                      <a:pt x="9" y="11"/>
                      <a:pt x="9" y="11"/>
                    </a:cubicBezTo>
                    <a:cubicBezTo>
                      <a:pt x="9" y="10"/>
                      <a:pt x="10" y="10"/>
                      <a:pt x="10" y="9"/>
                    </a:cubicBezTo>
                    <a:cubicBezTo>
                      <a:pt x="13" y="7"/>
                      <a:pt x="13" y="4"/>
                      <a:pt x="10" y="1"/>
                    </a:cubicBezTo>
                    <a:cubicBezTo>
                      <a:pt x="9" y="0"/>
                      <a:pt x="8"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115"/>
              <p:cNvSpPr/>
              <p:nvPr/>
            </p:nvSpPr>
            <p:spPr bwMode="auto">
              <a:xfrm>
                <a:off x="2877" y="1411"/>
                <a:ext cx="20" cy="44"/>
              </a:xfrm>
              <a:custGeom>
                <a:avLst/>
                <a:gdLst>
                  <a:gd name="T0" fmla="*/ 1 w 5"/>
                  <a:gd name="T1" fmla="*/ 0 h 11"/>
                  <a:gd name="T2" fmla="*/ 0 w 5"/>
                  <a:gd name="T3" fmla="*/ 0 h 11"/>
                  <a:gd name="T4" fmla="*/ 2 w 5"/>
                  <a:gd name="T5" fmla="*/ 5 h 11"/>
                  <a:gd name="T6" fmla="*/ 2 w 5"/>
                  <a:gd name="T7" fmla="*/ 6 h 11"/>
                  <a:gd name="T8" fmla="*/ 4 w 5"/>
                  <a:gd name="T9" fmla="*/ 11 h 11"/>
                  <a:gd name="T10" fmla="*/ 5 w 5"/>
                  <a:gd name="T11" fmla="*/ 11 h 11"/>
                  <a:gd name="T12" fmla="*/ 3 w 5"/>
                  <a:gd name="T13" fmla="*/ 5 h 11"/>
                  <a:gd name="T14" fmla="*/ 1 w 5"/>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1">
                    <a:moveTo>
                      <a:pt x="1" y="0"/>
                    </a:moveTo>
                    <a:cubicBezTo>
                      <a:pt x="1" y="0"/>
                      <a:pt x="1" y="0"/>
                      <a:pt x="0" y="0"/>
                    </a:cubicBezTo>
                    <a:cubicBezTo>
                      <a:pt x="2" y="5"/>
                      <a:pt x="2" y="5"/>
                      <a:pt x="2" y="5"/>
                    </a:cubicBezTo>
                    <a:cubicBezTo>
                      <a:pt x="2" y="6"/>
                      <a:pt x="2" y="6"/>
                      <a:pt x="2" y="6"/>
                    </a:cubicBezTo>
                    <a:cubicBezTo>
                      <a:pt x="4" y="11"/>
                      <a:pt x="4" y="11"/>
                      <a:pt x="4" y="11"/>
                    </a:cubicBezTo>
                    <a:cubicBezTo>
                      <a:pt x="4" y="11"/>
                      <a:pt x="5" y="11"/>
                      <a:pt x="5" y="11"/>
                    </a:cubicBezTo>
                    <a:cubicBezTo>
                      <a:pt x="3" y="5"/>
                      <a:pt x="3" y="5"/>
                      <a:pt x="3" y="5"/>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116"/>
              <p:cNvSpPr>
                <a:spLocks noEditPoints="1"/>
              </p:cNvSpPr>
              <p:nvPr/>
            </p:nvSpPr>
            <p:spPr bwMode="auto">
              <a:xfrm>
                <a:off x="3043" y="1883"/>
                <a:ext cx="48" cy="39"/>
              </a:xfrm>
              <a:custGeom>
                <a:avLst/>
                <a:gdLst>
                  <a:gd name="T0" fmla="*/ 4 w 12"/>
                  <a:gd name="T1" fmla="*/ 0 h 10"/>
                  <a:gd name="T2" fmla="*/ 2 w 12"/>
                  <a:gd name="T3" fmla="*/ 1 h 10"/>
                  <a:gd name="T4" fmla="*/ 2 w 12"/>
                  <a:gd name="T5" fmla="*/ 9 h 10"/>
                  <a:gd name="T6" fmla="*/ 6 w 12"/>
                  <a:gd name="T7" fmla="*/ 10 h 10"/>
                  <a:gd name="T8" fmla="*/ 10 w 12"/>
                  <a:gd name="T9" fmla="*/ 9 h 10"/>
                  <a:gd name="T10" fmla="*/ 10 w 12"/>
                  <a:gd name="T11" fmla="*/ 2 h 10"/>
                  <a:gd name="T12" fmla="*/ 6 w 12"/>
                  <a:gd name="T13" fmla="*/ 5 h 10"/>
                  <a:gd name="T14" fmla="*/ 6 w 12"/>
                  <a:gd name="T15" fmla="*/ 5 h 10"/>
                  <a:gd name="T16" fmla="*/ 5 w 12"/>
                  <a:gd name="T17" fmla="*/ 5 h 10"/>
                  <a:gd name="T18" fmla="*/ 5 w 12"/>
                  <a:gd name="T19" fmla="*/ 5 h 10"/>
                  <a:gd name="T20" fmla="*/ 4 w 12"/>
                  <a:gd name="T21" fmla="*/ 0 h 10"/>
                  <a:gd name="T22" fmla="*/ 6 w 12"/>
                  <a:gd name="T23" fmla="*/ 0 h 10"/>
                  <a:gd name="T24" fmla="*/ 4 w 12"/>
                  <a:gd name="T25" fmla="*/ 0 h 10"/>
                  <a:gd name="T26" fmla="*/ 6 w 12"/>
                  <a:gd name="T27" fmla="*/ 4 h 10"/>
                  <a:gd name="T28" fmla="*/ 10 w 12"/>
                  <a:gd name="T29" fmla="*/ 1 h 10"/>
                  <a:gd name="T30" fmla="*/ 10 w 12"/>
                  <a:gd name="T31" fmla="*/ 1 h 10"/>
                  <a:gd name="T32" fmla="*/ 6 w 12"/>
                  <a:gd name="T3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0">
                    <a:moveTo>
                      <a:pt x="4" y="0"/>
                    </a:moveTo>
                    <a:cubicBezTo>
                      <a:pt x="3" y="0"/>
                      <a:pt x="3" y="1"/>
                      <a:pt x="2" y="1"/>
                    </a:cubicBezTo>
                    <a:cubicBezTo>
                      <a:pt x="0" y="3"/>
                      <a:pt x="0" y="7"/>
                      <a:pt x="2" y="9"/>
                    </a:cubicBezTo>
                    <a:cubicBezTo>
                      <a:pt x="3" y="10"/>
                      <a:pt x="5" y="10"/>
                      <a:pt x="6" y="10"/>
                    </a:cubicBezTo>
                    <a:cubicBezTo>
                      <a:pt x="7" y="10"/>
                      <a:pt x="9" y="10"/>
                      <a:pt x="10" y="9"/>
                    </a:cubicBezTo>
                    <a:cubicBezTo>
                      <a:pt x="11" y="7"/>
                      <a:pt x="12" y="4"/>
                      <a:pt x="10" y="2"/>
                    </a:cubicBezTo>
                    <a:cubicBezTo>
                      <a:pt x="6" y="5"/>
                      <a:pt x="6" y="5"/>
                      <a:pt x="6" y="5"/>
                    </a:cubicBezTo>
                    <a:cubicBezTo>
                      <a:pt x="6" y="5"/>
                      <a:pt x="6" y="5"/>
                      <a:pt x="6" y="5"/>
                    </a:cubicBezTo>
                    <a:cubicBezTo>
                      <a:pt x="6" y="5"/>
                      <a:pt x="6" y="5"/>
                      <a:pt x="5" y="5"/>
                    </a:cubicBezTo>
                    <a:cubicBezTo>
                      <a:pt x="5" y="5"/>
                      <a:pt x="5" y="5"/>
                      <a:pt x="5" y="5"/>
                    </a:cubicBezTo>
                    <a:cubicBezTo>
                      <a:pt x="4" y="0"/>
                      <a:pt x="4" y="0"/>
                      <a:pt x="4" y="0"/>
                    </a:cubicBezTo>
                    <a:moveTo>
                      <a:pt x="6" y="0"/>
                    </a:moveTo>
                    <a:cubicBezTo>
                      <a:pt x="5" y="0"/>
                      <a:pt x="5" y="0"/>
                      <a:pt x="4" y="0"/>
                    </a:cubicBezTo>
                    <a:cubicBezTo>
                      <a:pt x="6" y="4"/>
                      <a:pt x="6" y="4"/>
                      <a:pt x="6" y="4"/>
                    </a:cubicBezTo>
                    <a:cubicBezTo>
                      <a:pt x="10" y="1"/>
                      <a:pt x="10" y="1"/>
                      <a:pt x="10" y="1"/>
                    </a:cubicBezTo>
                    <a:cubicBezTo>
                      <a:pt x="10" y="1"/>
                      <a:pt x="10" y="1"/>
                      <a:pt x="10" y="1"/>
                    </a:cubicBezTo>
                    <a:cubicBezTo>
                      <a:pt x="9" y="0"/>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117"/>
              <p:cNvSpPr/>
              <p:nvPr/>
            </p:nvSpPr>
            <p:spPr bwMode="auto">
              <a:xfrm>
                <a:off x="3059" y="1883"/>
                <a:ext cx="24" cy="19"/>
              </a:xfrm>
              <a:custGeom>
                <a:avLst/>
                <a:gdLst>
                  <a:gd name="T0" fmla="*/ 0 w 6"/>
                  <a:gd name="T1" fmla="*/ 0 h 5"/>
                  <a:gd name="T2" fmla="*/ 0 w 6"/>
                  <a:gd name="T3" fmla="*/ 0 h 5"/>
                  <a:gd name="T4" fmla="*/ 1 w 6"/>
                  <a:gd name="T5" fmla="*/ 5 h 5"/>
                  <a:gd name="T6" fmla="*/ 1 w 6"/>
                  <a:gd name="T7" fmla="*/ 5 h 5"/>
                  <a:gd name="T8" fmla="*/ 2 w 6"/>
                  <a:gd name="T9" fmla="*/ 5 h 5"/>
                  <a:gd name="T10" fmla="*/ 2 w 6"/>
                  <a:gd name="T11" fmla="*/ 5 h 5"/>
                  <a:gd name="T12" fmla="*/ 6 w 6"/>
                  <a:gd name="T13" fmla="*/ 2 h 5"/>
                  <a:gd name="T14" fmla="*/ 6 w 6"/>
                  <a:gd name="T15" fmla="*/ 1 h 5"/>
                  <a:gd name="T16" fmla="*/ 2 w 6"/>
                  <a:gd name="T17" fmla="*/ 4 h 5"/>
                  <a:gd name="T18" fmla="*/ 0 w 6"/>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5">
                    <a:moveTo>
                      <a:pt x="0" y="0"/>
                    </a:moveTo>
                    <a:cubicBezTo>
                      <a:pt x="0" y="0"/>
                      <a:pt x="0" y="0"/>
                      <a:pt x="0" y="0"/>
                    </a:cubicBezTo>
                    <a:cubicBezTo>
                      <a:pt x="1" y="5"/>
                      <a:pt x="1" y="5"/>
                      <a:pt x="1" y="5"/>
                    </a:cubicBezTo>
                    <a:cubicBezTo>
                      <a:pt x="1" y="5"/>
                      <a:pt x="1" y="5"/>
                      <a:pt x="1" y="5"/>
                    </a:cubicBezTo>
                    <a:cubicBezTo>
                      <a:pt x="2" y="5"/>
                      <a:pt x="2" y="5"/>
                      <a:pt x="2" y="5"/>
                    </a:cubicBezTo>
                    <a:cubicBezTo>
                      <a:pt x="2" y="5"/>
                      <a:pt x="2" y="5"/>
                      <a:pt x="2" y="5"/>
                    </a:cubicBezTo>
                    <a:cubicBezTo>
                      <a:pt x="6" y="2"/>
                      <a:pt x="6" y="2"/>
                      <a:pt x="6" y="2"/>
                    </a:cubicBezTo>
                    <a:cubicBezTo>
                      <a:pt x="6" y="2"/>
                      <a:pt x="6" y="2"/>
                      <a:pt x="6" y="1"/>
                    </a:cubicBezTo>
                    <a:cubicBezTo>
                      <a:pt x="2" y="4"/>
                      <a:pt x="2" y="4"/>
                      <a:pt x="2" y="4"/>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118"/>
              <p:cNvSpPr>
                <a:spLocks noEditPoints="1"/>
              </p:cNvSpPr>
              <p:nvPr/>
            </p:nvSpPr>
            <p:spPr bwMode="auto">
              <a:xfrm>
                <a:off x="4657" y="674"/>
                <a:ext cx="43" cy="39"/>
              </a:xfrm>
              <a:custGeom>
                <a:avLst/>
                <a:gdLst>
                  <a:gd name="T0" fmla="*/ 4 w 11"/>
                  <a:gd name="T1" fmla="*/ 0 h 10"/>
                  <a:gd name="T2" fmla="*/ 2 w 11"/>
                  <a:gd name="T3" fmla="*/ 2 h 10"/>
                  <a:gd name="T4" fmla="*/ 1 w 11"/>
                  <a:gd name="T5" fmla="*/ 8 h 10"/>
                  <a:gd name="T6" fmla="*/ 5 w 11"/>
                  <a:gd name="T7" fmla="*/ 5 h 10"/>
                  <a:gd name="T8" fmla="*/ 4 w 11"/>
                  <a:gd name="T9" fmla="*/ 0 h 10"/>
                  <a:gd name="T10" fmla="*/ 5 w 11"/>
                  <a:gd name="T11" fmla="*/ 0 h 10"/>
                  <a:gd name="T12" fmla="*/ 6 w 11"/>
                  <a:gd name="T13" fmla="*/ 5 h 10"/>
                  <a:gd name="T14" fmla="*/ 6 w 11"/>
                  <a:gd name="T15" fmla="*/ 6 h 10"/>
                  <a:gd name="T16" fmla="*/ 2 w 11"/>
                  <a:gd name="T17" fmla="*/ 8 h 10"/>
                  <a:gd name="T18" fmla="*/ 2 w 11"/>
                  <a:gd name="T19" fmla="*/ 9 h 10"/>
                  <a:gd name="T20" fmla="*/ 5 w 11"/>
                  <a:gd name="T21" fmla="*/ 10 h 10"/>
                  <a:gd name="T22" fmla="*/ 9 w 11"/>
                  <a:gd name="T23" fmla="*/ 9 h 10"/>
                  <a:gd name="T24" fmla="*/ 9 w 11"/>
                  <a:gd name="T25" fmla="*/ 2 h 10"/>
                  <a:gd name="T26" fmla="*/ 5 w 11"/>
                  <a:gd name="T2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 h="10">
                    <a:moveTo>
                      <a:pt x="4" y="0"/>
                    </a:moveTo>
                    <a:cubicBezTo>
                      <a:pt x="3" y="0"/>
                      <a:pt x="3" y="1"/>
                      <a:pt x="2" y="2"/>
                    </a:cubicBezTo>
                    <a:cubicBezTo>
                      <a:pt x="0" y="3"/>
                      <a:pt x="0" y="6"/>
                      <a:pt x="1" y="8"/>
                    </a:cubicBezTo>
                    <a:cubicBezTo>
                      <a:pt x="5" y="5"/>
                      <a:pt x="5" y="5"/>
                      <a:pt x="5" y="5"/>
                    </a:cubicBezTo>
                    <a:cubicBezTo>
                      <a:pt x="4" y="0"/>
                      <a:pt x="4" y="0"/>
                      <a:pt x="4" y="0"/>
                    </a:cubicBezTo>
                    <a:moveTo>
                      <a:pt x="5" y="0"/>
                    </a:moveTo>
                    <a:cubicBezTo>
                      <a:pt x="6" y="5"/>
                      <a:pt x="6" y="5"/>
                      <a:pt x="6" y="5"/>
                    </a:cubicBezTo>
                    <a:cubicBezTo>
                      <a:pt x="6" y="5"/>
                      <a:pt x="6" y="5"/>
                      <a:pt x="6" y="6"/>
                    </a:cubicBezTo>
                    <a:cubicBezTo>
                      <a:pt x="2" y="8"/>
                      <a:pt x="2" y="8"/>
                      <a:pt x="2" y="8"/>
                    </a:cubicBezTo>
                    <a:cubicBezTo>
                      <a:pt x="2" y="9"/>
                      <a:pt x="2" y="9"/>
                      <a:pt x="2" y="9"/>
                    </a:cubicBezTo>
                    <a:cubicBezTo>
                      <a:pt x="3" y="10"/>
                      <a:pt x="4" y="10"/>
                      <a:pt x="5" y="10"/>
                    </a:cubicBezTo>
                    <a:cubicBezTo>
                      <a:pt x="7" y="10"/>
                      <a:pt x="8" y="10"/>
                      <a:pt x="9" y="9"/>
                    </a:cubicBezTo>
                    <a:cubicBezTo>
                      <a:pt x="11" y="7"/>
                      <a:pt x="11" y="4"/>
                      <a:pt x="9" y="2"/>
                    </a:cubicBezTo>
                    <a:cubicBezTo>
                      <a:pt x="8" y="1"/>
                      <a:pt x="7"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119"/>
              <p:cNvSpPr/>
              <p:nvPr/>
            </p:nvSpPr>
            <p:spPr bwMode="auto">
              <a:xfrm>
                <a:off x="4660" y="674"/>
                <a:ext cx="20" cy="31"/>
              </a:xfrm>
              <a:custGeom>
                <a:avLst/>
                <a:gdLst>
                  <a:gd name="T0" fmla="*/ 4 w 5"/>
                  <a:gd name="T1" fmla="*/ 0 h 8"/>
                  <a:gd name="T2" fmla="*/ 3 w 5"/>
                  <a:gd name="T3" fmla="*/ 0 h 8"/>
                  <a:gd name="T4" fmla="*/ 4 w 5"/>
                  <a:gd name="T5" fmla="*/ 5 h 8"/>
                  <a:gd name="T6" fmla="*/ 0 w 5"/>
                  <a:gd name="T7" fmla="*/ 8 h 8"/>
                  <a:gd name="T8" fmla="*/ 1 w 5"/>
                  <a:gd name="T9" fmla="*/ 8 h 8"/>
                  <a:gd name="T10" fmla="*/ 5 w 5"/>
                  <a:gd name="T11" fmla="*/ 6 h 8"/>
                  <a:gd name="T12" fmla="*/ 5 w 5"/>
                  <a:gd name="T13" fmla="*/ 5 h 8"/>
                  <a:gd name="T14" fmla="*/ 4 w 5"/>
                  <a:gd name="T15" fmla="*/ 0 h 8"/>
                  <a:gd name="T16" fmla="*/ 4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4" y="0"/>
                    </a:moveTo>
                    <a:cubicBezTo>
                      <a:pt x="4" y="0"/>
                      <a:pt x="4" y="0"/>
                      <a:pt x="3" y="0"/>
                    </a:cubicBezTo>
                    <a:cubicBezTo>
                      <a:pt x="4" y="5"/>
                      <a:pt x="4" y="5"/>
                      <a:pt x="4" y="5"/>
                    </a:cubicBezTo>
                    <a:cubicBezTo>
                      <a:pt x="0" y="8"/>
                      <a:pt x="0" y="8"/>
                      <a:pt x="0" y="8"/>
                    </a:cubicBezTo>
                    <a:cubicBezTo>
                      <a:pt x="0" y="8"/>
                      <a:pt x="0" y="8"/>
                      <a:pt x="1" y="8"/>
                    </a:cubicBezTo>
                    <a:cubicBezTo>
                      <a:pt x="5" y="6"/>
                      <a:pt x="5" y="6"/>
                      <a:pt x="5" y="6"/>
                    </a:cubicBezTo>
                    <a:cubicBezTo>
                      <a:pt x="5" y="5"/>
                      <a:pt x="5" y="5"/>
                      <a:pt x="5" y="5"/>
                    </a:cubicBezTo>
                    <a:cubicBezTo>
                      <a:pt x="4" y="0"/>
                      <a:pt x="4" y="0"/>
                      <a:pt x="4" y="0"/>
                    </a:cubicBez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120"/>
              <p:cNvSpPr>
                <a:spLocks noEditPoints="1"/>
              </p:cNvSpPr>
              <p:nvPr/>
            </p:nvSpPr>
            <p:spPr bwMode="auto">
              <a:xfrm>
                <a:off x="4617" y="333"/>
                <a:ext cx="67" cy="59"/>
              </a:xfrm>
              <a:custGeom>
                <a:avLst/>
                <a:gdLst>
                  <a:gd name="T0" fmla="*/ 4 w 17"/>
                  <a:gd name="T1" fmla="*/ 1 h 15"/>
                  <a:gd name="T2" fmla="*/ 3 w 17"/>
                  <a:gd name="T3" fmla="*/ 2 h 15"/>
                  <a:gd name="T4" fmla="*/ 3 w 17"/>
                  <a:gd name="T5" fmla="*/ 13 h 15"/>
                  <a:gd name="T6" fmla="*/ 8 w 17"/>
                  <a:gd name="T7" fmla="*/ 15 h 15"/>
                  <a:gd name="T8" fmla="*/ 9 w 17"/>
                  <a:gd name="T9" fmla="*/ 15 h 15"/>
                  <a:gd name="T10" fmla="*/ 8 w 17"/>
                  <a:gd name="T11" fmla="*/ 7 h 15"/>
                  <a:gd name="T12" fmla="*/ 4 w 17"/>
                  <a:gd name="T13" fmla="*/ 1 h 15"/>
                  <a:gd name="T14" fmla="*/ 8 w 17"/>
                  <a:gd name="T15" fmla="*/ 0 h 15"/>
                  <a:gd name="T16" fmla="*/ 5 w 17"/>
                  <a:gd name="T17" fmla="*/ 0 h 15"/>
                  <a:gd name="T18" fmla="*/ 9 w 17"/>
                  <a:gd name="T19" fmla="*/ 7 h 15"/>
                  <a:gd name="T20" fmla="*/ 9 w 17"/>
                  <a:gd name="T21" fmla="*/ 7 h 15"/>
                  <a:gd name="T22" fmla="*/ 9 w 17"/>
                  <a:gd name="T23" fmla="*/ 15 h 15"/>
                  <a:gd name="T24" fmla="*/ 14 w 17"/>
                  <a:gd name="T25" fmla="*/ 13 h 15"/>
                  <a:gd name="T26" fmla="*/ 14 w 17"/>
                  <a:gd name="T27" fmla="*/ 2 h 15"/>
                  <a:gd name="T28" fmla="*/ 8 w 17"/>
                  <a:gd name="T2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15">
                    <a:moveTo>
                      <a:pt x="4" y="1"/>
                    </a:moveTo>
                    <a:cubicBezTo>
                      <a:pt x="4" y="1"/>
                      <a:pt x="3" y="1"/>
                      <a:pt x="3" y="2"/>
                    </a:cubicBezTo>
                    <a:cubicBezTo>
                      <a:pt x="0" y="5"/>
                      <a:pt x="0" y="10"/>
                      <a:pt x="3" y="13"/>
                    </a:cubicBezTo>
                    <a:cubicBezTo>
                      <a:pt x="4" y="14"/>
                      <a:pt x="6" y="15"/>
                      <a:pt x="8" y="15"/>
                    </a:cubicBezTo>
                    <a:cubicBezTo>
                      <a:pt x="8" y="15"/>
                      <a:pt x="8" y="15"/>
                      <a:pt x="9" y="15"/>
                    </a:cubicBezTo>
                    <a:cubicBezTo>
                      <a:pt x="8" y="7"/>
                      <a:pt x="8" y="7"/>
                      <a:pt x="8" y="7"/>
                    </a:cubicBezTo>
                    <a:cubicBezTo>
                      <a:pt x="4" y="1"/>
                      <a:pt x="4" y="1"/>
                      <a:pt x="4" y="1"/>
                    </a:cubicBezTo>
                    <a:moveTo>
                      <a:pt x="8" y="0"/>
                    </a:moveTo>
                    <a:cubicBezTo>
                      <a:pt x="7" y="0"/>
                      <a:pt x="6" y="0"/>
                      <a:pt x="5" y="0"/>
                    </a:cubicBezTo>
                    <a:cubicBezTo>
                      <a:pt x="9" y="7"/>
                      <a:pt x="9" y="7"/>
                      <a:pt x="9" y="7"/>
                    </a:cubicBezTo>
                    <a:cubicBezTo>
                      <a:pt x="9" y="7"/>
                      <a:pt x="9" y="7"/>
                      <a:pt x="9" y="7"/>
                    </a:cubicBezTo>
                    <a:cubicBezTo>
                      <a:pt x="9" y="15"/>
                      <a:pt x="9" y="15"/>
                      <a:pt x="9" y="15"/>
                    </a:cubicBezTo>
                    <a:cubicBezTo>
                      <a:pt x="11" y="14"/>
                      <a:pt x="12" y="14"/>
                      <a:pt x="14" y="13"/>
                    </a:cubicBezTo>
                    <a:cubicBezTo>
                      <a:pt x="17" y="10"/>
                      <a:pt x="17" y="5"/>
                      <a:pt x="14" y="2"/>
                    </a:cubicBezTo>
                    <a:cubicBezTo>
                      <a:pt x="12" y="0"/>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121"/>
              <p:cNvSpPr/>
              <p:nvPr/>
            </p:nvSpPr>
            <p:spPr bwMode="auto">
              <a:xfrm>
                <a:off x="4633" y="333"/>
                <a:ext cx="20" cy="59"/>
              </a:xfrm>
              <a:custGeom>
                <a:avLst/>
                <a:gdLst>
                  <a:gd name="T0" fmla="*/ 1 w 5"/>
                  <a:gd name="T1" fmla="*/ 0 h 15"/>
                  <a:gd name="T2" fmla="*/ 0 w 5"/>
                  <a:gd name="T3" fmla="*/ 1 h 15"/>
                  <a:gd name="T4" fmla="*/ 4 w 5"/>
                  <a:gd name="T5" fmla="*/ 7 h 15"/>
                  <a:gd name="T6" fmla="*/ 5 w 5"/>
                  <a:gd name="T7" fmla="*/ 15 h 15"/>
                  <a:gd name="T8" fmla="*/ 5 w 5"/>
                  <a:gd name="T9" fmla="*/ 15 h 15"/>
                  <a:gd name="T10" fmla="*/ 5 w 5"/>
                  <a:gd name="T11" fmla="*/ 7 h 15"/>
                  <a:gd name="T12" fmla="*/ 5 w 5"/>
                  <a:gd name="T13" fmla="*/ 7 h 15"/>
                  <a:gd name="T14" fmla="*/ 1 w 5"/>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5">
                    <a:moveTo>
                      <a:pt x="1" y="0"/>
                    </a:moveTo>
                    <a:cubicBezTo>
                      <a:pt x="1" y="0"/>
                      <a:pt x="1" y="1"/>
                      <a:pt x="0" y="1"/>
                    </a:cubicBezTo>
                    <a:cubicBezTo>
                      <a:pt x="4" y="7"/>
                      <a:pt x="4" y="7"/>
                      <a:pt x="4" y="7"/>
                    </a:cubicBezTo>
                    <a:cubicBezTo>
                      <a:pt x="5" y="15"/>
                      <a:pt x="5" y="15"/>
                      <a:pt x="5" y="15"/>
                    </a:cubicBezTo>
                    <a:cubicBezTo>
                      <a:pt x="5" y="15"/>
                      <a:pt x="5" y="15"/>
                      <a:pt x="5" y="15"/>
                    </a:cubicBezTo>
                    <a:cubicBezTo>
                      <a:pt x="5" y="7"/>
                      <a:pt x="5" y="7"/>
                      <a:pt x="5" y="7"/>
                    </a:cubicBezTo>
                    <a:cubicBezTo>
                      <a:pt x="5" y="7"/>
                      <a:pt x="5" y="7"/>
                      <a:pt x="5" y="7"/>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122"/>
              <p:cNvSpPr>
                <a:spLocks noEditPoints="1"/>
              </p:cNvSpPr>
              <p:nvPr/>
            </p:nvSpPr>
            <p:spPr bwMode="auto">
              <a:xfrm>
                <a:off x="4514" y="127"/>
                <a:ext cx="63" cy="63"/>
              </a:xfrm>
              <a:custGeom>
                <a:avLst/>
                <a:gdLst>
                  <a:gd name="T0" fmla="*/ 7 w 16"/>
                  <a:gd name="T1" fmla="*/ 8 h 16"/>
                  <a:gd name="T2" fmla="*/ 1 w 16"/>
                  <a:gd name="T3" fmla="*/ 11 h 16"/>
                  <a:gd name="T4" fmla="*/ 2 w 16"/>
                  <a:gd name="T5" fmla="*/ 13 h 16"/>
                  <a:gd name="T6" fmla="*/ 8 w 16"/>
                  <a:gd name="T7" fmla="*/ 16 h 16"/>
                  <a:gd name="T8" fmla="*/ 11 w 16"/>
                  <a:gd name="T9" fmla="*/ 15 h 16"/>
                  <a:gd name="T10" fmla="*/ 7 w 16"/>
                  <a:gd name="T11" fmla="*/ 8 h 16"/>
                  <a:gd name="T12" fmla="*/ 8 w 16"/>
                  <a:gd name="T13" fmla="*/ 0 h 16"/>
                  <a:gd name="T14" fmla="*/ 2 w 16"/>
                  <a:gd name="T15" fmla="*/ 2 h 16"/>
                  <a:gd name="T16" fmla="*/ 0 w 16"/>
                  <a:gd name="T17" fmla="*/ 10 h 16"/>
                  <a:gd name="T18" fmla="*/ 8 w 16"/>
                  <a:gd name="T19" fmla="*/ 7 h 16"/>
                  <a:gd name="T20" fmla="*/ 8 w 16"/>
                  <a:gd name="T21" fmla="*/ 7 h 16"/>
                  <a:gd name="T22" fmla="*/ 8 w 16"/>
                  <a:gd name="T23" fmla="*/ 8 h 16"/>
                  <a:gd name="T24" fmla="*/ 12 w 16"/>
                  <a:gd name="T25" fmla="*/ 15 h 16"/>
                  <a:gd name="T26" fmla="*/ 13 w 16"/>
                  <a:gd name="T27" fmla="*/ 13 h 16"/>
                  <a:gd name="T28" fmla="*/ 13 w 16"/>
                  <a:gd name="T29" fmla="*/ 2 h 16"/>
                  <a:gd name="T30" fmla="*/ 8 w 16"/>
                  <a:gd name="T3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6">
                    <a:moveTo>
                      <a:pt x="7" y="8"/>
                    </a:moveTo>
                    <a:cubicBezTo>
                      <a:pt x="1" y="11"/>
                      <a:pt x="1" y="11"/>
                      <a:pt x="1" y="11"/>
                    </a:cubicBezTo>
                    <a:cubicBezTo>
                      <a:pt x="1" y="12"/>
                      <a:pt x="1" y="13"/>
                      <a:pt x="2" y="13"/>
                    </a:cubicBezTo>
                    <a:cubicBezTo>
                      <a:pt x="4" y="15"/>
                      <a:pt x="6" y="16"/>
                      <a:pt x="8" y="16"/>
                    </a:cubicBezTo>
                    <a:cubicBezTo>
                      <a:pt x="9" y="16"/>
                      <a:pt x="10" y="15"/>
                      <a:pt x="11" y="15"/>
                    </a:cubicBezTo>
                    <a:cubicBezTo>
                      <a:pt x="7" y="8"/>
                      <a:pt x="7" y="8"/>
                      <a:pt x="7" y="8"/>
                    </a:cubicBezTo>
                    <a:moveTo>
                      <a:pt x="8" y="0"/>
                    </a:moveTo>
                    <a:cubicBezTo>
                      <a:pt x="6" y="0"/>
                      <a:pt x="4" y="1"/>
                      <a:pt x="2" y="2"/>
                    </a:cubicBezTo>
                    <a:cubicBezTo>
                      <a:pt x="0" y="4"/>
                      <a:pt x="0" y="7"/>
                      <a:pt x="0" y="10"/>
                    </a:cubicBezTo>
                    <a:cubicBezTo>
                      <a:pt x="8" y="7"/>
                      <a:pt x="8" y="7"/>
                      <a:pt x="8" y="7"/>
                    </a:cubicBezTo>
                    <a:cubicBezTo>
                      <a:pt x="8" y="7"/>
                      <a:pt x="8" y="7"/>
                      <a:pt x="8" y="7"/>
                    </a:cubicBezTo>
                    <a:cubicBezTo>
                      <a:pt x="8" y="7"/>
                      <a:pt x="8" y="8"/>
                      <a:pt x="8" y="8"/>
                    </a:cubicBezTo>
                    <a:cubicBezTo>
                      <a:pt x="12" y="15"/>
                      <a:pt x="12" y="15"/>
                      <a:pt x="12" y="15"/>
                    </a:cubicBezTo>
                    <a:cubicBezTo>
                      <a:pt x="12" y="14"/>
                      <a:pt x="13" y="14"/>
                      <a:pt x="13" y="13"/>
                    </a:cubicBezTo>
                    <a:cubicBezTo>
                      <a:pt x="16" y="10"/>
                      <a:pt x="16" y="5"/>
                      <a:pt x="13" y="2"/>
                    </a:cubicBezTo>
                    <a:cubicBezTo>
                      <a:pt x="12" y="1"/>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123"/>
              <p:cNvSpPr/>
              <p:nvPr/>
            </p:nvSpPr>
            <p:spPr bwMode="auto">
              <a:xfrm>
                <a:off x="4514" y="155"/>
                <a:ext cx="47" cy="31"/>
              </a:xfrm>
              <a:custGeom>
                <a:avLst/>
                <a:gdLst>
                  <a:gd name="T0" fmla="*/ 8 w 12"/>
                  <a:gd name="T1" fmla="*/ 0 h 8"/>
                  <a:gd name="T2" fmla="*/ 8 w 12"/>
                  <a:gd name="T3" fmla="*/ 0 h 8"/>
                  <a:gd name="T4" fmla="*/ 0 w 12"/>
                  <a:gd name="T5" fmla="*/ 3 h 8"/>
                  <a:gd name="T6" fmla="*/ 1 w 12"/>
                  <a:gd name="T7" fmla="*/ 4 h 8"/>
                  <a:gd name="T8" fmla="*/ 7 w 12"/>
                  <a:gd name="T9" fmla="*/ 1 h 8"/>
                  <a:gd name="T10" fmla="*/ 11 w 12"/>
                  <a:gd name="T11" fmla="*/ 8 h 8"/>
                  <a:gd name="T12" fmla="*/ 12 w 12"/>
                  <a:gd name="T13" fmla="*/ 8 h 8"/>
                  <a:gd name="T14" fmla="*/ 8 w 12"/>
                  <a:gd name="T15" fmla="*/ 1 h 8"/>
                  <a:gd name="T16" fmla="*/ 8 w 1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8">
                    <a:moveTo>
                      <a:pt x="8" y="0"/>
                    </a:moveTo>
                    <a:cubicBezTo>
                      <a:pt x="8" y="0"/>
                      <a:pt x="8" y="0"/>
                      <a:pt x="8" y="0"/>
                    </a:cubicBezTo>
                    <a:cubicBezTo>
                      <a:pt x="0" y="3"/>
                      <a:pt x="0" y="3"/>
                      <a:pt x="0" y="3"/>
                    </a:cubicBezTo>
                    <a:cubicBezTo>
                      <a:pt x="0" y="3"/>
                      <a:pt x="0" y="3"/>
                      <a:pt x="1" y="4"/>
                    </a:cubicBezTo>
                    <a:cubicBezTo>
                      <a:pt x="7" y="1"/>
                      <a:pt x="7" y="1"/>
                      <a:pt x="7" y="1"/>
                    </a:cubicBezTo>
                    <a:cubicBezTo>
                      <a:pt x="11" y="8"/>
                      <a:pt x="11" y="8"/>
                      <a:pt x="11" y="8"/>
                    </a:cubicBezTo>
                    <a:cubicBezTo>
                      <a:pt x="11" y="8"/>
                      <a:pt x="11" y="8"/>
                      <a:pt x="12" y="8"/>
                    </a:cubicBezTo>
                    <a:cubicBezTo>
                      <a:pt x="8" y="1"/>
                      <a:pt x="8" y="1"/>
                      <a:pt x="8" y="1"/>
                    </a:cubicBezTo>
                    <a:cubicBezTo>
                      <a:pt x="8" y="1"/>
                      <a:pt x="8"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124"/>
              <p:cNvSpPr>
                <a:spLocks noEditPoints="1"/>
              </p:cNvSpPr>
              <p:nvPr/>
            </p:nvSpPr>
            <p:spPr bwMode="auto">
              <a:xfrm>
                <a:off x="3146" y="591"/>
                <a:ext cx="36" cy="35"/>
              </a:xfrm>
              <a:custGeom>
                <a:avLst/>
                <a:gdLst>
                  <a:gd name="T0" fmla="*/ 9 w 9"/>
                  <a:gd name="T1" fmla="*/ 3 h 9"/>
                  <a:gd name="T2" fmla="*/ 7 w 9"/>
                  <a:gd name="T3" fmla="*/ 4 h 9"/>
                  <a:gd name="T4" fmla="*/ 9 w 9"/>
                  <a:gd name="T5" fmla="*/ 4 h 9"/>
                  <a:gd name="T6" fmla="*/ 9 w 9"/>
                  <a:gd name="T7" fmla="*/ 3 h 9"/>
                  <a:gd name="T8" fmla="*/ 5 w 9"/>
                  <a:gd name="T9" fmla="*/ 0 h 9"/>
                  <a:gd name="T10" fmla="*/ 2 w 9"/>
                  <a:gd name="T11" fmla="*/ 1 h 9"/>
                  <a:gd name="T12" fmla="*/ 2 w 9"/>
                  <a:gd name="T13" fmla="*/ 8 h 9"/>
                  <a:gd name="T14" fmla="*/ 5 w 9"/>
                  <a:gd name="T15" fmla="*/ 9 h 9"/>
                  <a:gd name="T16" fmla="*/ 8 w 9"/>
                  <a:gd name="T17" fmla="*/ 8 h 9"/>
                  <a:gd name="T18" fmla="*/ 9 w 9"/>
                  <a:gd name="T19" fmla="*/ 5 h 9"/>
                  <a:gd name="T20" fmla="*/ 5 w 9"/>
                  <a:gd name="T21" fmla="*/ 5 h 9"/>
                  <a:gd name="T22" fmla="*/ 5 w 9"/>
                  <a:gd name="T23" fmla="*/ 4 h 9"/>
                  <a:gd name="T24" fmla="*/ 5 w 9"/>
                  <a:gd name="T25" fmla="*/ 4 h 9"/>
                  <a:gd name="T26" fmla="*/ 9 w 9"/>
                  <a:gd name="T27" fmla="*/ 3 h 9"/>
                  <a:gd name="T28" fmla="*/ 8 w 9"/>
                  <a:gd name="T29" fmla="*/ 1 h 9"/>
                  <a:gd name="T30" fmla="*/ 5 w 9"/>
                  <a:gd name="T3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 h="9">
                    <a:moveTo>
                      <a:pt x="9" y="3"/>
                    </a:moveTo>
                    <a:cubicBezTo>
                      <a:pt x="7" y="4"/>
                      <a:pt x="7" y="4"/>
                      <a:pt x="7" y="4"/>
                    </a:cubicBezTo>
                    <a:cubicBezTo>
                      <a:pt x="9" y="4"/>
                      <a:pt x="9" y="4"/>
                      <a:pt x="9" y="4"/>
                    </a:cubicBezTo>
                    <a:cubicBezTo>
                      <a:pt x="9" y="4"/>
                      <a:pt x="9" y="4"/>
                      <a:pt x="9" y="3"/>
                    </a:cubicBezTo>
                    <a:moveTo>
                      <a:pt x="5" y="0"/>
                    </a:moveTo>
                    <a:cubicBezTo>
                      <a:pt x="4" y="0"/>
                      <a:pt x="3" y="0"/>
                      <a:pt x="2" y="1"/>
                    </a:cubicBezTo>
                    <a:cubicBezTo>
                      <a:pt x="0" y="3"/>
                      <a:pt x="0" y="6"/>
                      <a:pt x="2" y="8"/>
                    </a:cubicBezTo>
                    <a:cubicBezTo>
                      <a:pt x="3" y="8"/>
                      <a:pt x="4" y="9"/>
                      <a:pt x="5" y="9"/>
                    </a:cubicBezTo>
                    <a:cubicBezTo>
                      <a:pt x="6" y="9"/>
                      <a:pt x="7" y="8"/>
                      <a:pt x="8" y="8"/>
                    </a:cubicBezTo>
                    <a:cubicBezTo>
                      <a:pt x="9" y="7"/>
                      <a:pt x="9" y="6"/>
                      <a:pt x="9" y="5"/>
                    </a:cubicBezTo>
                    <a:cubicBezTo>
                      <a:pt x="5" y="5"/>
                      <a:pt x="5" y="5"/>
                      <a:pt x="5" y="5"/>
                    </a:cubicBezTo>
                    <a:cubicBezTo>
                      <a:pt x="5" y="5"/>
                      <a:pt x="5" y="5"/>
                      <a:pt x="5" y="4"/>
                    </a:cubicBezTo>
                    <a:cubicBezTo>
                      <a:pt x="5" y="4"/>
                      <a:pt x="5" y="4"/>
                      <a:pt x="5" y="4"/>
                    </a:cubicBezTo>
                    <a:cubicBezTo>
                      <a:pt x="9" y="3"/>
                      <a:pt x="9" y="3"/>
                      <a:pt x="9" y="3"/>
                    </a:cubicBezTo>
                    <a:cubicBezTo>
                      <a:pt x="9" y="2"/>
                      <a:pt x="9" y="2"/>
                      <a:pt x="8" y="1"/>
                    </a:cubicBezTo>
                    <a:cubicBezTo>
                      <a:pt x="7" y="0"/>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125"/>
              <p:cNvSpPr/>
              <p:nvPr/>
            </p:nvSpPr>
            <p:spPr bwMode="auto">
              <a:xfrm>
                <a:off x="3166" y="602"/>
                <a:ext cx="16" cy="8"/>
              </a:xfrm>
              <a:custGeom>
                <a:avLst/>
                <a:gdLst>
                  <a:gd name="T0" fmla="*/ 4 w 4"/>
                  <a:gd name="T1" fmla="*/ 0 h 2"/>
                  <a:gd name="T2" fmla="*/ 0 w 4"/>
                  <a:gd name="T3" fmla="*/ 1 h 2"/>
                  <a:gd name="T4" fmla="*/ 0 w 4"/>
                  <a:gd name="T5" fmla="*/ 1 h 2"/>
                  <a:gd name="T6" fmla="*/ 0 w 4"/>
                  <a:gd name="T7" fmla="*/ 2 h 2"/>
                  <a:gd name="T8" fmla="*/ 4 w 4"/>
                  <a:gd name="T9" fmla="*/ 2 h 2"/>
                  <a:gd name="T10" fmla="*/ 4 w 4"/>
                  <a:gd name="T11" fmla="*/ 1 h 2"/>
                  <a:gd name="T12" fmla="*/ 2 w 4"/>
                  <a:gd name="T13" fmla="*/ 1 h 2"/>
                  <a:gd name="T14" fmla="*/ 4 w 4"/>
                  <a:gd name="T15" fmla="*/ 0 h 2"/>
                  <a:gd name="T16" fmla="*/ 4 w 4"/>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4" y="0"/>
                    </a:moveTo>
                    <a:cubicBezTo>
                      <a:pt x="0" y="1"/>
                      <a:pt x="0" y="1"/>
                      <a:pt x="0" y="1"/>
                    </a:cubicBezTo>
                    <a:cubicBezTo>
                      <a:pt x="0" y="1"/>
                      <a:pt x="0" y="1"/>
                      <a:pt x="0" y="1"/>
                    </a:cubicBezTo>
                    <a:cubicBezTo>
                      <a:pt x="0" y="2"/>
                      <a:pt x="0" y="2"/>
                      <a:pt x="0" y="2"/>
                    </a:cubicBezTo>
                    <a:cubicBezTo>
                      <a:pt x="4" y="2"/>
                      <a:pt x="4" y="2"/>
                      <a:pt x="4" y="2"/>
                    </a:cubicBezTo>
                    <a:cubicBezTo>
                      <a:pt x="4" y="2"/>
                      <a:pt x="4" y="2"/>
                      <a:pt x="4" y="1"/>
                    </a:cubicBezTo>
                    <a:cubicBezTo>
                      <a:pt x="2" y="1"/>
                      <a:pt x="2" y="1"/>
                      <a:pt x="2" y="1"/>
                    </a:cubicBezTo>
                    <a:cubicBezTo>
                      <a:pt x="4" y="0"/>
                      <a:pt x="4" y="0"/>
                      <a:pt x="4" y="0"/>
                    </a:cubicBez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126"/>
              <p:cNvSpPr>
                <a:spLocks noEditPoints="1"/>
              </p:cNvSpPr>
              <p:nvPr/>
            </p:nvSpPr>
            <p:spPr bwMode="auto">
              <a:xfrm>
                <a:off x="3682" y="634"/>
                <a:ext cx="43" cy="44"/>
              </a:xfrm>
              <a:custGeom>
                <a:avLst/>
                <a:gdLst>
                  <a:gd name="T0" fmla="*/ 0 w 11"/>
                  <a:gd name="T1" fmla="*/ 5 h 11"/>
                  <a:gd name="T2" fmla="*/ 1 w 11"/>
                  <a:gd name="T3" fmla="*/ 9 h 11"/>
                  <a:gd name="T4" fmla="*/ 5 w 11"/>
                  <a:gd name="T5" fmla="*/ 11 h 11"/>
                  <a:gd name="T6" fmla="*/ 9 w 11"/>
                  <a:gd name="T7" fmla="*/ 9 h 11"/>
                  <a:gd name="T8" fmla="*/ 10 w 11"/>
                  <a:gd name="T9" fmla="*/ 7 h 11"/>
                  <a:gd name="T10" fmla="*/ 5 w 11"/>
                  <a:gd name="T11" fmla="*/ 6 h 11"/>
                  <a:gd name="T12" fmla="*/ 0 w 11"/>
                  <a:gd name="T13" fmla="*/ 5 h 11"/>
                  <a:gd name="T14" fmla="*/ 5 w 11"/>
                  <a:gd name="T15" fmla="*/ 0 h 11"/>
                  <a:gd name="T16" fmla="*/ 1 w 11"/>
                  <a:gd name="T17" fmla="*/ 2 h 11"/>
                  <a:gd name="T18" fmla="*/ 0 w 11"/>
                  <a:gd name="T19" fmla="*/ 4 h 11"/>
                  <a:gd name="T20" fmla="*/ 5 w 11"/>
                  <a:gd name="T21" fmla="*/ 5 h 11"/>
                  <a:gd name="T22" fmla="*/ 5 w 11"/>
                  <a:gd name="T23" fmla="*/ 5 h 11"/>
                  <a:gd name="T24" fmla="*/ 10 w 11"/>
                  <a:gd name="T25" fmla="*/ 7 h 11"/>
                  <a:gd name="T26" fmla="*/ 9 w 11"/>
                  <a:gd name="T27" fmla="*/ 2 h 11"/>
                  <a:gd name="T28" fmla="*/ 5 w 11"/>
                  <a:gd name="T2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11">
                    <a:moveTo>
                      <a:pt x="0" y="5"/>
                    </a:moveTo>
                    <a:cubicBezTo>
                      <a:pt x="0" y="7"/>
                      <a:pt x="0" y="8"/>
                      <a:pt x="1" y="9"/>
                    </a:cubicBezTo>
                    <a:cubicBezTo>
                      <a:pt x="2" y="10"/>
                      <a:pt x="4" y="11"/>
                      <a:pt x="5" y="11"/>
                    </a:cubicBezTo>
                    <a:cubicBezTo>
                      <a:pt x="6" y="11"/>
                      <a:pt x="8" y="10"/>
                      <a:pt x="9" y="9"/>
                    </a:cubicBezTo>
                    <a:cubicBezTo>
                      <a:pt x="9" y="9"/>
                      <a:pt x="10" y="8"/>
                      <a:pt x="10" y="7"/>
                    </a:cubicBezTo>
                    <a:cubicBezTo>
                      <a:pt x="5" y="6"/>
                      <a:pt x="5" y="6"/>
                      <a:pt x="5" y="6"/>
                    </a:cubicBezTo>
                    <a:cubicBezTo>
                      <a:pt x="0" y="5"/>
                      <a:pt x="0" y="5"/>
                      <a:pt x="0" y="5"/>
                    </a:cubicBezTo>
                    <a:moveTo>
                      <a:pt x="5" y="0"/>
                    </a:moveTo>
                    <a:cubicBezTo>
                      <a:pt x="4" y="0"/>
                      <a:pt x="2" y="0"/>
                      <a:pt x="1" y="2"/>
                    </a:cubicBezTo>
                    <a:cubicBezTo>
                      <a:pt x="0" y="2"/>
                      <a:pt x="0" y="3"/>
                      <a:pt x="0" y="4"/>
                    </a:cubicBezTo>
                    <a:cubicBezTo>
                      <a:pt x="5" y="5"/>
                      <a:pt x="5" y="5"/>
                      <a:pt x="5" y="5"/>
                    </a:cubicBezTo>
                    <a:cubicBezTo>
                      <a:pt x="5" y="5"/>
                      <a:pt x="5" y="5"/>
                      <a:pt x="5" y="5"/>
                    </a:cubicBezTo>
                    <a:cubicBezTo>
                      <a:pt x="10" y="7"/>
                      <a:pt x="10" y="7"/>
                      <a:pt x="10" y="7"/>
                    </a:cubicBezTo>
                    <a:cubicBezTo>
                      <a:pt x="11" y="5"/>
                      <a:pt x="10" y="3"/>
                      <a:pt x="9" y="2"/>
                    </a:cubicBezTo>
                    <a:cubicBezTo>
                      <a:pt x="8" y="0"/>
                      <a:pt x="6"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127"/>
              <p:cNvSpPr/>
              <p:nvPr/>
            </p:nvSpPr>
            <p:spPr bwMode="auto">
              <a:xfrm>
                <a:off x="3682" y="650"/>
                <a:ext cx="39" cy="12"/>
              </a:xfrm>
              <a:custGeom>
                <a:avLst/>
                <a:gdLst>
                  <a:gd name="T0" fmla="*/ 0 w 10"/>
                  <a:gd name="T1" fmla="*/ 0 h 3"/>
                  <a:gd name="T2" fmla="*/ 0 w 10"/>
                  <a:gd name="T3" fmla="*/ 1 h 3"/>
                  <a:gd name="T4" fmla="*/ 5 w 10"/>
                  <a:gd name="T5" fmla="*/ 2 h 3"/>
                  <a:gd name="T6" fmla="*/ 10 w 10"/>
                  <a:gd name="T7" fmla="*/ 3 h 3"/>
                  <a:gd name="T8" fmla="*/ 10 w 10"/>
                  <a:gd name="T9" fmla="*/ 3 h 3"/>
                  <a:gd name="T10" fmla="*/ 5 w 10"/>
                  <a:gd name="T11" fmla="*/ 1 h 3"/>
                  <a:gd name="T12" fmla="*/ 5 w 10"/>
                  <a:gd name="T13" fmla="*/ 1 h 3"/>
                  <a:gd name="T14" fmla="*/ 0 w 10"/>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3">
                    <a:moveTo>
                      <a:pt x="0" y="0"/>
                    </a:moveTo>
                    <a:cubicBezTo>
                      <a:pt x="0" y="1"/>
                      <a:pt x="0" y="1"/>
                      <a:pt x="0" y="1"/>
                    </a:cubicBezTo>
                    <a:cubicBezTo>
                      <a:pt x="5" y="2"/>
                      <a:pt x="5" y="2"/>
                      <a:pt x="5" y="2"/>
                    </a:cubicBezTo>
                    <a:cubicBezTo>
                      <a:pt x="10" y="3"/>
                      <a:pt x="10" y="3"/>
                      <a:pt x="10" y="3"/>
                    </a:cubicBezTo>
                    <a:cubicBezTo>
                      <a:pt x="10" y="3"/>
                      <a:pt x="10" y="3"/>
                      <a:pt x="10" y="3"/>
                    </a:cubicBezTo>
                    <a:cubicBezTo>
                      <a:pt x="5" y="1"/>
                      <a:pt x="5" y="1"/>
                      <a:pt x="5" y="1"/>
                    </a:cubicBezTo>
                    <a:cubicBezTo>
                      <a:pt x="5" y="1"/>
                      <a:pt x="5" y="1"/>
                      <a:pt x="5" y="1"/>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28"/>
              <p:cNvSpPr/>
              <p:nvPr/>
            </p:nvSpPr>
            <p:spPr bwMode="auto">
              <a:xfrm>
                <a:off x="4201" y="797"/>
                <a:ext cx="55" cy="51"/>
              </a:xfrm>
              <a:custGeom>
                <a:avLst/>
                <a:gdLst>
                  <a:gd name="T0" fmla="*/ 7 w 14"/>
                  <a:gd name="T1" fmla="*/ 0 h 13"/>
                  <a:gd name="T2" fmla="*/ 2 w 14"/>
                  <a:gd name="T3" fmla="*/ 2 h 13"/>
                  <a:gd name="T4" fmla="*/ 1 w 14"/>
                  <a:gd name="T5" fmla="*/ 4 h 13"/>
                  <a:gd name="T6" fmla="*/ 7 w 14"/>
                  <a:gd name="T7" fmla="*/ 6 h 13"/>
                  <a:gd name="T8" fmla="*/ 7 w 14"/>
                  <a:gd name="T9" fmla="*/ 7 h 13"/>
                  <a:gd name="T10" fmla="*/ 7 w 14"/>
                  <a:gd name="T11" fmla="*/ 7 h 13"/>
                  <a:gd name="T12" fmla="*/ 7 w 14"/>
                  <a:gd name="T13" fmla="*/ 7 h 13"/>
                  <a:gd name="T14" fmla="*/ 1 w 14"/>
                  <a:gd name="T15" fmla="*/ 5 h 13"/>
                  <a:gd name="T16" fmla="*/ 2 w 14"/>
                  <a:gd name="T17" fmla="*/ 11 h 13"/>
                  <a:gd name="T18" fmla="*/ 7 w 14"/>
                  <a:gd name="T19" fmla="*/ 13 h 13"/>
                  <a:gd name="T20" fmla="*/ 12 w 14"/>
                  <a:gd name="T21" fmla="*/ 11 h 13"/>
                  <a:gd name="T22" fmla="*/ 12 w 14"/>
                  <a:gd name="T23" fmla="*/ 2 h 13"/>
                  <a:gd name="T24" fmla="*/ 7 w 14"/>
                  <a:gd name="T2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13">
                    <a:moveTo>
                      <a:pt x="7" y="0"/>
                    </a:moveTo>
                    <a:cubicBezTo>
                      <a:pt x="5" y="0"/>
                      <a:pt x="4" y="0"/>
                      <a:pt x="2" y="2"/>
                    </a:cubicBezTo>
                    <a:cubicBezTo>
                      <a:pt x="2" y="2"/>
                      <a:pt x="1" y="3"/>
                      <a:pt x="1" y="4"/>
                    </a:cubicBezTo>
                    <a:cubicBezTo>
                      <a:pt x="7" y="6"/>
                      <a:pt x="7" y="6"/>
                      <a:pt x="7" y="6"/>
                    </a:cubicBezTo>
                    <a:cubicBezTo>
                      <a:pt x="7" y="6"/>
                      <a:pt x="8" y="6"/>
                      <a:pt x="7" y="7"/>
                    </a:cubicBezTo>
                    <a:cubicBezTo>
                      <a:pt x="7" y="7"/>
                      <a:pt x="7" y="7"/>
                      <a:pt x="7" y="7"/>
                    </a:cubicBezTo>
                    <a:cubicBezTo>
                      <a:pt x="7" y="7"/>
                      <a:pt x="7" y="7"/>
                      <a:pt x="7" y="7"/>
                    </a:cubicBezTo>
                    <a:cubicBezTo>
                      <a:pt x="1" y="5"/>
                      <a:pt x="1" y="5"/>
                      <a:pt x="1" y="5"/>
                    </a:cubicBezTo>
                    <a:cubicBezTo>
                      <a:pt x="0" y="7"/>
                      <a:pt x="1" y="9"/>
                      <a:pt x="2" y="11"/>
                    </a:cubicBezTo>
                    <a:cubicBezTo>
                      <a:pt x="4" y="12"/>
                      <a:pt x="5" y="13"/>
                      <a:pt x="7" y="13"/>
                    </a:cubicBezTo>
                    <a:cubicBezTo>
                      <a:pt x="9" y="13"/>
                      <a:pt x="10" y="12"/>
                      <a:pt x="12" y="11"/>
                    </a:cubicBezTo>
                    <a:cubicBezTo>
                      <a:pt x="14" y="9"/>
                      <a:pt x="14" y="4"/>
                      <a:pt x="12" y="2"/>
                    </a:cubicBezTo>
                    <a:cubicBezTo>
                      <a:pt x="10" y="0"/>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29"/>
              <p:cNvSpPr/>
              <p:nvPr/>
            </p:nvSpPr>
            <p:spPr bwMode="auto">
              <a:xfrm>
                <a:off x="4205" y="813"/>
                <a:ext cx="27" cy="11"/>
              </a:xfrm>
              <a:custGeom>
                <a:avLst/>
                <a:gdLst>
                  <a:gd name="T0" fmla="*/ 0 w 7"/>
                  <a:gd name="T1" fmla="*/ 0 h 3"/>
                  <a:gd name="T2" fmla="*/ 0 w 7"/>
                  <a:gd name="T3" fmla="*/ 1 h 3"/>
                  <a:gd name="T4" fmla="*/ 6 w 7"/>
                  <a:gd name="T5" fmla="*/ 3 h 3"/>
                  <a:gd name="T6" fmla="*/ 6 w 7"/>
                  <a:gd name="T7" fmla="*/ 3 h 3"/>
                  <a:gd name="T8" fmla="*/ 6 w 7"/>
                  <a:gd name="T9" fmla="*/ 3 h 3"/>
                  <a:gd name="T10" fmla="*/ 6 w 7"/>
                  <a:gd name="T11" fmla="*/ 2 h 3"/>
                  <a:gd name="T12" fmla="*/ 0 w 7"/>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0" y="0"/>
                    </a:moveTo>
                    <a:cubicBezTo>
                      <a:pt x="0" y="0"/>
                      <a:pt x="0" y="0"/>
                      <a:pt x="0" y="1"/>
                    </a:cubicBezTo>
                    <a:cubicBezTo>
                      <a:pt x="6" y="3"/>
                      <a:pt x="6" y="3"/>
                      <a:pt x="6" y="3"/>
                    </a:cubicBezTo>
                    <a:cubicBezTo>
                      <a:pt x="6" y="3"/>
                      <a:pt x="6" y="3"/>
                      <a:pt x="6" y="3"/>
                    </a:cubicBezTo>
                    <a:cubicBezTo>
                      <a:pt x="6" y="3"/>
                      <a:pt x="6" y="3"/>
                      <a:pt x="6" y="3"/>
                    </a:cubicBezTo>
                    <a:cubicBezTo>
                      <a:pt x="7" y="2"/>
                      <a:pt x="6" y="2"/>
                      <a:pt x="6" y="2"/>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30"/>
              <p:cNvSpPr>
                <a:spLocks noEditPoints="1"/>
              </p:cNvSpPr>
              <p:nvPr/>
            </p:nvSpPr>
            <p:spPr bwMode="auto">
              <a:xfrm>
                <a:off x="2992" y="321"/>
                <a:ext cx="63" cy="60"/>
              </a:xfrm>
              <a:custGeom>
                <a:avLst/>
                <a:gdLst>
                  <a:gd name="T0" fmla="*/ 15 w 16"/>
                  <a:gd name="T1" fmla="*/ 4 h 15"/>
                  <a:gd name="T2" fmla="*/ 9 w 16"/>
                  <a:gd name="T3" fmla="*/ 7 h 15"/>
                  <a:gd name="T4" fmla="*/ 15 w 16"/>
                  <a:gd name="T5" fmla="*/ 10 h 15"/>
                  <a:gd name="T6" fmla="*/ 15 w 16"/>
                  <a:gd name="T7" fmla="*/ 4 h 15"/>
                  <a:gd name="T8" fmla="*/ 8 w 16"/>
                  <a:gd name="T9" fmla="*/ 0 h 15"/>
                  <a:gd name="T10" fmla="*/ 3 w 16"/>
                  <a:gd name="T11" fmla="*/ 2 h 15"/>
                  <a:gd name="T12" fmla="*/ 3 w 16"/>
                  <a:gd name="T13" fmla="*/ 13 h 15"/>
                  <a:gd name="T14" fmla="*/ 8 w 16"/>
                  <a:gd name="T15" fmla="*/ 15 h 15"/>
                  <a:gd name="T16" fmla="*/ 14 w 16"/>
                  <a:gd name="T17" fmla="*/ 13 h 15"/>
                  <a:gd name="T18" fmla="*/ 15 w 16"/>
                  <a:gd name="T19" fmla="*/ 10 h 15"/>
                  <a:gd name="T20" fmla="*/ 8 w 16"/>
                  <a:gd name="T21" fmla="*/ 8 h 15"/>
                  <a:gd name="T22" fmla="*/ 8 w 16"/>
                  <a:gd name="T23" fmla="*/ 7 h 15"/>
                  <a:gd name="T24" fmla="*/ 8 w 16"/>
                  <a:gd name="T25" fmla="*/ 7 h 15"/>
                  <a:gd name="T26" fmla="*/ 15 w 16"/>
                  <a:gd name="T27" fmla="*/ 3 h 15"/>
                  <a:gd name="T28" fmla="*/ 14 w 16"/>
                  <a:gd name="T29" fmla="*/ 2 h 15"/>
                  <a:gd name="T30" fmla="*/ 8 w 16"/>
                  <a:gd name="T3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5">
                    <a:moveTo>
                      <a:pt x="15" y="4"/>
                    </a:moveTo>
                    <a:cubicBezTo>
                      <a:pt x="9" y="7"/>
                      <a:pt x="9" y="7"/>
                      <a:pt x="9" y="7"/>
                    </a:cubicBezTo>
                    <a:cubicBezTo>
                      <a:pt x="15" y="10"/>
                      <a:pt x="15" y="10"/>
                      <a:pt x="15" y="10"/>
                    </a:cubicBezTo>
                    <a:cubicBezTo>
                      <a:pt x="16" y="8"/>
                      <a:pt x="16" y="6"/>
                      <a:pt x="15" y="4"/>
                    </a:cubicBezTo>
                    <a:moveTo>
                      <a:pt x="8" y="0"/>
                    </a:moveTo>
                    <a:cubicBezTo>
                      <a:pt x="6" y="0"/>
                      <a:pt x="4" y="0"/>
                      <a:pt x="3" y="2"/>
                    </a:cubicBezTo>
                    <a:cubicBezTo>
                      <a:pt x="0" y="5"/>
                      <a:pt x="0" y="10"/>
                      <a:pt x="3" y="13"/>
                    </a:cubicBezTo>
                    <a:cubicBezTo>
                      <a:pt x="4" y="14"/>
                      <a:pt x="6" y="15"/>
                      <a:pt x="8" y="15"/>
                    </a:cubicBezTo>
                    <a:cubicBezTo>
                      <a:pt x="10" y="15"/>
                      <a:pt x="12" y="14"/>
                      <a:pt x="14" y="13"/>
                    </a:cubicBezTo>
                    <a:cubicBezTo>
                      <a:pt x="14" y="12"/>
                      <a:pt x="15" y="11"/>
                      <a:pt x="15" y="10"/>
                    </a:cubicBezTo>
                    <a:cubicBezTo>
                      <a:pt x="8" y="8"/>
                      <a:pt x="8" y="8"/>
                      <a:pt x="8" y="8"/>
                    </a:cubicBezTo>
                    <a:cubicBezTo>
                      <a:pt x="8" y="7"/>
                      <a:pt x="8" y="7"/>
                      <a:pt x="8" y="7"/>
                    </a:cubicBezTo>
                    <a:cubicBezTo>
                      <a:pt x="8" y="7"/>
                      <a:pt x="8" y="7"/>
                      <a:pt x="8" y="7"/>
                    </a:cubicBezTo>
                    <a:cubicBezTo>
                      <a:pt x="15" y="3"/>
                      <a:pt x="15" y="3"/>
                      <a:pt x="15" y="3"/>
                    </a:cubicBezTo>
                    <a:cubicBezTo>
                      <a:pt x="14" y="3"/>
                      <a:pt x="14" y="2"/>
                      <a:pt x="14" y="2"/>
                    </a:cubicBezTo>
                    <a:cubicBezTo>
                      <a:pt x="12" y="0"/>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31"/>
              <p:cNvSpPr/>
              <p:nvPr/>
            </p:nvSpPr>
            <p:spPr bwMode="auto">
              <a:xfrm>
                <a:off x="3024" y="333"/>
                <a:ext cx="27" cy="28"/>
              </a:xfrm>
              <a:custGeom>
                <a:avLst/>
                <a:gdLst>
                  <a:gd name="T0" fmla="*/ 7 w 7"/>
                  <a:gd name="T1" fmla="*/ 0 h 7"/>
                  <a:gd name="T2" fmla="*/ 0 w 7"/>
                  <a:gd name="T3" fmla="*/ 4 h 7"/>
                  <a:gd name="T4" fmla="*/ 0 w 7"/>
                  <a:gd name="T5" fmla="*/ 4 h 7"/>
                  <a:gd name="T6" fmla="*/ 0 w 7"/>
                  <a:gd name="T7" fmla="*/ 5 h 7"/>
                  <a:gd name="T8" fmla="*/ 7 w 7"/>
                  <a:gd name="T9" fmla="*/ 7 h 7"/>
                  <a:gd name="T10" fmla="*/ 7 w 7"/>
                  <a:gd name="T11" fmla="*/ 7 h 7"/>
                  <a:gd name="T12" fmla="*/ 1 w 7"/>
                  <a:gd name="T13" fmla="*/ 4 h 7"/>
                  <a:gd name="T14" fmla="*/ 7 w 7"/>
                  <a:gd name="T15" fmla="*/ 1 h 7"/>
                  <a:gd name="T16" fmla="*/ 7 w 7"/>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7">
                    <a:moveTo>
                      <a:pt x="7" y="0"/>
                    </a:moveTo>
                    <a:cubicBezTo>
                      <a:pt x="0" y="4"/>
                      <a:pt x="0" y="4"/>
                      <a:pt x="0" y="4"/>
                    </a:cubicBezTo>
                    <a:cubicBezTo>
                      <a:pt x="0" y="4"/>
                      <a:pt x="0" y="4"/>
                      <a:pt x="0" y="4"/>
                    </a:cubicBezTo>
                    <a:cubicBezTo>
                      <a:pt x="0" y="4"/>
                      <a:pt x="0" y="4"/>
                      <a:pt x="0" y="5"/>
                    </a:cubicBezTo>
                    <a:cubicBezTo>
                      <a:pt x="7" y="7"/>
                      <a:pt x="7" y="7"/>
                      <a:pt x="7" y="7"/>
                    </a:cubicBezTo>
                    <a:cubicBezTo>
                      <a:pt x="7" y="7"/>
                      <a:pt x="7" y="7"/>
                      <a:pt x="7" y="7"/>
                    </a:cubicBezTo>
                    <a:cubicBezTo>
                      <a:pt x="1" y="4"/>
                      <a:pt x="1" y="4"/>
                      <a:pt x="1" y="4"/>
                    </a:cubicBezTo>
                    <a:cubicBezTo>
                      <a:pt x="7" y="1"/>
                      <a:pt x="7" y="1"/>
                      <a:pt x="7" y="1"/>
                    </a:cubicBezTo>
                    <a:cubicBezTo>
                      <a:pt x="7" y="0"/>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32"/>
              <p:cNvSpPr>
                <a:spLocks noEditPoints="1"/>
              </p:cNvSpPr>
              <p:nvPr/>
            </p:nvSpPr>
            <p:spPr bwMode="auto">
              <a:xfrm>
                <a:off x="3424" y="71"/>
                <a:ext cx="59" cy="56"/>
              </a:xfrm>
              <a:custGeom>
                <a:avLst/>
                <a:gdLst>
                  <a:gd name="T0" fmla="*/ 14 w 15"/>
                  <a:gd name="T1" fmla="*/ 6 h 14"/>
                  <a:gd name="T2" fmla="*/ 8 w 15"/>
                  <a:gd name="T3" fmla="*/ 7 h 14"/>
                  <a:gd name="T4" fmla="*/ 2 w 15"/>
                  <a:gd name="T5" fmla="*/ 11 h 14"/>
                  <a:gd name="T6" fmla="*/ 3 w 15"/>
                  <a:gd name="T7" fmla="*/ 12 h 14"/>
                  <a:gd name="T8" fmla="*/ 8 w 15"/>
                  <a:gd name="T9" fmla="*/ 14 h 14"/>
                  <a:gd name="T10" fmla="*/ 12 w 15"/>
                  <a:gd name="T11" fmla="*/ 12 h 14"/>
                  <a:gd name="T12" fmla="*/ 14 w 15"/>
                  <a:gd name="T13" fmla="*/ 6 h 14"/>
                  <a:gd name="T14" fmla="*/ 8 w 15"/>
                  <a:gd name="T15" fmla="*/ 0 h 14"/>
                  <a:gd name="T16" fmla="*/ 3 w 15"/>
                  <a:gd name="T17" fmla="*/ 2 h 14"/>
                  <a:gd name="T18" fmla="*/ 1 w 15"/>
                  <a:gd name="T19" fmla="*/ 10 h 14"/>
                  <a:gd name="T20" fmla="*/ 7 w 15"/>
                  <a:gd name="T21" fmla="*/ 7 h 14"/>
                  <a:gd name="T22" fmla="*/ 7 w 15"/>
                  <a:gd name="T23" fmla="*/ 7 h 14"/>
                  <a:gd name="T24" fmla="*/ 14 w 15"/>
                  <a:gd name="T25" fmla="*/ 6 h 14"/>
                  <a:gd name="T26" fmla="*/ 12 w 15"/>
                  <a:gd name="T27" fmla="*/ 2 h 14"/>
                  <a:gd name="T28" fmla="*/ 8 w 15"/>
                  <a:gd name="T2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14">
                    <a:moveTo>
                      <a:pt x="14" y="6"/>
                    </a:moveTo>
                    <a:cubicBezTo>
                      <a:pt x="8" y="7"/>
                      <a:pt x="8" y="7"/>
                      <a:pt x="8" y="7"/>
                    </a:cubicBezTo>
                    <a:cubicBezTo>
                      <a:pt x="2" y="11"/>
                      <a:pt x="2" y="11"/>
                      <a:pt x="2" y="11"/>
                    </a:cubicBezTo>
                    <a:cubicBezTo>
                      <a:pt x="2" y="11"/>
                      <a:pt x="2" y="12"/>
                      <a:pt x="3" y="12"/>
                    </a:cubicBezTo>
                    <a:cubicBezTo>
                      <a:pt x="4" y="13"/>
                      <a:pt x="6" y="14"/>
                      <a:pt x="8" y="14"/>
                    </a:cubicBezTo>
                    <a:cubicBezTo>
                      <a:pt x="9" y="14"/>
                      <a:pt x="11" y="13"/>
                      <a:pt x="12" y="12"/>
                    </a:cubicBezTo>
                    <a:cubicBezTo>
                      <a:pt x="14" y="10"/>
                      <a:pt x="15" y="8"/>
                      <a:pt x="14" y="6"/>
                    </a:cubicBezTo>
                    <a:moveTo>
                      <a:pt x="8" y="0"/>
                    </a:moveTo>
                    <a:cubicBezTo>
                      <a:pt x="6" y="0"/>
                      <a:pt x="4" y="1"/>
                      <a:pt x="3" y="2"/>
                    </a:cubicBezTo>
                    <a:cubicBezTo>
                      <a:pt x="0" y="4"/>
                      <a:pt x="0" y="8"/>
                      <a:pt x="1" y="10"/>
                    </a:cubicBezTo>
                    <a:cubicBezTo>
                      <a:pt x="7" y="7"/>
                      <a:pt x="7" y="7"/>
                      <a:pt x="7" y="7"/>
                    </a:cubicBezTo>
                    <a:cubicBezTo>
                      <a:pt x="7" y="7"/>
                      <a:pt x="7" y="7"/>
                      <a:pt x="7" y="7"/>
                    </a:cubicBezTo>
                    <a:cubicBezTo>
                      <a:pt x="14" y="6"/>
                      <a:pt x="14" y="6"/>
                      <a:pt x="14" y="6"/>
                    </a:cubicBezTo>
                    <a:cubicBezTo>
                      <a:pt x="14" y="4"/>
                      <a:pt x="13" y="3"/>
                      <a:pt x="12" y="2"/>
                    </a:cubicBezTo>
                    <a:cubicBezTo>
                      <a:pt x="11" y="1"/>
                      <a:pt x="9"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33"/>
              <p:cNvSpPr/>
              <p:nvPr/>
            </p:nvSpPr>
            <p:spPr bwMode="auto">
              <a:xfrm>
                <a:off x="3428" y="95"/>
                <a:ext cx="51" cy="20"/>
              </a:xfrm>
              <a:custGeom>
                <a:avLst/>
                <a:gdLst>
                  <a:gd name="T0" fmla="*/ 13 w 13"/>
                  <a:gd name="T1" fmla="*/ 0 h 5"/>
                  <a:gd name="T2" fmla="*/ 6 w 13"/>
                  <a:gd name="T3" fmla="*/ 1 h 5"/>
                  <a:gd name="T4" fmla="*/ 6 w 13"/>
                  <a:gd name="T5" fmla="*/ 1 h 5"/>
                  <a:gd name="T6" fmla="*/ 0 w 13"/>
                  <a:gd name="T7" fmla="*/ 4 h 5"/>
                  <a:gd name="T8" fmla="*/ 1 w 13"/>
                  <a:gd name="T9" fmla="*/ 5 h 5"/>
                  <a:gd name="T10" fmla="*/ 7 w 13"/>
                  <a:gd name="T11" fmla="*/ 1 h 5"/>
                  <a:gd name="T12" fmla="*/ 13 w 13"/>
                  <a:gd name="T13" fmla="*/ 0 h 5"/>
                  <a:gd name="T14" fmla="*/ 13 w 13"/>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5">
                    <a:moveTo>
                      <a:pt x="13" y="0"/>
                    </a:moveTo>
                    <a:cubicBezTo>
                      <a:pt x="6" y="1"/>
                      <a:pt x="6" y="1"/>
                      <a:pt x="6" y="1"/>
                    </a:cubicBezTo>
                    <a:cubicBezTo>
                      <a:pt x="6" y="1"/>
                      <a:pt x="6" y="1"/>
                      <a:pt x="6" y="1"/>
                    </a:cubicBezTo>
                    <a:cubicBezTo>
                      <a:pt x="0" y="4"/>
                      <a:pt x="0" y="4"/>
                      <a:pt x="0" y="4"/>
                    </a:cubicBezTo>
                    <a:cubicBezTo>
                      <a:pt x="1" y="5"/>
                      <a:pt x="1" y="5"/>
                      <a:pt x="1" y="5"/>
                    </a:cubicBezTo>
                    <a:cubicBezTo>
                      <a:pt x="7" y="1"/>
                      <a:pt x="7" y="1"/>
                      <a:pt x="7" y="1"/>
                    </a:cubicBezTo>
                    <a:cubicBezTo>
                      <a:pt x="13" y="0"/>
                      <a:pt x="13" y="0"/>
                      <a:pt x="13" y="0"/>
                    </a:cubicBezTo>
                    <a:cubicBezTo>
                      <a:pt x="13" y="0"/>
                      <a:pt x="13" y="0"/>
                      <a:pt x="1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34"/>
              <p:cNvSpPr>
                <a:spLocks noEditPoints="1"/>
              </p:cNvSpPr>
              <p:nvPr/>
            </p:nvSpPr>
            <p:spPr bwMode="auto">
              <a:xfrm>
                <a:off x="3923" y="0"/>
                <a:ext cx="56" cy="52"/>
              </a:xfrm>
              <a:custGeom>
                <a:avLst/>
                <a:gdLst>
                  <a:gd name="T0" fmla="*/ 5 w 14"/>
                  <a:gd name="T1" fmla="*/ 7 h 13"/>
                  <a:gd name="T2" fmla="*/ 0 w 14"/>
                  <a:gd name="T3" fmla="*/ 8 h 13"/>
                  <a:gd name="T4" fmla="*/ 1 w 14"/>
                  <a:gd name="T5" fmla="*/ 9 h 13"/>
                  <a:gd name="T6" fmla="*/ 5 w 14"/>
                  <a:gd name="T7" fmla="*/ 7 h 13"/>
                  <a:gd name="T8" fmla="*/ 7 w 14"/>
                  <a:gd name="T9" fmla="*/ 0 h 13"/>
                  <a:gd name="T10" fmla="*/ 2 w 14"/>
                  <a:gd name="T11" fmla="*/ 1 h 13"/>
                  <a:gd name="T12" fmla="*/ 0 w 14"/>
                  <a:gd name="T13" fmla="*/ 7 h 13"/>
                  <a:gd name="T14" fmla="*/ 7 w 14"/>
                  <a:gd name="T15" fmla="*/ 6 h 13"/>
                  <a:gd name="T16" fmla="*/ 7 w 14"/>
                  <a:gd name="T17" fmla="*/ 6 h 13"/>
                  <a:gd name="T18" fmla="*/ 7 w 14"/>
                  <a:gd name="T19" fmla="*/ 6 h 13"/>
                  <a:gd name="T20" fmla="*/ 7 w 14"/>
                  <a:gd name="T21" fmla="*/ 7 h 13"/>
                  <a:gd name="T22" fmla="*/ 1 w 14"/>
                  <a:gd name="T23" fmla="*/ 10 h 13"/>
                  <a:gd name="T24" fmla="*/ 2 w 14"/>
                  <a:gd name="T25" fmla="*/ 11 h 13"/>
                  <a:gd name="T26" fmla="*/ 7 w 14"/>
                  <a:gd name="T27" fmla="*/ 13 h 13"/>
                  <a:gd name="T28" fmla="*/ 11 w 14"/>
                  <a:gd name="T29" fmla="*/ 11 h 13"/>
                  <a:gd name="T30" fmla="*/ 11 w 14"/>
                  <a:gd name="T31" fmla="*/ 1 h 13"/>
                  <a:gd name="T32" fmla="*/ 7 w 14"/>
                  <a:gd name="T3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3">
                    <a:moveTo>
                      <a:pt x="5" y="7"/>
                    </a:moveTo>
                    <a:cubicBezTo>
                      <a:pt x="0" y="8"/>
                      <a:pt x="0" y="8"/>
                      <a:pt x="0" y="8"/>
                    </a:cubicBezTo>
                    <a:cubicBezTo>
                      <a:pt x="0" y="8"/>
                      <a:pt x="0" y="9"/>
                      <a:pt x="1" y="9"/>
                    </a:cubicBezTo>
                    <a:cubicBezTo>
                      <a:pt x="5" y="7"/>
                      <a:pt x="5" y="7"/>
                      <a:pt x="5" y="7"/>
                    </a:cubicBezTo>
                    <a:moveTo>
                      <a:pt x="7" y="0"/>
                    </a:moveTo>
                    <a:cubicBezTo>
                      <a:pt x="5" y="0"/>
                      <a:pt x="3" y="0"/>
                      <a:pt x="2" y="1"/>
                    </a:cubicBezTo>
                    <a:cubicBezTo>
                      <a:pt x="0" y="3"/>
                      <a:pt x="0" y="5"/>
                      <a:pt x="0" y="7"/>
                    </a:cubicBezTo>
                    <a:cubicBezTo>
                      <a:pt x="7" y="6"/>
                      <a:pt x="7" y="6"/>
                      <a:pt x="7" y="6"/>
                    </a:cubicBezTo>
                    <a:cubicBezTo>
                      <a:pt x="7" y="6"/>
                      <a:pt x="7" y="6"/>
                      <a:pt x="7" y="6"/>
                    </a:cubicBezTo>
                    <a:cubicBezTo>
                      <a:pt x="7" y="6"/>
                      <a:pt x="7" y="6"/>
                      <a:pt x="7" y="6"/>
                    </a:cubicBezTo>
                    <a:cubicBezTo>
                      <a:pt x="7" y="6"/>
                      <a:pt x="7" y="6"/>
                      <a:pt x="7" y="7"/>
                    </a:cubicBezTo>
                    <a:cubicBezTo>
                      <a:pt x="1" y="10"/>
                      <a:pt x="1" y="10"/>
                      <a:pt x="1" y="10"/>
                    </a:cubicBezTo>
                    <a:cubicBezTo>
                      <a:pt x="1" y="10"/>
                      <a:pt x="2" y="11"/>
                      <a:pt x="2" y="11"/>
                    </a:cubicBezTo>
                    <a:cubicBezTo>
                      <a:pt x="3" y="12"/>
                      <a:pt x="5" y="13"/>
                      <a:pt x="7" y="13"/>
                    </a:cubicBezTo>
                    <a:cubicBezTo>
                      <a:pt x="8" y="13"/>
                      <a:pt x="10" y="12"/>
                      <a:pt x="11" y="11"/>
                    </a:cubicBezTo>
                    <a:cubicBezTo>
                      <a:pt x="14" y="8"/>
                      <a:pt x="14" y="4"/>
                      <a:pt x="11" y="1"/>
                    </a:cubicBezTo>
                    <a:cubicBezTo>
                      <a:pt x="10" y="0"/>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35"/>
              <p:cNvSpPr/>
              <p:nvPr/>
            </p:nvSpPr>
            <p:spPr bwMode="auto">
              <a:xfrm>
                <a:off x="3923" y="24"/>
                <a:ext cx="28" cy="16"/>
              </a:xfrm>
              <a:custGeom>
                <a:avLst/>
                <a:gdLst>
                  <a:gd name="T0" fmla="*/ 7 w 7"/>
                  <a:gd name="T1" fmla="*/ 0 h 4"/>
                  <a:gd name="T2" fmla="*/ 7 w 7"/>
                  <a:gd name="T3" fmla="*/ 0 h 4"/>
                  <a:gd name="T4" fmla="*/ 0 w 7"/>
                  <a:gd name="T5" fmla="*/ 1 h 4"/>
                  <a:gd name="T6" fmla="*/ 0 w 7"/>
                  <a:gd name="T7" fmla="*/ 2 h 4"/>
                  <a:gd name="T8" fmla="*/ 5 w 7"/>
                  <a:gd name="T9" fmla="*/ 1 h 4"/>
                  <a:gd name="T10" fmla="*/ 1 w 7"/>
                  <a:gd name="T11" fmla="*/ 3 h 4"/>
                  <a:gd name="T12" fmla="*/ 1 w 7"/>
                  <a:gd name="T13" fmla="*/ 4 h 4"/>
                  <a:gd name="T14" fmla="*/ 7 w 7"/>
                  <a:gd name="T15" fmla="*/ 1 h 4"/>
                  <a:gd name="T16" fmla="*/ 7 w 7"/>
                  <a:gd name="T17" fmla="*/ 0 h 4"/>
                  <a:gd name="T18" fmla="*/ 7 w 7"/>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
                    <a:moveTo>
                      <a:pt x="7" y="0"/>
                    </a:moveTo>
                    <a:cubicBezTo>
                      <a:pt x="7" y="0"/>
                      <a:pt x="7" y="0"/>
                      <a:pt x="7" y="0"/>
                    </a:cubicBezTo>
                    <a:cubicBezTo>
                      <a:pt x="0" y="1"/>
                      <a:pt x="0" y="1"/>
                      <a:pt x="0" y="1"/>
                    </a:cubicBezTo>
                    <a:cubicBezTo>
                      <a:pt x="0" y="1"/>
                      <a:pt x="0" y="1"/>
                      <a:pt x="0" y="2"/>
                    </a:cubicBezTo>
                    <a:cubicBezTo>
                      <a:pt x="5" y="1"/>
                      <a:pt x="5" y="1"/>
                      <a:pt x="5" y="1"/>
                    </a:cubicBezTo>
                    <a:cubicBezTo>
                      <a:pt x="1" y="3"/>
                      <a:pt x="1" y="3"/>
                      <a:pt x="1" y="3"/>
                    </a:cubicBezTo>
                    <a:cubicBezTo>
                      <a:pt x="1" y="4"/>
                      <a:pt x="1" y="4"/>
                      <a:pt x="1" y="4"/>
                    </a:cubicBezTo>
                    <a:cubicBezTo>
                      <a:pt x="7" y="1"/>
                      <a:pt x="7" y="1"/>
                      <a:pt x="7" y="1"/>
                    </a:cubicBezTo>
                    <a:cubicBezTo>
                      <a:pt x="7" y="0"/>
                      <a:pt x="7" y="0"/>
                      <a:pt x="7" y="0"/>
                    </a:cubicBezTo>
                    <a:cubicBezTo>
                      <a:pt x="7" y="0"/>
                      <a:pt x="7"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36"/>
              <p:cNvSpPr>
                <a:spLocks noEditPoints="1"/>
              </p:cNvSpPr>
              <p:nvPr/>
            </p:nvSpPr>
            <p:spPr bwMode="auto">
              <a:xfrm>
                <a:off x="2338" y="983"/>
                <a:ext cx="48" cy="44"/>
              </a:xfrm>
              <a:custGeom>
                <a:avLst/>
                <a:gdLst>
                  <a:gd name="T0" fmla="*/ 11 w 12"/>
                  <a:gd name="T1" fmla="*/ 3 h 11"/>
                  <a:gd name="T2" fmla="*/ 6 w 12"/>
                  <a:gd name="T3" fmla="*/ 6 h 11"/>
                  <a:gd name="T4" fmla="*/ 3 w 12"/>
                  <a:gd name="T5" fmla="*/ 11 h 11"/>
                  <a:gd name="T6" fmla="*/ 6 w 12"/>
                  <a:gd name="T7" fmla="*/ 11 h 11"/>
                  <a:gd name="T8" fmla="*/ 10 w 12"/>
                  <a:gd name="T9" fmla="*/ 10 h 11"/>
                  <a:gd name="T10" fmla="*/ 11 w 12"/>
                  <a:gd name="T11" fmla="*/ 3 h 11"/>
                  <a:gd name="T12" fmla="*/ 6 w 12"/>
                  <a:gd name="T13" fmla="*/ 0 h 11"/>
                  <a:gd name="T14" fmla="*/ 2 w 12"/>
                  <a:gd name="T15" fmla="*/ 2 h 11"/>
                  <a:gd name="T16" fmla="*/ 2 w 12"/>
                  <a:gd name="T17" fmla="*/ 10 h 11"/>
                  <a:gd name="T18" fmla="*/ 2 w 12"/>
                  <a:gd name="T19" fmla="*/ 10 h 11"/>
                  <a:gd name="T20" fmla="*/ 6 w 12"/>
                  <a:gd name="T21" fmla="*/ 6 h 11"/>
                  <a:gd name="T22" fmla="*/ 6 w 12"/>
                  <a:gd name="T23" fmla="*/ 5 h 11"/>
                  <a:gd name="T24" fmla="*/ 11 w 12"/>
                  <a:gd name="T25" fmla="*/ 3 h 11"/>
                  <a:gd name="T26" fmla="*/ 10 w 12"/>
                  <a:gd name="T27" fmla="*/ 2 h 11"/>
                  <a:gd name="T28" fmla="*/ 6 w 12"/>
                  <a:gd name="T2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11">
                    <a:moveTo>
                      <a:pt x="11" y="3"/>
                    </a:moveTo>
                    <a:cubicBezTo>
                      <a:pt x="6" y="6"/>
                      <a:pt x="6" y="6"/>
                      <a:pt x="6" y="6"/>
                    </a:cubicBezTo>
                    <a:cubicBezTo>
                      <a:pt x="3" y="11"/>
                      <a:pt x="3" y="11"/>
                      <a:pt x="3" y="11"/>
                    </a:cubicBezTo>
                    <a:cubicBezTo>
                      <a:pt x="4" y="11"/>
                      <a:pt x="5" y="11"/>
                      <a:pt x="6" y="11"/>
                    </a:cubicBezTo>
                    <a:cubicBezTo>
                      <a:pt x="7" y="11"/>
                      <a:pt x="9" y="11"/>
                      <a:pt x="10" y="10"/>
                    </a:cubicBezTo>
                    <a:cubicBezTo>
                      <a:pt x="12" y="8"/>
                      <a:pt x="12" y="5"/>
                      <a:pt x="11" y="3"/>
                    </a:cubicBezTo>
                    <a:moveTo>
                      <a:pt x="6" y="0"/>
                    </a:moveTo>
                    <a:cubicBezTo>
                      <a:pt x="4" y="0"/>
                      <a:pt x="3" y="1"/>
                      <a:pt x="2" y="2"/>
                    </a:cubicBezTo>
                    <a:cubicBezTo>
                      <a:pt x="0" y="4"/>
                      <a:pt x="0" y="8"/>
                      <a:pt x="2" y="10"/>
                    </a:cubicBezTo>
                    <a:cubicBezTo>
                      <a:pt x="2" y="10"/>
                      <a:pt x="2" y="10"/>
                      <a:pt x="2" y="10"/>
                    </a:cubicBezTo>
                    <a:cubicBezTo>
                      <a:pt x="6" y="6"/>
                      <a:pt x="6" y="6"/>
                      <a:pt x="6" y="6"/>
                    </a:cubicBezTo>
                    <a:cubicBezTo>
                      <a:pt x="6" y="5"/>
                      <a:pt x="6" y="5"/>
                      <a:pt x="6" y="5"/>
                    </a:cubicBezTo>
                    <a:cubicBezTo>
                      <a:pt x="11" y="3"/>
                      <a:pt x="11" y="3"/>
                      <a:pt x="11" y="3"/>
                    </a:cubicBezTo>
                    <a:cubicBezTo>
                      <a:pt x="10" y="2"/>
                      <a:pt x="10" y="2"/>
                      <a:pt x="10" y="2"/>
                    </a:cubicBezTo>
                    <a:cubicBezTo>
                      <a:pt x="9" y="1"/>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37"/>
              <p:cNvSpPr/>
              <p:nvPr/>
            </p:nvSpPr>
            <p:spPr bwMode="auto">
              <a:xfrm>
                <a:off x="2346" y="995"/>
                <a:ext cx="36" cy="32"/>
              </a:xfrm>
              <a:custGeom>
                <a:avLst/>
                <a:gdLst>
                  <a:gd name="T0" fmla="*/ 9 w 9"/>
                  <a:gd name="T1" fmla="*/ 0 h 8"/>
                  <a:gd name="T2" fmla="*/ 4 w 9"/>
                  <a:gd name="T3" fmla="*/ 2 h 8"/>
                  <a:gd name="T4" fmla="*/ 4 w 9"/>
                  <a:gd name="T5" fmla="*/ 3 h 8"/>
                  <a:gd name="T6" fmla="*/ 0 w 9"/>
                  <a:gd name="T7" fmla="*/ 7 h 8"/>
                  <a:gd name="T8" fmla="*/ 1 w 9"/>
                  <a:gd name="T9" fmla="*/ 8 h 8"/>
                  <a:gd name="T10" fmla="*/ 4 w 9"/>
                  <a:gd name="T11" fmla="*/ 3 h 8"/>
                  <a:gd name="T12" fmla="*/ 9 w 9"/>
                  <a:gd name="T13" fmla="*/ 0 h 8"/>
                  <a:gd name="T14" fmla="*/ 9 w 9"/>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8">
                    <a:moveTo>
                      <a:pt x="9" y="0"/>
                    </a:moveTo>
                    <a:cubicBezTo>
                      <a:pt x="4" y="2"/>
                      <a:pt x="4" y="2"/>
                      <a:pt x="4" y="2"/>
                    </a:cubicBezTo>
                    <a:cubicBezTo>
                      <a:pt x="4" y="3"/>
                      <a:pt x="4" y="3"/>
                      <a:pt x="4" y="3"/>
                    </a:cubicBezTo>
                    <a:cubicBezTo>
                      <a:pt x="0" y="7"/>
                      <a:pt x="0" y="7"/>
                      <a:pt x="0" y="7"/>
                    </a:cubicBezTo>
                    <a:cubicBezTo>
                      <a:pt x="1" y="7"/>
                      <a:pt x="1" y="7"/>
                      <a:pt x="1" y="8"/>
                    </a:cubicBezTo>
                    <a:cubicBezTo>
                      <a:pt x="4" y="3"/>
                      <a:pt x="4" y="3"/>
                      <a:pt x="4" y="3"/>
                    </a:cubicBezTo>
                    <a:cubicBezTo>
                      <a:pt x="9" y="0"/>
                      <a:pt x="9" y="0"/>
                      <a:pt x="9" y="0"/>
                    </a:cubicBezTo>
                    <a:cubicBezTo>
                      <a:pt x="9" y="0"/>
                      <a:pt x="9" y="0"/>
                      <a:pt x="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38"/>
              <p:cNvSpPr>
                <a:spLocks noEditPoints="1"/>
              </p:cNvSpPr>
              <p:nvPr/>
            </p:nvSpPr>
            <p:spPr bwMode="auto">
              <a:xfrm>
                <a:off x="2005" y="1470"/>
                <a:ext cx="56" cy="52"/>
              </a:xfrm>
              <a:custGeom>
                <a:avLst/>
                <a:gdLst>
                  <a:gd name="T0" fmla="*/ 11 w 14"/>
                  <a:gd name="T1" fmla="*/ 1 h 13"/>
                  <a:gd name="T2" fmla="*/ 7 w 14"/>
                  <a:gd name="T3" fmla="*/ 6 h 13"/>
                  <a:gd name="T4" fmla="*/ 5 w 14"/>
                  <a:gd name="T5" fmla="*/ 13 h 13"/>
                  <a:gd name="T6" fmla="*/ 7 w 14"/>
                  <a:gd name="T7" fmla="*/ 13 h 13"/>
                  <a:gd name="T8" fmla="*/ 12 w 14"/>
                  <a:gd name="T9" fmla="*/ 11 h 13"/>
                  <a:gd name="T10" fmla="*/ 12 w 14"/>
                  <a:gd name="T11" fmla="*/ 2 h 13"/>
                  <a:gd name="T12" fmla="*/ 11 w 14"/>
                  <a:gd name="T13" fmla="*/ 1 h 13"/>
                  <a:gd name="T14" fmla="*/ 7 w 14"/>
                  <a:gd name="T15" fmla="*/ 0 h 13"/>
                  <a:gd name="T16" fmla="*/ 3 w 14"/>
                  <a:gd name="T17" fmla="*/ 2 h 13"/>
                  <a:gd name="T18" fmla="*/ 3 w 14"/>
                  <a:gd name="T19" fmla="*/ 11 h 13"/>
                  <a:gd name="T20" fmla="*/ 5 w 14"/>
                  <a:gd name="T21" fmla="*/ 12 h 13"/>
                  <a:gd name="T22" fmla="*/ 7 w 14"/>
                  <a:gd name="T23" fmla="*/ 6 h 13"/>
                  <a:gd name="T24" fmla="*/ 7 w 14"/>
                  <a:gd name="T25" fmla="*/ 6 h 13"/>
                  <a:gd name="T26" fmla="*/ 11 w 14"/>
                  <a:gd name="T27" fmla="*/ 1 h 13"/>
                  <a:gd name="T28" fmla="*/ 7 w 14"/>
                  <a:gd name="T2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 h="13">
                    <a:moveTo>
                      <a:pt x="11" y="1"/>
                    </a:moveTo>
                    <a:cubicBezTo>
                      <a:pt x="7" y="6"/>
                      <a:pt x="7" y="6"/>
                      <a:pt x="7" y="6"/>
                    </a:cubicBezTo>
                    <a:cubicBezTo>
                      <a:pt x="5" y="13"/>
                      <a:pt x="5" y="13"/>
                      <a:pt x="5" y="13"/>
                    </a:cubicBezTo>
                    <a:cubicBezTo>
                      <a:pt x="6" y="13"/>
                      <a:pt x="7" y="13"/>
                      <a:pt x="7" y="13"/>
                    </a:cubicBezTo>
                    <a:cubicBezTo>
                      <a:pt x="9" y="13"/>
                      <a:pt x="11" y="12"/>
                      <a:pt x="12" y="11"/>
                    </a:cubicBezTo>
                    <a:cubicBezTo>
                      <a:pt x="14" y="8"/>
                      <a:pt x="14" y="4"/>
                      <a:pt x="12" y="2"/>
                    </a:cubicBezTo>
                    <a:cubicBezTo>
                      <a:pt x="12" y="1"/>
                      <a:pt x="11" y="1"/>
                      <a:pt x="11" y="1"/>
                    </a:cubicBezTo>
                    <a:moveTo>
                      <a:pt x="7" y="0"/>
                    </a:moveTo>
                    <a:cubicBezTo>
                      <a:pt x="6" y="0"/>
                      <a:pt x="4" y="0"/>
                      <a:pt x="3" y="2"/>
                    </a:cubicBezTo>
                    <a:cubicBezTo>
                      <a:pt x="0" y="4"/>
                      <a:pt x="0" y="8"/>
                      <a:pt x="3" y="11"/>
                    </a:cubicBezTo>
                    <a:cubicBezTo>
                      <a:pt x="3" y="12"/>
                      <a:pt x="4" y="12"/>
                      <a:pt x="5" y="12"/>
                    </a:cubicBezTo>
                    <a:cubicBezTo>
                      <a:pt x="7" y="6"/>
                      <a:pt x="7" y="6"/>
                      <a:pt x="7" y="6"/>
                    </a:cubicBezTo>
                    <a:cubicBezTo>
                      <a:pt x="7" y="6"/>
                      <a:pt x="7" y="6"/>
                      <a:pt x="7" y="6"/>
                    </a:cubicBezTo>
                    <a:cubicBezTo>
                      <a:pt x="11" y="1"/>
                      <a:pt x="11" y="1"/>
                      <a:pt x="11" y="1"/>
                    </a:cubicBezTo>
                    <a:cubicBezTo>
                      <a:pt x="10" y="0"/>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39"/>
              <p:cNvSpPr/>
              <p:nvPr/>
            </p:nvSpPr>
            <p:spPr bwMode="auto">
              <a:xfrm>
                <a:off x="2025" y="1474"/>
                <a:ext cx="24" cy="48"/>
              </a:xfrm>
              <a:custGeom>
                <a:avLst/>
                <a:gdLst>
                  <a:gd name="T0" fmla="*/ 6 w 6"/>
                  <a:gd name="T1" fmla="*/ 0 h 12"/>
                  <a:gd name="T2" fmla="*/ 2 w 6"/>
                  <a:gd name="T3" fmla="*/ 5 h 12"/>
                  <a:gd name="T4" fmla="*/ 2 w 6"/>
                  <a:gd name="T5" fmla="*/ 5 h 12"/>
                  <a:gd name="T6" fmla="*/ 0 w 6"/>
                  <a:gd name="T7" fmla="*/ 11 h 12"/>
                  <a:gd name="T8" fmla="*/ 0 w 6"/>
                  <a:gd name="T9" fmla="*/ 12 h 12"/>
                  <a:gd name="T10" fmla="*/ 2 w 6"/>
                  <a:gd name="T11" fmla="*/ 5 h 12"/>
                  <a:gd name="T12" fmla="*/ 6 w 6"/>
                  <a:gd name="T13" fmla="*/ 0 h 12"/>
                  <a:gd name="T14" fmla="*/ 6 w 6"/>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2">
                    <a:moveTo>
                      <a:pt x="6" y="0"/>
                    </a:moveTo>
                    <a:cubicBezTo>
                      <a:pt x="2" y="5"/>
                      <a:pt x="2" y="5"/>
                      <a:pt x="2" y="5"/>
                    </a:cubicBezTo>
                    <a:cubicBezTo>
                      <a:pt x="2" y="5"/>
                      <a:pt x="2" y="5"/>
                      <a:pt x="2" y="5"/>
                    </a:cubicBezTo>
                    <a:cubicBezTo>
                      <a:pt x="0" y="11"/>
                      <a:pt x="0" y="11"/>
                      <a:pt x="0" y="11"/>
                    </a:cubicBezTo>
                    <a:cubicBezTo>
                      <a:pt x="0" y="11"/>
                      <a:pt x="0" y="11"/>
                      <a:pt x="0" y="12"/>
                    </a:cubicBezTo>
                    <a:cubicBezTo>
                      <a:pt x="2" y="5"/>
                      <a:pt x="2" y="5"/>
                      <a:pt x="2" y="5"/>
                    </a:cubicBezTo>
                    <a:cubicBezTo>
                      <a:pt x="6" y="0"/>
                      <a:pt x="6" y="0"/>
                      <a:pt x="6" y="0"/>
                    </a:cubicBezTo>
                    <a:cubicBezTo>
                      <a:pt x="6" y="0"/>
                      <a:pt x="6"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40"/>
              <p:cNvSpPr>
                <a:spLocks noEditPoints="1"/>
              </p:cNvSpPr>
              <p:nvPr/>
            </p:nvSpPr>
            <p:spPr bwMode="auto">
              <a:xfrm>
                <a:off x="1827" y="2025"/>
                <a:ext cx="55" cy="56"/>
              </a:xfrm>
              <a:custGeom>
                <a:avLst/>
                <a:gdLst>
                  <a:gd name="T0" fmla="*/ 9 w 14"/>
                  <a:gd name="T1" fmla="*/ 1 h 14"/>
                  <a:gd name="T2" fmla="*/ 9 w 14"/>
                  <a:gd name="T3" fmla="*/ 2 h 14"/>
                  <a:gd name="T4" fmla="*/ 10 w 14"/>
                  <a:gd name="T5" fmla="*/ 1 h 14"/>
                  <a:gd name="T6" fmla="*/ 9 w 14"/>
                  <a:gd name="T7" fmla="*/ 1 h 14"/>
                  <a:gd name="T8" fmla="*/ 7 w 14"/>
                  <a:gd name="T9" fmla="*/ 0 h 14"/>
                  <a:gd name="T10" fmla="*/ 2 w 14"/>
                  <a:gd name="T11" fmla="*/ 2 h 14"/>
                  <a:gd name="T12" fmla="*/ 2 w 14"/>
                  <a:gd name="T13" fmla="*/ 12 h 14"/>
                  <a:gd name="T14" fmla="*/ 7 w 14"/>
                  <a:gd name="T15" fmla="*/ 14 h 14"/>
                  <a:gd name="T16" fmla="*/ 12 w 14"/>
                  <a:gd name="T17" fmla="*/ 12 h 14"/>
                  <a:gd name="T18" fmla="*/ 12 w 14"/>
                  <a:gd name="T19" fmla="*/ 2 h 14"/>
                  <a:gd name="T20" fmla="*/ 10 w 14"/>
                  <a:gd name="T21" fmla="*/ 1 h 14"/>
                  <a:gd name="T22" fmla="*/ 7 w 14"/>
                  <a:gd name="T23" fmla="*/ 7 h 14"/>
                  <a:gd name="T24" fmla="*/ 7 w 14"/>
                  <a:gd name="T25" fmla="*/ 7 h 14"/>
                  <a:gd name="T26" fmla="*/ 7 w 14"/>
                  <a:gd name="T27" fmla="*/ 7 h 14"/>
                  <a:gd name="T28" fmla="*/ 7 w 14"/>
                  <a:gd name="T29" fmla="*/ 7 h 14"/>
                  <a:gd name="T30" fmla="*/ 9 w 14"/>
                  <a:gd name="T31" fmla="*/ 0 h 14"/>
                  <a:gd name="T32" fmla="*/ 7 w 14"/>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4">
                    <a:moveTo>
                      <a:pt x="9" y="1"/>
                    </a:moveTo>
                    <a:cubicBezTo>
                      <a:pt x="9" y="2"/>
                      <a:pt x="9" y="2"/>
                      <a:pt x="9" y="2"/>
                    </a:cubicBezTo>
                    <a:cubicBezTo>
                      <a:pt x="10" y="1"/>
                      <a:pt x="10" y="1"/>
                      <a:pt x="10" y="1"/>
                    </a:cubicBezTo>
                    <a:cubicBezTo>
                      <a:pt x="9" y="1"/>
                      <a:pt x="9" y="1"/>
                      <a:pt x="9" y="1"/>
                    </a:cubicBezTo>
                    <a:moveTo>
                      <a:pt x="7" y="0"/>
                    </a:moveTo>
                    <a:cubicBezTo>
                      <a:pt x="5" y="0"/>
                      <a:pt x="4" y="1"/>
                      <a:pt x="2" y="2"/>
                    </a:cubicBezTo>
                    <a:cubicBezTo>
                      <a:pt x="0" y="5"/>
                      <a:pt x="0" y="9"/>
                      <a:pt x="2" y="12"/>
                    </a:cubicBezTo>
                    <a:cubicBezTo>
                      <a:pt x="4" y="13"/>
                      <a:pt x="5" y="14"/>
                      <a:pt x="7" y="14"/>
                    </a:cubicBezTo>
                    <a:cubicBezTo>
                      <a:pt x="9" y="14"/>
                      <a:pt x="10" y="13"/>
                      <a:pt x="12" y="12"/>
                    </a:cubicBezTo>
                    <a:cubicBezTo>
                      <a:pt x="14" y="9"/>
                      <a:pt x="14" y="5"/>
                      <a:pt x="12" y="2"/>
                    </a:cubicBezTo>
                    <a:cubicBezTo>
                      <a:pt x="11" y="2"/>
                      <a:pt x="11" y="1"/>
                      <a:pt x="10" y="1"/>
                    </a:cubicBezTo>
                    <a:cubicBezTo>
                      <a:pt x="7" y="7"/>
                      <a:pt x="7" y="7"/>
                      <a:pt x="7" y="7"/>
                    </a:cubicBezTo>
                    <a:cubicBezTo>
                      <a:pt x="7" y="7"/>
                      <a:pt x="7" y="7"/>
                      <a:pt x="7" y="7"/>
                    </a:cubicBezTo>
                    <a:cubicBezTo>
                      <a:pt x="7" y="7"/>
                      <a:pt x="7" y="7"/>
                      <a:pt x="7" y="7"/>
                    </a:cubicBezTo>
                    <a:cubicBezTo>
                      <a:pt x="7" y="7"/>
                      <a:pt x="7" y="7"/>
                      <a:pt x="7" y="7"/>
                    </a:cubicBezTo>
                    <a:cubicBezTo>
                      <a:pt x="9" y="0"/>
                      <a:pt x="9" y="0"/>
                      <a:pt x="9" y="0"/>
                    </a:cubicBezTo>
                    <a:cubicBezTo>
                      <a:pt x="8" y="0"/>
                      <a:pt x="8"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41"/>
              <p:cNvSpPr/>
              <p:nvPr/>
            </p:nvSpPr>
            <p:spPr bwMode="auto">
              <a:xfrm>
                <a:off x="1854" y="2025"/>
                <a:ext cx="12" cy="28"/>
              </a:xfrm>
              <a:custGeom>
                <a:avLst/>
                <a:gdLst>
                  <a:gd name="T0" fmla="*/ 2 w 3"/>
                  <a:gd name="T1" fmla="*/ 0 h 7"/>
                  <a:gd name="T2" fmla="*/ 0 w 3"/>
                  <a:gd name="T3" fmla="*/ 7 h 7"/>
                  <a:gd name="T4" fmla="*/ 0 w 3"/>
                  <a:gd name="T5" fmla="*/ 7 h 7"/>
                  <a:gd name="T6" fmla="*/ 0 w 3"/>
                  <a:gd name="T7" fmla="*/ 7 h 7"/>
                  <a:gd name="T8" fmla="*/ 0 w 3"/>
                  <a:gd name="T9" fmla="*/ 7 h 7"/>
                  <a:gd name="T10" fmla="*/ 3 w 3"/>
                  <a:gd name="T11" fmla="*/ 1 h 7"/>
                  <a:gd name="T12" fmla="*/ 3 w 3"/>
                  <a:gd name="T13" fmla="*/ 1 h 7"/>
                  <a:gd name="T14" fmla="*/ 2 w 3"/>
                  <a:gd name="T15" fmla="*/ 2 h 7"/>
                  <a:gd name="T16" fmla="*/ 2 w 3"/>
                  <a:gd name="T17" fmla="*/ 1 h 7"/>
                  <a:gd name="T18" fmla="*/ 2 w 3"/>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 h="7">
                    <a:moveTo>
                      <a:pt x="2" y="0"/>
                    </a:moveTo>
                    <a:cubicBezTo>
                      <a:pt x="0" y="7"/>
                      <a:pt x="0" y="7"/>
                      <a:pt x="0" y="7"/>
                    </a:cubicBezTo>
                    <a:cubicBezTo>
                      <a:pt x="0" y="7"/>
                      <a:pt x="0" y="7"/>
                      <a:pt x="0" y="7"/>
                    </a:cubicBezTo>
                    <a:cubicBezTo>
                      <a:pt x="0" y="7"/>
                      <a:pt x="0" y="7"/>
                      <a:pt x="0" y="7"/>
                    </a:cubicBezTo>
                    <a:cubicBezTo>
                      <a:pt x="0" y="7"/>
                      <a:pt x="0" y="7"/>
                      <a:pt x="0" y="7"/>
                    </a:cubicBezTo>
                    <a:cubicBezTo>
                      <a:pt x="3" y="1"/>
                      <a:pt x="3" y="1"/>
                      <a:pt x="3" y="1"/>
                    </a:cubicBezTo>
                    <a:cubicBezTo>
                      <a:pt x="3" y="1"/>
                      <a:pt x="3" y="1"/>
                      <a:pt x="3" y="1"/>
                    </a:cubicBezTo>
                    <a:cubicBezTo>
                      <a:pt x="2" y="2"/>
                      <a:pt x="2" y="2"/>
                      <a:pt x="2" y="2"/>
                    </a:cubicBezTo>
                    <a:cubicBezTo>
                      <a:pt x="2" y="1"/>
                      <a:pt x="2" y="1"/>
                      <a:pt x="2" y="1"/>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42"/>
              <p:cNvSpPr>
                <a:spLocks noEditPoints="1"/>
              </p:cNvSpPr>
              <p:nvPr/>
            </p:nvSpPr>
            <p:spPr bwMode="auto">
              <a:xfrm>
                <a:off x="2481" y="583"/>
                <a:ext cx="43" cy="39"/>
              </a:xfrm>
              <a:custGeom>
                <a:avLst/>
                <a:gdLst>
                  <a:gd name="T0" fmla="*/ 8 w 11"/>
                  <a:gd name="T1" fmla="*/ 7 h 10"/>
                  <a:gd name="T2" fmla="*/ 5 w 11"/>
                  <a:gd name="T3" fmla="*/ 10 h 10"/>
                  <a:gd name="T4" fmla="*/ 6 w 11"/>
                  <a:gd name="T5" fmla="*/ 10 h 10"/>
                  <a:gd name="T6" fmla="*/ 9 w 11"/>
                  <a:gd name="T7" fmla="*/ 8 h 10"/>
                  <a:gd name="T8" fmla="*/ 8 w 11"/>
                  <a:gd name="T9" fmla="*/ 7 h 10"/>
                  <a:gd name="T10" fmla="*/ 6 w 11"/>
                  <a:gd name="T11" fmla="*/ 5 h 10"/>
                  <a:gd name="T12" fmla="*/ 4 w 11"/>
                  <a:gd name="T13" fmla="*/ 9 h 10"/>
                  <a:gd name="T14" fmla="*/ 7 w 11"/>
                  <a:gd name="T15" fmla="*/ 6 h 10"/>
                  <a:gd name="T16" fmla="*/ 6 w 11"/>
                  <a:gd name="T17" fmla="*/ 5 h 10"/>
                  <a:gd name="T18" fmla="*/ 11 w 11"/>
                  <a:gd name="T19" fmla="*/ 4 h 10"/>
                  <a:gd name="T20" fmla="*/ 8 w 11"/>
                  <a:gd name="T21" fmla="*/ 7 h 10"/>
                  <a:gd name="T22" fmla="*/ 9 w 11"/>
                  <a:gd name="T23" fmla="*/ 8 h 10"/>
                  <a:gd name="T24" fmla="*/ 11 w 11"/>
                  <a:gd name="T25" fmla="*/ 4 h 10"/>
                  <a:gd name="T26" fmla="*/ 6 w 11"/>
                  <a:gd name="T27" fmla="*/ 0 h 10"/>
                  <a:gd name="T28" fmla="*/ 2 w 11"/>
                  <a:gd name="T29" fmla="*/ 1 h 10"/>
                  <a:gd name="T30" fmla="*/ 2 w 11"/>
                  <a:gd name="T31" fmla="*/ 8 h 10"/>
                  <a:gd name="T32" fmla="*/ 4 w 11"/>
                  <a:gd name="T33" fmla="*/ 9 h 10"/>
                  <a:gd name="T34" fmla="*/ 6 w 11"/>
                  <a:gd name="T35" fmla="*/ 5 h 10"/>
                  <a:gd name="T36" fmla="*/ 6 w 11"/>
                  <a:gd name="T37" fmla="*/ 5 h 10"/>
                  <a:gd name="T38" fmla="*/ 6 w 11"/>
                  <a:gd name="T39" fmla="*/ 5 h 10"/>
                  <a:gd name="T40" fmla="*/ 7 w 11"/>
                  <a:gd name="T41" fmla="*/ 6 h 10"/>
                  <a:gd name="T42" fmla="*/ 10 w 11"/>
                  <a:gd name="T43" fmla="*/ 3 h 10"/>
                  <a:gd name="T44" fmla="*/ 9 w 11"/>
                  <a:gd name="T45" fmla="*/ 1 h 10"/>
                  <a:gd name="T46" fmla="*/ 6 w 11"/>
                  <a:gd name="T4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 h="10">
                    <a:moveTo>
                      <a:pt x="8" y="7"/>
                    </a:moveTo>
                    <a:cubicBezTo>
                      <a:pt x="5" y="10"/>
                      <a:pt x="5" y="10"/>
                      <a:pt x="5" y="10"/>
                    </a:cubicBezTo>
                    <a:cubicBezTo>
                      <a:pt x="5" y="10"/>
                      <a:pt x="6" y="10"/>
                      <a:pt x="6" y="10"/>
                    </a:cubicBezTo>
                    <a:cubicBezTo>
                      <a:pt x="7" y="10"/>
                      <a:pt x="8" y="9"/>
                      <a:pt x="9" y="8"/>
                    </a:cubicBezTo>
                    <a:cubicBezTo>
                      <a:pt x="8" y="7"/>
                      <a:pt x="8" y="7"/>
                      <a:pt x="8" y="7"/>
                    </a:cubicBezTo>
                    <a:moveTo>
                      <a:pt x="6" y="5"/>
                    </a:moveTo>
                    <a:cubicBezTo>
                      <a:pt x="4" y="9"/>
                      <a:pt x="4" y="9"/>
                      <a:pt x="4" y="9"/>
                    </a:cubicBezTo>
                    <a:cubicBezTo>
                      <a:pt x="7" y="6"/>
                      <a:pt x="7" y="6"/>
                      <a:pt x="7" y="6"/>
                    </a:cubicBezTo>
                    <a:cubicBezTo>
                      <a:pt x="6" y="5"/>
                      <a:pt x="6" y="5"/>
                      <a:pt x="6" y="5"/>
                    </a:cubicBezTo>
                    <a:moveTo>
                      <a:pt x="11" y="4"/>
                    </a:moveTo>
                    <a:cubicBezTo>
                      <a:pt x="8" y="7"/>
                      <a:pt x="8" y="7"/>
                      <a:pt x="8" y="7"/>
                    </a:cubicBezTo>
                    <a:cubicBezTo>
                      <a:pt x="9" y="8"/>
                      <a:pt x="9" y="8"/>
                      <a:pt x="9" y="8"/>
                    </a:cubicBezTo>
                    <a:cubicBezTo>
                      <a:pt x="10" y="7"/>
                      <a:pt x="11" y="5"/>
                      <a:pt x="11" y="4"/>
                    </a:cubicBezTo>
                    <a:moveTo>
                      <a:pt x="6" y="0"/>
                    </a:moveTo>
                    <a:cubicBezTo>
                      <a:pt x="4" y="0"/>
                      <a:pt x="3" y="0"/>
                      <a:pt x="2" y="1"/>
                    </a:cubicBezTo>
                    <a:cubicBezTo>
                      <a:pt x="0" y="3"/>
                      <a:pt x="0" y="6"/>
                      <a:pt x="2" y="8"/>
                    </a:cubicBezTo>
                    <a:cubicBezTo>
                      <a:pt x="3" y="9"/>
                      <a:pt x="3" y="9"/>
                      <a:pt x="4" y="9"/>
                    </a:cubicBezTo>
                    <a:cubicBezTo>
                      <a:pt x="6" y="5"/>
                      <a:pt x="6" y="5"/>
                      <a:pt x="6" y="5"/>
                    </a:cubicBezTo>
                    <a:cubicBezTo>
                      <a:pt x="6" y="5"/>
                      <a:pt x="6" y="5"/>
                      <a:pt x="6" y="5"/>
                    </a:cubicBezTo>
                    <a:cubicBezTo>
                      <a:pt x="6" y="5"/>
                      <a:pt x="6" y="5"/>
                      <a:pt x="6" y="5"/>
                    </a:cubicBezTo>
                    <a:cubicBezTo>
                      <a:pt x="7" y="6"/>
                      <a:pt x="7" y="6"/>
                      <a:pt x="7" y="6"/>
                    </a:cubicBezTo>
                    <a:cubicBezTo>
                      <a:pt x="10" y="3"/>
                      <a:pt x="10" y="3"/>
                      <a:pt x="10" y="3"/>
                    </a:cubicBezTo>
                    <a:cubicBezTo>
                      <a:pt x="10" y="2"/>
                      <a:pt x="10" y="2"/>
                      <a:pt x="9" y="1"/>
                    </a:cubicBezTo>
                    <a:cubicBezTo>
                      <a:pt x="8" y="0"/>
                      <a:pt x="7"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43"/>
              <p:cNvSpPr>
                <a:spLocks noEditPoints="1"/>
              </p:cNvSpPr>
              <p:nvPr/>
            </p:nvSpPr>
            <p:spPr bwMode="auto">
              <a:xfrm>
                <a:off x="2496" y="595"/>
                <a:ext cx="28" cy="27"/>
              </a:xfrm>
              <a:custGeom>
                <a:avLst/>
                <a:gdLst>
                  <a:gd name="T0" fmla="*/ 0 w 7"/>
                  <a:gd name="T1" fmla="*/ 6 h 7"/>
                  <a:gd name="T2" fmla="*/ 2 w 7"/>
                  <a:gd name="T3" fmla="*/ 2 h 7"/>
                  <a:gd name="T4" fmla="*/ 3 w 7"/>
                  <a:gd name="T5" fmla="*/ 3 h 7"/>
                  <a:gd name="T6" fmla="*/ 0 w 7"/>
                  <a:gd name="T7" fmla="*/ 6 h 7"/>
                  <a:gd name="T8" fmla="*/ 6 w 7"/>
                  <a:gd name="T9" fmla="*/ 0 h 7"/>
                  <a:gd name="T10" fmla="*/ 3 w 7"/>
                  <a:gd name="T11" fmla="*/ 3 h 7"/>
                  <a:gd name="T12" fmla="*/ 2 w 7"/>
                  <a:gd name="T13" fmla="*/ 2 h 7"/>
                  <a:gd name="T14" fmla="*/ 2 w 7"/>
                  <a:gd name="T15" fmla="*/ 2 h 7"/>
                  <a:gd name="T16" fmla="*/ 2 w 7"/>
                  <a:gd name="T17" fmla="*/ 2 h 7"/>
                  <a:gd name="T18" fmla="*/ 0 w 7"/>
                  <a:gd name="T19" fmla="*/ 6 h 7"/>
                  <a:gd name="T20" fmla="*/ 1 w 7"/>
                  <a:gd name="T21" fmla="*/ 7 h 7"/>
                  <a:gd name="T22" fmla="*/ 4 w 7"/>
                  <a:gd name="T23" fmla="*/ 4 h 7"/>
                  <a:gd name="T24" fmla="*/ 5 w 7"/>
                  <a:gd name="T25" fmla="*/ 5 h 7"/>
                  <a:gd name="T26" fmla="*/ 5 w 7"/>
                  <a:gd name="T27" fmla="*/ 5 h 7"/>
                  <a:gd name="T28" fmla="*/ 5 w 7"/>
                  <a:gd name="T29" fmla="*/ 5 h 7"/>
                  <a:gd name="T30" fmla="*/ 4 w 7"/>
                  <a:gd name="T31" fmla="*/ 4 h 7"/>
                  <a:gd name="T32" fmla="*/ 7 w 7"/>
                  <a:gd name="T33" fmla="*/ 1 h 7"/>
                  <a:gd name="T34" fmla="*/ 6 w 7"/>
                  <a:gd name="T35"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 h="7">
                    <a:moveTo>
                      <a:pt x="0" y="6"/>
                    </a:moveTo>
                    <a:cubicBezTo>
                      <a:pt x="2" y="2"/>
                      <a:pt x="2" y="2"/>
                      <a:pt x="2" y="2"/>
                    </a:cubicBezTo>
                    <a:cubicBezTo>
                      <a:pt x="3" y="3"/>
                      <a:pt x="3" y="3"/>
                      <a:pt x="3" y="3"/>
                    </a:cubicBezTo>
                    <a:cubicBezTo>
                      <a:pt x="0" y="6"/>
                      <a:pt x="0" y="6"/>
                      <a:pt x="0" y="6"/>
                    </a:cubicBezTo>
                    <a:moveTo>
                      <a:pt x="6" y="0"/>
                    </a:moveTo>
                    <a:cubicBezTo>
                      <a:pt x="3" y="3"/>
                      <a:pt x="3" y="3"/>
                      <a:pt x="3" y="3"/>
                    </a:cubicBezTo>
                    <a:cubicBezTo>
                      <a:pt x="2" y="2"/>
                      <a:pt x="2" y="2"/>
                      <a:pt x="2" y="2"/>
                    </a:cubicBezTo>
                    <a:cubicBezTo>
                      <a:pt x="2" y="2"/>
                      <a:pt x="2" y="2"/>
                      <a:pt x="2" y="2"/>
                    </a:cubicBezTo>
                    <a:cubicBezTo>
                      <a:pt x="2" y="2"/>
                      <a:pt x="2" y="2"/>
                      <a:pt x="2" y="2"/>
                    </a:cubicBezTo>
                    <a:cubicBezTo>
                      <a:pt x="0" y="6"/>
                      <a:pt x="0" y="6"/>
                      <a:pt x="0" y="6"/>
                    </a:cubicBezTo>
                    <a:cubicBezTo>
                      <a:pt x="0" y="6"/>
                      <a:pt x="1" y="7"/>
                      <a:pt x="1" y="7"/>
                    </a:cubicBezTo>
                    <a:cubicBezTo>
                      <a:pt x="4" y="4"/>
                      <a:pt x="4" y="4"/>
                      <a:pt x="4" y="4"/>
                    </a:cubicBezTo>
                    <a:cubicBezTo>
                      <a:pt x="5" y="5"/>
                      <a:pt x="5" y="5"/>
                      <a:pt x="5" y="5"/>
                    </a:cubicBezTo>
                    <a:cubicBezTo>
                      <a:pt x="5" y="5"/>
                      <a:pt x="5" y="5"/>
                      <a:pt x="5" y="5"/>
                    </a:cubicBezTo>
                    <a:cubicBezTo>
                      <a:pt x="5" y="5"/>
                      <a:pt x="5" y="5"/>
                      <a:pt x="5" y="5"/>
                    </a:cubicBezTo>
                    <a:cubicBezTo>
                      <a:pt x="4" y="4"/>
                      <a:pt x="4" y="4"/>
                      <a:pt x="4" y="4"/>
                    </a:cubicBezTo>
                    <a:cubicBezTo>
                      <a:pt x="7" y="1"/>
                      <a:pt x="7" y="1"/>
                      <a:pt x="7" y="1"/>
                    </a:cubicBezTo>
                    <a:cubicBezTo>
                      <a:pt x="7" y="1"/>
                      <a:pt x="6" y="0"/>
                      <a:pt x="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44"/>
              <p:cNvSpPr/>
              <p:nvPr/>
            </p:nvSpPr>
            <p:spPr bwMode="auto">
              <a:xfrm>
                <a:off x="4974" y="2965"/>
                <a:ext cx="35" cy="31"/>
              </a:xfrm>
              <a:custGeom>
                <a:avLst/>
                <a:gdLst>
                  <a:gd name="T0" fmla="*/ 4 w 9"/>
                  <a:gd name="T1" fmla="*/ 0 h 8"/>
                  <a:gd name="T2" fmla="*/ 2 w 9"/>
                  <a:gd name="T3" fmla="*/ 1 h 8"/>
                  <a:gd name="T4" fmla="*/ 4 w 9"/>
                  <a:gd name="T5" fmla="*/ 4 h 8"/>
                  <a:gd name="T6" fmla="*/ 4 w 9"/>
                  <a:gd name="T7" fmla="*/ 4 h 8"/>
                  <a:gd name="T8" fmla="*/ 4 w 9"/>
                  <a:gd name="T9" fmla="*/ 4 h 8"/>
                  <a:gd name="T10" fmla="*/ 1 w 9"/>
                  <a:gd name="T11" fmla="*/ 1 h 8"/>
                  <a:gd name="T12" fmla="*/ 1 w 9"/>
                  <a:gd name="T13" fmla="*/ 7 h 8"/>
                  <a:gd name="T14" fmla="*/ 4 w 9"/>
                  <a:gd name="T15" fmla="*/ 8 h 8"/>
                  <a:gd name="T16" fmla="*/ 7 w 9"/>
                  <a:gd name="T17" fmla="*/ 7 h 8"/>
                  <a:gd name="T18" fmla="*/ 7 w 9"/>
                  <a:gd name="T19" fmla="*/ 1 h 8"/>
                  <a:gd name="T20" fmla="*/ 4 w 9"/>
                  <a:gd name="T21"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8">
                    <a:moveTo>
                      <a:pt x="4" y="0"/>
                    </a:moveTo>
                    <a:cubicBezTo>
                      <a:pt x="3" y="0"/>
                      <a:pt x="2" y="0"/>
                      <a:pt x="2" y="1"/>
                    </a:cubicBezTo>
                    <a:cubicBezTo>
                      <a:pt x="4" y="4"/>
                      <a:pt x="4" y="4"/>
                      <a:pt x="4" y="4"/>
                    </a:cubicBezTo>
                    <a:cubicBezTo>
                      <a:pt x="4" y="4"/>
                      <a:pt x="4" y="4"/>
                      <a:pt x="4" y="4"/>
                    </a:cubicBezTo>
                    <a:cubicBezTo>
                      <a:pt x="4" y="4"/>
                      <a:pt x="4" y="4"/>
                      <a:pt x="4" y="4"/>
                    </a:cubicBezTo>
                    <a:cubicBezTo>
                      <a:pt x="1" y="1"/>
                      <a:pt x="1" y="1"/>
                      <a:pt x="1" y="1"/>
                    </a:cubicBezTo>
                    <a:cubicBezTo>
                      <a:pt x="0" y="3"/>
                      <a:pt x="0" y="5"/>
                      <a:pt x="1" y="7"/>
                    </a:cubicBezTo>
                    <a:cubicBezTo>
                      <a:pt x="2" y="8"/>
                      <a:pt x="3" y="8"/>
                      <a:pt x="4" y="8"/>
                    </a:cubicBezTo>
                    <a:cubicBezTo>
                      <a:pt x="5" y="8"/>
                      <a:pt x="7" y="8"/>
                      <a:pt x="7" y="7"/>
                    </a:cubicBezTo>
                    <a:cubicBezTo>
                      <a:pt x="9" y="5"/>
                      <a:pt x="9" y="3"/>
                      <a:pt x="7" y="1"/>
                    </a:cubicBezTo>
                    <a:cubicBezTo>
                      <a:pt x="7" y="0"/>
                      <a:pt x="5"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45"/>
              <p:cNvSpPr/>
              <p:nvPr/>
            </p:nvSpPr>
            <p:spPr bwMode="auto">
              <a:xfrm>
                <a:off x="4978" y="2969"/>
                <a:ext cx="11" cy="11"/>
              </a:xfrm>
              <a:custGeom>
                <a:avLst/>
                <a:gdLst>
                  <a:gd name="T0" fmla="*/ 1 w 3"/>
                  <a:gd name="T1" fmla="*/ 0 h 3"/>
                  <a:gd name="T2" fmla="*/ 0 w 3"/>
                  <a:gd name="T3" fmla="*/ 0 h 3"/>
                  <a:gd name="T4" fmla="*/ 0 w 3"/>
                  <a:gd name="T5" fmla="*/ 0 h 3"/>
                  <a:gd name="T6" fmla="*/ 3 w 3"/>
                  <a:gd name="T7" fmla="*/ 3 h 3"/>
                  <a:gd name="T8" fmla="*/ 3 w 3"/>
                  <a:gd name="T9" fmla="*/ 3 h 3"/>
                  <a:gd name="T10" fmla="*/ 3 w 3"/>
                  <a:gd name="T11" fmla="*/ 3 h 3"/>
                  <a:gd name="T12" fmla="*/ 1 w 3"/>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3" h="3">
                    <a:moveTo>
                      <a:pt x="1" y="0"/>
                    </a:moveTo>
                    <a:cubicBezTo>
                      <a:pt x="1" y="0"/>
                      <a:pt x="1" y="0"/>
                      <a:pt x="0" y="0"/>
                    </a:cubicBezTo>
                    <a:cubicBezTo>
                      <a:pt x="0" y="0"/>
                      <a:pt x="0" y="0"/>
                      <a:pt x="0" y="0"/>
                    </a:cubicBezTo>
                    <a:cubicBezTo>
                      <a:pt x="3" y="3"/>
                      <a:pt x="3" y="3"/>
                      <a:pt x="3" y="3"/>
                    </a:cubicBezTo>
                    <a:cubicBezTo>
                      <a:pt x="3" y="3"/>
                      <a:pt x="3" y="3"/>
                      <a:pt x="3" y="3"/>
                    </a:cubicBezTo>
                    <a:cubicBezTo>
                      <a:pt x="3" y="3"/>
                      <a:pt x="3" y="3"/>
                      <a:pt x="3" y="3"/>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46"/>
              <p:cNvSpPr>
                <a:spLocks noEditPoints="1"/>
              </p:cNvSpPr>
              <p:nvPr/>
            </p:nvSpPr>
            <p:spPr bwMode="auto">
              <a:xfrm>
                <a:off x="2707" y="642"/>
                <a:ext cx="59" cy="56"/>
              </a:xfrm>
              <a:custGeom>
                <a:avLst/>
                <a:gdLst>
                  <a:gd name="T0" fmla="*/ 7 w 15"/>
                  <a:gd name="T1" fmla="*/ 7 h 14"/>
                  <a:gd name="T2" fmla="*/ 9 w 15"/>
                  <a:gd name="T3" fmla="*/ 14 h 14"/>
                  <a:gd name="T4" fmla="*/ 12 w 15"/>
                  <a:gd name="T5" fmla="*/ 12 h 14"/>
                  <a:gd name="T6" fmla="*/ 7 w 15"/>
                  <a:gd name="T7" fmla="*/ 7 h 14"/>
                  <a:gd name="T8" fmla="*/ 7 w 15"/>
                  <a:gd name="T9" fmla="*/ 0 h 14"/>
                  <a:gd name="T10" fmla="*/ 2 w 15"/>
                  <a:gd name="T11" fmla="*/ 2 h 14"/>
                  <a:gd name="T12" fmla="*/ 2 w 15"/>
                  <a:gd name="T13" fmla="*/ 12 h 14"/>
                  <a:gd name="T14" fmla="*/ 7 w 15"/>
                  <a:gd name="T15" fmla="*/ 14 h 14"/>
                  <a:gd name="T16" fmla="*/ 9 w 15"/>
                  <a:gd name="T17" fmla="*/ 14 h 14"/>
                  <a:gd name="T18" fmla="*/ 7 w 15"/>
                  <a:gd name="T19" fmla="*/ 7 h 14"/>
                  <a:gd name="T20" fmla="*/ 7 w 15"/>
                  <a:gd name="T21" fmla="*/ 7 h 14"/>
                  <a:gd name="T22" fmla="*/ 7 w 15"/>
                  <a:gd name="T23" fmla="*/ 7 h 14"/>
                  <a:gd name="T24" fmla="*/ 12 w 15"/>
                  <a:gd name="T25" fmla="*/ 12 h 14"/>
                  <a:gd name="T26" fmla="*/ 12 w 15"/>
                  <a:gd name="T27" fmla="*/ 2 h 14"/>
                  <a:gd name="T28" fmla="*/ 7 w 15"/>
                  <a:gd name="T2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14">
                    <a:moveTo>
                      <a:pt x="7" y="7"/>
                    </a:moveTo>
                    <a:cubicBezTo>
                      <a:pt x="9" y="14"/>
                      <a:pt x="9" y="14"/>
                      <a:pt x="9" y="14"/>
                    </a:cubicBezTo>
                    <a:cubicBezTo>
                      <a:pt x="10" y="13"/>
                      <a:pt x="11" y="13"/>
                      <a:pt x="12" y="12"/>
                    </a:cubicBezTo>
                    <a:cubicBezTo>
                      <a:pt x="7" y="7"/>
                      <a:pt x="7" y="7"/>
                      <a:pt x="7" y="7"/>
                    </a:cubicBezTo>
                    <a:moveTo>
                      <a:pt x="7" y="0"/>
                    </a:moveTo>
                    <a:cubicBezTo>
                      <a:pt x="5" y="0"/>
                      <a:pt x="4" y="1"/>
                      <a:pt x="2" y="2"/>
                    </a:cubicBezTo>
                    <a:cubicBezTo>
                      <a:pt x="0" y="5"/>
                      <a:pt x="0" y="9"/>
                      <a:pt x="2" y="12"/>
                    </a:cubicBezTo>
                    <a:cubicBezTo>
                      <a:pt x="4" y="13"/>
                      <a:pt x="5" y="14"/>
                      <a:pt x="7" y="14"/>
                    </a:cubicBezTo>
                    <a:cubicBezTo>
                      <a:pt x="8" y="14"/>
                      <a:pt x="8" y="14"/>
                      <a:pt x="9" y="14"/>
                    </a:cubicBezTo>
                    <a:cubicBezTo>
                      <a:pt x="7" y="7"/>
                      <a:pt x="7" y="7"/>
                      <a:pt x="7" y="7"/>
                    </a:cubicBezTo>
                    <a:cubicBezTo>
                      <a:pt x="7" y="7"/>
                      <a:pt x="7" y="7"/>
                      <a:pt x="7" y="7"/>
                    </a:cubicBezTo>
                    <a:cubicBezTo>
                      <a:pt x="7" y="7"/>
                      <a:pt x="7" y="7"/>
                      <a:pt x="7" y="7"/>
                    </a:cubicBezTo>
                    <a:cubicBezTo>
                      <a:pt x="12" y="12"/>
                      <a:pt x="12" y="12"/>
                      <a:pt x="12" y="12"/>
                    </a:cubicBezTo>
                    <a:cubicBezTo>
                      <a:pt x="15" y="9"/>
                      <a:pt x="15" y="5"/>
                      <a:pt x="12" y="2"/>
                    </a:cubicBezTo>
                    <a:cubicBezTo>
                      <a:pt x="11" y="1"/>
                      <a:pt x="9" y="0"/>
                      <a:pt x="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47"/>
              <p:cNvSpPr/>
              <p:nvPr/>
            </p:nvSpPr>
            <p:spPr bwMode="auto">
              <a:xfrm>
                <a:off x="2734" y="670"/>
                <a:ext cx="20" cy="28"/>
              </a:xfrm>
              <a:custGeom>
                <a:avLst/>
                <a:gdLst>
                  <a:gd name="T0" fmla="*/ 0 w 5"/>
                  <a:gd name="T1" fmla="*/ 0 h 7"/>
                  <a:gd name="T2" fmla="*/ 0 w 5"/>
                  <a:gd name="T3" fmla="*/ 0 h 7"/>
                  <a:gd name="T4" fmla="*/ 2 w 5"/>
                  <a:gd name="T5" fmla="*/ 7 h 7"/>
                  <a:gd name="T6" fmla="*/ 2 w 5"/>
                  <a:gd name="T7" fmla="*/ 7 h 7"/>
                  <a:gd name="T8" fmla="*/ 0 w 5"/>
                  <a:gd name="T9" fmla="*/ 0 h 7"/>
                  <a:gd name="T10" fmla="*/ 5 w 5"/>
                  <a:gd name="T11" fmla="*/ 5 h 7"/>
                  <a:gd name="T12" fmla="*/ 5 w 5"/>
                  <a:gd name="T13" fmla="*/ 5 h 7"/>
                  <a:gd name="T14" fmla="*/ 5 w 5"/>
                  <a:gd name="T15" fmla="*/ 5 h 7"/>
                  <a:gd name="T16" fmla="*/ 0 w 5"/>
                  <a:gd name="T17" fmla="*/ 0 h 7"/>
                  <a:gd name="T18" fmla="*/ 0 w 5"/>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 h="7">
                    <a:moveTo>
                      <a:pt x="0" y="0"/>
                    </a:moveTo>
                    <a:cubicBezTo>
                      <a:pt x="0" y="0"/>
                      <a:pt x="0" y="0"/>
                      <a:pt x="0" y="0"/>
                    </a:cubicBezTo>
                    <a:cubicBezTo>
                      <a:pt x="2" y="7"/>
                      <a:pt x="2" y="7"/>
                      <a:pt x="2" y="7"/>
                    </a:cubicBezTo>
                    <a:cubicBezTo>
                      <a:pt x="2" y="7"/>
                      <a:pt x="2" y="7"/>
                      <a:pt x="2" y="7"/>
                    </a:cubicBezTo>
                    <a:cubicBezTo>
                      <a:pt x="0" y="0"/>
                      <a:pt x="0" y="0"/>
                      <a:pt x="0" y="0"/>
                    </a:cubicBezTo>
                    <a:cubicBezTo>
                      <a:pt x="5" y="5"/>
                      <a:pt x="5" y="5"/>
                      <a:pt x="5" y="5"/>
                    </a:cubicBezTo>
                    <a:cubicBezTo>
                      <a:pt x="5" y="5"/>
                      <a:pt x="5" y="5"/>
                      <a:pt x="5" y="5"/>
                    </a:cubicBezTo>
                    <a:cubicBezTo>
                      <a:pt x="5" y="5"/>
                      <a:pt x="5" y="5"/>
                      <a:pt x="5" y="5"/>
                    </a:cubicBezTo>
                    <a:cubicBezTo>
                      <a:pt x="0" y="0"/>
                      <a:pt x="0" y="0"/>
                      <a:pt x="0" y="0"/>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48"/>
              <p:cNvSpPr>
                <a:spLocks noEditPoints="1"/>
              </p:cNvSpPr>
              <p:nvPr/>
            </p:nvSpPr>
            <p:spPr bwMode="auto">
              <a:xfrm>
                <a:off x="3230" y="2275"/>
                <a:ext cx="63" cy="59"/>
              </a:xfrm>
              <a:custGeom>
                <a:avLst/>
                <a:gdLst>
                  <a:gd name="T0" fmla="*/ 6 w 16"/>
                  <a:gd name="T1" fmla="*/ 1 h 15"/>
                  <a:gd name="T2" fmla="*/ 3 w 16"/>
                  <a:gd name="T3" fmla="*/ 2 h 15"/>
                  <a:gd name="T4" fmla="*/ 3 w 16"/>
                  <a:gd name="T5" fmla="*/ 13 h 15"/>
                  <a:gd name="T6" fmla="*/ 8 w 16"/>
                  <a:gd name="T7" fmla="*/ 15 h 15"/>
                  <a:gd name="T8" fmla="*/ 13 w 16"/>
                  <a:gd name="T9" fmla="*/ 13 h 15"/>
                  <a:gd name="T10" fmla="*/ 13 w 16"/>
                  <a:gd name="T11" fmla="*/ 3 h 15"/>
                  <a:gd name="T12" fmla="*/ 8 w 16"/>
                  <a:gd name="T13" fmla="*/ 8 h 15"/>
                  <a:gd name="T14" fmla="*/ 8 w 16"/>
                  <a:gd name="T15" fmla="*/ 8 h 15"/>
                  <a:gd name="T16" fmla="*/ 8 w 16"/>
                  <a:gd name="T17" fmla="*/ 8 h 15"/>
                  <a:gd name="T18" fmla="*/ 6 w 16"/>
                  <a:gd name="T19" fmla="*/ 1 h 15"/>
                  <a:gd name="T20" fmla="*/ 8 w 16"/>
                  <a:gd name="T21" fmla="*/ 0 h 15"/>
                  <a:gd name="T22" fmla="*/ 6 w 16"/>
                  <a:gd name="T23" fmla="*/ 1 h 15"/>
                  <a:gd name="T24" fmla="*/ 8 w 16"/>
                  <a:gd name="T25" fmla="*/ 7 h 15"/>
                  <a:gd name="T26" fmla="*/ 13 w 16"/>
                  <a:gd name="T27" fmla="*/ 3 h 15"/>
                  <a:gd name="T28" fmla="*/ 13 w 16"/>
                  <a:gd name="T29" fmla="*/ 2 h 15"/>
                  <a:gd name="T30" fmla="*/ 8 w 16"/>
                  <a:gd name="T3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5">
                    <a:moveTo>
                      <a:pt x="6" y="1"/>
                    </a:moveTo>
                    <a:cubicBezTo>
                      <a:pt x="5" y="1"/>
                      <a:pt x="4" y="2"/>
                      <a:pt x="3" y="2"/>
                    </a:cubicBezTo>
                    <a:cubicBezTo>
                      <a:pt x="0" y="5"/>
                      <a:pt x="0" y="10"/>
                      <a:pt x="3" y="13"/>
                    </a:cubicBezTo>
                    <a:cubicBezTo>
                      <a:pt x="4" y="14"/>
                      <a:pt x="6" y="15"/>
                      <a:pt x="8" y="15"/>
                    </a:cubicBezTo>
                    <a:cubicBezTo>
                      <a:pt x="10" y="15"/>
                      <a:pt x="12" y="14"/>
                      <a:pt x="13" y="13"/>
                    </a:cubicBezTo>
                    <a:cubicBezTo>
                      <a:pt x="16" y="10"/>
                      <a:pt x="16" y="5"/>
                      <a:pt x="13" y="3"/>
                    </a:cubicBezTo>
                    <a:cubicBezTo>
                      <a:pt x="8" y="8"/>
                      <a:pt x="8" y="8"/>
                      <a:pt x="8" y="8"/>
                    </a:cubicBezTo>
                    <a:cubicBezTo>
                      <a:pt x="8" y="8"/>
                      <a:pt x="8" y="8"/>
                      <a:pt x="8" y="8"/>
                    </a:cubicBezTo>
                    <a:cubicBezTo>
                      <a:pt x="8" y="8"/>
                      <a:pt x="8" y="8"/>
                      <a:pt x="8" y="8"/>
                    </a:cubicBezTo>
                    <a:cubicBezTo>
                      <a:pt x="6" y="1"/>
                      <a:pt x="6" y="1"/>
                      <a:pt x="6" y="1"/>
                    </a:cubicBezTo>
                    <a:moveTo>
                      <a:pt x="8" y="0"/>
                    </a:moveTo>
                    <a:cubicBezTo>
                      <a:pt x="7" y="0"/>
                      <a:pt x="6" y="0"/>
                      <a:pt x="6" y="1"/>
                    </a:cubicBezTo>
                    <a:cubicBezTo>
                      <a:pt x="8" y="7"/>
                      <a:pt x="8" y="7"/>
                      <a:pt x="8" y="7"/>
                    </a:cubicBezTo>
                    <a:cubicBezTo>
                      <a:pt x="13" y="3"/>
                      <a:pt x="13" y="3"/>
                      <a:pt x="13" y="3"/>
                    </a:cubicBezTo>
                    <a:cubicBezTo>
                      <a:pt x="13" y="3"/>
                      <a:pt x="13" y="2"/>
                      <a:pt x="13" y="2"/>
                    </a:cubicBezTo>
                    <a:cubicBezTo>
                      <a:pt x="12" y="1"/>
                      <a:pt x="10" y="0"/>
                      <a:pt x="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49"/>
              <p:cNvSpPr/>
              <p:nvPr/>
            </p:nvSpPr>
            <p:spPr bwMode="auto">
              <a:xfrm>
                <a:off x="3253" y="2279"/>
                <a:ext cx="28" cy="28"/>
              </a:xfrm>
              <a:custGeom>
                <a:avLst/>
                <a:gdLst>
                  <a:gd name="T0" fmla="*/ 0 w 7"/>
                  <a:gd name="T1" fmla="*/ 0 h 7"/>
                  <a:gd name="T2" fmla="*/ 0 w 7"/>
                  <a:gd name="T3" fmla="*/ 0 h 7"/>
                  <a:gd name="T4" fmla="*/ 2 w 7"/>
                  <a:gd name="T5" fmla="*/ 7 h 7"/>
                  <a:gd name="T6" fmla="*/ 2 w 7"/>
                  <a:gd name="T7" fmla="*/ 7 h 7"/>
                  <a:gd name="T8" fmla="*/ 2 w 7"/>
                  <a:gd name="T9" fmla="*/ 7 h 7"/>
                  <a:gd name="T10" fmla="*/ 7 w 7"/>
                  <a:gd name="T11" fmla="*/ 2 h 7"/>
                  <a:gd name="T12" fmla="*/ 7 w 7"/>
                  <a:gd name="T13" fmla="*/ 2 h 7"/>
                  <a:gd name="T14" fmla="*/ 2 w 7"/>
                  <a:gd name="T15" fmla="*/ 6 h 7"/>
                  <a:gd name="T16" fmla="*/ 0 w 7"/>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7">
                    <a:moveTo>
                      <a:pt x="0" y="0"/>
                    </a:moveTo>
                    <a:cubicBezTo>
                      <a:pt x="0" y="0"/>
                      <a:pt x="0" y="0"/>
                      <a:pt x="0" y="0"/>
                    </a:cubicBezTo>
                    <a:cubicBezTo>
                      <a:pt x="2" y="7"/>
                      <a:pt x="2" y="7"/>
                      <a:pt x="2" y="7"/>
                    </a:cubicBezTo>
                    <a:cubicBezTo>
                      <a:pt x="2" y="7"/>
                      <a:pt x="2" y="7"/>
                      <a:pt x="2" y="7"/>
                    </a:cubicBezTo>
                    <a:cubicBezTo>
                      <a:pt x="2" y="7"/>
                      <a:pt x="2" y="7"/>
                      <a:pt x="2" y="7"/>
                    </a:cubicBezTo>
                    <a:cubicBezTo>
                      <a:pt x="7" y="2"/>
                      <a:pt x="7" y="2"/>
                      <a:pt x="7" y="2"/>
                    </a:cubicBezTo>
                    <a:cubicBezTo>
                      <a:pt x="7" y="2"/>
                      <a:pt x="7" y="2"/>
                      <a:pt x="7" y="2"/>
                    </a:cubicBezTo>
                    <a:cubicBezTo>
                      <a:pt x="2" y="6"/>
                      <a:pt x="2" y="6"/>
                      <a:pt x="2" y="6"/>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50"/>
              <p:cNvSpPr/>
              <p:nvPr/>
            </p:nvSpPr>
            <p:spPr bwMode="auto">
              <a:xfrm>
                <a:off x="4625" y="1027"/>
                <a:ext cx="43" cy="39"/>
              </a:xfrm>
              <a:custGeom>
                <a:avLst/>
                <a:gdLst>
                  <a:gd name="T0" fmla="*/ 5 w 11"/>
                  <a:gd name="T1" fmla="*/ 0 h 10"/>
                  <a:gd name="T2" fmla="*/ 2 w 11"/>
                  <a:gd name="T3" fmla="*/ 2 h 10"/>
                  <a:gd name="T4" fmla="*/ 2 w 11"/>
                  <a:gd name="T5" fmla="*/ 8 h 10"/>
                  <a:gd name="T6" fmla="*/ 5 w 11"/>
                  <a:gd name="T7" fmla="*/ 5 h 10"/>
                  <a:gd name="T8" fmla="*/ 2 w 11"/>
                  <a:gd name="T9" fmla="*/ 8 h 10"/>
                  <a:gd name="T10" fmla="*/ 2 w 11"/>
                  <a:gd name="T11" fmla="*/ 8 h 10"/>
                  <a:gd name="T12" fmla="*/ 5 w 11"/>
                  <a:gd name="T13" fmla="*/ 10 h 10"/>
                  <a:gd name="T14" fmla="*/ 9 w 11"/>
                  <a:gd name="T15" fmla="*/ 8 h 10"/>
                  <a:gd name="T16" fmla="*/ 9 w 11"/>
                  <a:gd name="T17" fmla="*/ 2 h 10"/>
                  <a:gd name="T18" fmla="*/ 5 w 11"/>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0">
                    <a:moveTo>
                      <a:pt x="5" y="0"/>
                    </a:moveTo>
                    <a:cubicBezTo>
                      <a:pt x="4" y="0"/>
                      <a:pt x="3" y="1"/>
                      <a:pt x="2" y="2"/>
                    </a:cubicBezTo>
                    <a:cubicBezTo>
                      <a:pt x="0" y="4"/>
                      <a:pt x="0" y="6"/>
                      <a:pt x="2" y="8"/>
                    </a:cubicBezTo>
                    <a:cubicBezTo>
                      <a:pt x="5" y="5"/>
                      <a:pt x="5" y="5"/>
                      <a:pt x="5" y="5"/>
                    </a:cubicBezTo>
                    <a:cubicBezTo>
                      <a:pt x="2" y="8"/>
                      <a:pt x="2" y="8"/>
                      <a:pt x="2" y="8"/>
                    </a:cubicBezTo>
                    <a:cubicBezTo>
                      <a:pt x="2" y="8"/>
                      <a:pt x="2" y="8"/>
                      <a:pt x="2" y="8"/>
                    </a:cubicBezTo>
                    <a:cubicBezTo>
                      <a:pt x="3" y="9"/>
                      <a:pt x="4" y="10"/>
                      <a:pt x="5" y="10"/>
                    </a:cubicBezTo>
                    <a:cubicBezTo>
                      <a:pt x="7" y="10"/>
                      <a:pt x="8" y="9"/>
                      <a:pt x="9" y="8"/>
                    </a:cubicBezTo>
                    <a:cubicBezTo>
                      <a:pt x="11" y="7"/>
                      <a:pt x="11" y="4"/>
                      <a:pt x="9" y="2"/>
                    </a:cubicBezTo>
                    <a:cubicBezTo>
                      <a:pt x="8" y="1"/>
                      <a:pt x="7" y="0"/>
                      <a:pt x="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51"/>
              <p:cNvSpPr/>
              <p:nvPr/>
            </p:nvSpPr>
            <p:spPr bwMode="auto">
              <a:xfrm>
                <a:off x="4633" y="1046"/>
                <a:ext cx="12" cy="12"/>
              </a:xfrm>
              <a:custGeom>
                <a:avLst/>
                <a:gdLst>
                  <a:gd name="T0" fmla="*/ 3 w 3"/>
                  <a:gd name="T1" fmla="*/ 0 h 3"/>
                  <a:gd name="T2" fmla="*/ 0 w 3"/>
                  <a:gd name="T3" fmla="*/ 3 h 3"/>
                  <a:gd name="T4" fmla="*/ 0 w 3"/>
                  <a:gd name="T5" fmla="*/ 3 h 3"/>
                  <a:gd name="T6" fmla="*/ 3 w 3"/>
                  <a:gd name="T7" fmla="*/ 0 h 3"/>
                </a:gdLst>
                <a:ahLst/>
                <a:cxnLst>
                  <a:cxn ang="0">
                    <a:pos x="T0" y="T1"/>
                  </a:cxn>
                  <a:cxn ang="0">
                    <a:pos x="T2" y="T3"/>
                  </a:cxn>
                  <a:cxn ang="0">
                    <a:pos x="T4" y="T5"/>
                  </a:cxn>
                  <a:cxn ang="0">
                    <a:pos x="T6" y="T7"/>
                  </a:cxn>
                </a:cxnLst>
                <a:rect l="0" t="0" r="r" b="b"/>
                <a:pathLst>
                  <a:path w="3" h="3">
                    <a:moveTo>
                      <a:pt x="3" y="0"/>
                    </a:moveTo>
                    <a:cubicBezTo>
                      <a:pt x="0" y="3"/>
                      <a:pt x="0" y="3"/>
                      <a:pt x="0" y="3"/>
                    </a:cubicBezTo>
                    <a:cubicBezTo>
                      <a:pt x="0" y="3"/>
                      <a:pt x="0" y="3"/>
                      <a:pt x="0" y="3"/>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52"/>
              <p:cNvSpPr>
                <a:spLocks noEditPoints="1"/>
              </p:cNvSpPr>
              <p:nvPr/>
            </p:nvSpPr>
            <p:spPr bwMode="auto">
              <a:xfrm>
                <a:off x="1704" y="83"/>
                <a:ext cx="4264" cy="4201"/>
              </a:xfrm>
              <a:custGeom>
                <a:avLst/>
                <a:gdLst>
                  <a:gd name="T0" fmla="*/ 678 w 1076"/>
                  <a:gd name="T1" fmla="*/ 9 h 1060"/>
                  <a:gd name="T2" fmla="*/ 418 w 1076"/>
                  <a:gd name="T3" fmla="*/ 0 h 1060"/>
                  <a:gd name="T4" fmla="*/ 21 w 1076"/>
                  <a:gd name="T5" fmla="*/ 391 h 1060"/>
                  <a:gd name="T6" fmla="*/ 29 w 1076"/>
                  <a:gd name="T7" fmla="*/ 702 h 1060"/>
                  <a:gd name="T8" fmla="*/ 310 w 1076"/>
                  <a:gd name="T9" fmla="*/ 917 h 1060"/>
                  <a:gd name="T10" fmla="*/ 610 w 1076"/>
                  <a:gd name="T11" fmla="*/ 1055 h 1060"/>
                  <a:gd name="T12" fmla="*/ 735 w 1076"/>
                  <a:gd name="T13" fmla="*/ 996 h 1060"/>
                  <a:gd name="T14" fmla="*/ 953 w 1076"/>
                  <a:gd name="T15" fmla="*/ 861 h 1060"/>
                  <a:gd name="T16" fmla="*/ 1056 w 1076"/>
                  <a:gd name="T17" fmla="*/ 431 h 1060"/>
                  <a:gd name="T18" fmla="*/ 860 w 1076"/>
                  <a:gd name="T19" fmla="*/ 837 h 1060"/>
                  <a:gd name="T20" fmla="*/ 707 w 1076"/>
                  <a:gd name="T21" fmla="*/ 857 h 1060"/>
                  <a:gd name="T22" fmla="*/ 568 w 1076"/>
                  <a:gd name="T23" fmla="*/ 1004 h 1060"/>
                  <a:gd name="T24" fmla="*/ 396 w 1076"/>
                  <a:gd name="T25" fmla="*/ 897 h 1060"/>
                  <a:gd name="T26" fmla="*/ 274 w 1076"/>
                  <a:gd name="T27" fmla="*/ 895 h 1060"/>
                  <a:gd name="T28" fmla="*/ 74 w 1076"/>
                  <a:gd name="T29" fmla="*/ 661 h 1060"/>
                  <a:gd name="T30" fmla="*/ 175 w 1076"/>
                  <a:gd name="T31" fmla="*/ 284 h 1060"/>
                  <a:gd name="T32" fmla="*/ 741 w 1076"/>
                  <a:gd name="T33" fmla="*/ 179 h 1060"/>
                  <a:gd name="T34" fmla="*/ 937 w 1076"/>
                  <a:gd name="T35" fmla="*/ 291 h 1060"/>
                  <a:gd name="T36" fmla="*/ 781 w 1076"/>
                  <a:gd name="T37" fmla="*/ 381 h 1060"/>
                  <a:gd name="T38" fmla="*/ 567 w 1076"/>
                  <a:gd name="T39" fmla="*/ 418 h 1060"/>
                  <a:gd name="T40" fmla="*/ 581 w 1076"/>
                  <a:gd name="T41" fmla="*/ 457 h 1060"/>
                  <a:gd name="T42" fmla="*/ 597 w 1076"/>
                  <a:gd name="T43" fmla="*/ 413 h 1060"/>
                  <a:gd name="T44" fmla="*/ 441 w 1076"/>
                  <a:gd name="T45" fmla="*/ 533 h 1060"/>
                  <a:gd name="T46" fmla="*/ 447 w 1076"/>
                  <a:gd name="T47" fmla="*/ 527 h 1060"/>
                  <a:gd name="T48" fmla="*/ 310 w 1076"/>
                  <a:gd name="T49" fmla="*/ 652 h 1060"/>
                  <a:gd name="T50" fmla="*/ 353 w 1076"/>
                  <a:gd name="T51" fmla="*/ 774 h 1060"/>
                  <a:gd name="T52" fmla="*/ 547 w 1076"/>
                  <a:gd name="T53" fmla="*/ 656 h 1060"/>
                  <a:gd name="T54" fmla="*/ 693 w 1076"/>
                  <a:gd name="T55" fmla="*/ 801 h 1060"/>
                  <a:gd name="T56" fmla="*/ 706 w 1076"/>
                  <a:gd name="T57" fmla="*/ 803 h 1060"/>
                  <a:gd name="T58" fmla="*/ 632 w 1076"/>
                  <a:gd name="T59" fmla="*/ 582 h 1060"/>
                  <a:gd name="T60" fmla="*/ 561 w 1076"/>
                  <a:gd name="T61" fmla="*/ 395 h 1060"/>
                  <a:gd name="T62" fmla="*/ 340 w 1076"/>
                  <a:gd name="T63" fmla="*/ 492 h 1060"/>
                  <a:gd name="T64" fmla="*/ 204 w 1076"/>
                  <a:gd name="T65" fmla="*/ 769 h 1060"/>
                  <a:gd name="T66" fmla="*/ 362 w 1076"/>
                  <a:gd name="T67" fmla="*/ 823 h 1060"/>
                  <a:gd name="T68" fmla="*/ 633 w 1076"/>
                  <a:gd name="T69" fmla="*/ 744 h 1060"/>
                  <a:gd name="T70" fmla="*/ 726 w 1076"/>
                  <a:gd name="T71" fmla="*/ 853 h 1060"/>
                  <a:gd name="T72" fmla="*/ 728 w 1076"/>
                  <a:gd name="T73" fmla="*/ 370 h 1060"/>
                  <a:gd name="T74" fmla="*/ 751 w 1076"/>
                  <a:gd name="T75" fmla="*/ 252 h 1060"/>
                  <a:gd name="T76" fmla="*/ 716 w 1076"/>
                  <a:gd name="T77" fmla="*/ 283 h 1060"/>
                  <a:gd name="T78" fmla="*/ 690 w 1076"/>
                  <a:gd name="T79" fmla="*/ 307 h 1060"/>
                  <a:gd name="T80" fmla="*/ 538 w 1076"/>
                  <a:gd name="T81" fmla="*/ 337 h 1060"/>
                  <a:gd name="T82" fmla="*/ 72 w 1076"/>
                  <a:gd name="T83" fmla="*/ 362 h 1060"/>
                  <a:gd name="T84" fmla="*/ 86 w 1076"/>
                  <a:gd name="T85" fmla="*/ 738 h 1060"/>
                  <a:gd name="T86" fmla="*/ 724 w 1076"/>
                  <a:gd name="T87" fmla="*/ 854 h 1060"/>
                  <a:gd name="T88" fmla="*/ 775 w 1076"/>
                  <a:gd name="T89" fmla="*/ 847 h 1060"/>
                  <a:gd name="T90" fmla="*/ 876 w 1076"/>
                  <a:gd name="T91" fmla="*/ 834 h 1060"/>
                  <a:gd name="T92" fmla="*/ 865 w 1076"/>
                  <a:gd name="T93" fmla="*/ 149 h 1060"/>
                  <a:gd name="T94" fmla="*/ 716 w 1076"/>
                  <a:gd name="T95" fmla="*/ 284 h 1060"/>
                  <a:gd name="T96" fmla="*/ 484 w 1076"/>
                  <a:gd name="T97" fmla="*/ 186 h 1060"/>
                  <a:gd name="T98" fmla="*/ 573 w 1076"/>
                  <a:gd name="T99" fmla="*/ 89 h 1060"/>
                  <a:gd name="T100" fmla="*/ 428 w 1076"/>
                  <a:gd name="T101" fmla="*/ 159 h 1060"/>
                  <a:gd name="T102" fmla="*/ 139 w 1076"/>
                  <a:gd name="T103" fmla="*/ 193 h 1060"/>
                  <a:gd name="T104" fmla="*/ 70 w 1076"/>
                  <a:gd name="T105" fmla="*/ 362 h 1060"/>
                  <a:gd name="T106" fmla="*/ 13 w 1076"/>
                  <a:gd name="T107" fmla="*/ 622 h 1060"/>
                  <a:gd name="T108" fmla="*/ 138 w 1076"/>
                  <a:gd name="T109" fmla="*/ 807 h 1060"/>
                  <a:gd name="T110" fmla="*/ 297 w 1076"/>
                  <a:gd name="T111" fmla="*/ 910 h 1060"/>
                  <a:gd name="T112" fmla="*/ 414 w 1076"/>
                  <a:gd name="T113" fmla="*/ 982 h 1060"/>
                  <a:gd name="T114" fmla="*/ 442 w 1076"/>
                  <a:gd name="T115" fmla="*/ 1038 h 1060"/>
                  <a:gd name="T116" fmla="*/ 772 w 1076"/>
                  <a:gd name="T117" fmla="*/ 986 h 1060"/>
                  <a:gd name="T118" fmla="*/ 867 w 1076"/>
                  <a:gd name="T119" fmla="*/ 850 h 1060"/>
                  <a:gd name="T120" fmla="*/ 1045 w 1076"/>
                  <a:gd name="T121" fmla="*/ 589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76" h="1060">
                    <a:moveTo>
                      <a:pt x="1058" y="432"/>
                    </a:moveTo>
                    <a:cubicBezTo>
                      <a:pt x="1058" y="432"/>
                      <a:pt x="1058" y="432"/>
                      <a:pt x="1058" y="432"/>
                    </a:cubicBezTo>
                    <a:cubicBezTo>
                      <a:pt x="1058" y="432"/>
                      <a:pt x="1058" y="431"/>
                      <a:pt x="1058" y="431"/>
                    </a:cubicBezTo>
                    <a:cubicBezTo>
                      <a:pt x="1067" y="433"/>
                      <a:pt x="1067" y="433"/>
                      <a:pt x="1067" y="433"/>
                    </a:cubicBezTo>
                    <a:cubicBezTo>
                      <a:pt x="1067" y="433"/>
                      <a:pt x="1067" y="433"/>
                      <a:pt x="1067" y="433"/>
                    </a:cubicBezTo>
                    <a:cubicBezTo>
                      <a:pt x="1067" y="432"/>
                      <a:pt x="1067" y="432"/>
                      <a:pt x="1067" y="432"/>
                    </a:cubicBezTo>
                    <a:cubicBezTo>
                      <a:pt x="949" y="304"/>
                      <a:pt x="949" y="304"/>
                      <a:pt x="949" y="304"/>
                    </a:cubicBezTo>
                    <a:cubicBezTo>
                      <a:pt x="1029" y="306"/>
                      <a:pt x="1029" y="306"/>
                      <a:pt x="1029" y="306"/>
                    </a:cubicBezTo>
                    <a:cubicBezTo>
                      <a:pt x="1029" y="306"/>
                      <a:pt x="1029" y="306"/>
                      <a:pt x="1029" y="305"/>
                    </a:cubicBezTo>
                    <a:cubicBezTo>
                      <a:pt x="1030" y="305"/>
                      <a:pt x="1030" y="304"/>
                      <a:pt x="1030" y="304"/>
                    </a:cubicBezTo>
                    <a:cubicBezTo>
                      <a:pt x="941" y="168"/>
                      <a:pt x="941" y="168"/>
                      <a:pt x="941" y="168"/>
                    </a:cubicBezTo>
                    <a:cubicBezTo>
                      <a:pt x="941" y="168"/>
                      <a:pt x="941" y="168"/>
                      <a:pt x="941" y="168"/>
                    </a:cubicBezTo>
                    <a:cubicBezTo>
                      <a:pt x="811" y="63"/>
                      <a:pt x="811" y="63"/>
                      <a:pt x="811" y="63"/>
                    </a:cubicBezTo>
                    <a:cubicBezTo>
                      <a:pt x="811" y="63"/>
                      <a:pt x="811" y="63"/>
                      <a:pt x="811" y="63"/>
                    </a:cubicBezTo>
                    <a:cubicBezTo>
                      <a:pt x="811" y="63"/>
                      <a:pt x="810" y="63"/>
                      <a:pt x="809" y="64"/>
                    </a:cubicBezTo>
                    <a:cubicBezTo>
                      <a:pt x="778" y="117"/>
                      <a:pt x="778" y="117"/>
                      <a:pt x="778" y="117"/>
                    </a:cubicBezTo>
                    <a:cubicBezTo>
                      <a:pt x="678" y="9"/>
                      <a:pt x="678" y="9"/>
                      <a:pt x="678" y="9"/>
                    </a:cubicBezTo>
                    <a:cubicBezTo>
                      <a:pt x="678" y="9"/>
                      <a:pt x="678" y="9"/>
                      <a:pt x="678" y="9"/>
                    </a:cubicBezTo>
                    <a:cubicBezTo>
                      <a:pt x="678" y="9"/>
                      <a:pt x="678" y="9"/>
                      <a:pt x="678" y="9"/>
                    </a:cubicBezTo>
                    <a:cubicBezTo>
                      <a:pt x="709" y="234"/>
                      <a:pt x="709" y="234"/>
                      <a:pt x="709" y="234"/>
                    </a:cubicBezTo>
                    <a:cubicBezTo>
                      <a:pt x="674" y="294"/>
                      <a:pt x="674" y="294"/>
                      <a:pt x="674" y="294"/>
                    </a:cubicBezTo>
                    <a:cubicBezTo>
                      <a:pt x="662" y="294"/>
                      <a:pt x="662" y="294"/>
                      <a:pt x="662" y="294"/>
                    </a:cubicBezTo>
                    <a:cubicBezTo>
                      <a:pt x="591" y="269"/>
                      <a:pt x="591" y="269"/>
                      <a:pt x="591" y="269"/>
                    </a:cubicBezTo>
                    <a:cubicBezTo>
                      <a:pt x="587" y="236"/>
                      <a:pt x="587" y="236"/>
                      <a:pt x="587" y="236"/>
                    </a:cubicBezTo>
                    <a:cubicBezTo>
                      <a:pt x="589" y="237"/>
                      <a:pt x="589" y="237"/>
                      <a:pt x="589" y="237"/>
                    </a:cubicBezTo>
                    <a:cubicBezTo>
                      <a:pt x="589" y="237"/>
                      <a:pt x="589" y="237"/>
                      <a:pt x="589" y="237"/>
                    </a:cubicBezTo>
                    <a:cubicBezTo>
                      <a:pt x="590" y="237"/>
                      <a:pt x="590" y="236"/>
                      <a:pt x="590" y="236"/>
                    </a:cubicBezTo>
                    <a:cubicBezTo>
                      <a:pt x="575" y="87"/>
                      <a:pt x="575" y="87"/>
                      <a:pt x="575" y="87"/>
                    </a:cubicBezTo>
                    <a:cubicBezTo>
                      <a:pt x="574" y="87"/>
                      <a:pt x="574" y="87"/>
                      <a:pt x="574" y="87"/>
                    </a:cubicBezTo>
                    <a:cubicBezTo>
                      <a:pt x="574" y="86"/>
                      <a:pt x="574" y="86"/>
                      <a:pt x="573" y="86"/>
                    </a:cubicBezTo>
                    <a:cubicBezTo>
                      <a:pt x="568" y="88"/>
                      <a:pt x="568" y="88"/>
                      <a:pt x="568" y="88"/>
                    </a:cubicBezTo>
                    <a:cubicBezTo>
                      <a:pt x="558" y="8"/>
                      <a:pt x="558" y="8"/>
                      <a:pt x="558" y="8"/>
                    </a:cubicBezTo>
                    <a:cubicBezTo>
                      <a:pt x="558" y="8"/>
                      <a:pt x="558" y="8"/>
                      <a:pt x="558" y="8"/>
                    </a:cubicBezTo>
                    <a:cubicBezTo>
                      <a:pt x="558" y="7"/>
                      <a:pt x="557" y="7"/>
                      <a:pt x="556" y="7"/>
                    </a:cubicBezTo>
                    <a:cubicBezTo>
                      <a:pt x="435" y="45"/>
                      <a:pt x="435" y="45"/>
                      <a:pt x="435" y="45"/>
                    </a:cubicBezTo>
                    <a:cubicBezTo>
                      <a:pt x="419" y="1"/>
                      <a:pt x="419" y="1"/>
                      <a:pt x="419" y="1"/>
                    </a:cubicBezTo>
                    <a:cubicBezTo>
                      <a:pt x="419" y="0"/>
                      <a:pt x="419" y="0"/>
                      <a:pt x="419" y="0"/>
                    </a:cubicBezTo>
                    <a:cubicBezTo>
                      <a:pt x="419" y="0"/>
                      <a:pt x="418" y="0"/>
                      <a:pt x="418" y="0"/>
                    </a:cubicBezTo>
                    <a:cubicBezTo>
                      <a:pt x="259" y="76"/>
                      <a:pt x="259" y="76"/>
                      <a:pt x="259" y="76"/>
                    </a:cubicBezTo>
                    <a:cubicBezTo>
                      <a:pt x="259" y="76"/>
                      <a:pt x="259" y="76"/>
                      <a:pt x="259" y="76"/>
                    </a:cubicBezTo>
                    <a:cubicBezTo>
                      <a:pt x="259" y="77"/>
                      <a:pt x="259" y="77"/>
                      <a:pt x="259" y="78"/>
                    </a:cubicBezTo>
                    <a:cubicBezTo>
                      <a:pt x="324" y="109"/>
                      <a:pt x="324" y="109"/>
                      <a:pt x="324" y="109"/>
                    </a:cubicBezTo>
                    <a:cubicBezTo>
                      <a:pt x="259" y="152"/>
                      <a:pt x="259" y="152"/>
                      <a:pt x="259" y="152"/>
                    </a:cubicBezTo>
                    <a:cubicBezTo>
                      <a:pt x="259" y="152"/>
                      <a:pt x="259" y="153"/>
                      <a:pt x="259" y="153"/>
                    </a:cubicBezTo>
                    <a:cubicBezTo>
                      <a:pt x="259" y="154"/>
                      <a:pt x="259" y="154"/>
                      <a:pt x="260" y="155"/>
                    </a:cubicBezTo>
                    <a:cubicBezTo>
                      <a:pt x="398" y="203"/>
                      <a:pt x="398" y="203"/>
                      <a:pt x="398" y="203"/>
                    </a:cubicBezTo>
                    <a:cubicBezTo>
                      <a:pt x="381" y="287"/>
                      <a:pt x="381" y="287"/>
                      <a:pt x="381" y="287"/>
                    </a:cubicBezTo>
                    <a:cubicBezTo>
                      <a:pt x="247" y="283"/>
                      <a:pt x="247" y="283"/>
                      <a:pt x="247" y="283"/>
                    </a:cubicBezTo>
                    <a:cubicBezTo>
                      <a:pt x="220" y="278"/>
                      <a:pt x="220" y="278"/>
                      <a:pt x="220" y="278"/>
                    </a:cubicBezTo>
                    <a:cubicBezTo>
                      <a:pt x="141" y="193"/>
                      <a:pt x="141" y="193"/>
                      <a:pt x="141" y="193"/>
                    </a:cubicBezTo>
                    <a:cubicBezTo>
                      <a:pt x="156" y="143"/>
                      <a:pt x="156" y="143"/>
                      <a:pt x="156" y="143"/>
                    </a:cubicBezTo>
                    <a:cubicBezTo>
                      <a:pt x="156" y="142"/>
                      <a:pt x="155" y="142"/>
                      <a:pt x="155" y="141"/>
                    </a:cubicBezTo>
                    <a:cubicBezTo>
                      <a:pt x="155" y="141"/>
                      <a:pt x="154" y="141"/>
                      <a:pt x="154" y="142"/>
                    </a:cubicBezTo>
                    <a:cubicBezTo>
                      <a:pt x="101" y="280"/>
                      <a:pt x="101" y="280"/>
                      <a:pt x="101" y="280"/>
                    </a:cubicBezTo>
                    <a:cubicBezTo>
                      <a:pt x="57" y="279"/>
                      <a:pt x="57" y="279"/>
                      <a:pt x="57" y="279"/>
                    </a:cubicBezTo>
                    <a:cubicBezTo>
                      <a:pt x="56" y="279"/>
                      <a:pt x="56" y="279"/>
                      <a:pt x="55" y="279"/>
                    </a:cubicBezTo>
                    <a:cubicBezTo>
                      <a:pt x="21" y="391"/>
                      <a:pt x="21" y="391"/>
                      <a:pt x="21" y="391"/>
                    </a:cubicBezTo>
                    <a:cubicBezTo>
                      <a:pt x="20" y="392"/>
                      <a:pt x="20" y="392"/>
                      <a:pt x="20" y="392"/>
                    </a:cubicBezTo>
                    <a:cubicBezTo>
                      <a:pt x="25" y="413"/>
                      <a:pt x="25" y="413"/>
                      <a:pt x="25" y="413"/>
                    </a:cubicBezTo>
                    <a:cubicBezTo>
                      <a:pt x="6" y="445"/>
                      <a:pt x="6" y="445"/>
                      <a:pt x="6" y="445"/>
                    </a:cubicBezTo>
                    <a:cubicBezTo>
                      <a:pt x="6" y="446"/>
                      <a:pt x="6" y="446"/>
                      <a:pt x="6" y="446"/>
                    </a:cubicBezTo>
                    <a:cubicBezTo>
                      <a:pt x="0" y="545"/>
                      <a:pt x="0" y="545"/>
                      <a:pt x="0" y="545"/>
                    </a:cubicBezTo>
                    <a:cubicBezTo>
                      <a:pt x="0" y="546"/>
                      <a:pt x="0" y="546"/>
                      <a:pt x="0" y="546"/>
                    </a:cubicBezTo>
                    <a:cubicBezTo>
                      <a:pt x="1" y="546"/>
                      <a:pt x="1" y="546"/>
                      <a:pt x="2" y="546"/>
                    </a:cubicBezTo>
                    <a:cubicBezTo>
                      <a:pt x="35" y="459"/>
                      <a:pt x="35" y="459"/>
                      <a:pt x="35" y="459"/>
                    </a:cubicBezTo>
                    <a:cubicBezTo>
                      <a:pt x="37" y="470"/>
                      <a:pt x="37" y="470"/>
                      <a:pt x="37" y="470"/>
                    </a:cubicBezTo>
                    <a:cubicBezTo>
                      <a:pt x="46" y="509"/>
                      <a:pt x="46" y="509"/>
                      <a:pt x="46" y="509"/>
                    </a:cubicBezTo>
                    <a:cubicBezTo>
                      <a:pt x="47" y="516"/>
                      <a:pt x="48" y="522"/>
                      <a:pt x="49" y="529"/>
                    </a:cubicBezTo>
                    <a:cubicBezTo>
                      <a:pt x="53" y="548"/>
                      <a:pt x="53" y="548"/>
                      <a:pt x="53" y="548"/>
                    </a:cubicBezTo>
                    <a:cubicBezTo>
                      <a:pt x="61" y="590"/>
                      <a:pt x="61" y="590"/>
                      <a:pt x="61" y="590"/>
                    </a:cubicBezTo>
                    <a:cubicBezTo>
                      <a:pt x="11" y="621"/>
                      <a:pt x="11" y="621"/>
                      <a:pt x="11" y="621"/>
                    </a:cubicBezTo>
                    <a:cubicBezTo>
                      <a:pt x="11" y="621"/>
                      <a:pt x="11" y="621"/>
                      <a:pt x="11" y="621"/>
                    </a:cubicBezTo>
                    <a:cubicBezTo>
                      <a:pt x="10" y="622"/>
                      <a:pt x="10" y="622"/>
                      <a:pt x="11" y="623"/>
                    </a:cubicBezTo>
                    <a:cubicBezTo>
                      <a:pt x="44" y="661"/>
                      <a:pt x="44" y="661"/>
                      <a:pt x="44" y="661"/>
                    </a:cubicBezTo>
                    <a:cubicBezTo>
                      <a:pt x="29" y="701"/>
                      <a:pt x="29" y="701"/>
                      <a:pt x="29" y="701"/>
                    </a:cubicBezTo>
                    <a:cubicBezTo>
                      <a:pt x="29" y="701"/>
                      <a:pt x="29" y="701"/>
                      <a:pt x="29" y="702"/>
                    </a:cubicBezTo>
                    <a:cubicBezTo>
                      <a:pt x="70" y="789"/>
                      <a:pt x="70" y="789"/>
                      <a:pt x="70" y="789"/>
                    </a:cubicBezTo>
                    <a:cubicBezTo>
                      <a:pt x="70" y="789"/>
                      <a:pt x="70" y="789"/>
                      <a:pt x="70" y="789"/>
                    </a:cubicBezTo>
                    <a:cubicBezTo>
                      <a:pt x="117" y="825"/>
                      <a:pt x="117" y="825"/>
                      <a:pt x="117" y="825"/>
                    </a:cubicBezTo>
                    <a:cubicBezTo>
                      <a:pt x="105" y="837"/>
                      <a:pt x="105" y="837"/>
                      <a:pt x="105" y="837"/>
                    </a:cubicBezTo>
                    <a:cubicBezTo>
                      <a:pt x="105" y="837"/>
                      <a:pt x="105" y="837"/>
                      <a:pt x="105" y="837"/>
                    </a:cubicBezTo>
                    <a:cubicBezTo>
                      <a:pt x="105" y="837"/>
                      <a:pt x="105" y="837"/>
                      <a:pt x="105" y="837"/>
                    </a:cubicBezTo>
                    <a:cubicBezTo>
                      <a:pt x="196" y="922"/>
                      <a:pt x="196" y="922"/>
                      <a:pt x="196" y="922"/>
                    </a:cubicBezTo>
                    <a:cubicBezTo>
                      <a:pt x="177" y="924"/>
                      <a:pt x="177" y="924"/>
                      <a:pt x="177" y="924"/>
                    </a:cubicBezTo>
                    <a:cubicBezTo>
                      <a:pt x="177" y="925"/>
                      <a:pt x="177" y="925"/>
                      <a:pt x="177" y="925"/>
                    </a:cubicBezTo>
                    <a:cubicBezTo>
                      <a:pt x="177" y="925"/>
                      <a:pt x="177" y="925"/>
                      <a:pt x="177" y="925"/>
                    </a:cubicBezTo>
                    <a:cubicBezTo>
                      <a:pt x="228" y="952"/>
                      <a:pt x="228" y="952"/>
                      <a:pt x="228" y="952"/>
                    </a:cubicBezTo>
                    <a:cubicBezTo>
                      <a:pt x="228" y="952"/>
                      <a:pt x="228" y="952"/>
                      <a:pt x="229" y="952"/>
                    </a:cubicBezTo>
                    <a:cubicBezTo>
                      <a:pt x="229" y="952"/>
                      <a:pt x="229" y="951"/>
                      <a:pt x="228" y="951"/>
                    </a:cubicBezTo>
                    <a:cubicBezTo>
                      <a:pt x="197" y="922"/>
                      <a:pt x="197" y="922"/>
                      <a:pt x="197" y="922"/>
                    </a:cubicBezTo>
                    <a:cubicBezTo>
                      <a:pt x="261" y="914"/>
                      <a:pt x="261" y="914"/>
                      <a:pt x="261" y="914"/>
                    </a:cubicBezTo>
                    <a:cubicBezTo>
                      <a:pt x="296" y="938"/>
                      <a:pt x="296" y="938"/>
                      <a:pt x="296" y="938"/>
                    </a:cubicBezTo>
                    <a:cubicBezTo>
                      <a:pt x="296" y="938"/>
                      <a:pt x="296" y="938"/>
                      <a:pt x="296" y="938"/>
                    </a:cubicBezTo>
                    <a:cubicBezTo>
                      <a:pt x="296" y="939"/>
                      <a:pt x="297" y="939"/>
                      <a:pt x="298" y="938"/>
                    </a:cubicBezTo>
                    <a:cubicBezTo>
                      <a:pt x="310" y="917"/>
                      <a:pt x="310" y="917"/>
                      <a:pt x="310" y="917"/>
                    </a:cubicBezTo>
                    <a:cubicBezTo>
                      <a:pt x="338" y="935"/>
                      <a:pt x="338" y="935"/>
                      <a:pt x="338" y="935"/>
                    </a:cubicBezTo>
                    <a:cubicBezTo>
                      <a:pt x="283" y="971"/>
                      <a:pt x="283" y="971"/>
                      <a:pt x="283" y="971"/>
                    </a:cubicBezTo>
                    <a:cubicBezTo>
                      <a:pt x="283" y="971"/>
                      <a:pt x="283" y="971"/>
                      <a:pt x="283" y="971"/>
                    </a:cubicBezTo>
                    <a:cubicBezTo>
                      <a:pt x="283" y="972"/>
                      <a:pt x="282" y="973"/>
                      <a:pt x="283" y="973"/>
                    </a:cubicBezTo>
                    <a:cubicBezTo>
                      <a:pt x="315" y="1019"/>
                      <a:pt x="315" y="1019"/>
                      <a:pt x="315" y="1019"/>
                    </a:cubicBezTo>
                    <a:cubicBezTo>
                      <a:pt x="316" y="1019"/>
                      <a:pt x="316" y="1019"/>
                      <a:pt x="317" y="1019"/>
                    </a:cubicBezTo>
                    <a:cubicBezTo>
                      <a:pt x="369" y="1017"/>
                      <a:pt x="369" y="1017"/>
                      <a:pt x="369" y="1017"/>
                    </a:cubicBezTo>
                    <a:cubicBezTo>
                      <a:pt x="421" y="1015"/>
                      <a:pt x="421" y="1015"/>
                      <a:pt x="421" y="1015"/>
                    </a:cubicBezTo>
                    <a:cubicBezTo>
                      <a:pt x="491" y="1011"/>
                      <a:pt x="491" y="1011"/>
                      <a:pt x="491" y="1011"/>
                    </a:cubicBezTo>
                    <a:cubicBezTo>
                      <a:pt x="485" y="1027"/>
                      <a:pt x="485" y="1027"/>
                      <a:pt x="485" y="1027"/>
                    </a:cubicBezTo>
                    <a:cubicBezTo>
                      <a:pt x="436" y="1038"/>
                      <a:pt x="436" y="1038"/>
                      <a:pt x="436" y="1038"/>
                    </a:cubicBezTo>
                    <a:cubicBezTo>
                      <a:pt x="436" y="1038"/>
                      <a:pt x="436" y="1038"/>
                      <a:pt x="436" y="1038"/>
                    </a:cubicBezTo>
                    <a:cubicBezTo>
                      <a:pt x="436" y="1039"/>
                      <a:pt x="436" y="1039"/>
                      <a:pt x="436" y="1039"/>
                    </a:cubicBezTo>
                    <a:cubicBezTo>
                      <a:pt x="479" y="1043"/>
                      <a:pt x="479" y="1043"/>
                      <a:pt x="479" y="1043"/>
                    </a:cubicBezTo>
                    <a:cubicBezTo>
                      <a:pt x="473" y="1059"/>
                      <a:pt x="473" y="1059"/>
                      <a:pt x="473" y="1059"/>
                    </a:cubicBezTo>
                    <a:cubicBezTo>
                      <a:pt x="473" y="1059"/>
                      <a:pt x="473" y="1059"/>
                      <a:pt x="473" y="1059"/>
                    </a:cubicBezTo>
                    <a:cubicBezTo>
                      <a:pt x="473" y="1060"/>
                      <a:pt x="473" y="1060"/>
                      <a:pt x="474" y="1060"/>
                    </a:cubicBezTo>
                    <a:cubicBezTo>
                      <a:pt x="609" y="1055"/>
                      <a:pt x="609" y="1055"/>
                      <a:pt x="609" y="1055"/>
                    </a:cubicBezTo>
                    <a:cubicBezTo>
                      <a:pt x="610" y="1055"/>
                      <a:pt x="610" y="1055"/>
                      <a:pt x="610" y="1055"/>
                    </a:cubicBezTo>
                    <a:cubicBezTo>
                      <a:pt x="610" y="1054"/>
                      <a:pt x="610" y="1054"/>
                      <a:pt x="609" y="1054"/>
                    </a:cubicBezTo>
                    <a:cubicBezTo>
                      <a:pt x="481" y="1042"/>
                      <a:pt x="481" y="1042"/>
                      <a:pt x="481" y="1042"/>
                    </a:cubicBezTo>
                    <a:cubicBezTo>
                      <a:pt x="486" y="1028"/>
                      <a:pt x="486" y="1028"/>
                      <a:pt x="486" y="1028"/>
                    </a:cubicBezTo>
                    <a:cubicBezTo>
                      <a:pt x="586" y="1007"/>
                      <a:pt x="586" y="1007"/>
                      <a:pt x="586" y="1007"/>
                    </a:cubicBezTo>
                    <a:cubicBezTo>
                      <a:pt x="598" y="1006"/>
                      <a:pt x="598" y="1006"/>
                      <a:pt x="598" y="1006"/>
                    </a:cubicBezTo>
                    <a:cubicBezTo>
                      <a:pt x="509" y="1028"/>
                      <a:pt x="509" y="1028"/>
                      <a:pt x="509" y="1028"/>
                    </a:cubicBezTo>
                    <a:cubicBezTo>
                      <a:pt x="508" y="1028"/>
                      <a:pt x="508" y="1029"/>
                      <a:pt x="508" y="1029"/>
                    </a:cubicBezTo>
                    <a:cubicBezTo>
                      <a:pt x="508" y="1030"/>
                      <a:pt x="508" y="1031"/>
                      <a:pt x="509" y="1031"/>
                    </a:cubicBezTo>
                    <a:cubicBezTo>
                      <a:pt x="630" y="1049"/>
                      <a:pt x="630" y="1049"/>
                      <a:pt x="630" y="1049"/>
                    </a:cubicBezTo>
                    <a:cubicBezTo>
                      <a:pt x="631" y="1049"/>
                      <a:pt x="631" y="1049"/>
                      <a:pt x="631" y="1049"/>
                    </a:cubicBezTo>
                    <a:cubicBezTo>
                      <a:pt x="753" y="1021"/>
                      <a:pt x="753" y="1021"/>
                      <a:pt x="753" y="1021"/>
                    </a:cubicBezTo>
                    <a:cubicBezTo>
                      <a:pt x="754" y="1021"/>
                      <a:pt x="754" y="1020"/>
                      <a:pt x="754" y="1019"/>
                    </a:cubicBezTo>
                    <a:cubicBezTo>
                      <a:pt x="754" y="1019"/>
                      <a:pt x="754" y="1018"/>
                      <a:pt x="753" y="1018"/>
                    </a:cubicBezTo>
                    <a:cubicBezTo>
                      <a:pt x="661" y="1003"/>
                      <a:pt x="661" y="1003"/>
                      <a:pt x="661" y="1003"/>
                    </a:cubicBezTo>
                    <a:cubicBezTo>
                      <a:pt x="735" y="999"/>
                      <a:pt x="735" y="999"/>
                      <a:pt x="735" y="999"/>
                    </a:cubicBezTo>
                    <a:cubicBezTo>
                      <a:pt x="736" y="999"/>
                      <a:pt x="736" y="999"/>
                      <a:pt x="736" y="998"/>
                    </a:cubicBezTo>
                    <a:cubicBezTo>
                      <a:pt x="736" y="997"/>
                      <a:pt x="736" y="996"/>
                      <a:pt x="735" y="996"/>
                    </a:cubicBezTo>
                    <a:cubicBezTo>
                      <a:pt x="735" y="996"/>
                      <a:pt x="735" y="996"/>
                      <a:pt x="735" y="996"/>
                    </a:cubicBezTo>
                    <a:cubicBezTo>
                      <a:pt x="735" y="996"/>
                      <a:pt x="735" y="996"/>
                      <a:pt x="735" y="996"/>
                    </a:cubicBezTo>
                    <a:cubicBezTo>
                      <a:pt x="644" y="1000"/>
                      <a:pt x="644" y="1000"/>
                      <a:pt x="644" y="1000"/>
                    </a:cubicBezTo>
                    <a:cubicBezTo>
                      <a:pt x="638" y="999"/>
                      <a:pt x="638" y="999"/>
                      <a:pt x="638" y="999"/>
                    </a:cubicBezTo>
                    <a:cubicBezTo>
                      <a:pt x="662" y="993"/>
                      <a:pt x="662" y="993"/>
                      <a:pt x="662" y="993"/>
                    </a:cubicBezTo>
                    <a:cubicBezTo>
                      <a:pt x="773" y="988"/>
                      <a:pt x="773" y="988"/>
                      <a:pt x="773" y="988"/>
                    </a:cubicBezTo>
                    <a:cubicBezTo>
                      <a:pt x="773" y="988"/>
                      <a:pt x="773" y="988"/>
                      <a:pt x="773" y="988"/>
                    </a:cubicBezTo>
                    <a:cubicBezTo>
                      <a:pt x="774" y="987"/>
                      <a:pt x="774" y="987"/>
                      <a:pt x="774" y="986"/>
                    </a:cubicBezTo>
                    <a:cubicBezTo>
                      <a:pt x="767" y="967"/>
                      <a:pt x="767" y="967"/>
                      <a:pt x="767" y="967"/>
                    </a:cubicBezTo>
                    <a:cubicBezTo>
                      <a:pt x="839" y="950"/>
                      <a:pt x="839" y="950"/>
                      <a:pt x="839" y="950"/>
                    </a:cubicBezTo>
                    <a:cubicBezTo>
                      <a:pt x="847" y="958"/>
                      <a:pt x="847" y="958"/>
                      <a:pt x="847" y="958"/>
                    </a:cubicBezTo>
                    <a:cubicBezTo>
                      <a:pt x="847" y="958"/>
                      <a:pt x="848" y="958"/>
                      <a:pt x="848" y="958"/>
                    </a:cubicBezTo>
                    <a:cubicBezTo>
                      <a:pt x="848" y="957"/>
                      <a:pt x="848" y="957"/>
                      <a:pt x="848" y="956"/>
                    </a:cubicBezTo>
                    <a:cubicBezTo>
                      <a:pt x="841" y="949"/>
                      <a:pt x="841" y="949"/>
                      <a:pt x="841" y="949"/>
                    </a:cubicBezTo>
                    <a:cubicBezTo>
                      <a:pt x="881" y="939"/>
                      <a:pt x="881" y="939"/>
                      <a:pt x="881" y="939"/>
                    </a:cubicBezTo>
                    <a:cubicBezTo>
                      <a:pt x="881" y="939"/>
                      <a:pt x="882" y="939"/>
                      <a:pt x="882" y="938"/>
                    </a:cubicBezTo>
                    <a:cubicBezTo>
                      <a:pt x="890" y="885"/>
                      <a:pt x="890" y="885"/>
                      <a:pt x="890" y="885"/>
                    </a:cubicBezTo>
                    <a:cubicBezTo>
                      <a:pt x="890" y="885"/>
                      <a:pt x="890" y="885"/>
                      <a:pt x="890" y="885"/>
                    </a:cubicBezTo>
                    <a:cubicBezTo>
                      <a:pt x="883" y="852"/>
                      <a:pt x="883" y="852"/>
                      <a:pt x="883" y="852"/>
                    </a:cubicBezTo>
                    <a:cubicBezTo>
                      <a:pt x="951" y="862"/>
                      <a:pt x="951" y="862"/>
                      <a:pt x="951" y="862"/>
                    </a:cubicBezTo>
                    <a:cubicBezTo>
                      <a:pt x="952" y="862"/>
                      <a:pt x="952" y="862"/>
                      <a:pt x="953" y="861"/>
                    </a:cubicBezTo>
                    <a:cubicBezTo>
                      <a:pt x="977" y="822"/>
                      <a:pt x="977" y="822"/>
                      <a:pt x="977" y="822"/>
                    </a:cubicBezTo>
                    <a:cubicBezTo>
                      <a:pt x="981" y="821"/>
                      <a:pt x="981" y="821"/>
                      <a:pt x="981" y="821"/>
                    </a:cubicBezTo>
                    <a:cubicBezTo>
                      <a:pt x="981" y="821"/>
                      <a:pt x="981" y="821"/>
                      <a:pt x="981" y="821"/>
                    </a:cubicBezTo>
                    <a:cubicBezTo>
                      <a:pt x="990" y="799"/>
                      <a:pt x="990" y="799"/>
                      <a:pt x="990" y="799"/>
                    </a:cubicBezTo>
                    <a:cubicBezTo>
                      <a:pt x="1038" y="721"/>
                      <a:pt x="1038" y="721"/>
                      <a:pt x="1038" y="721"/>
                    </a:cubicBezTo>
                    <a:cubicBezTo>
                      <a:pt x="1038" y="720"/>
                      <a:pt x="1038" y="720"/>
                      <a:pt x="1038" y="720"/>
                    </a:cubicBezTo>
                    <a:cubicBezTo>
                      <a:pt x="1076" y="564"/>
                      <a:pt x="1076" y="564"/>
                      <a:pt x="1076" y="564"/>
                    </a:cubicBezTo>
                    <a:cubicBezTo>
                      <a:pt x="1076" y="564"/>
                      <a:pt x="1076" y="564"/>
                      <a:pt x="1076" y="564"/>
                    </a:cubicBezTo>
                    <a:lnTo>
                      <a:pt x="1058" y="432"/>
                    </a:lnTo>
                    <a:close/>
                    <a:moveTo>
                      <a:pt x="1012" y="437"/>
                    </a:moveTo>
                    <a:cubicBezTo>
                      <a:pt x="1001" y="439"/>
                      <a:pt x="1001" y="439"/>
                      <a:pt x="1001" y="439"/>
                    </a:cubicBezTo>
                    <a:cubicBezTo>
                      <a:pt x="997" y="439"/>
                      <a:pt x="994" y="440"/>
                      <a:pt x="990" y="441"/>
                    </a:cubicBezTo>
                    <a:cubicBezTo>
                      <a:pt x="968" y="444"/>
                      <a:pt x="968" y="444"/>
                      <a:pt x="968" y="444"/>
                    </a:cubicBezTo>
                    <a:cubicBezTo>
                      <a:pt x="879" y="459"/>
                      <a:pt x="879" y="459"/>
                      <a:pt x="879" y="459"/>
                    </a:cubicBezTo>
                    <a:cubicBezTo>
                      <a:pt x="878" y="459"/>
                      <a:pt x="878" y="460"/>
                      <a:pt x="878" y="461"/>
                    </a:cubicBezTo>
                    <a:cubicBezTo>
                      <a:pt x="868" y="719"/>
                      <a:pt x="868" y="719"/>
                      <a:pt x="868" y="719"/>
                    </a:cubicBezTo>
                    <a:cubicBezTo>
                      <a:pt x="858" y="733"/>
                      <a:pt x="858" y="733"/>
                      <a:pt x="858" y="733"/>
                    </a:cubicBezTo>
                    <a:cubicBezTo>
                      <a:pt x="784" y="382"/>
                      <a:pt x="784" y="382"/>
                      <a:pt x="784" y="382"/>
                    </a:cubicBezTo>
                    <a:cubicBezTo>
                      <a:pt x="1056" y="431"/>
                      <a:pt x="1056" y="431"/>
                      <a:pt x="1056" y="431"/>
                    </a:cubicBezTo>
                    <a:lnTo>
                      <a:pt x="1012" y="437"/>
                    </a:lnTo>
                    <a:close/>
                    <a:moveTo>
                      <a:pt x="948" y="614"/>
                    </a:moveTo>
                    <a:cubicBezTo>
                      <a:pt x="1043" y="590"/>
                      <a:pt x="1043" y="590"/>
                      <a:pt x="1043" y="590"/>
                    </a:cubicBezTo>
                    <a:cubicBezTo>
                      <a:pt x="972" y="760"/>
                      <a:pt x="972" y="760"/>
                      <a:pt x="972" y="760"/>
                    </a:cubicBezTo>
                    <a:cubicBezTo>
                      <a:pt x="972" y="761"/>
                      <a:pt x="972" y="761"/>
                      <a:pt x="973" y="761"/>
                    </a:cubicBezTo>
                    <a:cubicBezTo>
                      <a:pt x="973" y="761"/>
                      <a:pt x="973" y="761"/>
                      <a:pt x="973" y="761"/>
                    </a:cubicBezTo>
                    <a:cubicBezTo>
                      <a:pt x="1043" y="669"/>
                      <a:pt x="1043" y="669"/>
                      <a:pt x="1043" y="669"/>
                    </a:cubicBezTo>
                    <a:cubicBezTo>
                      <a:pt x="994" y="788"/>
                      <a:pt x="994" y="788"/>
                      <a:pt x="994" y="788"/>
                    </a:cubicBezTo>
                    <a:cubicBezTo>
                      <a:pt x="974" y="821"/>
                      <a:pt x="974" y="821"/>
                      <a:pt x="974" y="821"/>
                    </a:cubicBezTo>
                    <a:cubicBezTo>
                      <a:pt x="879" y="833"/>
                      <a:pt x="879" y="833"/>
                      <a:pt x="879" y="833"/>
                    </a:cubicBezTo>
                    <a:cubicBezTo>
                      <a:pt x="869" y="786"/>
                      <a:pt x="869" y="786"/>
                      <a:pt x="869" y="786"/>
                    </a:cubicBezTo>
                    <a:cubicBezTo>
                      <a:pt x="871" y="717"/>
                      <a:pt x="871" y="717"/>
                      <a:pt x="871" y="717"/>
                    </a:cubicBezTo>
                    <a:lnTo>
                      <a:pt x="948" y="614"/>
                    </a:lnTo>
                    <a:close/>
                    <a:moveTo>
                      <a:pt x="863" y="870"/>
                    </a:moveTo>
                    <a:cubicBezTo>
                      <a:pt x="861" y="849"/>
                      <a:pt x="861" y="849"/>
                      <a:pt x="861" y="849"/>
                    </a:cubicBezTo>
                    <a:cubicBezTo>
                      <a:pt x="863" y="850"/>
                      <a:pt x="863" y="850"/>
                      <a:pt x="863" y="850"/>
                    </a:cubicBezTo>
                    <a:lnTo>
                      <a:pt x="863" y="870"/>
                    </a:lnTo>
                    <a:close/>
                    <a:moveTo>
                      <a:pt x="860" y="846"/>
                    </a:moveTo>
                    <a:cubicBezTo>
                      <a:pt x="860" y="837"/>
                      <a:pt x="860" y="837"/>
                      <a:pt x="860" y="837"/>
                    </a:cubicBezTo>
                    <a:cubicBezTo>
                      <a:pt x="864" y="836"/>
                      <a:pt x="864" y="836"/>
                      <a:pt x="864" y="836"/>
                    </a:cubicBezTo>
                    <a:cubicBezTo>
                      <a:pt x="864" y="847"/>
                      <a:pt x="864" y="847"/>
                      <a:pt x="864" y="847"/>
                    </a:cubicBezTo>
                    <a:lnTo>
                      <a:pt x="860" y="846"/>
                    </a:lnTo>
                    <a:close/>
                    <a:moveTo>
                      <a:pt x="758" y="867"/>
                    </a:moveTo>
                    <a:cubicBezTo>
                      <a:pt x="743" y="852"/>
                      <a:pt x="743" y="852"/>
                      <a:pt x="743" y="852"/>
                    </a:cubicBezTo>
                    <a:cubicBezTo>
                      <a:pt x="748" y="851"/>
                      <a:pt x="748" y="851"/>
                      <a:pt x="748" y="851"/>
                    </a:cubicBezTo>
                    <a:cubicBezTo>
                      <a:pt x="760" y="864"/>
                      <a:pt x="760" y="864"/>
                      <a:pt x="760" y="864"/>
                    </a:cubicBezTo>
                    <a:lnTo>
                      <a:pt x="758" y="867"/>
                    </a:lnTo>
                    <a:close/>
                    <a:moveTo>
                      <a:pt x="761" y="865"/>
                    </a:moveTo>
                    <a:cubicBezTo>
                      <a:pt x="816" y="924"/>
                      <a:pt x="816" y="924"/>
                      <a:pt x="816" y="924"/>
                    </a:cubicBezTo>
                    <a:cubicBezTo>
                      <a:pt x="759" y="868"/>
                      <a:pt x="759" y="868"/>
                      <a:pt x="759" y="868"/>
                    </a:cubicBezTo>
                    <a:lnTo>
                      <a:pt x="761" y="865"/>
                    </a:lnTo>
                    <a:close/>
                    <a:moveTo>
                      <a:pt x="641" y="993"/>
                    </a:moveTo>
                    <a:cubicBezTo>
                      <a:pt x="641" y="993"/>
                      <a:pt x="641" y="993"/>
                      <a:pt x="641" y="993"/>
                    </a:cubicBezTo>
                    <a:cubicBezTo>
                      <a:pt x="622" y="997"/>
                      <a:pt x="622" y="997"/>
                      <a:pt x="622" y="997"/>
                    </a:cubicBezTo>
                    <a:cubicBezTo>
                      <a:pt x="506" y="978"/>
                      <a:pt x="506" y="978"/>
                      <a:pt x="506" y="978"/>
                    </a:cubicBezTo>
                    <a:cubicBezTo>
                      <a:pt x="538" y="896"/>
                      <a:pt x="538" y="896"/>
                      <a:pt x="538" y="896"/>
                    </a:cubicBezTo>
                    <a:cubicBezTo>
                      <a:pt x="562" y="875"/>
                      <a:pt x="562" y="875"/>
                      <a:pt x="562" y="875"/>
                    </a:cubicBezTo>
                    <a:cubicBezTo>
                      <a:pt x="707" y="857"/>
                      <a:pt x="707" y="857"/>
                      <a:pt x="707" y="857"/>
                    </a:cubicBezTo>
                    <a:cubicBezTo>
                      <a:pt x="722" y="916"/>
                      <a:pt x="722" y="916"/>
                      <a:pt x="722" y="916"/>
                    </a:cubicBezTo>
                    <a:cubicBezTo>
                      <a:pt x="722" y="916"/>
                      <a:pt x="722" y="916"/>
                      <a:pt x="722" y="917"/>
                    </a:cubicBezTo>
                    <a:cubicBezTo>
                      <a:pt x="723" y="917"/>
                      <a:pt x="723" y="917"/>
                      <a:pt x="723" y="916"/>
                    </a:cubicBezTo>
                    <a:cubicBezTo>
                      <a:pt x="739" y="895"/>
                      <a:pt x="739" y="895"/>
                      <a:pt x="739" y="895"/>
                    </a:cubicBezTo>
                    <a:cubicBezTo>
                      <a:pt x="764" y="965"/>
                      <a:pt x="764" y="965"/>
                      <a:pt x="764" y="965"/>
                    </a:cubicBezTo>
                    <a:cubicBezTo>
                      <a:pt x="655" y="992"/>
                      <a:pt x="655" y="992"/>
                      <a:pt x="655" y="992"/>
                    </a:cubicBezTo>
                    <a:lnTo>
                      <a:pt x="641" y="993"/>
                    </a:lnTo>
                    <a:close/>
                    <a:moveTo>
                      <a:pt x="616" y="1002"/>
                    </a:moveTo>
                    <a:cubicBezTo>
                      <a:pt x="606" y="1002"/>
                      <a:pt x="606" y="1002"/>
                      <a:pt x="606" y="1002"/>
                    </a:cubicBezTo>
                    <a:cubicBezTo>
                      <a:pt x="619" y="999"/>
                      <a:pt x="619" y="999"/>
                      <a:pt x="619" y="999"/>
                    </a:cubicBezTo>
                    <a:cubicBezTo>
                      <a:pt x="622" y="1000"/>
                      <a:pt x="622" y="1000"/>
                      <a:pt x="622" y="1000"/>
                    </a:cubicBezTo>
                    <a:lnTo>
                      <a:pt x="616" y="1002"/>
                    </a:lnTo>
                    <a:close/>
                    <a:moveTo>
                      <a:pt x="596" y="1003"/>
                    </a:moveTo>
                    <a:cubicBezTo>
                      <a:pt x="577" y="1003"/>
                      <a:pt x="577" y="1003"/>
                      <a:pt x="577" y="1003"/>
                    </a:cubicBezTo>
                    <a:cubicBezTo>
                      <a:pt x="503" y="985"/>
                      <a:pt x="503" y="985"/>
                      <a:pt x="503" y="985"/>
                    </a:cubicBezTo>
                    <a:cubicBezTo>
                      <a:pt x="505" y="981"/>
                      <a:pt x="505" y="981"/>
                      <a:pt x="505" y="981"/>
                    </a:cubicBezTo>
                    <a:cubicBezTo>
                      <a:pt x="614" y="999"/>
                      <a:pt x="614" y="999"/>
                      <a:pt x="614" y="999"/>
                    </a:cubicBezTo>
                    <a:lnTo>
                      <a:pt x="596" y="1003"/>
                    </a:lnTo>
                    <a:close/>
                    <a:moveTo>
                      <a:pt x="568" y="1004"/>
                    </a:moveTo>
                    <a:cubicBezTo>
                      <a:pt x="526" y="1006"/>
                      <a:pt x="526" y="1006"/>
                      <a:pt x="526" y="1006"/>
                    </a:cubicBezTo>
                    <a:cubicBezTo>
                      <a:pt x="494" y="1008"/>
                      <a:pt x="494" y="1008"/>
                      <a:pt x="494" y="1008"/>
                    </a:cubicBezTo>
                    <a:cubicBezTo>
                      <a:pt x="502" y="988"/>
                      <a:pt x="502" y="988"/>
                      <a:pt x="502" y="988"/>
                    </a:cubicBezTo>
                    <a:lnTo>
                      <a:pt x="568" y="1004"/>
                    </a:lnTo>
                    <a:close/>
                    <a:moveTo>
                      <a:pt x="501" y="985"/>
                    </a:moveTo>
                    <a:cubicBezTo>
                      <a:pt x="448" y="972"/>
                      <a:pt x="448" y="972"/>
                      <a:pt x="448" y="972"/>
                    </a:cubicBezTo>
                    <a:cubicBezTo>
                      <a:pt x="503" y="981"/>
                      <a:pt x="503" y="981"/>
                      <a:pt x="503" y="981"/>
                    </a:cubicBezTo>
                    <a:lnTo>
                      <a:pt x="501" y="985"/>
                    </a:lnTo>
                    <a:close/>
                    <a:moveTo>
                      <a:pt x="331" y="904"/>
                    </a:moveTo>
                    <a:cubicBezTo>
                      <a:pt x="322" y="896"/>
                      <a:pt x="322" y="896"/>
                      <a:pt x="322" y="896"/>
                    </a:cubicBezTo>
                    <a:cubicBezTo>
                      <a:pt x="361" y="830"/>
                      <a:pt x="361" y="830"/>
                      <a:pt x="361" y="830"/>
                    </a:cubicBezTo>
                    <a:cubicBezTo>
                      <a:pt x="362" y="836"/>
                      <a:pt x="362" y="836"/>
                      <a:pt x="362" y="836"/>
                    </a:cubicBezTo>
                    <a:cubicBezTo>
                      <a:pt x="362" y="837"/>
                      <a:pt x="362" y="837"/>
                      <a:pt x="362" y="837"/>
                    </a:cubicBezTo>
                    <a:cubicBezTo>
                      <a:pt x="363" y="837"/>
                      <a:pt x="364" y="838"/>
                      <a:pt x="364" y="837"/>
                    </a:cubicBezTo>
                    <a:cubicBezTo>
                      <a:pt x="427" y="787"/>
                      <a:pt x="427" y="787"/>
                      <a:pt x="427" y="787"/>
                    </a:cubicBezTo>
                    <a:cubicBezTo>
                      <a:pt x="538" y="803"/>
                      <a:pt x="538" y="803"/>
                      <a:pt x="538" y="803"/>
                    </a:cubicBezTo>
                    <a:cubicBezTo>
                      <a:pt x="398" y="896"/>
                      <a:pt x="398" y="896"/>
                      <a:pt x="398" y="896"/>
                    </a:cubicBezTo>
                    <a:lnTo>
                      <a:pt x="331" y="904"/>
                    </a:lnTo>
                    <a:close/>
                    <a:moveTo>
                      <a:pt x="396" y="897"/>
                    </a:moveTo>
                    <a:cubicBezTo>
                      <a:pt x="353" y="925"/>
                      <a:pt x="353" y="925"/>
                      <a:pt x="353" y="925"/>
                    </a:cubicBezTo>
                    <a:cubicBezTo>
                      <a:pt x="332" y="905"/>
                      <a:pt x="332" y="905"/>
                      <a:pt x="332" y="905"/>
                    </a:cubicBezTo>
                    <a:lnTo>
                      <a:pt x="396" y="897"/>
                    </a:lnTo>
                    <a:close/>
                    <a:moveTo>
                      <a:pt x="297" y="909"/>
                    </a:moveTo>
                    <a:cubicBezTo>
                      <a:pt x="274" y="895"/>
                      <a:pt x="274" y="895"/>
                      <a:pt x="274" y="895"/>
                    </a:cubicBezTo>
                    <a:cubicBezTo>
                      <a:pt x="298" y="873"/>
                      <a:pt x="298" y="873"/>
                      <a:pt x="298" y="873"/>
                    </a:cubicBezTo>
                    <a:cubicBezTo>
                      <a:pt x="320" y="894"/>
                      <a:pt x="320" y="894"/>
                      <a:pt x="320" y="894"/>
                    </a:cubicBezTo>
                    <a:cubicBezTo>
                      <a:pt x="313" y="907"/>
                      <a:pt x="313" y="907"/>
                      <a:pt x="313" y="907"/>
                    </a:cubicBezTo>
                    <a:lnTo>
                      <a:pt x="297" y="909"/>
                    </a:lnTo>
                    <a:close/>
                    <a:moveTo>
                      <a:pt x="312" y="908"/>
                    </a:moveTo>
                    <a:cubicBezTo>
                      <a:pt x="308" y="916"/>
                      <a:pt x="308" y="916"/>
                      <a:pt x="308" y="916"/>
                    </a:cubicBezTo>
                    <a:cubicBezTo>
                      <a:pt x="298" y="909"/>
                      <a:pt x="298" y="909"/>
                      <a:pt x="298" y="909"/>
                    </a:cubicBezTo>
                    <a:lnTo>
                      <a:pt x="312" y="908"/>
                    </a:lnTo>
                    <a:close/>
                    <a:moveTo>
                      <a:pt x="177" y="851"/>
                    </a:moveTo>
                    <a:cubicBezTo>
                      <a:pt x="173" y="847"/>
                      <a:pt x="173" y="847"/>
                      <a:pt x="173" y="847"/>
                    </a:cubicBezTo>
                    <a:cubicBezTo>
                      <a:pt x="220" y="799"/>
                      <a:pt x="220" y="799"/>
                      <a:pt x="220" y="799"/>
                    </a:cubicBezTo>
                    <a:cubicBezTo>
                      <a:pt x="298" y="873"/>
                      <a:pt x="298" y="873"/>
                      <a:pt x="298" y="873"/>
                    </a:cubicBezTo>
                    <a:cubicBezTo>
                      <a:pt x="274" y="895"/>
                      <a:pt x="274" y="895"/>
                      <a:pt x="274" y="895"/>
                    </a:cubicBezTo>
                    <a:cubicBezTo>
                      <a:pt x="274" y="895"/>
                      <a:pt x="274" y="895"/>
                      <a:pt x="274" y="895"/>
                    </a:cubicBezTo>
                    <a:cubicBezTo>
                      <a:pt x="274" y="895"/>
                      <a:pt x="274" y="895"/>
                      <a:pt x="274" y="895"/>
                    </a:cubicBezTo>
                    <a:cubicBezTo>
                      <a:pt x="296" y="909"/>
                      <a:pt x="296" y="909"/>
                      <a:pt x="296" y="909"/>
                    </a:cubicBezTo>
                    <a:cubicBezTo>
                      <a:pt x="265" y="913"/>
                      <a:pt x="265" y="913"/>
                      <a:pt x="265" y="913"/>
                    </a:cubicBezTo>
                    <a:lnTo>
                      <a:pt x="177" y="851"/>
                    </a:lnTo>
                    <a:close/>
                    <a:moveTo>
                      <a:pt x="161" y="856"/>
                    </a:moveTo>
                    <a:cubicBezTo>
                      <a:pt x="119" y="824"/>
                      <a:pt x="119" y="824"/>
                      <a:pt x="119" y="824"/>
                    </a:cubicBezTo>
                    <a:cubicBezTo>
                      <a:pt x="138" y="807"/>
                      <a:pt x="138" y="807"/>
                      <a:pt x="138" y="807"/>
                    </a:cubicBezTo>
                    <a:cubicBezTo>
                      <a:pt x="170" y="847"/>
                      <a:pt x="170" y="847"/>
                      <a:pt x="170" y="847"/>
                    </a:cubicBezTo>
                    <a:lnTo>
                      <a:pt x="161" y="856"/>
                    </a:lnTo>
                    <a:close/>
                    <a:moveTo>
                      <a:pt x="140" y="805"/>
                    </a:moveTo>
                    <a:cubicBezTo>
                      <a:pt x="184" y="765"/>
                      <a:pt x="184" y="765"/>
                      <a:pt x="184" y="765"/>
                    </a:cubicBezTo>
                    <a:cubicBezTo>
                      <a:pt x="218" y="798"/>
                      <a:pt x="218" y="798"/>
                      <a:pt x="218" y="798"/>
                    </a:cubicBezTo>
                    <a:cubicBezTo>
                      <a:pt x="172" y="845"/>
                      <a:pt x="172" y="845"/>
                      <a:pt x="172" y="845"/>
                    </a:cubicBezTo>
                    <a:lnTo>
                      <a:pt x="140" y="805"/>
                    </a:lnTo>
                    <a:close/>
                    <a:moveTo>
                      <a:pt x="53" y="641"/>
                    </a:moveTo>
                    <a:cubicBezTo>
                      <a:pt x="65" y="610"/>
                      <a:pt x="65" y="610"/>
                      <a:pt x="65" y="610"/>
                    </a:cubicBezTo>
                    <a:cubicBezTo>
                      <a:pt x="74" y="661"/>
                      <a:pt x="74" y="661"/>
                      <a:pt x="74" y="661"/>
                    </a:cubicBezTo>
                    <a:lnTo>
                      <a:pt x="53" y="641"/>
                    </a:lnTo>
                    <a:close/>
                    <a:moveTo>
                      <a:pt x="74" y="661"/>
                    </a:moveTo>
                    <a:cubicBezTo>
                      <a:pt x="82" y="701"/>
                      <a:pt x="82" y="701"/>
                      <a:pt x="82" y="701"/>
                    </a:cubicBezTo>
                    <a:cubicBezTo>
                      <a:pt x="46" y="660"/>
                      <a:pt x="46" y="660"/>
                      <a:pt x="46" y="660"/>
                    </a:cubicBezTo>
                    <a:cubicBezTo>
                      <a:pt x="53" y="641"/>
                      <a:pt x="53" y="641"/>
                      <a:pt x="53" y="641"/>
                    </a:cubicBezTo>
                    <a:lnTo>
                      <a:pt x="74" y="661"/>
                    </a:lnTo>
                    <a:close/>
                    <a:moveTo>
                      <a:pt x="66" y="606"/>
                    </a:moveTo>
                    <a:cubicBezTo>
                      <a:pt x="74" y="585"/>
                      <a:pt x="74" y="585"/>
                      <a:pt x="74" y="585"/>
                    </a:cubicBezTo>
                    <a:cubicBezTo>
                      <a:pt x="131" y="550"/>
                      <a:pt x="131" y="550"/>
                      <a:pt x="131" y="550"/>
                    </a:cubicBezTo>
                    <a:cubicBezTo>
                      <a:pt x="196" y="751"/>
                      <a:pt x="196" y="751"/>
                      <a:pt x="196" y="751"/>
                    </a:cubicBezTo>
                    <a:cubicBezTo>
                      <a:pt x="165" y="747"/>
                      <a:pt x="165" y="747"/>
                      <a:pt x="165" y="747"/>
                    </a:cubicBezTo>
                    <a:cubicBezTo>
                      <a:pt x="77" y="663"/>
                      <a:pt x="77" y="663"/>
                      <a:pt x="77" y="663"/>
                    </a:cubicBezTo>
                    <a:lnTo>
                      <a:pt x="66" y="606"/>
                    </a:lnTo>
                    <a:close/>
                    <a:moveTo>
                      <a:pt x="65" y="602"/>
                    </a:moveTo>
                    <a:cubicBezTo>
                      <a:pt x="64" y="592"/>
                      <a:pt x="64" y="592"/>
                      <a:pt x="64" y="592"/>
                    </a:cubicBezTo>
                    <a:cubicBezTo>
                      <a:pt x="71" y="587"/>
                      <a:pt x="71" y="587"/>
                      <a:pt x="71" y="587"/>
                    </a:cubicBezTo>
                    <a:lnTo>
                      <a:pt x="65" y="602"/>
                    </a:lnTo>
                    <a:close/>
                    <a:moveTo>
                      <a:pt x="224" y="285"/>
                    </a:moveTo>
                    <a:cubicBezTo>
                      <a:pt x="270" y="335"/>
                      <a:pt x="270" y="335"/>
                      <a:pt x="270" y="335"/>
                    </a:cubicBezTo>
                    <a:cubicBezTo>
                      <a:pt x="280" y="389"/>
                      <a:pt x="280" y="389"/>
                      <a:pt x="280" y="389"/>
                    </a:cubicBezTo>
                    <a:cubicBezTo>
                      <a:pt x="175" y="284"/>
                      <a:pt x="175" y="284"/>
                      <a:pt x="175" y="284"/>
                    </a:cubicBezTo>
                    <a:lnTo>
                      <a:pt x="224" y="285"/>
                    </a:lnTo>
                    <a:close/>
                    <a:moveTo>
                      <a:pt x="172" y="281"/>
                    </a:moveTo>
                    <a:cubicBezTo>
                      <a:pt x="160" y="269"/>
                      <a:pt x="160" y="269"/>
                      <a:pt x="160" y="269"/>
                    </a:cubicBezTo>
                    <a:cubicBezTo>
                      <a:pt x="218" y="280"/>
                      <a:pt x="218" y="280"/>
                      <a:pt x="218" y="280"/>
                    </a:cubicBezTo>
                    <a:cubicBezTo>
                      <a:pt x="221" y="283"/>
                      <a:pt x="221" y="283"/>
                      <a:pt x="221" y="283"/>
                    </a:cubicBezTo>
                    <a:lnTo>
                      <a:pt x="172" y="281"/>
                    </a:lnTo>
                    <a:close/>
                    <a:moveTo>
                      <a:pt x="592" y="295"/>
                    </a:moveTo>
                    <a:cubicBezTo>
                      <a:pt x="599" y="347"/>
                      <a:pt x="599" y="347"/>
                      <a:pt x="599" y="347"/>
                    </a:cubicBezTo>
                    <a:cubicBezTo>
                      <a:pt x="540" y="336"/>
                      <a:pt x="540" y="336"/>
                      <a:pt x="540" y="336"/>
                    </a:cubicBezTo>
                    <a:cubicBezTo>
                      <a:pt x="524" y="293"/>
                      <a:pt x="524" y="293"/>
                      <a:pt x="524" y="293"/>
                    </a:cubicBezTo>
                    <a:lnTo>
                      <a:pt x="592" y="295"/>
                    </a:lnTo>
                    <a:close/>
                    <a:moveTo>
                      <a:pt x="523" y="290"/>
                    </a:moveTo>
                    <a:cubicBezTo>
                      <a:pt x="506" y="241"/>
                      <a:pt x="506" y="241"/>
                      <a:pt x="506" y="241"/>
                    </a:cubicBezTo>
                    <a:cubicBezTo>
                      <a:pt x="589" y="271"/>
                      <a:pt x="589" y="271"/>
                      <a:pt x="589" y="271"/>
                    </a:cubicBezTo>
                    <a:cubicBezTo>
                      <a:pt x="592" y="292"/>
                      <a:pt x="592" y="292"/>
                      <a:pt x="592" y="292"/>
                    </a:cubicBezTo>
                    <a:lnTo>
                      <a:pt x="523" y="290"/>
                    </a:lnTo>
                    <a:close/>
                    <a:moveTo>
                      <a:pt x="743" y="170"/>
                    </a:moveTo>
                    <a:cubicBezTo>
                      <a:pt x="743" y="176"/>
                      <a:pt x="743" y="176"/>
                      <a:pt x="743" y="176"/>
                    </a:cubicBezTo>
                    <a:cubicBezTo>
                      <a:pt x="741" y="179"/>
                      <a:pt x="741" y="179"/>
                      <a:pt x="741" y="179"/>
                    </a:cubicBezTo>
                    <a:cubicBezTo>
                      <a:pt x="727" y="110"/>
                      <a:pt x="727" y="110"/>
                      <a:pt x="727" y="110"/>
                    </a:cubicBezTo>
                    <a:lnTo>
                      <a:pt x="743" y="170"/>
                    </a:lnTo>
                    <a:close/>
                    <a:moveTo>
                      <a:pt x="743" y="181"/>
                    </a:moveTo>
                    <a:cubicBezTo>
                      <a:pt x="744" y="194"/>
                      <a:pt x="744" y="194"/>
                      <a:pt x="744" y="194"/>
                    </a:cubicBezTo>
                    <a:cubicBezTo>
                      <a:pt x="742" y="183"/>
                      <a:pt x="742" y="183"/>
                      <a:pt x="742" y="183"/>
                    </a:cubicBezTo>
                    <a:lnTo>
                      <a:pt x="743" y="181"/>
                    </a:lnTo>
                    <a:close/>
                    <a:moveTo>
                      <a:pt x="865" y="149"/>
                    </a:moveTo>
                    <a:cubicBezTo>
                      <a:pt x="991" y="287"/>
                      <a:pt x="991" y="287"/>
                      <a:pt x="991" y="287"/>
                    </a:cubicBezTo>
                    <a:cubicBezTo>
                      <a:pt x="938" y="291"/>
                      <a:pt x="938" y="291"/>
                      <a:pt x="938" y="291"/>
                    </a:cubicBezTo>
                    <a:cubicBezTo>
                      <a:pt x="833" y="177"/>
                      <a:pt x="833" y="177"/>
                      <a:pt x="833" y="177"/>
                    </a:cubicBezTo>
                    <a:lnTo>
                      <a:pt x="865" y="149"/>
                    </a:lnTo>
                    <a:close/>
                    <a:moveTo>
                      <a:pt x="937" y="291"/>
                    </a:moveTo>
                    <a:cubicBezTo>
                      <a:pt x="892" y="294"/>
                      <a:pt x="892" y="294"/>
                      <a:pt x="892" y="294"/>
                    </a:cubicBezTo>
                    <a:cubicBezTo>
                      <a:pt x="937" y="291"/>
                      <a:pt x="937" y="291"/>
                      <a:pt x="937" y="291"/>
                    </a:cubicBezTo>
                    <a:cubicBezTo>
                      <a:pt x="946" y="301"/>
                      <a:pt x="946" y="301"/>
                      <a:pt x="946" y="301"/>
                    </a:cubicBezTo>
                    <a:cubicBezTo>
                      <a:pt x="766" y="296"/>
                      <a:pt x="766" y="296"/>
                      <a:pt x="766" y="296"/>
                    </a:cubicBezTo>
                    <a:cubicBezTo>
                      <a:pt x="756" y="248"/>
                      <a:pt x="756" y="248"/>
                      <a:pt x="756" y="248"/>
                    </a:cubicBezTo>
                    <a:cubicBezTo>
                      <a:pt x="833" y="178"/>
                      <a:pt x="833" y="178"/>
                      <a:pt x="833" y="178"/>
                    </a:cubicBezTo>
                    <a:lnTo>
                      <a:pt x="937" y="291"/>
                    </a:lnTo>
                    <a:close/>
                    <a:moveTo>
                      <a:pt x="846" y="752"/>
                    </a:moveTo>
                    <a:cubicBezTo>
                      <a:pt x="856" y="738"/>
                      <a:pt x="856" y="738"/>
                      <a:pt x="856" y="738"/>
                    </a:cubicBezTo>
                    <a:cubicBezTo>
                      <a:pt x="866" y="785"/>
                      <a:pt x="866" y="785"/>
                      <a:pt x="866" y="785"/>
                    </a:cubicBezTo>
                    <a:cubicBezTo>
                      <a:pt x="864" y="835"/>
                      <a:pt x="864" y="835"/>
                      <a:pt x="864" y="835"/>
                    </a:cubicBezTo>
                    <a:cubicBezTo>
                      <a:pt x="859" y="836"/>
                      <a:pt x="859" y="836"/>
                      <a:pt x="859" y="836"/>
                    </a:cubicBezTo>
                    <a:cubicBezTo>
                      <a:pt x="854" y="779"/>
                      <a:pt x="854" y="779"/>
                      <a:pt x="854" y="779"/>
                    </a:cubicBezTo>
                    <a:cubicBezTo>
                      <a:pt x="854" y="779"/>
                      <a:pt x="854" y="779"/>
                      <a:pt x="854" y="779"/>
                    </a:cubicBezTo>
                    <a:lnTo>
                      <a:pt x="846" y="752"/>
                    </a:lnTo>
                    <a:close/>
                    <a:moveTo>
                      <a:pt x="845" y="750"/>
                    </a:moveTo>
                    <a:cubicBezTo>
                      <a:pt x="809" y="627"/>
                      <a:pt x="809" y="627"/>
                      <a:pt x="809" y="627"/>
                    </a:cubicBezTo>
                    <a:cubicBezTo>
                      <a:pt x="809" y="627"/>
                      <a:pt x="809" y="627"/>
                      <a:pt x="809" y="627"/>
                    </a:cubicBezTo>
                    <a:cubicBezTo>
                      <a:pt x="808" y="626"/>
                      <a:pt x="807" y="626"/>
                      <a:pt x="806" y="626"/>
                    </a:cubicBezTo>
                    <a:cubicBezTo>
                      <a:pt x="675" y="713"/>
                      <a:pt x="675" y="713"/>
                      <a:pt x="675" y="713"/>
                    </a:cubicBezTo>
                    <a:cubicBezTo>
                      <a:pt x="633" y="596"/>
                      <a:pt x="633" y="596"/>
                      <a:pt x="633" y="596"/>
                    </a:cubicBezTo>
                    <a:cubicBezTo>
                      <a:pt x="632" y="582"/>
                      <a:pt x="632" y="582"/>
                      <a:pt x="632" y="582"/>
                    </a:cubicBezTo>
                    <a:cubicBezTo>
                      <a:pt x="744" y="484"/>
                      <a:pt x="744" y="484"/>
                      <a:pt x="744" y="484"/>
                    </a:cubicBezTo>
                    <a:cubicBezTo>
                      <a:pt x="744" y="484"/>
                      <a:pt x="744" y="484"/>
                      <a:pt x="744" y="484"/>
                    </a:cubicBezTo>
                    <a:cubicBezTo>
                      <a:pt x="729" y="372"/>
                      <a:pt x="729" y="372"/>
                      <a:pt x="729" y="372"/>
                    </a:cubicBezTo>
                    <a:cubicBezTo>
                      <a:pt x="781" y="381"/>
                      <a:pt x="781" y="381"/>
                      <a:pt x="781" y="381"/>
                    </a:cubicBezTo>
                    <a:cubicBezTo>
                      <a:pt x="855" y="736"/>
                      <a:pt x="855" y="736"/>
                      <a:pt x="855" y="736"/>
                    </a:cubicBezTo>
                    <a:lnTo>
                      <a:pt x="845" y="750"/>
                    </a:lnTo>
                    <a:close/>
                    <a:moveTo>
                      <a:pt x="364" y="834"/>
                    </a:moveTo>
                    <a:cubicBezTo>
                      <a:pt x="363" y="827"/>
                      <a:pt x="363" y="827"/>
                      <a:pt x="363" y="827"/>
                    </a:cubicBezTo>
                    <a:cubicBezTo>
                      <a:pt x="375" y="807"/>
                      <a:pt x="375" y="807"/>
                      <a:pt x="375" y="807"/>
                    </a:cubicBezTo>
                    <a:cubicBezTo>
                      <a:pt x="401" y="783"/>
                      <a:pt x="401" y="783"/>
                      <a:pt x="401" y="783"/>
                    </a:cubicBezTo>
                    <a:cubicBezTo>
                      <a:pt x="423" y="787"/>
                      <a:pt x="423" y="787"/>
                      <a:pt x="423" y="787"/>
                    </a:cubicBezTo>
                    <a:lnTo>
                      <a:pt x="364" y="834"/>
                    </a:lnTo>
                    <a:close/>
                    <a:moveTo>
                      <a:pt x="267" y="466"/>
                    </a:moveTo>
                    <a:cubicBezTo>
                      <a:pt x="296" y="478"/>
                      <a:pt x="296" y="478"/>
                      <a:pt x="296" y="478"/>
                    </a:cubicBezTo>
                    <a:cubicBezTo>
                      <a:pt x="318" y="598"/>
                      <a:pt x="318" y="598"/>
                      <a:pt x="318" y="598"/>
                    </a:cubicBezTo>
                    <a:cubicBezTo>
                      <a:pt x="307" y="654"/>
                      <a:pt x="307" y="654"/>
                      <a:pt x="307" y="654"/>
                    </a:cubicBezTo>
                    <a:cubicBezTo>
                      <a:pt x="199" y="751"/>
                      <a:pt x="199" y="751"/>
                      <a:pt x="199" y="751"/>
                    </a:cubicBezTo>
                    <a:cubicBezTo>
                      <a:pt x="151" y="593"/>
                      <a:pt x="151" y="593"/>
                      <a:pt x="151" y="593"/>
                    </a:cubicBezTo>
                    <a:cubicBezTo>
                      <a:pt x="147" y="540"/>
                      <a:pt x="147" y="540"/>
                      <a:pt x="147" y="540"/>
                    </a:cubicBezTo>
                    <a:lnTo>
                      <a:pt x="267" y="466"/>
                    </a:lnTo>
                    <a:close/>
                    <a:moveTo>
                      <a:pt x="421" y="340"/>
                    </a:moveTo>
                    <a:cubicBezTo>
                      <a:pt x="560" y="397"/>
                      <a:pt x="560" y="397"/>
                      <a:pt x="560" y="397"/>
                    </a:cubicBezTo>
                    <a:cubicBezTo>
                      <a:pt x="567" y="418"/>
                      <a:pt x="567" y="418"/>
                      <a:pt x="567" y="418"/>
                    </a:cubicBezTo>
                    <a:cubicBezTo>
                      <a:pt x="449" y="525"/>
                      <a:pt x="449" y="525"/>
                      <a:pt x="449" y="525"/>
                    </a:cubicBezTo>
                    <a:cubicBezTo>
                      <a:pt x="355" y="425"/>
                      <a:pt x="355" y="425"/>
                      <a:pt x="355" y="425"/>
                    </a:cubicBezTo>
                    <a:cubicBezTo>
                      <a:pt x="375" y="326"/>
                      <a:pt x="375" y="326"/>
                      <a:pt x="375" y="326"/>
                    </a:cubicBezTo>
                    <a:lnTo>
                      <a:pt x="421" y="340"/>
                    </a:lnTo>
                    <a:close/>
                    <a:moveTo>
                      <a:pt x="674" y="714"/>
                    </a:moveTo>
                    <a:cubicBezTo>
                      <a:pt x="642" y="735"/>
                      <a:pt x="642" y="735"/>
                      <a:pt x="642" y="735"/>
                    </a:cubicBezTo>
                    <a:cubicBezTo>
                      <a:pt x="573" y="659"/>
                      <a:pt x="573" y="659"/>
                      <a:pt x="573" y="659"/>
                    </a:cubicBezTo>
                    <a:cubicBezTo>
                      <a:pt x="634" y="603"/>
                      <a:pt x="634" y="603"/>
                      <a:pt x="634" y="603"/>
                    </a:cubicBezTo>
                    <a:lnTo>
                      <a:pt x="674" y="714"/>
                    </a:lnTo>
                    <a:close/>
                    <a:moveTo>
                      <a:pt x="503" y="584"/>
                    </a:moveTo>
                    <a:cubicBezTo>
                      <a:pt x="468" y="547"/>
                      <a:pt x="468" y="547"/>
                      <a:pt x="468" y="547"/>
                    </a:cubicBezTo>
                    <a:cubicBezTo>
                      <a:pt x="575" y="438"/>
                      <a:pt x="575" y="438"/>
                      <a:pt x="575" y="438"/>
                    </a:cubicBezTo>
                    <a:cubicBezTo>
                      <a:pt x="580" y="453"/>
                      <a:pt x="580" y="453"/>
                      <a:pt x="580" y="453"/>
                    </a:cubicBezTo>
                    <a:lnTo>
                      <a:pt x="503" y="584"/>
                    </a:lnTo>
                    <a:close/>
                    <a:moveTo>
                      <a:pt x="581" y="457"/>
                    </a:moveTo>
                    <a:cubicBezTo>
                      <a:pt x="627" y="585"/>
                      <a:pt x="627" y="585"/>
                      <a:pt x="627" y="585"/>
                    </a:cubicBezTo>
                    <a:cubicBezTo>
                      <a:pt x="559" y="645"/>
                      <a:pt x="559" y="645"/>
                      <a:pt x="559" y="645"/>
                    </a:cubicBezTo>
                    <a:cubicBezTo>
                      <a:pt x="505" y="586"/>
                      <a:pt x="505" y="586"/>
                      <a:pt x="505" y="586"/>
                    </a:cubicBezTo>
                    <a:lnTo>
                      <a:pt x="581" y="457"/>
                    </a:lnTo>
                    <a:close/>
                    <a:moveTo>
                      <a:pt x="502" y="586"/>
                    </a:moveTo>
                    <a:cubicBezTo>
                      <a:pt x="493" y="601"/>
                      <a:pt x="493" y="601"/>
                      <a:pt x="493" y="601"/>
                    </a:cubicBezTo>
                    <a:cubicBezTo>
                      <a:pt x="453" y="562"/>
                      <a:pt x="453" y="562"/>
                      <a:pt x="453" y="562"/>
                    </a:cubicBezTo>
                    <a:cubicBezTo>
                      <a:pt x="467" y="548"/>
                      <a:pt x="467" y="548"/>
                      <a:pt x="467" y="548"/>
                    </a:cubicBezTo>
                    <a:lnTo>
                      <a:pt x="502" y="586"/>
                    </a:lnTo>
                    <a:close/>
                    <a:moveTo>
                      <a:pt x="576" y="437"/>
                    </a:moveTo>
                    <a:cubicBezTo>
                      <a:pt x="599" y="413"/>
                      <a:pt x="599" y="413"/>
                      <a:pt x="599" y="413"/>
                    </a:cubicBezTo>
                    <a:cubicBezTo>
                      <a:pt x="600" y="413"/>
                      <a:pt x="600" y="413"/>
                      <a:pt x="600" y="413"/>
                    </a:cubicBezTo>
                    <a:cubicBezTo>
                      <a:pt x="600" y="412"/>
                      <a:pt x="600" y="411"/>
                      <a:pt x="599" y="411"/>
                    </a:cubicBezTo>
                    <a:cubicBezTo>
                      <a:pt x="583" y="404"/>
                      <a:pt x="583" y="404"/>
                      <a:pt x="583" y="404"/>
                    </a:cubicBezTo>
                    <a:cubicBezTo>
                      <a:pt x="604" y="385"/>
                      <a:pt x="604" y="385"/>
                      <a:pt x="604" y="385"/>
                    </a:cubicBezTo>
                    <a:cubicBezTo>
                      <a:pt x="607" y="408"/>
                      <a:pt x="607" y="408"/>
                      <a:pt x="607" y="408"/>
                    </a:cubicBezTo>
                    <a:cubicBezTo>
                      <a:pt x="581" y="451"/>
                      <a:pt x="581" y="451"/>
                      <a:pt x="581" y="451"/>
                    </a:cubicBezTo>
                    <a:lnTo>
                      <a:pt x="576" y="437"/>
                    </a:lnTo>
                    <a:close/>
                    <a:moveTo>
                      <a:pt x="597" y="413"/>
                    </a:moveTo>
                    <a:cubicBezTo>
                      <a:pt x="575" y="434"/>
                      <a:pt x="575" y="434"/>
                      <a:pt x="575" y="434"/>
                    </a:cubicBezTo>
                    <a:cubicBezTo>
                      <a:pt x="569" y="417"/>
                      <a:pt x="569" y="417"/>
                      <a:pt x="569" y="417"/>
                    </a:cubicBezTo>
                    <a:cubicBezTo>
                      <a:pt x="581" y="406"/>
                      <a:pt x="581" y="406"/>
                      <a:pt x="581" y="406"/>
                    </a:cubicBezTo>
                    <a:lnTo>
                      <a:pt x="597" y="413"/>
                    </a:lnTo>
                    <a:close/>
                    <a:moveTo>
                      <a:pt x="574" y="436"/>
                    </a:moveTo>
                    <a:cubicBezTo>
                      <a:pt x="467" y="545"/>
                      <a:pt x="467" y="545"/>
                      <a:pt x="467" y="545"/>
                    </a:cubicBezTo>
                    <a:cubicBezTo>
                      <a:pt x="449" y="526"/>
                      <a:pt x="449" y="526"/>
                      <a:pt x="449" y="526"/>
                    </a:cubicBezTo>
                    <a:cubicBezTo>
                      <a:pt x="567" y="418"/>
                      <a:pt x="567" y="418"/>
                      <a:pt x="567" y="418"/>
                    </a:cubicBezTo>
                    <a:lnTo>
                      <a:pt x="574" y="436"/>
                    </a:lnTo>
                    <a:close/>
                    <a:moveTo>
                      <a:pt x="465" y="546"/>
                    </a:moveTo>
                    <a:cubicBezTo>
                      <a:pt x="451" y="560"/>
                      <a:pt x="451" y="560"/>
                      <a:pt x="451" y="560"/>
                    </a:cubicBezTo>
                    <a:cubicBezTo>
                      <a:pt x="440" y="549"/>
                      <a:pt x="440" y="549"/>
                      <a:pt x="440" y="549"/>
                    </a:cubicBezTo>
                    <a:cubicBezTo>
                      <a:pt x="453" y="537"/>
                      <a:pt x="453" y="537"/>
                      <a:pt x="453" y="537"/>
                    </a:cubicBezTo>
                    <a:cubicBezTo>
                      <a:pt x="453" y="537"/>
                      <a:pt x="453" y="537"/>
                      <a:pt x="453" y="537"/>
                    </a:cubicBezTo>
                    <a:cubicBezTo>
                      <a:pt x="454" y="536"/>
                      <a:pt x="453" y="536"/>
                      <a:pt x="453" y="535"/>
                    </a:cubicBezTo>
                    <a:cubicBezTo>
                      <a:pt x="442" y="532"/>
                      <a:pt x="442" y="532"/>
                      <a:pt x="442" y="532"/>
                    </a:cubicBezTo>
                    <a:cubicBezTo>
                      <a:pt x="448" y="527"/>
                      <a:pt x="448" y="527"/>
                      <a:pt x="448" y="527"/>
                    </a:cubicBezTo>
                    <a:lnTo>
                      <a:pt x="465" y="546"/>
                    </a:lnTo>
                    <a:close/>
                    <a:moveTo>
                      <a:pt x="441" y="533"/>
                    </a:moveTo>
                    <a:cubicBezTo>
                      <a:pt x="450" y="537"/>
                      <a:pt x="450" y="537"/>
                      <a:pt x="450" y="537"/>
                    </a:cubicBezTo>
                    <a:cubicBezTo>
                      <a:pt x="439" y="547"/>
                      <a:pt x="439" y="547"/>
                      <a:pt x="439" y="547"/>
                    </a:cubicBezTo>
                    <a:cubicBezTo>
                      <a:pt x="432" y="541"/>
                      <a:pt x="432" y="541"/>
                      <a:pt x="432" y="541"/>
                    </a:cubicBezTo>
                    <a:lnTo>
                      <a:pt x="441" y="533"/>
                    </a:lnTo>
                    <a:close/>
                    <a:moveTo>
                      <a:pt x="432" y="541"/>
                    </a:moveTo>
                    <a:cubicBezTo>
                      <a:pt x="414" y="523"/>
                      <a:pt x="414" y="523"/>
                      <a:pt x="414" y="523"/>
                    </a:cubicBezTo>
                    <a:cubicBezTo>
                      <a:pt x="440" y="533"/>
                      <a:pt x="440" y="533"/>
                      <a:pt x="440" y="533"/>
                    </a:cubicBezTo>
                    <a:lnTo>
                      <a:pt x="432" y="541"/>
                    </a:lnTo>
                    <a:close/>
                    <a:moveTo>
                      <a:pt x="437" y="549"/>
                    </a:moveTo>
                    <a:cubicBezTo>
                      <a:pt x="330" y="646"/>
                      <a:pt x="330" y="646"/>
                      <a:pt x="330" y="646"/>
                    </a:cubicBezTo>
                    <a:cubicBezTo>
                      <a:pt x="328" y="636"/>
                      <a:pt x="328" y="636"/>
                      <a:pt x="328" y="636"/>
                    </a:cubicBezTo>
                    <a:cubicBezTo>
                      <a:pt x="431" y="542"/>
                      <a:pt x="431" y="542"/>
                      <a:pt x="431" y="542"/>
                    </a:cubicBezTo>
                    <a:lnTo>
                      <a:pt x="437" y="549"/>
                    </a:lnTo>
                    <a:close/>
                    <a:moveTo>
                      <a:pt x="439" y="550"/>
                    </a:moveTo>
                    <a:cubicBezTo>
                      <a:pt x="450" y="562"/>
                      <a:pt x="450" y="562"/>
                      <a:pt x="450" y="562"/>
                    </a:cubicBezTo>
                    <a:cubicBezTo>
                      <a:pt x="336" y="678"/>
                      <a:pt x="336" y="678"/>
                      <a:pt x="336" y="678"/>
                    </a:cubicBezTo>
                    <a:cubicBezTo>
                      <a:pt x="330" y="648"/>
                      <a:pt x="330" y="648"/>
                      <a:pt x="330" y="648"/>
                    </a:cubicBezTo>
                    <a:lnTo>
                      <a:pt x="439" y="550"/>
                    </a:lnTo>
                    <a:close/>
                    <a:moveTo>
                      <a:pt x="442" y="531"/>
                    </a:moveTo>
                    <a:cubicBezTo>
                      <a:pt x="410" y="519"/>
                      <a:pt x="410" y="519"/>
                      <a:pt x="410" y="519"/>
                    </a:cubicBezTo>
                    <a:cubicBezTo>
                      <a:pt x="349" y="458"/>
                      <a:pt x="349" y="458"/>
                      <a:pt x="349" y="458"/>
                    </a:cubicBezTo>
                    <a:cubicBezTo>
                      <a:pt x="355" y="427"/>
                      <a:pt x="355" y="427"/>
                      <a:pt x="355" y="427"/>
                    </a:cubicBezTo>
                    <a:cubicBezTo>
                      <a:pt x="447" y="527"/>
                      <a:pt x="447" y="527"/>
                      <a:pt x="447" y="527"/>
                    </a:cubicBezTo>
                    <a:lnTo>
                      <a:pt x="442" y="531"/>
                    </a:lnTo>
                    <a:close/>
                    <a:moveTo>
                      <a:pt x="406" y="518"/>
                    </a:moveTo>
                    <a:cubicBezTo>
                      <a:pt x="342" y="493"/>
                      <a:pt x="342" y="493"/>
                      <a:pt x="342" y="493"/>
                    </a:cubicBezTo>
                    <a:cubicBezTo>
                      <a:pt x="348" y="460"/>
                      <a:pt x="348" y="460"/>
                      <a:pt x="348" y="460"/>
                    </a:cubicBezTo>
                    <a:lnTo>
                      <a:pt x="406" y="518"/>
                    </a:lnTo>
                    <a:close/>
                    <a:moveTo>
                      <a:pt x="410" y="522"/>
                    </a:moveTo>
                    <a:cubicBezTo>
                      <a:pt x="431" y="542"/>
                      <a:pt x="431" y="542"/>
                      <a:pt x="431" y="542"/>
                    </a:cubicBezTo>
                    <a:cubicBezTo>
                      <a:pt x="328" y="635"/>
                      <a:pt x="328" y="635"/>
                      <a:pt x="328" y="635"/>
                    </a:cubicBezTo>
                    <a:cubicBezTo>
                      <a:pt x="321" y="597"/>
                      <a:pt x="321" y="597"/>
                      <a:pt x="321" y="597"/>
                    </a:cubicBezTo>
                    <a:cubicBezTo>
                      <a:pt x="341" y="495"/>
                      <a:pt x="341" y="495"/>
                      <a:pt x="341" y="495"/>
                    </a:cubicBezTo>
                    <a:lnTo>
                      <a:pt x="410" y="522"/>
                    </a:lnTo>
                    <a:close/>
                    <a:moveTo>
                      <a:pt x="325" y="637"/>
                    </a:moveTo>
                    <a:cubicBezTo>
                      <a:pt x="310" y="651"/>
                      <a:pt x="310" y="651"/>
                      <a:pt x="310" y="651"/>
                    </a:cubicBezTo>
                    <a:cubicBezTo>
                      <a:pt x="319" y="604"/>
                      <a:pt x="319" y="604"/>
                      <a:pt x="319" y="604"/>
                    </a:cubicBezTo>
                    <a:lnTo>
                      <a:pt x="325" y="637"/>
                    </a:lnTo>
                    <a:close/>
                    <a:moveTo>
                      <a:pt x="326" y="637"/>
                    </a:moveTo>
                    <a:cubicBezTo>
                      <a:pt x="327" y="648"/>
                      <a:pt x="327" y="648"/>
                      <a:pt x="327" y="648"/>
                    </a:cubicBezTo>
                    <a:cubicBezTo>
                      <a:pt x="307" y="667"/>
                      <a:pt x="307" y="667"/>
                      <a:pt x="307" y="667"/>
                    </a:cubicBezTo>
                    <a:cubicBezTo>
                      <a:pt x="310" y="652"/>
                      <a:pt x="310" y="652"/>
                      <a:pt x="310" y="652"/>
                    </a:cubicBezTo>
                    <a:lnTo>
                      <a:pt x="326" y="637"/>
                    </a:lnTo>
                    <a:close/>
                    <a:moveTo>
                      <a:pt x="304" y="670"/>
                    </a:moveTo>
                    <a:cubicBezTo>
                      <a:pt x="304" y="670"/>
                      <a:pt x="304" y="670"/>
                      <a:pt x="304" y="670"/>
                    </a:cubicBezTo>
                    <a:cubicBezTo>
                      <a:pt x="304" y="671"/>
                      <a:pt x="305" y="671"/>
                      <a:pt x="306" y="671"/>
                    </a:cubicBezTo>
                    <a:cubicBezTo>
                      <a:pt x="328" y="650"/>
                      <a:pt x="328" y="650"/>
                      <a:pt x="328" y="650"/>
                    </a:cubicBezTo>
                    <a:cubicBezTo>
                      <a:pt x="333" y="681"/>
                      <a:pt x="333" y="681"/>
                      <a:pt x="333" y="681"/>
                    </a:cubicBezTo>
                    <a:cubicBezTo>
                      <a:pt x="256" y="760"/>
                      <a:pt x="256" y="760"/>
                      <a:pt x="256" y="760"/>
                    </a:cubicBezTo>
                    <a:cubicBezTo>
                      <a:pt x="199" y="752"/>
                      <a:pt x="199" y="752"/>
                      <a:pt x="199" y="752"/>
                    </a:cubicBezTo>
                    <a:cubicBezTo>
                      <a:pt x="307" y="654"/>
                      <a:pt x="307" y="654"/>
                      <a:pt x="307" y="654"/>
                    </a:cubicBezTo>
                    <a:lnTo>
                      <a:pt x="304" y="670"/>
                    </a:lnTo>
                    <a:close/>
                    <a:moveTo>
                      <a:pt x="334" y="683"/>
                    </a:moveTo>
                    <a:cubicBezTo>
                      <a:pt x="351" y="773"/>
                      <a:pt x="351" y="773"/>
                      <a:pt x="351" y="773"/>
                    </a:cubicBezTo>
                    <a:cubicBezTo>
                      <a:pt x="258" y="760"/>
                      <a:pt x="258" y="760"/>
                      <a:pt x="258" y="760"/>
                    </a:cubicBezTo>
                    <a:lnTo>
                      <a:pt x="334" y="683"/>
                    </a:lnTo>
                    <a:close/>
                    <a:moveTo>
                      <a:pt x="336" y="681"/>
                    </a:moveTo>
                    <a:cubicBezTo>
                      <a:pt x="452" y="563"/>
                      <a:pt x="452" y="563"/>
                      <a:pt x="452" y="563"/>
                    </a:cubicBezTo>
                    <a:cubicBezTo>
                      <a:pt x="492" y="603"/>
                      <a:pt x="492" y="603"/>
                      <a:pt x="492" y="603"/>
                    </a:cubicBezTo>
                    <a:cubicBezTo>
                      <a:pt x="388" y="779"/>
                      <a:pt x="388" y="779"/>
                      <a:pt x="388" y="779"/>
                    </a:cubicBezTo>
                    <a:cubicBezTo>
                      <a:pt x="353" y="774"/>
                      <a:pt x="353" y="774"/>
                      <a:pt x="353" y="774"/>
                    </a:cubicBezTo>
                    <a:lnTo>
                      <a:pt x="336" y="681"/>
                    </a:lnTo>
                    <a:close/>
                    <a:moveTo>
                      <a:pt x="387" y="781"/>
                    </a:moveTo>
                    <a:cubicBezTo>
                      <a:pt x="369" y="811"/>
                      <a:pt x="369" y="811"/>
                      <a:pt x="369" y="811"/>
                    </a:cubicBezTo>
                    <a:cubicBezTo>
                      <a:pt x="361" y="818"/>
                      <a:pt x="361" y="818"/>
                      <a:pt x="361" y="818"/>
                    </a:cubicBezTo>
                    <a:cubicBezTo>
                      <a:pt x="354" y="777"/>
                      <a:pt x="354" y="777"/>
                      <a:pt x="354" y="777"/>
                    </a:cubicBezTo>
                    <a:lnTo>
                      <a:pt x="387" y="781"/>
                    </a:lnTo>
                    <a:close/>
                    <a:moveTo>
                      <a:pt x="390" y="782"/>
                    </a:moveTo>
                    <a:cubicBezTo>
                      <a:pt x="401" y="783"/>
                      <a:pt x="401" y="783"/>
                      <a:pt x="401" y="783"/>
                    </a:cubicBezTo>
                    <a:cubicBezTo>
                      <a:pt x="376" y="805"/>
                      <a:pt x="376" y="805"/>
                      <a:pt x="376" y="805"/>
                    </a:cubicBezTo>
                    <a:lnTo>
                      <a:pt x="390" y="782"/>
                    </a:lnTo>
                    <a:close/>
                    <a:moveTo>
                      <a:pt x="391" y="779"/>
                    </a:moveTo>
                    <a:cubicBezTo>
                      <a:pt x="494" y="605"/>
                      <a:pt x="494" y="605"/>
                      <a:pt x="494" y="605"/>
                    </a:cubicBezTo>
                    <a:cubicBezTo>
                      <a:pt x="546" y="657"/>
                      <a:pt x="546" y="657"/>
                      <a:pt x="546" y="657"/>
                    </a:cubicBezTo>
                    <a:cubicBezTo>
                      <a:pt x="404" y="781"/>
                      <a:pt x="404" y="781"/>
                      <a:pt x="404" y="781"/>
                    </a:cubicBezTo>
                    <a:lnTo>
                      <a:pt x="391" y="779"/>
                    </a:lnTo>
                    <a:close/>
                    <a:moveTo>
                      <a:pt x="495" y="603"/>
                    </a:moveTo>
                    <a:cubicBezTo>
                      <a:pt x="504" y="588"/>
                      <a:pt x="504" y="588"/>
                      <a:pt x="504" y="588"/>
                    </a:cubicBezTo>
                    <a:cubicBezTo>
                      <a:pt x="558" y="646"/>
                      <a:pt x="558" y="646"/>
                      <a:pt x="558" y="646"/>
                    </a:cubicBezTo>
                    <a:cubicBezTo>
                      <a:pt x="547" y="656"/>
                      <a:pt x="547" y="656"/>
                      <a:pt x="547" y="656"/>
                    </a:cubicBezTo>
                    <a:lnTo>
                      <a:pt x="495" y="603"/>
                    </a:lnTo>
                    <a:close/>
                    <a:moveTo>
                      <a:pt x="558" y="646"/>
                    </a:moveTo>
                    <a:cubicBezTo>
                      <a:pt x="570" y="659"/>
                      <a:pt x="570" y="659"/>
                      <a:pt x="570" y="659"/>
                    </a:cubicBezTo>
                    <a:cubicBezTo>
                      <a:pt x="559" y="668"/>
                      <a:pt x="559" y="668"/>
                      <a:pt x="559" y="668"/>
                    </a:cubicBezTo>
                    <a:cubicBezTo>
                      <a:pt x="547" y="656"/>
                      <a:pt x="547" y="656"/>
                      <a:pt x="547" y="656"/>
                    </a:cubicBezTo>
                    <a:lnTo>
                      <a:pt x="558" y="646"/>
                    </a:lnTo>
                    <a:close/>
                    <a:moveTo>
                      <a:pt x="571" y="661"/>
                    </a:moveTo>
                    <a:cubicBezTo>
                      <a:pt x="641" y="736"/>
                      <a:pt x="641" y="736"/>
                      <a:pt x="641" y="736"/>
                    </a:cubicBezTo>
                    <a:cubicBezTo>
                      <a:pt x="632" y="741"/>
                      <a:pt x="632" y="741"/>
                      <a:pt x="632" y="741"/>
                    </a:cubicBezTo>
                    <a:cubicBezTo>
                      <a:pt x="561" y="670"/>
                      <a:pt x="561" y="670"/>
                      <a:pt x="561" y="670"/>
                    </a:cubicBezTo>
                    <a:lnTo>
                      <a:pt x="571" y="661"/>
                    </a:lnTo>
                    <a:close/>
                    <a:moveTo>
                      <a:pt x="643" y="738"/>
                    </a:moveTo>
                    <a:cubicBezTo>
                      <a:pt x="678" y="776"/>
                      <a:pt x="678" y="776"/>
                      <a:pt x="678" y="776"/>
                    </a:cubicBezTo>
                    <a:cubicBezTo>
                      <a:pt x="672" y="781"/>
                      <a:pt x="672" y="781"/>
                      <a:pt x="672" y="781"/>
                    </a:cubicBezTo>
                    <a:cubicBezTo>
                      <a:pt x="635" y="743"/>
                      <a:pt x="635" y="743"/>
                      <a:pt x="635" y="743"/>
                    </a:cubicBezTo>
                    <a:lnTo>
                      <a:pt x="643" y="738"/>
                    </a:lnTo>
                    <a:close/>
                    <a:moveTo>
                      <a:pt x="679" y="777"/>
                    </a:moveTo>
                    <a:cubicBezTo>
                      <a:pt x="689" y="788"/>
                      <a:pt x="689" y="788"/>
                      <a:pt x="689" y="788"/>
                    </a:cubicBezTo>
                    <a:cubicBezTo>
                      <a:pt x="693" y="801"/>
                      <a:pt x="693" y="801"/>
                      <a:pt x="693" y="801"/>
                    </a:cubicBezTo>
                    <a:cubicBezTo>
                      <a:pt x="673" y="782"/>
                      <a:pt x="673" y="782"/>
                      <a:pt x="673" y="782"/>
                    </a:cubicBezTo>
                    <a:lnTo>
                      <a:pt x="679" y="777"/>
                    </a:lnTo>
                    <a:close/>
                    <a:moveTo>
                      <a:pt x="685" y="772"/>
                    </a:moveTo>
                    <a:cubicBezTo>
                      <a:pt x="688" y="784"/>
                      <a:pt x="688" y="784"/>
                      <a:pt x="688" y="784"/>
                    </a:cubicBezTo>
                    <a:cubicBezTo>
                      <a:pt x="680" y="776"/>
                      <a:pt x="680" y="776"/>
                      <a:pt x="680" y="776"/>
                    </a:cubicBezTo>
                    <a:lnTo>
                      <a:pt x="685" y="772"/>
                    </a:lnTo>
                    <a:close/>
                    <a:moveTo>
                      <a:pt x="691" y="790"/>
                    </a:moveTo>
                    <a:cubicBezTo>
                      <a:pt x="707" y="807"/>
                      <a:pt x="707" y="807"/>
                      <a:pt x="707" y="807"/>
                    </a:cubicBezTo>
                    <a:cubicBezTo>
                      <a:pt x="712" y="821"/>
                      <a:pt x="712" y="821"/>
                      <a:pt x="712" y="821"/>
                    </a:cubicBezTo>
                    <a:cubicBezTo>
                      <a:pt x="695" y="804"/>
                      <a:pt x="695" y="804"/>
                      <a:pt x="695" y="804"/>
                    </a:cubicBezTo>
                    <a:lnTo>
                      <a:pt x="691" y="790"/>
                    </a:lnTo>
                    <a:close/>
                    <a:moveTo>
                      <a:pt x="691" y="787"/>
                    </a:moveTo>
                    <a:cubicBezTo>
                      <a:pt x="686" y="770"/>
                      <a:pt x="686" y="770"/>
                      <a:pt x="686" y="770"/>
                    </a:cubicBezTo>
                    <a:cubicBezTo>
                      <a:pt x="686" y="770"/>
                      <a:pt x="686" y="770"/>
                      <a:pt x="686" y="770"/>
                    </a:cubicBezTo>
                    <a:cubicBezTo>
                      <a:pt x="686" y="769"/>
                      <a:pt x="685" y="769"/>
                      <a:pt x="685" y="770"/>
                    </a:cubicBezTo>
                    <a:cubicBezTo>
                      <a:pt x="679" y="774"/>
                      <a:pt x="679" y="774"/>
                      <a:pt x="679" y="774"/>
                    </a:cubicBezTo>
                    <a:cubicBezTo>
                      <a:pt x="645" y="737"/>
                      <a:pt x="645" y="737"/>
                      <a:pt x="645" y="737"/>
                    </a:cubicBezTo>
                    <a:cubicBezTo>
                      <a:pt x="675" y="717"/>
                      <a:pt x="675" y="717"/>
                      <a:pt x="675" y="717"/>
                    </a:cubicBezTo>
                    <a:cubicBezTo>
                      <a:pt x="706" y="803"/>
                      <a:pt x="706" y="803"/>
                      <a:pt x="706" y="803"/>
                    </a:cubicBezTo>
                    <a:lnTo>
                      <a:pt x="691" y="787"/>
                    </a:lnTo>
                    <a:close/>
                    <a:moveTo>
                      <a:pt x="631" y="601"/>
                    </a:moveTo>
                    <a:cubicBezTo>
                      <a:pt x="571" y="658"/>
                      <a:pt x="571" y="658"/>
                      <a:pt x="571" y="658"/>
                    </a:cubicBezTo>
                    <a:cubicBezTo>
                      <a:pt x="560" y="645"/>
                      <a:pt x="560" y="645"/>
                      <a:pt x="560" y="645"/>
                    </a:cubicBezTo>
                    <a:cubicBezTo>
                      <a:pt x="628" y="586"/>
                      <a:pt x="628" y="586"/>
                      <a:pt x="628" y="586"/>
                    </a:cubicBezTo>
                    <a:cubicBezTo>
                      <a:pt x="631" y="594"/>
                      <a:pt x="631" y="594"/>
                      <a:pt x="631" y="594"/>
                    </a:cubicBezTo>
                    <a:lnTo>
                      <a:pt x="631" y="601"/>
                    </a:lnTo>
                    <a:close/>
                    <a:moveTo>
                      <a:pt x="629" y="585"/>
                    </a:moveTo>
                    <a:cubicBezTo>
                      <a:pt x="629" y="584"/>
                      <a:pt x="629" y="584"/>
                      <a:pt x="629" y="584"/>
                    </a:cubicBezTo>
                    <a:cubicBezTo>
                      <a:pt x="629" y="585"/>
                      <a:pt x="629" y="585"/>
                      <a:pt x="629" y="585"/>
                    </a:cubicBezTo>
                    <a:close/>
                    <a:moveTo>
                      <a:pt x="629" y="584"/>
                    </a:moveTo>
                    <a:cubicBezTo>
                      <a:pt x="582" y="454"/>
                      <a:pt x="582" y="454"/>
                      <a:pt x="582" y="454"/>
                    </a:cubicBezTo>
                    <a:cubicBezTo>
                      <a:pt x="607" y="412"/>
                      <a:pt x="607" y="412"/>
                      <a:pt x="607" y="412"/>
                    </a:cubicBezTo>
                    <a:cubicBezTo>
                      <a:pt x="629" y="584"/>
                      <a:pt x="629" y="584"/>
                      <a:pt x="629" y="584"/>
                    </a:cubicBezTo>
                    <a:close/>
                    <a:moveTo>
                      <a:pt x="609" y="408"/>
                    </a:moveTo>
                    <a:cubicBezTo>
                      <a:pt x="640" y="356"/>
                      <a:pt x="640" y="356"/>
                      <a:pt x="640" y="356"/>
                    </a:cubicBezTo>
                    <a:cubicBezTo>
                      <a:pt x="728" y="372"/>
                      <a:pt x="728" y="372"/>
                      <a:pt x="728" y="372"/>
                    </a:cubicBezTo>
                    <a:cubicBezTo>
                      <a:pt x="743" y="484"/>
                      <a:pt x="743" y="484"/>
                      <a:pt x="743" y="484"/>
                    </a:cubicBezTo>
                    <a:cubicBezTo>
                      <a:pt x="632" y="582"/>
                      <a:pt x="632" y="582"/>
                      <a:pt x="632" y="582"/>
                    </a:cubicBezTo>
                    <a:lnTo>
                      <a:pt x="609" y="408"/>
                    </a:lnTo>
                    <a:close/>
                    <a:moveTo>
                      <a:pt x="641" y="355"/>
                    </a:moveTo>
                    <a:cubicBezTo>
                      <a:pt x="645" y="348"/>
                      <a:pt x="645" y="348"/>
                      <a:pt x="645" y="348"/>
                    </a:cubicBezTo>
                    <a:cubicBezTo>
                      <a:pt x="691" y="307"/>
                      <a:pt x="691" y="307"/>
                      <a:pt x="691" y="307"/>
                    </a:cubicBezTo>
                    <a:cubicBezTo>
                      <a:pt x="720" y="317"/>
                      <a:pt x="720" y="317"/>
                      <a:pt x="720" y="317"/>
                    </a:cubicBezTo>
                    <a:cubicBezTo>
                      <a:pt x="728" y="370"/>
                      <a:pt x="728" y="370"/>
                      <a:pt x="728" y="370"/>
                    </a:cubicBezTo>
                    <a:lnTo>
                      <a:pt x="641" y="355"/>
                    </a:lnTo>
                    <a:close/>
                    <a:moveTo>
                      <a:pt x="638" y="355"/>
                    </a:moveTo>
                    <a:cubicBezTo>
                      <a:pt x="609" y="404"/>
                      <a:pt x="609" y="404"/>
                      <a:pt x="609" y="404"/>
                    </a:cubicBezTo>
                    <a:cubicBezTo>
                      <a:pt x="606" y="383"/>
                      <a:pt x="606" y="383"/>
                      <a:pt x="606" y="383"/>
                    </a:cubicBezTo>
                    <a:cubicBezTo>
                      <a:pt x="637" y="355"/>
                      <a:pt x="637" y="355"/>
                      <a:pt x="637" y="355"/>
                    </a:cubicBezTo>
                    <a:lnTo>
                      <a:pt x="638" y="355"/>
                    </a:lnTo>
                    <a:close/>
                    <a:moveTo>
                      <a:pt x="606" y="383"/>
                    </a:moveTo>
                    <a:cubicBezTo>
                      <a:pt x="602" y="349"/>
                      <a:pt x="602" y="349"/>
                      <a:pt x="602" y="349"/>
                    </a:cubicBezTo>
                    <a:cubicBezTo>
                      <a:pt x="637" y="355"/>
                      <a:pt x="637" y="355"/>
                      <a:pt x="637" y="355"/>
                    </a:cubicBezTo>
                    <a:lnTo>
                      <a:pt x="606" y="383"/>
                    </a:lnTo>
                    <a:close/>
                    <a:moveTo>
                      <a:pt x="604" y="385"/>
                    </a:moveTo>
                    <a:cubicBezTo>
                      <a:pt x="583" y="404"/>
                      <a:pt x="583" y="404"/>
                      <a:pt x="583" y="404"/>
                    </a:cubicBezTo>
                    <a:cubicBezTo>
                      <a:pt x="561" y="395"/>
                      <a:pt x="561" y="395"/>
                      <a:pt x="561" y="395"/>
                    </a:cubicBezTo>
                    <a:cubicBezTo>
                      <a:pt x="540" y="338"/>
                      <a:pt x="540" y="338"/>
                      <a:pt x="540" y="338"/>
                    </a:cubicBezTo>
                    <a:cubicBezTo>
                      <a:pt x="599" y="348"/>
                      <a:pt x="599" y="348"/>
                      <a:pt x="599" y="348"/>
                    </a:cubicBezTo>
                    <a:lnTo>
                      <a:pt x="604" y="385"/>
                    </a:lnTo>
                    <a:close/>
                    <a:moveTo>
                      <a:pt x="581" y="406"/>
                    </a:moveTo>
                    <a:cubicBezTo>
                      <a:pt x="569" y="417"/>
                      <a:pt x="569" y="417"/>
                      <a:pt x="569" y="417"/>
                    </a:cubicBezTo>
                    <a:cubicBezTo>
                      <a:pt x="562" y="398"/>
                      <a:pt x="562" y="398"/>
                      <a:pt x="562" y="398"/>
                    </a:cubicBezTo>
                    <a:lnTo>
                      <a:pt x="581" y="406"/>
                    </a:lnTo>
                    <a:close/>
                    <a:moveTo>
                      <a:pt x="353" y="423"/>
                    </a:moveTo>
                    <a:cubicBezTo>
                      <a:pt x="272" y="335"/>
                      <a:pt x="272" y="335"/>
                      <a:pt x="272" y="335"/>
                    </a:cubicBezTo>
                    <a:cubicBezTo>
                      <a:pt x="264" y="291"/>
                      <a:pt x="264" y="291"/>
                      <a:pt x="264" y="291"/>
                    </a:cubicBezTo>
                    <a:cubicBezTo>
                      <a:pt x="373" y="325"/>
                      <a:pt x="373" y="325"/>
                      <a:pt x="373" y="325"/>
                    </a:cubicBezTo>
                    <a:lnTo>
                      <a:pt x="353" y="423"/>
                    </a:lnTo>
                    <a:close/>
                    <a:moveTo>
                      <a:pt x="353" y="425"/>
                    </a:moveTo>
                    <a:cubicBezTo>
                      <a:pt x="347" y="456"/>
                      <a:pt x="347" y="456"/>
                      <a:pt x="347" y="456"/>
                    </a:cubicBezTo>
                    <a:cubicBezTo>
                      <a:pt x="283" y="392"/>
                      <a:pt x="283" y="392"/>
                      <a:pt x="283" y="392"/>
                    </a:cubicBezTo>
                    <a:cubicBezTo>
                      <a:pt x="273" y="338"/>
                      <a:pt x="273" y="338"/>
                      <a:pt x="273" y="338"/>
                    </a:cubicBezTo>
                    <a:lnTo>
                      <a:pt x="353" y="425"/>
                    </a:lnTo>
                    <a:close/>
                    <a:moveTo>
                      <a:pt x="346" y="458"/>
                    </a:moveTo>
                    <a:cubicBezTo>
                      <a:pt x="340" y="492"/>
                      <a:pt x="340" y="492"/>
                      <a:pt x="340" y="492"/>
                    </a:cubicBezTo>
                    <a:cubicBezTo>
                      <a:pt x="298" y="476"/>
                      <a:pt x="298" y="476"/>
                      <a:pt x="298" y="476"/>
                    </a:cubicBezTo>
                    <a:cubicBezTo>
                      <a:pt x="283" y="395"/>
                      <a:pt x="283" y="395"/>
                      <a:pt x="283" y="395"/>
                    </a:cubicBezTo>
                    <a:lnTo>
                      <a:pt x="346" y="458"/>
                    </a:lnTo>
                    <a:close/>
                    <a:moveTo>
                      <a:pt x="339" y="494"/>
                    </a:moveTo>
                    <a:cubicBezTo>
                      <a:pt x="320" y="591"/>
                      <a:pt x="320" y="591"/>
                      <a:pt x="320" y="591"/>
                    </a:cubicBezTo>
                    <a:cubicBezTo>
                      <a:pt x="299" y="479"/>
                      <a:pt x="299" y="479"/>
                      <a:pt x="299" y="479"/>
                    </a:cubicBezTo>
                    <a:lnTo>
                      <a:pt x="339" y="494"/>
                    </a:lnTo>
                    <a:close/>
                    <a:moveTo>
                      <a:pt x="149" y="594"/>
                    </a:moveTo>
                    <a:cubicBezTo>
                      <a:pt x="149" y="594"/>
                      <a:pt x="149" y="594"/>
                      <a:pt x="149" y="594"/>
                    </a:cubicBezTo>
                    <a:cubicBezTo>
                      <a:pt x="170" y="663"/>
                      <a:pt x="170" y="663"/>
                      <a:pt x="170" y="663"/>
                    </a:cubicBezTo>
                    <a:cubicBezTo>
                      <a:pt x="133" y="549"/>
                      <a:pt x="133" y="549"/>
                      <a:pt x="133" y="549"/>
                    </a:cubicBezTo>
                    <a:cubicBezTo>
                      <a:pt x="145" y="541"/>
                      <a:pt x="145" y="541"/>
                      <a:pt x="145" y="541"/>
                    </a:cubicBezTo>
                    <a:lnTo>
                      <a:pt x="149" y="594"/>
                    </a:lnTo>
                    <a:close/>
                    <a:moveTo>
                      <a:pt x="197" y="754"/>
                    </a:moveTo>
                    <a:cubicBezTo>
                      <a:pt x="202" y="769"/>
                      <a:pt x="202" y="769"/>
                      <a:pt x="202" y="769"/>
                    </a:cubicBezTo>
                    <a:cubicBezTo>
                      <a:pt x="202" y="769"/>
                      <a:pt x="202" y="769"/>
                      <a:pt x="202" y="769"/>
                    </a:cubicBezTo>
                    <a:cubicBezTo>
                      <a:pt x="202" y="769"/>
                      <a:pt x="202" y="769"/>
                      <a:pt x="202" y="769"/>
                    </a:cubicBezTo>
                    <a:cubicBezTo>
                      <a:pt x="202" y="770"/>
                      <a:pt x="203" y="770"/>
                      <a:pt x="203" y="770"/>
                    </a:cubicBezTo>
                    <a:cubicBezTo>
                      <a:pt x="204" y="770"/>
                      <a:pt x="204" y="769"/>
                      <a:pt x="204" y="769"/>
                    </a:cubicBezTo>
                    <a:cubicBezTo>
                      <a:pt x="200" y="755"/>
                      <a:pt x="200" y="755"/>
                      <a:pt x="200" y="755"/>
                    </a:cubicBezTo>
                    <a:cubicBezTo>
                      <a:pt x="253" y="762"/>
                      <a:pt x="253" y="762"/>
                      <a:pt x="253" y="762"/>
                    </a:cubicBezTo>
                    <a:cubicBezTo>
                      <a:pt x="219" y="798"/>
                      <a:pt x="219" y="798"/>
                      <a:pt x="219" y="798"/>
                    </a:cubicBezTo>
                    <a:cubicBezTo>
                      <a:pt x="184" y="765"/>
                      <a:pt x="184" y="765"/>
                      <a:pt x="184" y="765"/>
                    </a:cubicBezTo>
                    <a:cubicBezTo>
                      <a:pt x="197" y="754"/>
                      <a:pt x="197" y="754"/>
                      <a:pt x="197" y="754"/>
                    </a:cubicBezTo>
                    <a:close/>
                    <a:moveTo>
                      <a:pt x="256" y="763"/>
                    </a:moveTo>
                    <a:cubicBezTo>
                      <a:pt x="351" y="776"/>
                      <a:pt x="351" y="776"/>
                      <a:pt x="351" y="776"/>
                    </a:cubicBezTo>
                    <a:cubicBezTo>
                      <a:pt x="359" y="820"/>
                      <a:pt x="359" y="820"/>
                      <a:pt x="359" y="820"/>
                    </a:cubicBezTo>
                    <a:cubicBezTo>
                      <a:pt x="298" y="873"/>
                      <a:pt x="298" y="873"/>
                      <a:pt x="298" y="873"/>
                    </a:cubicBezTo>
                    <a:cubicBezTo>
                      <a:pt x="220" y="799"/>
                      <a:pt x="220" y="799"/>
                      <a:pt x="220" y="799"/>
                    </a:cubicBezTo>
                    <a:lnTo>
                      <a:pt x="256" y="763"/>
                    </a:lnTo>
                    <a:close/>
                    <a:moveTo>
                      <a:pt x="359" y="820"/>
                    </a:moveTo>
                    <a:cubicBezTo>
                      <a:pt x="360" y="826"/>
                      <a:pt x="360" y="826"/>
                      <a:pt x="360" y="826"/>
                    </a:cubicBezTo>
                    <a:cubicBezTo>
                      <a:pt x="320" y="894"/>
                      <a:pt x="320" y="894"/>
                      <a:pt x="320" y="894"/>
                    </a:cubicBezTo>
                    <a:cubicBezTo>
                      <a:pt x="299" y="873"/>
                      <a:pt x="299" y="873"/>
                      <a:pt x="299" y="873"/>
                    </a:cubicBezTo>
                    <a:lnTo>
                      <a:pt x="359" y="820"/>
                    </a:lnTo>
                    <a:close/>
                    <a:moveTo>
                      <a:pt x="361" y="818"/>
                    </a:moveTo>
                    <a:cubicBezTo>
                      <a:pt x="368" y="812"/>
                      <a:pt x="368" y="812"/>
                      <a:pt x="368" y="812"/>
                    </a:cubicBezTo>
                    <a:cubicBezTo>
                      <a:pt x="362" y="823"/>
                      <a:pt x="362" y="823"/>
                      <a:pt x="362" y="823"/>
                    </a:cubicBezTo>
                    <a:lnTo>
                      <a:pt x="361" y="818"/>
                    </a:lnTo>
                    <a:close/>
                    <a:moveTo>
                      <a:pt x="404" y="781"/>
                    </a:moveTo>
                    <a:cubicBezTo>
                      <a:pt x="546" y="657"/>
                      <a:pt x="546" y="657"/>
                      <a:pt x="546" y="657"/>
                    </a:cubicBezTo>
                    <a:cubicBezTo>
                      <a:pt x="558" y="669"/>
                      <a:pt x="558" y="669"/>
                      <a:pt x="558" y="669"/>
                    </a:cubicBezTo>
                    <a:cubicBezTo>
                      <a:pt x="492" y="731"/>
                      <a:pt x="492" y="731"/>
                      <a:pt x="492" y="731"/>
                    </a:cubicBezTo>
                    <a:cubicBezTo>
                      <a:pt x="426" y="784"/>
                      <a:pt x="426" y="784"/>
                      <a:pt x="426" y="784"/>
                    </a:cubicBezTo>
                    <a:lnTo>
                      <a:pt x="404" y="781"/>
                    </a:lnTo>
                    <a:close/>
                    <a:moveTo>
                      <a:pt x="494" y="733"/>
                    </a:moveTo>
                    <a:cubicBezTo>
                      <a:pt x="494" y="733"/>
                      <a:pt x="494" y="733"/>
                      <a:pt x="494" y="733"/>
                    </a:cubicBezTo>
                    <a:cubicBezTo>
                      <a:pt x="560" y="671"/>
                      <a:pt x="560" y="671"/>
                      <a:pt x="560" y="671"/>
                    </a:cubicBezTo>
                    <a:cubicBezTo>
                      <a:pt x="631" y="742"/>
                      <a:pt x="631" y="742"/>
                      <a:pt x="631" y="742"/>
                    </a:cubicBezTo>
                    <a:cubicBezTo>
                      <a:pt x="542" y="801"/>
                      <a:pt x="542" y="801"/>
                      <a:pt x="542" y="801"/>
                    </a:cubicBezTo>
                    <a:cubicBezTo>
                      <a:pt x="430" y="785"/>
                      <a:pt x="430" y="785"/>
                      <a:pt x="430" y="785"/>
                    </a:cubicBezTo>
                    <a:lnTo>
                      <a:pt x="494" y="733"/>
                    </a:lnTo>
                    <a:close/>
                    <a:moveTo>
                      <a:pt x="633" y="744"/>
                    </a:moveTo>
                    <a:cubicBezTo>
                      <a:pt x="671" y="782"/>
                      <a:pt x="671" y="782"/>
                      <a:pt x="671" y="782"/>
                    </a:cubicBezTo>
                    <a:cubicBezTo>
                      <a:pt x="633" y="814"/>
                      <a:pt x="633" y="814"/>
                      <a:pt x="633" y="814"/>
                    </a:cubicBezTo>
                    <a:cubicBezTo>
                      <a:pt x="547" y="801"/>
                      <a:pt x="547" y="801"/>
                      <a:pt x="547" y="801"/>
                    </a:cubicBezTo>
                    <a:lnTo>
                      <a:pt x="633" y="744"/>
                    </a:lnTo>
                    <a:close/>
                    <a:moveTo>
                      <a:pt x="672" y="783"/>
                    </a:moveTo>
                    <a:cubicBezTo>
                      <a:pt x="693" y="805"/>
                      <a:pt x="693" y="805"/>
                      <a:pt x="693" y="805"/>
                    </a:cubicBezTo>
                    <a:cubicBezTo>
                      <a:pt x="698" y="823"/>
                      <a:pt x="698" y="823"/>
                      <a:pt x="698" y="823"/>
                    </a:cubicBezTo>
                    <a:cubicBezTo>
                      <a:pt x="635" y="814"/>
                      <a:pt x="635" y="814"/>
                      <a:pt x="635" y="814"/>
                    </a:cubicBezTo>
                    <a:lnTo>
                      <a:pt x="672" y="783"/>
                    </a:lnTo>
                    <a:close/>
                    <a:moveTo>
                      <a:pt x="696" y="807"/>
                    </a:moveTo>
                    <a:cubicBezTo>
                      <a:pt x="714" y="825"/>
                      <a:pt x="714" y="825"/>
                      <a:pt x="714" y="825"/>
                    </a:cubicBezTo>
                    <a:cubicBezTo>
                      <a:pt x="714" y="825"/>
                      <a:pt x="714" y="825"/>
                      <a:pt x="714" y="825"/>
                    </a:cubicBezTo>
                    <a:cubicBezTo>
                      <a:pt x="700" y="823"/>
                      <a:pt x="700" y="823"/>
                      <a:pt x="700" y="823"/>
                    </a:cubicBezTo>
                    <a:lnTo>
                      <a:pt x="696" y="807"/>
                    </a:lnTo>
                    <a:close/>
                    <a:moveTo>
                      <a:pt x="715" y="828"/>
                    </a:moveTo>
                    <a:cubicBezTo>
                      <a:pt x="724" y="853"/>
                      <a:pt x="724" y="853"/>
                      <a:pt x="724" y="853"/>
                    </a:cubicBezTo>
                    <a:cubicBezTo>
                      <a:pt x="708" y="855"/>
                      <a:pt x="708" y="855"/>
                      <a:pt x="708" y="855"/>
                    </a:cubicBezTo>
                    <a:cubicBezTo>
                      <a:pt x="701" y="826"/>
                      <a:pt x="701" y="826"/>
                      <a:pt x="701" y="826"/>
                    </a:cubicBezTo>
                    <a:lnTo>
                      <a:pt x="715" y="828"/>
                    </a:lnTo>
                    <a:close/>
                    <a:moveTo>
                      <a:pt x="717" y="829"/>
                    </a:moveTo>
                    <a:cubicBezTo>
                      <a:pt x="718" y="829"/>
                      <a:pt x="718" y="829"/>
                      <a:pt x="718" y="829"/>
                    </a:cubicBezTo>
                    <a:cubicBezTo>
                      <a:pt x="740" y="851"/>
                      <a:pt x="740" y="851"/>
                      <a:pt x="740" y="851"/>
                    </a:cubicBezTo>
                    <a:cubicBezTo>
                      <a:pt x="726" y="853"/>
                      <a:pt x="726" y="853"/>
                      <a:pt x="726" y="853"/>
                    </a:cubicBezTo>
                    <a:lnTo>
                      <a:pt x="717" y="829"/>
                    </a:lnTo>
                    <a:close/>
                    <a:moveTo>
                      <a:pt x="720" y="829"/>
                    </a:moveTo>
                    <a:cubicBezTo>
                      <a:pt x="729" y="830"/>
                      <a:pt x="729" y="830"/>
                      <a:pt x="729" y="830"/>
                    </a:cubicBezTo>
                    <a:cubicBezTo>
                      <a:pt x="747" y="850"/>
                      <a:pt x="747" y="850"/>
                      <a:pt x="747" y="850"/>
                    </a:cubicBezTo>
                    <a:cubicBezTo>
                      <a:pt x="742" y="851"/>
                      <a:pt x="742" y="851"/>
                      <a:pt x="742" y="851"/>
                    </a:cubicBezTo>
                    <a:lnTo>
                      <a:pt x="720" y="829"/>
                    </a:lnTo>
                    <a:close/>
                    <a:moveTo>
                      <a:pt x="717" y="826"/>
                    </a:moveTo>
                    <a:cubicBezTo>
                      <a:pt x="715" y="824"/>
                      <a:pt x="715" y="824"/>
                      <a:pt x="715" y="824"/>
                    </a:cubicBezTo>
                    <a:cubicBezTo>
                      <a:pt x="711" y="811"/>
                      <a:pt x="711" y="811"/>
                      <a:pt x="711" y="811"/>
                    </a:cubicBezTo>
                    <a:cubicBezTo>
                      <a:pt x="726" y="827"/>
                      <a:pt x="726" y="827"/>
                      <a:pt x="726" y="827"/>
                    </a:cubicBezTo>
                    <a:lnTo>
                      <a:pt x="717" y="826"/>
                    </a:lnTo>
                    <a:close/>
                    <a:moveTo>
                      <a:pt x="709" y="806"/>
                    </a:moveTo>
                    <a:cubicBezTo>
                      <a:pt x="676" y="716"/>
                      <a:pt x="676" y="716"/>
                      <a:pt x="676" y="716"/>
                    </a:cubicBezTo>
                    <a:cubicBezTo>
                      <a:pt x="806" y="630"/>
                      <a:pt x="806" y="630"/>
                      <a:pt x="806" y="630"/>
                    </a:cubicBezTo>
                    <a:cubicBezTo>
                      <a:pt x="843" y="753"/>
                      <a:pt x="843" y="753"/>
                      <a:pt x="843" y="753"/>
                    </a:cubicBezTo>
                    <a:cubicBezTo>
                      <a:pt x="782" y="835"/>
                      <a:pt x="782" y="835"/>
                      <a:pt x="782" y="835"/>
                    </a:cubicBezTo>
                    <a:cubicBezTo>
                      <a:pt x="728" y="827"/>
                      <a:pt x="728" y="827"/>
                      <a:pt x="728" y="827"/>
                    </a:cubicBezTo>
                    <a:lnTo>
                      <a:pt x="709" y="806"/>
                    </a:lnTo>
                    <a:close/>
                    <a:moveTo>
                      <a:pt x="728" y="370"/>
                    </a:moveTo>
                    <a:cubicBezTo>
                      <a:pt x="721" y="317"/>
                      <a:pt x="721" y="317"/>
                      <a:pt x="721" y="317"/>
                    </a:cubicBezTo>
                    <a:cubicBezTo>
                      <a:pt x="753" y="329"/>
                      <a:pt x="753" y="329"/>
                      <a:pt x="753" y="329"/>
                    </a:cubicBezTo>
                    <a:cubicBezTo>
                      <a:pt x="754" y="329"/>
                      <a:pt x="754" y="329"/>
                      <a:pt x="754" y="329"/>
                    </a:cubicBezTo>
                    <a:cubicBezTo>
                      <a:pt x="755" y="329"/>
                      <a:pt x="755" y="328"/>
                      <a:pt x="755" y="327"/>
                    </a:cubicBezTo>
                    <a:cubicBezTo>
                      <a:pt x="753" y="299"/>
                      <a:pt x="753" y="299"/>
                      <a:pt x="753" y="299"/>
                    </a:cubicBezTo>
                    <a:cubicBezTo>
                      <a:pt x="763" y="299"/>
                      <a:pt x="763" y="299"/>
                      <a:pt x="763" y="299"/>
                    </a:cubicBezTo>
                    <a:cubicBezTo>
                      <a:pt x="780" y="380"/>
                      <a:pt x="780" y="380"/>
                      <a:pt x="780" y="380"/>
                    </a:cubicBezTo>
                    <a:lnTo>
                      <a:pt x="728" y="370"/>
                    </a:lnTo>
                    <a:close/>
                    <a:moveTo>
                      <a:pt x="721" y="314"/>
                    </a:moveTo>
                    <a:cubicBezTo>
                      <a:pt x="718" y="298"/>
                      <a:pt x="718" y="298"/>
                      <a:pt x="718" y="298"/>
                    </a:cubicBezTo>
                    <a:cubicBezTo>
                      <a:pt x="751" y="299"/>
                      <a:pt x="751" y="299"/>
                      <a:pt x="751" y="299"/>
                    </a:cubicBezTo>
                    <a:cubicBezTo>
                      <a:pt x="752" y="326"/>
                      <a:pt x="752" y="326"/>
                      <a:pt x="752" y="326"/>
                    </a:cubicBezTo>
                    <a:lnTo>
                      <a:pt x="721" y="314"/>
                    </a:lnTo>
                    <a:close/>
                    <a:moveTo>
                      <a:pt x="753" y="296"/>
                    </a:moveTo>
                    <a:cubicBezTo>
                      <a:pt x="751" y="252"/>
                      <a:pt x="751" y="252"/>
                      <a:pt x="751" y="252"/>
                    </a:cubicBezTo>
                    <a:cubicBezTo>
                      <a:pt x="753" y="250"/>
                      <a:pt x="753" y="250"/>
                      <a:pt x="753" y="250"/>
                    </a:cubicBezTo>
                    <a:cubicBezTo>
                      <a:pt x="763" y="296"/>
                      <a:pt x="763" y="296"/>
                      <a:pt x="763" y="296"/>
                    </a:cubicBezTo>
                    <a:lnTo>
                      <a:pt x="753" y="296"/>
                    </a:lnTo>
                    <a:close/>
                    <a:moveTo>
                      <a:pt x="751" y="252"/>
                    </a:moveTo>
                    <a:cubicBezTo>
                      <a:pt x="749" y="232"/>
                      <a:pt x="749" y="232"/>
                      <a:pt x="749" y="232"/>
                    </a:cubicBezTo>
                    <a:cubicBezTo>
                      <a:pt x="753" y="250"/>
                      <a:pt x="753" y="250"/>
                      <a:pt x="753" y="250"/>
                    </a:cubicBezTo>
                    <a:lnTo>
                      <a:pt x="751" y="252"/>
                    </a:lnTo>
                    <a:close/>
                    <a:moveTo>
                      <a:pt x="756" y="248"/>
                    </a:moveTo>
                    <a:cubicBezTo>
                      <a:pt x="748" y="213"/>
                      <a:pt x="748" y="213"/>
                      <a:pt x="748" y="213"/>
                    </a:cubicBezTo>
                    <a:cubicBezTo>
                      <a:pt x="746" y="176"/>
                      <a:pt x="746" y="176"/>
                      <a:pt x="746" y="176"/>
                    </a:cubicBezTo>
                    <a:cubicBezTo>
                      <a:pt x="779" y="120"/>
                      <a:pt x="779" y="120"/>
                      <a:pt x="779" y="120"/>
                    </a:cubicBezTo>
                    <a:cubicBezTo>
                      <a:pt x="833" y="178"/>
                      <a:pt x="833" y="178"/>
                      <a:pt x="833" y="178"/>
                    </a:cubicBezTo>
                    <a:lnTo>
                      <a:pt x="756" y="248"/>
                    </a:lnTo>
                    <a:close/>
                    <a:moveTo>
                      <a:pt x="745" y="214"/>
                    </a:moveTo>
                    <a:cubicBezTo>
                      <a:pt x="748" y="255"/>
                      <a:pt x="748" y="255"/>
                      <a:pt x="748" y="255"/>
                    </a:cubicBezTo>
                    <a:cubicBezTo>
                      <a:pt x="716" y="283"/>
                      <a:pt x="716" y="283"/>
                      <a:pt x="716" y="283"/>
                    </a:cubicBezTo>
                    <a:cubicBezTo>
                      <a:pt x="710" y="237"/>
                      <a:pt x="710" y="237"/>
                      <a:pt x="710" y="237"/>
                    </a:cubicBezTo>
                    <a:cubicBezTo>
                      <a:pt x="740" y="187"/>
                      <a:pt x="740" y="187"/>
                      <a:pt x="740" y="187"/>
                    </a:cubicBezTo>
                    <a:lnTo>
                      <a:pt x="745" y="214"/>
                    </a:lnTo>
                    <a:close/>
                    <a:moveTo>
                      <a:pt x="748" y="255"/>
                    </a:moveTo>
                    <a:cubicBezTo>
                      <a:pt x="751" y="296"/>
                      <a:pt x="751" y="296"/>
                      <a:pt x="751" y="296"/>
                    </a:cubicBezTo>
                    <a:cubicBezTo>
                      <a:pt x="718" y="295"/>
                      <a:pt x="718" y="295"/>
                      <a:pt x="718" y="295"/>
                    </a:cubicBezTo>
                    <a:cubicBezTo>
                      <a:pt x="716" y="283"/>
                      <a:pt x="716" y="283"/>
                      <a:pt x="716" y="283"/>
                    </a:cubicBezTo>
                    <a:lnTo>
                      <a:pt x="748" y="255"/>
                    </a:lnTo>
                    <a:close/>
                    <a:moveTo>
                      <a:pt x="717" y="295"/>
                    </a:moveTo>
                    <a:cubicBezTo>
                      <a:pt x="704" y="295"/>
                      <a:pt x="704" y="295"/>
                      <a:pt x="704" y="295"/>
                    </a:cubicBezTo>
                    <a:cubicBezTo>
                      <a:pt x="716" y="284"/>
                      <a:pt x="716" y="284"/>
                      <a:pt x="716" y="284"/>
                    </a:cubicBezTo>
                    <a:lnTo>
                      <a:pt x="717" y="295"/>
                    </a:lnTo>
                    <a:close/>
                    <a:moveTo>
                      <a:pt x="718" y="298"/>
                    </a:moveTo>
                    <a:cubicBezTo>
                      <a:pt x="720" y="314"/>
                      <a:pt x="720" y="314"/>
                      <a:pt x="720" y="314"/>
                    </a:cubicBezTo>
                    <a:cubicBezTo>
                      <a:pt x="693" y="305"/>
                      <a:pt x="693" y="305"/>
                      <a:pt x="693" y="305"/>
                    </a:cubicBezTo>
                    <a:cubicBezTo>
                      <a:pt x="701" y="297"/>
                      <a:pt x="701" y="297"/>
                      <a:pt x="701" y="297"/>
                    </a:cubicBezTo>
                    <a:lnTo>
                      <a:pt x="718" y="298"/>
                    </a:lnTo>
                    <a:close/>
                    <a:moveTo>
                      <a:pt x="693" y="305"/>
                    </a:moveTo>
                    <a:cubicBezTo>
                      <a:pt x="674" y="298"/>
                      <a:pt x="674" y="298"/>
                      <a:pt x="674" y="298"/>
                    </a:cubicBezTo>
                    <a:cubicBezTo>
                      <a:pt x="675" y="297"/>
                      <a:pt x="675" y="297"/>
                      <a:pt x="675" y="297"/>
                    </a:cubicBezTo>
                    <a:cubicBezTo>
                      <a:pt x="701" y="297"/>
                      <a:pt x="701" y="297"/>
                      <a:pt x="701" y="297"/>
                    </a:cubicBezTo>
                    <a:lnTo>
                      <a:pt x="693" y="305"/>
                    </a:lnTo>
                    <a:close/>
                    <a:moveTo>
                      <a:pt x="690" y="307"/>
                    </a:moveTo>
                    <a:cubicBezTo>
                      <a:pt x="645" y="348"/>
                      <a:pt x="645" y="348"/>
                      <a:pt x="645" y="348"/>
                    </a:cubicBezTo>
                    <a:cubicBezTo>
                      <a:pt x="673" y="300"/>
                      <a:pt x="673" y="300"/>
                      <a:pt x="673" y="300"/>
                    </a:cubicBezTo>
                    <a:lnTo>
                      <a:pt x="690" y="307"/>
                    </a:lnTo>
                    <a:close/>
                    <a:moveTo>
                      <a:pt x="639" y="354"/>
                    </a:moveTo>
                    <a:cubicBezTo>
                      <a:pt x="638" y="354"/>
                      <a:pt x="638" y="354"/>
                      <a:pt x="638" y="354"/>
                    </a:cubicBezTo>
                    <a:cubicBezTo>
                      <a:pt x="602" y="347"/>
                      <a:pt x="602" y="347"/>
                      <a:pt x="602" y="347"/>
                    </a:cubicBezTo>
                    <a:cubicBezTo>
                      <a:pt x="595" y="295"/>
                      <a:pt x="595" y="295"/>
                      <a:pt x="595" y="295"/>
                    </a:cubicBezTo>
                    <a:cubicBezTo>
                      <a:pt x="661" y="296"/>
                      <a:pt x="661" y="296"/>
                      <a:pt x="661" y="296"/>
                    </a:cubicBezTo>
                    <a:cubicBezTo>
                      <a:pt x="670" y="300"/>
                      <a:pt x="670" y="300"/>
                      <a:pt x="670" y="300"/>
                    </a:cubicBezTo>
                    <a:lnTo>
                      <a:pt x="639" y="354"/>
                    </a:lnTo>
                    <a:close/>
                    <a:moveTo>
                      <a:pt x="538" y="336"/>
                    </a:moveTo>
                    <a:cubicBezTo>
                      <a:pt x="379" y="307"/>
                      <a:pt x="379" y="307"/>
                      <a:pt x="379" y="307"/>
                    </a:cubicBezTo>
                    <a:cubicBezTo>
                      <a:pt x="383" y="289"/>
                      <a:pt x="383" y="289"/>
                      <a:pt x="383" y="289"/>
                    </a:cubicBezTo>
                    <a:cubicBezTo>
                      <a:pt x="522" y="293"/>
                      <a:pt x="522" y="293"/>
                      <a:pt x="522" y="293"/>
                    </a:cubicBezTo>
                    <a:lnTo>
                      <a:pt x="538" y="336"/>
                    </a:lnTo>
                    <a:close/>
                    <a:moveTo>
                      <a:pt x="538" y="337"/>
                    </a:moveTo>
                    <a:cubicBezTo>
                      <a:pt x="559" y="394"/>
                      <a:pt x="559" y="394"/>
                      <a:pt x="559" y="394"/>
                    </a:cubicBezTo>
                    <a:cubicBezTo>
                      <a:pt x="422" y="338"/>
                      <a:pt x="422" y="338"/>
                      <a:pt x="422" y="338"/>
                    </a:cubicBezTo>
                    <a:cubicBezTo>
                      <a:pt x="422" y="338"/>
                      <a:pt x="422" y="338"/>
                      <a:pt x="422" y="338"/>
                    </a:cubicBezTo>
                    <a:cubicBezTo>
                      <a:pt x="376" y="323"/>
                      <a:pt x="376" y="323"/>
                      <a:pt x="376" y="323"/>
                    </a:cubicBezTo>
                    <a:cubicBezTo>
                      <a:pt x="379" y="309"/>
                      <a:pt x="379" y="309"/>
                      <a:pt x="379" y="309"/>
                    </a:cubicBezTo>
                    <a:lnTo>
                      <a:pt x="538" y="337"/>
                    </a:lnTo>
                    <a:close/>
                    <a:moveTo>
                      <a:pt x="374" y="323"/>
                    </a:moveTo>
                    <a:cubicBezTo>
                      <a:pt x="263" y="288"/>
                      <a:pt x="263" y="288"/>
                      <a:pt x="263" y="288"/>
                    </a:cubicBezTo>
                    <a:cubicBezTo>
                      <a:pt x="263" y="288"/>
                      <a:pt x="263" y="288"/>
                      <a:pt x="262" y="288"/>
                    </a:cubicBezTo>
                    <a:cubicBezTo>
                      <a:pt x="262" y="288"/>
                      <a:pt x="261" y="288"/>
                      <a:pt x="261" y="289"/>
                    </a:cubicBezTo>
                    <a:cubicBezTo>
                      <a:pt x="269" y="332"/>
                      <a:pt x="269" y="332"/>
                      <a:pt x="269" y="332"/>
                    </a:cubicBezTo>
                    <a:cubicBezTo>
                      <a:pt x="226" y="285"/>
                      <a:pt x="226" y="285"/>
                      <a:pt x="226" y="285"/>
                    </a:cubicBezTo>
                    <a:cubicBezTo>
                      <a:pt x="253" y="286"/>
                      <a:pt x="253" y="286"/>
                      <a:pt x="253" y="286"/>
                    </a:cubicBezTo>
                    <a:cubicBezTo>
                      <a:pt x="377" y="308"/>
                      <a:pt x="377" y="308"/>
                      <a:pt x="377" y="308"/>
                    </a:cubicBezTo>
                    <a:lnTo>
                      <a:pt x="374" y="323"/>
                    </a:lnTo>
                    <a:close/>
                    <a:moveTo>
                      <a:pt x="280" y="392"/>
                    </a:moveTo>
                    <a:cubicBezTo>
                      <a:pt x="296" y="475"/>
                      <a:pt x="296" y="475"/>
                      <a:pt x="296" y="475"/>
                    </a:cubicBezTo>
                    <a:cubicBezTo>
                      <a:pt x="267" y="464"/>
                      <a:pt x="267" y="464"/>
                      <a:pt x="267" y="464"/>
                    </a:cubicBezTo>
                    <a:cubicBezTo>
                      <a:pt x="267" y="464"/>
                      <a:pt x="267" y="464"/>
                      <a:pt x="267" y="464"/>
                    </a:cubicBezTo>
                    <a:cubicBezTo>
                      <a:pt x="147" y="538"/>
                      <a:pt x="147" y="538"/>
                      <a:pt x="147" y="538"/>
                    </a:cubicBezTo>
                    <a:cubicBezTo>
                      <a:pt x="138" y="411"/>
                      <a:pt x="138" y="411"/>
                      <a:pt x="138" y="411"/>
                    </a:cubicBezTo>
                    <a:cubicBezTo>
                      <a:pt x="138" y="410"/>
                      <a:pt x="137" y="410"/>
                      <a:pt x="137" y="410"/>
                    </a:cubicBezTo>
                    <a:cubicBezTo>
                      <a:pt x="136" y="409"/>
                      <a:pt x="136" y="410"/>
                      <a:pt x="136" y="410"/>
                    </a:cubicBezTo>
                    <a:cubicBezTo>
                      <a:pt x="110" y="479"/>
                      <a:pt x="110" y="479"/>
                      <a:pt x="110" y="479"/>
                    </a:cubicBezTo>
                    <a:cubicBezTo>
                      <a:pt x="72" y="362"/>
                      <a:pt x="72" y="362"/>
                      <a:pt x="72" y="362"/>
                    </a:cubicBezTo>
                    <a:cubicBezTo>
                      <a:pt x="102" y="282"/>
                      <a:pt x="102" y="282"/>
                      <a:pt x="102" y="282"/>
                    </a:cubicBezTo>
                    <a:cubicBezTo>
                      <a:pt x="172" y="284"/>
                      <a:pt x="172" y="284"/>
                      <a:pt x="172" y="284"/>
                    </a:cubicBezTo>
                    <a:lnTo>
                      <a:pt x="280" y="392"/>
                    </a:lnTo>
                    <a:close/>
                    <a:moveTo>
                      <a:pt x="136" y="416"/>
                    </a:moveTo>
                    <a:cubicBezTo>
                      <a:pt x="145" y="539"/>
                      <a:pt x="145" y="539"/>
                      <a:pt x="145" y="539"/>
                    </a:cubicBezTo>
                    <a:cubicBezTo>
                      <a:pt x="132" y="547"/>
                      <a:pt x="132" y="547"/>
                      <a:pt x="132" y="547"/>
                    </a:cubicBezTo>
                    <a:cubicBezTo>
                      <a:pt x="111" y="483"/>
                      <a:pt x="111" y="483"/>
                      <a:pt x="111" y="483"/>
                    </a:cubicBezTo>
                    <a:lnTo>
                      <a:pt x="136" y="416"/>
                    </a:lnTo>
                    <a:close/>
                    <a:moveTo>
                      <a:pt x="130" y="548"/>
                    </a:moveTo>
                    <a:cubicBezTo>
                      <a:pt x="75" y="582"/>
                      <a:pt x="75" y="582"/>
                      <a:pt x="75" y="582"/>
                    </a:cubicBezTo>
                    <a:cubicBezTo>
                      <a:pt x="110" y="486"/>
                      <a:pt x="110" y="486"/>
                      <a:pt x="110" y="486"/>
                    </a:cubicBezTo>
                    <a:lnTo>
                      <a:pt x="130" y="548"/>
                    </a:lnTo>
                    <a:close/>
                    <a:moveTo>
                      <a:pt x="196" y="754"/>
                    </a:moveTo>
                    <a:cubicBezTo>
                      <a:pt x="184" y="765"/>
                      <a:pt x="184" y="765"/>
                      <a:pt x="184" y="765"/>
                    </a:cubicBezTo>
                    <a:cubicBezTo>
                      <a:pt x="169" y="750"/>
                      <a:pt x="169" y="750"/>
                      <a:pt x="169" y="750"/>
                    </a:cubicBezTo>
                    <a:lnTo>
                      <a:pt x="196" y="754"/>
                    </a:lnTo>
                    <a:close/>
                    <a:moveTo>
                      <a:pt x="184" y="765"/>
                    </a:moveTo>
                    <a:cubicBezTo>
                      <a:pt x="140" y="805"/>
                      <a:pt x="140" y="805"/>
                      <a:pt x="140" y="805"/>
                    </a:cubicBezTo>
                    <a:cubicBezTo>
                      <a:pt x="86" y="738"/>
                      <a:pt x="86" y="738"/>
                      <a:pt x="86" y="738"/>
                    </a:cubicBezTo>
                    <a:cubicBezTo>
                      <a:pt x="168" y="750"/>
                      <a:pt x="168" y="750"/>
                      <a:pt x="168" y="750"/>
                    </a:cubicBezTo>
                    <a:lnTo>
                      <a:pt x="184" y="765"/>
                    </a:lnTo>
                    <a:close/>
                    <a:moveTo>
                      <a:pt x="322" y="896"/>
                    </a:moveTo>
                    <a:cubicBezTo>
                      <a:pt x="331" y="904"/>
                      <a:pt x="331" y="904"/>
                      <a:pt x="331" y="904"/>
                    </a:cubicBezTo>
                    <a:cubicBezTo>
                      <a:pt x="316" y="906"/>
                      <a:pt x="316" y="906"/>
                      <a:pt x="316" y="906"/>
                    </a:cubicBezTo>
                    <a:lnTo>
                      <a:pt x="322" y="896"/>
                    </a:lnTo>
                    <a:close/>
                    <a:moveTo>
                      <a:pt x="543" y="804"/>
                    </a:moveTo>
                    <a:cubicBezTo>
                      <a:pt x="630" y="816"/>
                      <a:pt x="630" y="816"/>
                      <a:pt x="630" y="816"/>
                    </a:cubicBezTo>
                    <a:cubicBezTo>
                      <a:pt x="560" y="875"/>
                      <a:pt x="560" y="875"/>
                      <a:pt x="560" y="875"/>
                    </a:cubicBezTo>
                    <a:cubicBezTo>
                      <a:pt x="405" y="895"/>
                      <a:pt x="405" y="895"/>
                      <a:pt x="405" y="895"/>
                    </a:cubicBezTo>
                    <a:lnTo>
                      <a:pt x="543" y="804"/>
                    </a:lnTo>
                    <a:close/>
                    <a:moveTo>
                      <a:pt x="632" y="816"/>
                    </a:moveTo>
                    <a:cubicBezTo>
                      <a:pt x="699" y="826"/>
                      <a:pt x="699" y="826"/>
                      <a:pt x="699" y="826"/>
                    </a:cubicBezTo>
                    <a:cubicBezTo>
                      <a:pt x="707" y="856"/>
                      <a:pt x="707" y="856"/>
                      <a:pt x="707" y="856"/>
                    </a:cubicBezTo>
                    <a:cubicBezTo>
                      <a:pt x="563" y="874"/>
                      <a:pt x="563" y="874"/>
                      <a:pt x="563" y="874"/>
                    </a:cubicBezTo>
                    <a:lnTo>
                      <a:pt x="632" y="816"/>
                    </a:lnTo>
                    <a:close/>
                    <a:moveTo>
                      <a:pt x="723" y="914"/>
                    </a:moveTo>
                    <a:cubicBezTo>
                      <a:pt x="708" y="856"/>
                      <a:pt x="708" y="856"/>
                      <a:pt x="708" y="856"/>
                    </a:cubicBezTo>
                    <a:cubicBezTo>
                      <a:pt x="724" y="854"/>
                      <a:pt x="724" y="854"/>
                      <a:pt x="724" y="854"/>
                    </a:cubicBezTo>
                    <a:cubicBezTo>
                      <a:pt x="738" y="894"/>
                      <a:pt x="738" y="894"/>
                      <a:pt x="738" y="894"/>
                    </a:cubicBezTo>
                    <a:lnTo>
                      <a:pt x="723" y="914"/>
                    </a:lnTo>
                    <a:close/>
                    <a:moveTo>
                      <a:pt x="726" y="854"/>
                    </a:moveTo>
                    <a:cubicBezTo>
                      <a:pt x="741" y="852"/>
                      <a:pt x="741" y="852"/>
                      <a:pt x="741" y="852"/>
                    </a:cubicBezTo>
                    <a:cubicBezTo>
                      <a:pt x="757" y="868"/>
                      <a:pt x="757" y="868"/>
                      <a:pt x="757" y="868"/>
                    </a:cubicBezTo>
                    <a:cubicBezTo>
                      <a:pt x="740" y="892"/>
                      <a:pt x="740" y="892"/>
                      <a:pt x="740" y="892"/>
                    </a:cubicBezTo>
                    <a:lnTo>
                      <a:pt x="726" y="854"/>
                    </a:lnTo>
                    <a:close/>
                    <a:moveTo>
                      <a:pt x="750" y="851"/>
                    </a:moveTo>
                    <a:cubicBezTo>
                      <a:pt x="772" y="848"/>
                      <a:pt x="772" y="848"/>
                      <a:pt x="772" y="848"/>
                    </a:cubicBezTo>
                    <a:cubicBezTo>
                      <a:pt x="761" y="863"/>
                      <a:pt x="761" y="863"/>
                      <a:pt x="761" y="863"/>
                    </a:cubicBezTo>
                    <a:lnTo>
                      <a:pt x="750" y="851"/>
                    </a:lnTo>
                    <a:close/>
                    <a:moveTo>
                      <a:pt x="749" y="850"/>
                    </a:moveTo>
                    <a:cubicBezTo>
                      <a:pt x="731" y="831"/>
                      <a:pt x="731" y="831"/>
                      <a:pt x="731" y="831"/>
                    </a:cubicBezTo>
                    <a:cubicBezTo>
                      <a:pt x="780" y="838"/>
                      <a:pt x="780" y="838"/>
                      <a:pt x="780" y="838"/>
                    </a:cubicBezTo>
                    <a:cubicBezTo>
                      <a:pt x="773" y="847"/>
                      <a:pt x="773" y="847"/>
                      <a:pt x="773" y="847"/>
                    </a:cubicBezTo>
                    <a:lnTo>
                      <a:pt x="749" y="850"/>
                    </a:lnTo>
                    <a:close/>
                    <a:moveTo>
                      <a:pt x="782" y="838"/>
                    </a:moveTo>
                    <a:cubicBezTo>
                      <a:pt x="811" y="842"/>
                      <a:pt x="811" y="842"/>
                      <a:pt x="811" y="842"/>
                    </a:cubicBezTo>
                    <a:cubicBezTo>
                      <a:pt x="775" y="847"/>
                      <a:pt x="775" y="847"/>
                      <a:pt x="775" y="847"/>
                    </a:cubicBezTo>
                    <a:lnTo>
                      <a:pt x="782" y="838"/>
                    </a:lnTo>
                    <a:close/>
                    <a:moveTo>
                      <a:pt x="784" y="835"/>
                    </a:moveTo>
                    <a:cubicBezTo>
                      <a:pt x="844" y="755"/>
                      <a:pt x="844" y="755"/>
                      <a:pt x="844" y="755"/>
                    </a:cubicBezTo>
                    <a:cubicBezTo>
                      <a:pt x="851" y="780"/>
                      <a:pt x="851" y="780"/>
                      <a:pt x="851" y="780"/>
                    </a:cubicBezTo>
                    <a:cubicBezTo>
                      <a:pt x="856" y="836"/>
                      <a:pt x="856" y="836"/>
                      <a:pt x="856" y="836"/>
                    </a:cubicBezTo>
                    <a:cubicBezTo>
                      <a:pt x="822" y="841"/>
                      <a:pt x="822" y="841"/>
                      <a:pt x="822" y="841"/>
                    </a:cubicBezTo>
                    <a:lnTo>
                      <a:pt x="784" y="835"/>
                    </a:lnTo>
                    <a:close/>
                    <a:moveTo>
                      <a:pt x="856" y="837"/>
                    </a:moveTo>
                    <a:cubicBezTo>
                      <a:pt x="857" y="846"/>
                      <a:pt x="857" y="846"/>
                      <a:pt x="857" y="846"/>
                    </a:cubicBezTo>
                    <a:cubicBezTo>
                      <a:pt x="825" y="841"/>
                      <a:pt x="825" y="841"/>
                      <a:pt x="825" y="841"/>
                    </a:cubicBezTo>
                    <a:lnTo>
                      <a:pt x="856" y="837"/>
                    </a:lnTo>
                    <a:close/>
                    <a:moveTo>
                      <a:pt x="867" y="836"/>
                    </a:moveTo>
                    <a:cubicBezTo>
                      <a:pt x="876" y="835"/>
                      <a:pt x="876" y="835"/>
                      <a:pt x="876" y="835"/>
                    </a:cubicBezTo>
                    <a:cubicBezTo>
                      <a:pt x="879" y="849"/>
                      <a:pt x="879" y="849"/>
                      <a:pt x="879" y="849"/>
                    </a:cubicBezTo>
                    <a:cubicBezTo>
                      <a:pt x="867" y="847"/>
                      <a:pt x="867" y="847"/>
                      <a:pt x="867" y="847"/>
                    </a:cubicBezTo>
                    <a:lnTo>
                      <a:pt x="867" y="836"/>
                    </a:lnTo>
                    <a:close/>
                    <a:moveTo>
                      <a:pt x="867" y="835"/>
                    </a:moveTo>
                    <a:cubicBezTo>
                      <a:pt x="868" y="798"/>
                      <a:pt x="868" y="798"/>
                      <a:pt x="868" y="798"/>
                    </a:cubicBezTo>
                    <a:cubicBezTo>
                      <a:pt x="876" y="834"/>
                      <a:pt x="876" y="834"/>
                      <a:pt x="876" y="834"/>
                    </a:cubicBezTo>
                    <a:lnTo>
                      <a:pt x="867" y="835"/>
                    </a:lnTo>
                    <a:close/>
                    <a:moveTo>
                      <a:pt x="866" y="773"/>
                    </a:moveTo>
                    <a:cubicBezTo>
                      <a:pt x="858" y="735"/>
                      <a:pt x="858" y="735"/>
                      <a:pt x="858" y="735"/>
                    </a:cubicBezTo>
                    <a:cubicBezTo>
                      <a:pt x="868" y="722"/>
                      <a:pt x="868" y="722"/>
                      <a:pt x="868" y="722"/>
                    </a:cubicBezTo>
                    <a:lnTo>
                      <a:pt x="866" y="773"/>
                    </a:lnTo>
                    <a:close/>
                    <a:moveTo>
                      <a:pt x="1065" y="431"/>
                    </a:moveTo>
                    <a:cubicBezTo>
                      <a:pt x="784" y="380"/>
                      <a:pt x="784" y="380"/>
                      <a:pt x="784" y="380"/>
                    </a:cubicBezTo>
                    <a:cubicBezTo>
                      <a:pt x="766" y="299"/>
                      <a:pt x="766" y="299"/>
                      <a:pt x="766" y="299"/>
                    </a:cubicBezTo>
                    <a:cubicBezTo>
                      <a:pt x="948" y="304"/>
                      <a:pt x="948" y="304"/>
                      <a:pt x="948" y="304"/>
                    </a:cubicBezTo>
                    <a:lnTo>
                      <a:pt x="1065" y="431"/>
                    </a:lnTo>
                    <a:close/>
                    <a:moveTo>
                      <a:pt x="811" y="66"/>
                    </a:moveTo>
                    <a:cubicBezTo>
                      <a:pt x="939" y="170"/>
                      <a:pt x="939" y="170"/>
                      <a:pt x="939" y="170"/>
                    </a:cubicBezTo>
                    <a:cubicBezTo>
                      <a:pt x="1026" y="303"/>
                      <a:pt x="1026" y="303"/>
                      <a:pt x="1026" y="303"/>
                    </a:cubicBezTo>
                    <a:cubicBezTo>
                      <a:pt x="947" y="301"/>
                      <a:pt x="947" y="301"/>
                      <a:pt x="947" y="301"/>
                    </a:cubicBezTo>
                    <a:cubicBezTo>
                      <a:pt x="938" y="291"/>
                      <a:pt x="938" y="291"/>
                      <a:pt x="938" y="291"/>
                    </a:cubicBezTo>
                    <a:cubicBezTo>
                      <a:pt x="991" y="287"/>
                      <a:pt x="991" y="287"/>
                      <a:pt x="991" y="287"/>
                    </a:cubicBezTo>
                    <a:cubicBezTo>
                      <a:pt x="991" y="287"/>
                      <a:pt x="991" y="287"/>
                      <a:pt x="991" y="287"/>
                    </a:cubicBezTo>
                    <a:cubicBezTo>
                      <a:pt x="991" y="287"/>
                      <a:pt x="991" y="287"/>
                      <a:pt x="991" y="287"/>
                    </a:cubicBezTo>
                    <a:cubicBezTo>
                      <a:pt x="865" y="149"/>
                      <a:pt x="865" y="149"/>
                      <a:pt x="865" y="149"/>
                    </a:cubicBezTo>
                    <a:cubicBezTo>
                      <a:pt x="865" y="149"/>
                      <a:pt x="865" y="149"/>
                      <a:pt x="865" y="149"/>
                    </a:cubicBezTo>
                    <a:cubicBezTo>
                      <a:pt x="833" y="177"/>
                      <a:pt x="833" y="177"/>
                      <a:pt x="833" y="177"/>
                    </a:cubicBezTo>
                    <a:cubicBezTo>
                      <a:pt x="780" y="119"/>
                      <a:pt x="780" y="119"/>
                      <a:pt x="780" y="119"/>
                    </a:cubicBezTo>
                    <a:lnTo>
                      <a:pt x="811" y="66"/>
                    </a:lnTo>
                    <a:close/>
                    <a:moveTo>
                      <a:pt x="679" y="10"/>
                    </a:moveTo>
                    <a:cubicBezTo>
                      <a:pt x="777" y="118"/>
                      <a:pt x="777" y="118"/>
                      <a:pt x="777" y="118"/>
                    </a:cubicBezTo>
                    <a:cubicBezTo>
                      <a:pt x="746" y="172"/>
                      <a:pt x="746" y="172"/>
                      <a:pt x="746" y="172"/>
                    </a:cubicBezTo>
                    <a:cubicBezTo>
                      <a:pt x="746" y="170"/>
                      <a:pt x="746" y="170"/>
                      <a:pt x="746" y="170"/>
                    </a:cubicBezTo>
                    <a:cubicBezTo>
                      <a:pt x="746" y="170"/>
                      <a:pt x="746" y="170"/>
                      <a:pt x="746" y="170"/>
                    </a:cubicBezTo>
                    <a:cubicBezTo>
                      <a:pt x="716" y="59"/>
                      <a:pt x="716" y="59"/>
                      <a:pt x="716" y="59"/>
                    </a:cubicBezTo>
                    <a:cubicBezTo>
                      <a:pt x="716" y="59"/>
                      <a:pt x="715" y="58"/>
                      <a:pt x="714" y="58"/>
                    </a:cubicBezTo>
                    <a:cubicBezTo>
                      <a:pt x="714" y="59"/>
                      <a:pt x="713" y="59"/>
                      <a:pt x="713" y="60"/>
                    </a:cubicBezTo>
                    <a:cubicBezTo>
                      <a:pt x="713" y="60"/>
                      <a:pt x="713" y="60"/>
                      <a:pt x="713" y="60"/>
                    </a:cubicBezTo>
                    <a:cubicBezTo>
                      <a:pt x="713" y="60"/>
                      <a:pt x="713" y="60"/>
                      <a:pt x="713" y="60"/>
                    </a:cubicBezTo>
                    <a:cubicBezTo>
                      <a:pt x="739" y="183"/>
                      <a:pt x="739" y="183"/>
                      <a:pt x="739" y="183"/>
                    </a:cubicBezTo>
                    <a:cubicBezTo>
                      <a:pt x="709" y="233"/>
                      <a:pt x="709" y="233"/>
                      <a:pt x="709" y="233"/>
                    </a:cubicBezTo>
                    <a:lnTo>
                      <a:pt x="679" y="10"/>
                    </a:lnTo>
                    <a:close/>
                    <a:moveTo>
                      <a:pt x="709" y="238"/>
                    </a:moveTo>
                    <a:cubicBezTo>
                      <a:pt x="716" y="284"/>
                      <a:pt x="716" y="284"/>
                      <a:pt x="716" y="284"/>
                    </a:cubicBezTo>
                    <a:cubicBezTo>
                      <a:pt x="703" y="295"/>
                      <a:pt x="703" y="295"/>
                      <a:pt x="703" y="295"/>
                    </a:cubicBezTo>
                    <a:cubicBezTo>
                      <a:pt x="677" y="294"/>
                      <a:pt x="677" y="294"/>
                      <a:pt x="677" y="294"/>
                    </a:cubicBezTo>
                    <a:lnTo>
                      <a:pt x="709" y="238"/>
                    </a:lnTo>
                    <a:close/>
                    <a:moveTo>
                      <a:pt x="672" y="297"/>
                    </a:moveTo>
                    <a:cubicBezTo>
                      <a:pt x="672" y="297"/>
                      <a:pt x="672" y="297"/>
                      <a:pt x="672" y="297"/>
                    </a:cubicBezTo>
                    <a:cubicBezTo>
                      <a:pt x="670" y="297"/>
                      <a:pt x="670" y="297"/>
                      <a:pt x="670" y="297"/>
                    </a:cubicBezTo>
                    <a:lnTo>
                      <a:pt x="672" y="297"/>
                    </a:lnTo>
                    <a:close/>
                    <a:moveTo>
                      <a:pt x="653" y="294"/>
                    </a:moveTo>
                    <a:cubicBezTo>
                      <a:pt x="594" y="292"/>
                      <a:pt x="594" y="292"/>
                      <a:pt x="594" y="292"/>
                    </a:cubicBezTo>
                    <a:cubicBezTo>
                      <a:pt x="592" y="272"/>
                      <a:pt x="592" y="272"/>
                      <a:pt x="592" y="272"/>
                    </a:cubicBezTo>
                    <a:lnTo>
                      <a:pt x="653" y="294"/>
                    </a:lnTo>
                    <a:close/>
                    <a:moveTo>
                      <a:pt x="589" y="268"/>
                    </a:moveTo>
                    <a:cubicBezTo>
                      <a:pt x="504" y="238"/>
                      <a:pt x="504" y="238"/>
                      <a:pt x="504" y="238"/>
                    </a:cubicBezTo>
                    <a:cubicBezTo>
                      <a:pt x="486" y="187"/>
                      <a:pt x="486" y="187"/>
                      <a:pt x="486" y="187"/>
                    </a:cubicBezTo>
                    <a:cubicBezTo>
                      <a:pt x="584" y="235"/>
                      <a:pt x="584" y="235"/>
                      <a:pt x="584" y="235"/>
                    </a:cubicBezTo>
                    <a:lnTo>
                      <a:pt x="589" y="268"/>
                    </a:lnTo>
                    <a:close/>
                    <a:moveTo>
                      <a:pt x="406" y="172"/>
                    </a:moveTo>
                    <a:cubicBezTo>
                      <a:pt x="430" y="160"/>
                      <a:pt x="430" y="160"/>
                      <a:pt x="430" y="160"/>
                    </a:cubicBezTo>
                    <a:cubicBezTo>
                      <a:pt x="484" y="186"/>
                      <a:pt x="484" y="186"/>
                      <a:pt x="484" y="186"/>
                    </a:cubicBezTo>
                    <a:cubicBezTo>
                      <a:pt x="502" y="237"/>
                      <a:pt x="502" y="237"/>
                      <a:pt x="502" y="237"/>
                    </a:cubicBezTo>
                    <a:cubicBezTo>
                      <a:pt x="400" y="201"/>
                      <a:pt x="400" y="201"/>
                      <a:pt x="400" y="201"/>
                    </a:cubicBezTo>
                    <a:lnTo>
                      <a:pt x="406" y="172"/>
                    </a:lnTo>
                    <a:close/>
                    <a:moveTo>
                      <a:pt x="405" y="57"/>
                    </a:moveTo>
                    <a:cubicBezTo>
                      <a:pt x="434" y="48"/>
                      <a:pt x="434" y="48"/>
                      <a:pt x="434" y="48"/>
                    </a:cubicBezTo>
                    <a:cubicBezTo>
                      <a:pt x="467" y="139"/>
                      <a:pt x="467" y="139"/>
                      <a:pt x="467" y="139"/>
                    </a:cubicBezTo>
                    <a:cubicBezTo>
                      <a:pt x="430" y="158"/>
                      <a:pt x="430" y="158"/>
                      <a:pt x="430" y="158"/>
                    </a:cubicBezTo>
                    <a:cubicBezTo>
                      <a:pt x="329" y="109"/>
                      <a:pt x="329" y="109"/>
                      <a:pt x="329" y="109"/>
                    </a:cubicBezTo>
                    <a:lnTo>
                      <a:pt x="405" y="57"/>
                    </a:lnTo>
                    <a:close/>
                    <a:moveTo>
                      <a:pt x="468" y="141"/>
                    </a:moveTo>
                    <a:cubicBezTo>
                      <a:pt x="483" y="183"/>
                      <a:pt x="483" y="183"/>
                      <a:pt x="483" y="183"/>
                    </a:cubicBezTo>
                    <a:cubicBezTo>
                      <a:pt x="432" y="159"/>
                      <a:pt x="432" y="159"/>
                      <a:pt x="432" y="159"/>
                    </a:cubicBezTo>
                    <a:lnTo>
                      <a:pt x="468" y="141"/>
                    </a:lnTo>
                    <a:close/>
                    <a:moveTo>
                      <a:pt x="469" y="140"/>
                    </a:moveTo>
                    <a:cubicBezTo>
                      <a:pt x="566" y="92"/>
                      <a:pt x="566" y="92"/>
                      <a:pt x="566" y="92"/>
                    </a:cubicBezTo>
                    <a:cubicBezTo>
                      <a:pt x="584" y="232"/>
                      <a:pt x="584" y="232"/>
                      <a:pt x="584" y="232"/>
                    </a:cubicBezTo>
                    <a:cubicBezTo>
                      <a:pt x="485" y="184"/>
                      <a:pt x="485" y="184"/>
                      <a:pt x="485" y="184"/>
                    </a:cubicBezTo>
                    <a:lnTo>
                      <a:pt x="469" y="140"/>
                    </a:lnTo>
                    <a:close/>
                    <a:moveTo>
                      <a:pt x="573" y="89"/>
                    </a:moveTo>
                    <a:cubicBezTo>
                      <a:pt x="588" y="234"/>
                      <a:pt x="588" y="234"/>
                      <a:pt x="588" y="234"/>
                    </a:cubicBezTo>
                    <a:cubicBezTo>
                      <a:pt x="587" y="233"/>
                      <a:pt x="587" y="233"/>
                      <a:pt x="587" y="233"/>
                    </a:cubicBezTo>
                    <a:cubicBezTo>
                      <a:pt x="569" y="91"/>
                      <a:pt x="569" y="91"/>
                      <a:pt x="569" y="91"/>
                    </a:cubicBezTo>
                    <a:lnTo>
                      <a:pt x="573" y="89"/>
                    </a:lnTo>
                    <a:close/>
                    <a:moveTo>
                      <a:pt x="556" y="10"/>
                    </a:moveTo>
                    <a:cubicBezTo>
                      <a:pt x="566" y="90"/>
                      <a:pt x="566" y="90"/>
                      <a:pt x="566" y="90"/>
                    </a:cubicBezTo>
                    <a:cubicBezTo>
                      <a:pt x="469" y="138"/>
                      <a:pt x="469" y="138"/>
                      <a:pt x="469" y="138"/>
                    </a:cubicBezTo>
                    <a:cubicBezTo>
                      <a:pt x="436" y="47"/>
                      <a:pt x="436" y="47"/>
                      <a:pt x="436" y="47"/>
                    </a:cubicBezTo>
                    <a:lnTo>
                      <a:pt x="556" y="10"/>
                    </a:lnTo>
                    <a:close/>
                    <a:moveTo>
                      <a:pt x="262" y="77"/>
                    </a:moveTo>
                    <a:cubicBezTo>
                      <a:pt x="417" y="2"/>
                      <a:pt x="417" y="2"/>
                      <a:pt x="417" y="2"/>
                    </a:cubicBezTo>
                    <a:cubicBezTo>
                      <a:pt x="433" y="45"/>
                      <a:pt x="433" y="45"/>
                      <a:pt x="433" y="45"/>
                    </a:cubicBezTo>
                    <a:cubicBezTo>
                      <a:pt x="404" y="54"/>
                      <a:pt x="404" y="54"/>
                      <a:pt x="404" y="54"/>
                    </a:cubicBezTo>
                    <a:cubicBezTo>
                      <a:pt x="404" y="55"/>
                      <a:pt x="404" y="55"/>
                      <a:pt x="404" y="55"/>
                    </a:cubicBezTo>
                    <a:cubicBezTo>
                      <a:pt x="326" y="107"/>
                      <a:pt x="326" y="107"/>
                      <a:pt x="326" y="107"/>
                    </a:cubicBezTo>
                    <a:lnTo>
                      <a:pt x="262" y="77"/>
                    </a:lnTo>
                    <a:close/>
                    <a:moveTo>
                      <a:pt x="263" y="153"/>
                    </a:moveTo>
                    <a:cubicBezTo>
                      <a:pt x="327" y="110"/>
                      <a:pt x="327" y="110"/>
                      <a:pt x="327" y="110"/>
                    </a:cubicBezTo>
                    <a:cubicBezTo>
                      <a:pt x="428" y="159"/>
                      <a:pt x="428" y="159"/>
                      <a:pt x="428" y="159"/>
                    </a:cubicBezTo>
                    <a:cubicBezTo>
                      <a:pt x="405" y="170"/>
                      <a:pt x="405" y="170"/>
                      <a:pt x="405" y="170"/>
                    </a:cubicBezTo>
                    <a:cubicBezTo>
                      <a:pt x="404" y="171"/>
                      <a:pt x="404" y="171"/>
                      <a:pt x="404" y="171"/>
                    </a:cubicBezTo>
                    <a:cubicBezTo>
                      <a:pt x="398" y="201"/>
                      <a:pt x="398" y="201"/>
                      <a:pt x="398" y="201"/>
                    </a:cubicBezTo>
                    <a:lnTo>
                      <a:pt x="263" y="153"/>
                    </a:lnTo>
                    <a:close/>
                    <a:moveTo>
                      <a:pt x="400" y="204"/>
                    </a:moveTo>
                    <a:cubicBezTo>
                      <a:pt x="503" y="241"/>
                      <a:pt x="503" y="241"/>
                      <a:pt x="503" y="241"/>
                    </a:cubicBezTo>
                    <a:cubicBezTo>
                      <a:pt x="521" y="290"/>
                      <a:pt x="521" y="290"/>
                      <a:pt x="521" y="290"/>
                    </a:cubicBezTo>
                    <a:cubicBezTo>
                      <a:pt x="383" y="287"/>
                      <a:pt x="383" y="287"/>
                      <a:pt x="383" y="287"/>
                    </a:cubicBezTo>
                    <a:lnTo>
                      <a:pt x="400" y="204"/>
                    </a:lnTo>
                    <a:close/>
                    <a:moveTo>
                      <a:pt x="380" y="289"/>
                    </a:moveTo>
                    <a:cubicBezTo>
                      <a:pt x="377" y="307"/>
                      <a:pt x="377" y="307"/>
                      <a:pt x="377" y="307"/>
                    </a:cubicBezTo>
                    <a:cubicBezTo>
                      <a:pt x="263" y="286"/>
                      <a:pt x="263" y="286"/>
                      <a:pt x="263" y="286"/>
                    </a:cubicBezTo>
                    <a:lnTo>
                      <a:pt x="380" y="289"/>
                    </a:lnTo>
                    <a:close/>
                    <a:moveTo>
                      <a:pt x="237" y="283"/>
                    </a:moveTo>
                    <a:cubicBezTo>
                      <a:pt x="224" y="283"/>
                      <a:pt x="224" y="283"/>
                      <a:pt x="224" y="283"/>
                    </a:cubicBezTo>
                    <a:cubicBezTo>
                      <a:pt x="222" y="280"/>
                      <a:pt x="222" y="280"/>
                      <a:pt x="222" y="280"/>
                    </a:cubicBezTo>
                    <a:lnTo>
                      <a:pt x="237" y="283"/>
                    </a:lnTo>
                    <a:close/>
                    <a:moveTo>
                      <a:pt x="147" y="165"/>
                    </a:moveTo>
                    <a:cubicBezTo>
                      <a:pt x="139" y="193"/>
                      <a:pt x="139" y="193"/>
                      <a:pt x="139" y="193"/>
                    </a:cubicBezTo>
                    <a:cubicBezTo>
                      <a:pt x="139" y="193"/>
                      <a:pt x="139" y="194"/>
                      <a:pt x="139" y="194"/>
                    </a:cubicBezTo>
                    <a:cubicBezTo>
                      <a:pt x="217" y="278"/>
                      <a:pt x="217" y="278"/>
                      <a:pt x="217" y="278"/>
                    </a:cubicBezTo>
                    <a:cubicBezTo>
                      <a:pt x="158" y="267"/>
                      <a:pt x="158" y="267"/>
                      <a:pt x="158" y="267"/>
                    </a:cubicBezTo>
                    <a:cubicBezTo>
                      <a:pt x="157" y="267"/>
                      <a:pt x="157" y="267"/>
                      <a:pt x="157" y="267"/>
                    </a:cubicBezTo>
                    <a:cubicBezTo>
                      <a:pt x="157" y="268"/>
                      <a:pt x="157" y="268"/>
                      <a:pt x="157" y="268"/>
                    </a:cubicBezTo>
                    <a:cubicBezTo>
                      <a:pt x="170" y="281"/>
                      <a:pt x="170" y="281"/>
                      <a:pt x="170" y="281"/>
                    </a:cubicBezTo>
                    <a:cubicBezTo>
                      <a:pt x="103" y="280"/>
                      <a:pt x="103" y="280"/>
                      <a:pt x="103" y="280"/>
                    </a:cubicBezTo>
                    <a:lnTo>
                      <a:pt x="147" y="165"/>
                    </a:lnTo>
                    <a:close/>
                    <a:moveTo>
                      <a:pt x="23" y="392"/>
                    </a:moveTo>
                    <a:cubicBezTo>
                      <a:pt x="57" y="281"/>
                      <a:pt x="57" y="281"/>
                      <a:pt x="57" y="281"/>
                    </a:cubicBezTo>
                    <a:cubicBezTo>
                      <a:pt x="100" y="282"/>
                      <a:pt x="100" y="282"/>
                      <a:pt x="100" y="282"/>
                    </a:cubicBezTo>
                    <a:cubicBezTo>
                      <a:pt x="71" y="359"/>
                      <a:pt x="71" y="359"/>
                      <a:pt x="71" y="359"/>
                    </a:cubicBezTo>
                    <a:cubicBezTo>
                      <a:pt x="67" y="345"/>
                      <a:pt x="67" y="345"/>
                      <a:pt x="67" y="345"/>
                    </a:cubicBezTo>
                    <a:cubicBezTo>
                      <a:pt x="67" y="345"/>
                      <a:pt x="66" y="345"/>
                      <a:pt x="66" y="344"/>
                    </a:cubicBezTo>
                    <a:cubicBezTo>
                      <a:pt x="66" y="344"/>
                      <a:pt x="65" y="344"/>
                      <a:pt x="65" y="345"/>
                    </a:cubicBezTo>
                    <a:cubicBezTo>
                      <a:pt x="27" y="410"/>
                      <a:pt x="27" y="410"/>
                      <a:pt x="27" y="410"/>
                    </a:cubicBezTo>
                    <a:lnTo>
                      <a:pt x="23" y="392"/>
                    </a:lnTo>
                    <a:close/>
                    <a:moveTo>
                      <a:pt x="65" y="348"/>
                    </a:moveTo>
                    <a:cubicBezTo>
                      <a:pt x="70" y="362"/>
                      <a:pt x="70" y="362"/>
                      <a:pt x="70" y="362"/>
                    </a:cubicBezTo>
                    <a:cubicBezTo>
                      <a:pt x="36" y="451"/>
                      <a:pt x="36" y="451"/>
                      <a:pt x="36" y="451"/>
                    </a:cubicBezTo>
                    <a:cubicBezTo>
                      <a:pt x="27" y="413"/>
                      <a:pt x="27" y="413"/>
                      <a:pt x="27" y="413"/>
                    </a:cubicBezTo>
                    <a:lnTo>
                      <a:pt x="65" y="348"/>
                    </a:lnTo>
                    <a:close/>
                    <a:moveTo>
                      <a:pt x="2" y="539"/>
                    </a:moveTo>
                    <a:cubicBezTo>
                      <a:pt x="8" y="446"/>
                      <a:pt x="8" y="446"/>
                      <a:pt x="8" y="446"/>
                    </a:cubicBezTo>
                    <a:cubicBezTo>
                      <a:pt x="26" y="416"/>
                      <a:pt x="26" y="416"/>
                      <a:pt x="26" y="416"/>
                    </a:cubicBezTo>
                    <a:cubicBezTo>
                      <a:pt x="34" y="455"/>
                      <a:pt x="34" y="455"/>
                      <a:pt x="34" y="455"/>
                    </a:cubicBezTo>
                    <a:lnTo>
                      <a:pt x="2" y="539"/>
                    </a:lnTo>
                    <a:close/>
                    <a:moveTo>
                      <a:pt x="55" y="548"/>
                    </a:moveTo>
                    <a:cubicBezTo>
                      <a:pt x="52" y="528"/>
                      <a:pt x="52" y="528"/>
                      <a:pt x="52" y="528"/>
                    </a:cubicBezTo>
                    <a:cubicBezTo>
                      <a:pt x="50" y="522"/>
                      <a:pt x="49" y="515"/>
                      <a:pt x="48" y="509"/>
                    </a:cubicBezTo>
                    <a:cubicBezTo>
                      <a:pt x="40" y="470"/>
                      <a:pt x="40" y="470"/>
                      <a:pt x="40" y="470"/>
                    </a:cubicBezTo>
                    <a:cubicBezTo>
                      <a:pt x="36" y="455"/>
                      <a:pt x="36" y="455"/>
                      <a:pt x="36" y="455"/>
                    </a:cubicBezTo>
                    <a:cubicBezTo>
                      <a:pt x="71" y="365"/>
                      <a:pt x="71" y="365"/>
                      <a:pt x="71" y="365"/>
                    </a:cubicBezTo>
                    <a:cubicBezTo>
                      <a:pt x="109" y="482"/>
                      <a:pt x="109" y="482"/>
                      <a:pt x="109" y="482"/>
                    </a:cubicBezTo>
                    <a:cubicBezTo>
                      <a:pt x="72" y="584"/>
                      <a:pt x="72" y="584"/>
                      <a:pt x="72" y="584"/>
                    </a:cubicBezTo>
                    <a:cubicBezTo>
                      <a:pt x="63" y="589"/>
                      <a:pt x="63" y="589"/>
                      <a:pt x="63" y="589"/>
                    </a:cubicBezTo>
                    <a:lnTo>
                      <a:pt x="55" y="548"/>
                    </a:lnTo>
                    <a:close/>
                    <a:moveTo>
                      <a:pt x="13" y="622"/>
                    </a:moveTo>
                    <a:cubicBezTo>
                      <a:pt x="61" y="593"/>
                      <a:pt x="61" y="593"/>
                      <a:pt x="61" y="593"/>
                    </a:cubicBezTo>
                    <a:cubicBezTo>
                      <a:pt x="64" y="606"/>
                      <a:pt x="64" y="606"/>
                      <a:pt x="64" y="606"/>
                    </a:cubicBezTo>
                    <a:cubicBezTo>
                      <a:pt x="52" y="639"/>
                      <a:pt x="52" y="639"/>
                      <a:pt x="52" y="639"/>
                    </a:cubicBezTo>
                    <a:cubicBezTo>
                      <a:pt x="33" y="621"/>
                      <a:pt x="33" y="621"/>
                      <a:pt x="33" y="621"/>
                    </a:cubicBezTo>
                    <a:cubicBezTo>
                      <a:pt x="52" y="639"/>
                      <a:pt x="52" y="639"/>
                      <a:pt x="52" y="639"/>
                    </a:cubicBezTo>
                    <a:cubicBezTo>
                      <a:pt x="45" y="659"/>
                      <a:pt x="45" y="659"/>
                      <a:pt x="45" y="659"/>
                    </a:cubicBezTo>
                    <a:lnTo>
                      <a:pt x="13" y="622"/>
                    </a:lnTo>
                    <a:close/>
                    <a:moveTo>
                      <a:pt x="72" y="787"/>
                    </a:moveTo>
                    <a:cubicBezTo>
                      <a:pt x="31" y="701"/>
                      <a:pt x="31" y="701"/>
                      <a:pt x="31" y="701"/>
                    </a:cubicBezTo>
                    <a:cubicBezTo>
                      <a:pt x="45" y="663"/>
                      <a:pt x="45" y="663"/>
                      <a:pt x="45" y="663"/>
                    </a:cubicBezTo>
                    <a:cubicBezTo>
                      <a:pt x="83" y="706"/>
                      <a:pt x="83" y="706"/>
                      <a:pt x="83" y="706"/>
                    </a:cubicBezTo>
                    <a:cubicBezTo>
                      <a:pt x="83" y="706"/>
                      <a:pt x="83" y="707"/>
                      <a:pt x="84" y="706"/>
                    </a:cubicBezTo>
                    <a:cubicBezTo>
                      <a:pt x="84" y="706"/>
                      <a:pt x="85" y="706"/>
                      <a:pt x="85" y="705"/>
                    </a:cubicBezTo>
                    <a:cubicBezTo>
                      <a:pt x="77" y="663"/>
                      <a:pt x="77" y="663"/>
                      <a:pt x="77" y="663"/>
                    </a:cubicBezTo>
                    <a:cubicBezTo>
                      <a:pt x="165" y="747"/>
                      <a:pt x="165" y="747"/>
                      <a:pt x="165" y="747"/>
                    </a:cubicBezTo>
                    <a:cubicBezTo>
                      <a:pt x="83" y="735"/>
                      <a:pt x="83" y="735"/>
                      <a:pt x="83" y="735"/>
                    </a:cubicBezTo>
                    <a:cubicBezTo>
                      <a:pt x="83" y="735"/>
                      <a:pt x="82" y="735"/>
                      <a:pt x="82" y="735"/>
                    </a:cubicBezTo>
                    <a:cubicBezTo>
                      <a:pt x="81" y="736"/>
                      <a:pt x="81" y="737"/>
                      <a:pt x="82" y="737"/>
                    </a:cubicBezTo>
                    <a:cubicBezTo>
                      <a:pt x="138" y="807"/>
                      <a:pt x="138" y="807"/>
                      <a:pt x="138" y="807"/>
                    </a:cubicBezTo>
                    <a:cubicBezTo>
                      <a:pt x="119" y="824"/>
                      <a:pt x="119" y="824"/>
                      <a:pt x="119" y="824"/>
                    </a:cubicBezTo>
                    <a:lnTo>
                      <a:pt x="72" y="787"/>
                    </a:lnTo>
                    <a:close/>
                    <a:moveTo>
                      <a:pt x="226" y="950"/>
                    </a:moveTo>
                    <a:cubicBezTo>
                      <a:pt x="178" y="925"/>
                      <a:pt x="178" y="925"/>
                      <a:pt x="178" y="925"/>
                    </a:cubicBezTo>
                    <a:cubicBezTo>
                      <a:pt x="197" y="923"/>
                      <a:pt x="197" y="923"/>
                      <a:pt x="197" y="923"/>
                    </a:cubicBezTo>
                    <a:lnTo>
                      <a:pt x="226" y="950"/>
                    </a:lnTo>
                    <a:close/>
                    <a:moveTo>
                      <a:pt x="197" y="922"/>
                    </a:moveTo>
                    <a:cubicBezTo>
                      <a:pt x="105" y="837"/>
                      <a:pt x="105" y="837"/>
                      <a:pt x="105" y="837"/>
                    </a:cubicBezTo>
                    <a:cubicBezTo>
                      <a:pt x="118" y="826"/>
                      <a:pt x="118" y="826"/>
                      <a:pt x="118" y="826"/>
                    </a:cubicBezTo>
                    <a:cubicBezTo>
                      <a:pt x="161" y="858"/>
                      <a:pt x="161" y="858"/>
                      <a:pt x="161" y="858"/>
                    </a:cubicBezTo>
                    <a:cubicBezTo>
                      <a:pt x="161" y="859"/>
                      <a:pt x="162" y="859"/>
                      <a:pt x="162" y="858"/>
                    </a:cubicBezTo>
                    <a:cubicBezTo>
                      <a:pt x="171" y="849"/>
                      <a:pt x="171" y="849"/>
                      <a:pt x="171" y="849"/>
                    </a:cubicBezTo>
                    <a:cubicBezTo>
                      <a:pt x="175" y="853"/>
                      <a:pt x="175" y="853"/>
                      <a:pt x="175" y="853"/>
                    </a:cubicBezTo>
                    <a:cubicBezTo>
                      <a:pt x="175" y="853"/>
                      <a:pt x="175" y="853"/>
                      <a:pt x="175" y="853"/>
                    </a:cubicBezTo>
                    <a:cubicBezTo>
                      <a:pt x="261" y="914"/>
                      <a:pt x="261" y="914"/>
                      <a:pt x="261" y="914"/>
                    </a:cubicBezTo>
                    <a:lnTo>
                      <a:pt x="197" y="922"/>
                    </a:lnTo>
                    <a:close/>
                    <a:moveTo>
                      <a:pt x="296" y="935"/>
                    </a:moveTo>
                    <a:cubicBezTo>
                      <a:pt x="265" y="914"/>
                      <a:pt x="265" y="914"/>
                      <a:pt x="265" y="914"/>
                    </a:cubicBezTo>
                    <a:cubicBezTo>
                      <a:pt x="297" y="910"/>
                      <a:pt x="297" y="910"/>
                      <a:pt x="297" y="910"/>
                    </a:cubicBezTo>
                    <a:cubicBezTo>
                      <a:pt x="307" y="916"/>
                      <a:pt x="307" y="916"/>
                      <a:pt x="307" y="916"/>
                    </a:cubicBezTo>
                    <a:lnTo>
                      <a:pt x="296" y="935"/>
                    </a:lnTo>
                    <a:close/>
                    <a:moveTo>
                      <a:pt x="310" y="917"/>
                    </a:moveTo>
                    <a:cubicBezTo>
                      <a:pt x="316" y="907"/>
                      <a:pt x="316" y="907"/>
                      <a:pt x="316" y="907"/>
                    </a:cubicBezTo>
                    <a:cubicBezTo>
                      <a:pt x="332" y="905"/>
                      <a:pt x="332" y="905"/>
                      <a:pt x="332" y="905"/>
                    </a:cubicBezTo>
                    <a:cubicBezTo>
                      <a:pt x="353" y="925"/>
                      <a:pt x="353" y="925"/>
                      <a:pt x="353" y="925"/>
                    </a:cubicBezTo>
                    <a:cubicBezTo>
                      <a:pt x="338" y="935"/>
                      <a:pt x="338" y="935"/>
                      <a:pt x="338" y="935"/>
                    </a:cubicBezTo>
                    <a:lnTo>
                      <a:pt x="310" y="917"/>
                    </a:lnTo>
                    <a:close/>
                    <a:moveTo>
                      <a:pt x="355" y="927"/>
                    </a:moveTo>
                    <a:cubicBezTo>
                      <a:pt x="413" y="982"/>
                      <a:pt x="413" y="982"/>
                      <a:pt x="413" y="982"/>
                    </a:cubicBezTo>
                    <a:cubicBezTo>
                      <a:pt x="341" y="937"/>
                      <a:pt x="341" y="937"/>
                      <a:pt x="341" y="937"/>
                    </a:cubicBezTo>
                    <a:lnTo>
                      <a:pt x="355" y="927"/>
                    </a:lnTo>
                    <a:close/>
                    <a:moveTo>
                      <a:pt x="421" y="1011"/>
                    </a:moveTo>
                    <a:cubicBezTo>
                      <a:pt x="369" y="1014"/>
                      <a:pt x="369" y="1014"/>
                      <a:pt x="369" y="1014"/>
                    </a:cubicBezTo>
                    <a:cubicBezTo>
                      <a:pt x="318" y="1016"/>
                      <a:pt x="318" y="1016"/>
                      <a:pt x="318" y="1016"/>
                    </a:cubicBezTo>
                    <a:cubicBezTo>
                      <a:pt x="287" y="973"/>
                      <a:pt x="287" y="973"/>
                      <a:pt x="287" y="973"/>
                    </a:cubicBezTo>
                    <a:cubicBezTo>
                      <a:pt x="341" y="937"/>
                      <a:pt x="341" y="937"/>
                      <a:pt x="341" y="937"/>
                    </a:cubicBezTo>
                    <a:cubicBezTo>
                      <a:pt x="413" y="982"/>
                      <a:pt x="413" y="982"/>
                      <a:pt x="413" y="982"/>
                    </a:cubicBezTo>
                    <a:cubicBezTo>
                      <a:pt x="414" y="982"/>
                      <a:pt x="414" y="982"/>
                      <a:pt x="414" y="982"/>
                    </a:cubicBezTo>
                    <a:cubicBezTo>
                      <a:pt x="414" y="982"/>
                      <a:pt x="414" y="982"/>
                      <a:pt x="414" y="982"/>
                    </a:cubicBezTo>
                    <a:cubicBezTo>
                      <a:pt x="356" y="927"/>
                      <a:pt x="356" y="927"/>
                      <a:pt x="356" y="927"/>
                    </a:cubicBezTo>
                    <a:cubicBezTo>
                      <a:pt x="404" y="896"/>
                      <a:pt x="404" y="896"/>
                      <a:pt x="404" y="896"/>
                    </a:cubicBezTo>
                    <a:cubicBezTo>
                      <a:pt x="559" y="876"/>
                      <a:pt x="559" y="876"/>
                      <a:pt x="559" y="876"/>
                    </a:cubicBezTo>
                    <a:cubicBezTo>
                      <a:pt x="536" y="894"/>
                      <a:pt x="536" y="894"/>
                      <a:pt x="536" y="894"/>
                    </a:cubicBezTo>
                    <a:cubicBezTo>
                      <a:pt x="536" y="895"/>
                      <a:pt x="536" y="895"/>
                      <a:pt x="536" y="895"/>
                    </a:cubicBezTo>
                    <a:cubicBezTo>
                      <a:pt x="504" y="978"/>
                      <a:pt x="504" y="978"/>
                      <a:pt x="504" y="978"/>
                    </a:cubicBezTo>
                    <a:cubicBezTo>
                      <a:pt x="409" y="963"/>
                      <a:pt x="409" y="963"/>
                      <a:pt x="409" y="963"/>
                    </a:cubicBezTo>
                    <a:cubicBezTo>
                      <a:pt x="409" y="963"/>
                      <a:pt x="408" y="963"/>
                      <a:pt x="408" y="964"/>
                    </a:cubicBezTo>
                    <a:cubicBezTo>
                      <a:pt x="408" y="965"/>
                      <a:pt x="408" y="966"/>
                      <a:pt x="409" y="966"/>
                    </a:cubicBezTo>
                    <a:cubicBezTo>
                      <a:pt x="500" y="988"/>
                      <a:pt x="500" y="988"/>
                      <a:pt x="500" y="988"/>
                    </a:cubicBezTo>
                    <a:cubicBezTo>
                      <a:pt x="492" y="1008"/>
                      <a:pt x="492" y="1008"/>
                      <a:pt x="492" y="1008"/>
                    </a:cubicBezTo>
                    <a:lnTo>
                      <a:pt x="421" y="1011"/>
                    </a:lnTo>
                    <a:close/>
                    <a:moveTo>
                      <a:pt x="596" y="1054"/>
                    </a:moveTo>
                    <a:cubicBezTo>
                      <a:pt x="475" y="1058"/>
                      <a:pt x="475" y="1058"/>
                      <a:pt x="475" y="1058"/>
                    </a:cubicBezTo>
                    <a:cubicBezTo>
                      <a:pt x="481" y="1043"/>
                      <a:pt x="481" y="1043"/>
                      <a:pt x="481" y="1043"/>
                    </a:cubicBezTo>
                    <a:lnTo>
                      <a:pt x="596" y="1054"/>
                    </a:lnTo>
                    <a:close/>
                    <a:moveTo>
                      <a:pt x="480" y="1042"/>
                    </a:moveTo>
                    <a:cubicBezTo>
                      <a:pt x="442" y="1038"/>
                      <a:pt x="442" y="1038"/>
                      <a:pt x="442" y="1038"/>
                    </a:cubicBezTo>
                    <a:cubicBezTo>
                      <a:pt x="484" y="1029"/>
                      <a:pt x="484" y="1029"/>
                      <a:pt x="484" y="1029"/>
                    </a:cubicBezTo>
                    <a:lnTo>
                      <a:pt x="480" y="1042"/>
                    </a:lnTo>
                    <a:close/>
                    <a:moveTo>
                      <a:pt x="487" y="1026"/>
                    </a:moveTo>
                    <a:cubicBezTo>
                      <a:pt x="493" y="1011"/>
                      <a:pt x="493" y="1011"/>
                      <a:pt x="493" y="1011"/>
                    </a:cubicBezTo>
                    <a:cubicBezTo>
                      <a:pt x="526" y="1010"/>
                      <a:pt x="526" y="1010"/>
                      <a:pt x="526" y="1010"/>
                    </a:cubicBezTo>
                    <a:cubicBezTo>
                      <a:pt x="575" y="1007"/>
                      <a:pt x="575" y="1007"/>
                      <a:pt x="575" y="1007"/>
                    </a:cubicBezTo>
                    <a:lnTo>
                      <a:pt x="487" y="1026"/>
                    </a:lnTo>
                    <a:close/>
                    <a:moveTo>
                      <a:pt x="745" y="1019"/>
                    </a:moveTo>
                    <a:cubicBezTo>
                      <a:pt x="631" y="1046"/>
                      <a:pt x="631" y="1046"/>
                      <a:pt x="631" y="1046"/>
                    </a:cubicBezTo>
                    <a:cubicBezTo>
                      <a:pt x="517" y="1029"/>
                      <a:pt x="517" y="1029"/>
                      <a:pt x="517" y="1029"/>
                    </a:cubicBezTo>
                    <a:cubicBezTo>
                      <a:pt x="614" y="1005"/>
                      <a:pt x="614" y="1005"/>
                      <a:pt x="614" y="1005"/>
                    </a:cubicBezTo>
                    <a:cubicBezTo>
                      <a:pt x="646" y="1004"/>
                      <a:pt x="646" y="1004"/>
                      <a:pt x="646" y="1004"/>
                    </a:cubicBezTo>
                    <a:lnTo>
                      <a:pt x="745" y="1019"/>
                    </a:lnTo>
                    <a:close/>
                    <a:moveTo>
                      <a:pt x="630" y="998"/>
                    </a:moveTo>
                    <a:cubicBezTo>
                      <a:pt x="627" y="998"/>
                      <a:pt x="627" y="998"/>
                      <a:pt x="627" y="998"/>
                    </a:cubicBezTo>
                    <a:cubicBezTo>
                      <a:pt x="641" y="994"/>
                      <a:pt x="641" y="994"/>
                      <a:pt x="641" y="994"/>
                    </a:cubicBezTo>
                    <a:cubicBezTo>
                      <a:pt x="646" y="994"/>
                      <a:pt x="646" y="994"/>
                      <a:pt x="646" y="994"/>
                    </a:cubicBezTo>
                    <a:lnTo>
                      <a:pt x="630" y="998"/>
                    </a:lnTo>
                    <a:close/>
                    <a:moveTo>
                      <a:pt x="772" y="986"/>
                    </a:moveTo>
                    <a:cubicBezTo>
                      <a:pt x="671" y="991"/>
                      <a:pt x="671" y="991"/>
                      <a:pt x="671" y="991"/>
                    </a:cubicBezTo>
                    <a:cubicBezTo>
                      <a:pt x="765" y="968"/>
                      <a:pt x="765" y="968"/>
                      <a:pt x="765" y="968"/>
                    </a:cubicBezTo>
                    <a:lnTo>
                      <a:pt x="772" y="986"/>
                    </a:lnTo>
                    <a:close/>
                    <a:moveTo>
                      <a:pt x="766" y="965"/>
                    </a:moveTo>
                    <a:cubicBezTo>
                      <a:pt x="740" y="894"/>
                      <a:pt x="740" y="894"/>
                      <a:pt x="740" y="894"/>
                    </a:cubicBezTo>
                    <a:cubicBezTo>
                      <a:pt x="758" y="869"/>
                      <a:pt x="758" y="869"/>
                      <a:pt x="758" y="869"/>
                    </a:cubicBezTo>
                    <a:cubicBezTo>
                      <a:pt x="836" y="947"/>
                      <a:pt x="836" y="947"/>
                      <a:pt x="836" y="947"/>
                    </a:cubicBezTo>
                    <a:lnTo>
                      <a:pt x="766" y="965"/>
                    </a:lnTo>
                    <a:close/>
                    <a:moveTo>
                      <a:pt x="887" y="885"/>
                    </a:moveTo>
                    <a:cubicBezTo>
                      <a:pt x="879" y="937"/>
                      <a:pt x="879" y="937"/>
                      <a:pt x="879" y="937"/>
                    </a:cubicBezTo>
                    <a:cubicBezTo>
                      <a:pt x="839" y="947"/>
                      <a:pt x="839" y="947"/>
                      <a:pt x="839" y="947"/>
                    </a:cubicBezTo>
                    <a:cubicBezTo>
                      <a:pt x="762" y="864"/>
                      <a:pt x="762" y="864"/>
                      <a:pt x="762" y="864"/>
                    </a:cubicBezTo>
                    <a:cubicBezTo>
                      <a:pt x="774" y="848"/>
                      <a:pt x="774" y="848"/>
                      <a:pt x="774" y="848"/>
                    </a:cubicBezTo>
                    <a:cubicBezTo>
                      <a:pt x="815" y="843"/>
                      <a:pt x="815" y="843"/>
                      <a:pt x="815" y="843"/>
                    </a:cubicBezTo>
                    <a:cubicBezTo>
                      <a:pt x="858" y="849"/>
                      <a:pt x="858" y="849"/>
                      <a:pt x="858" y="849"/>
                    </a:cubicBezTo>
                    <a:cubicBezTo>
                      <a:pt x="862" y="895"/>
                      <a:pt x="862" y="895"/>
                      <a:pt x="862" y="895"/>
                    </a:cubicBezTo>
                    <a:cubicBezTo>
                      <a:pt x="862" y="896"/>
                      <a:pt x="862" y="896"/>
                      <a:pt x="863" y="896"/>
                    </a:cubicBezTo>
                    <a:cubicBezTo>
                      <a:pt x="864" y="896"/>
                      <a:pt x="865" y="896"/>
                      <a:pt x="865" y="895"/>
                    </a:cubicBezTo>
                    <a:cubicBezTo>
                      <a:pt x="867" y="850"/>
                      <a:pt x="867" y="850"/>
                      <a:pt x="867" y="850"/>
                    </a:cubicBezTo>
                    <a:cubicBezTo>
                      <a:pt x="880" y="852"/>
                      <a:pt x="880" y="852"/>
                      <a:pt x="880" y="852"/>
                    </a:cubicBezTo>
                    <a:lnTo>
                      <a:pt x="887" y="885"/>
                    </a:lnTo>
                    <a:close/>
                    <a:moveTo>
                      <a:pt x="951" y="859"/>
                    </a:moveTo>
                    <a:cubicBezTo>
                      <a:pt x="882" y="849"/>
                      <a:pt x="882" y="849"/>
                      <a:pt x="882" y="849"/>
                    </a:cubicBezTo>
                    <a:cubicBezTo>
                      <a:pt x="879" y="834"/>
                      <a:pt x="879" y="834"/>
                      <a:pt x="879" y="834"/>
                    </a:cubicBezTo>
                    <a:cubicBezTo>
                      <a:pt x="973" y="822"/>
                      <a:pt x="973" y="822"/>
                      <a:pt x="973" y="822"/>
                    </a:cubicBezTo>
                    <a:lnTo>
                      <a:pt x="951" y="859"/>
                    </a:lnTo>
                    <a:close/>
                    <a:moveTo>
                      <a:pt x="981" y="820"/>
                    </a:moveTo>
                    <a:cubicBezTo>
                      <a:pt x="978" y="820"/>
                      <a:pt x="978" y="820"/>
                      <a:pt x="978" y="820"/>
                    </a:cubicBezTo>
                    <a:cubicBezTo>
                      <a:pt x="987" y="806"/>
                      <a:pt x="987" y="806"/>
                      <a:pt x="987" y="806"/>
                    </a:cubicBezTo>
                    <a:lnTo>
                      <a:pt x="981" y="820"/>
                    </a:lnTo>
                    <a:close/>
                    <a:moveTo>
                      <a:pt x="1035" y="719"/>
                    </a:moveTo>
                    <a:cubicBezTo>
                      <a:pt x="998" y="781"/>
                      <a:pt x="998" y="781"/>
                      <a:pt x="998" y="781"/>
                    </a:cubicBezTo>
                    <a:cubicBezTo>
                      <a:pt x="1046" y="665"/>
                      <a:pt x="1046" y="665"/>
                      <a:pt x="1046" y="665"/>
                    </a:cubicBezTo>
                    <a:cubicBezTo>
                      <a:pt x="1046" y="665"/>
                      <a:pt x="1046" y="664"/>
                      <a:pt x="1046" y="664"/>
                    </a:cubicBezTo>
                    <a:cubicBezTo>
                      <a:pt x="1045" y="664"/>
                      <a:pt x="1045" y="664"/>
                      <a:pt x="1045" y="664"/>
                    </a:cubicBezTo>
                    <a:cubicBezTo>
                      <a:pt x="975" y="756"/>
                      <a:pt x="975" y="756"/>
                      <a:pt x="975" y="756"/>
                    </a:cubicBezTo>
                    <a:cubicBezTo>
                      <a:pt x="1045" y="589"/>
                      <a:pt x="1045" y="589"/>
                      <a:pt x="1045" y="589"/>
                    </a:cubicBezTo>
                    <a:cubicBezTo>
                      <a:pt x="1045" y="589"/>
                      <a:pt x="1045" y="589"/>
                      <a:pt x="1045" y="589"/>
                    </a:cubicBezTo>
                    <a:cubicBezTo>
                      <a:pt x="1045" y="589"/>
                      <a:pt x="1044" y="588"/>
                      <a:pt x="1044" y="589"/>
                    </a:cubicBezTo>
                    <a:cubicBezTo>
                      <a:pt x="948" y="612"/>
                      <a:pt x="948" y="612"/>
                      <a:pt x="948" y="612"/>
                    </a:cubicBezTo>
                    <a:cubicBezTo>
                      <a:pt x="948" y="613"/>
                      <a:pt x="948" y="613"/>
                      <a:pt x="947" y="613"/>
                    </a:cubicBezTo>
                    <a:cubicBezTo>
                      <a:pt x="871" y="715"/>
                      <a:pt x="871" y="715"/>
                      <a:pt x="871" y="715"/>
                    </a:cubicBezTo>
                    <a:cubicBezTo>
                      <a:pt x="881" y="462"/>
                      <a:pt x="881" y="462"/>
                      <a:pt x="881" y="462"/>
                    </a:cubicBezTo>
                    <a:cubicBezTo>
                      <a:pt x="968" y="447"/>
                      <a:pt x="968" y="447"/>
                      <a:pt x="968" y="447"/>
                    </a:cubicBezTo>
                    <a:cubicBezTo>
                      <a:pt x="990" y="444"/>
                      <a:pt x="990" y="444"/>
                      <a:pt x="990" y="444"/>
                    </a:cubicBezTo>
                    <a:cubicBezTo>
                      <a:pt x="994" y="443"/>
                      <a:pt x="998" y="442"/>
                      <a:pt x="1001" y="442"/>
                    </a:cubicBezTo>
                    <a:cubicBezTo>
                      <a:pt x="1013" y="440"/>
                      <a:pt x="1013" y="440"/>
                      <a:pt x="1013" y="440"/>
                    </a:cubicBezTo>
                    <a:cubicBezTo>
                      <a:pt x="1056" y="434"/>
                      <a:pt x="1056" y="434"/>
                      <a:pt x="1056" y="434"/>
                    </a:cubicBezTo>
                    <a:cubicBezTo>
                      <a:pt x="1073" y="564"/>
                      <a:pt x="1073" y="564"/>
                      <a:pt x="1073" y="564"/>
                    </a:cubicBezTo>
                    <a:lnTo>
                      <a:pt x="1035" y="7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53"/>
              <p:cNvSpPr/>
              <p:nvPr/>
            </p:nvSpPr>
            <p:spPr bwMode="auto">
              <a:xfrm>
                <a:off x="5192" y="1205"/>
                <a:ext cx="91" cy="91"/>
              </a:xfrm>
              <a:custGeom>
                <a:avLst/>
                <a:gdLst>
                  <a:gd name="T0" fmla="*/ 4 w 23"/>
                  <a:gd name="T1" fmla="*/ 4 h 23"/>
                  <a:gd name="T2" fmla="*/ 4 w 23"/>
                  <a:gd name="T3" fmla="*/ 19 h 23"/>
                  <a:gd name="T4" fmla="*/ 19 w 23"/>
                  <a:gd name="T5" fmla="*/ 19 h 23"/>
                  <a:gd name="T6" fmla="*/ 19 w 23"/>
                  <a:gd name="T7" fmla="*/ 4 h 23"/>
                  <a:gd name="T8" fmla="*/ 4 w 23"/>
                  <a:gd name="T9" fmla="*/ 4 h 23"/>
                </a:gdLst>
                <a:ahLst/>
                <a:cxnLst>
                  <a:cxn ang="0">
                    <a:pos x="T0" y="T1"/>
                  </a:cxn>
                  <a:cxn ang="0">
                    <a:pos x="T2" y="T3"/>
                  </a:cxn>
                  <a:cxn ang="0">
                    <a:pos x="T4" y="T5"/>
                  </a:cxn>
                  <a:cxn ang="0">
                    <a:pos x="T6" y="T7"/>
                  </a:cxn>
                  <a:cxn ang="0">
                    <a:pos x="T8" y="T9"/>
                  </a:cxn>
                </a:cxnLst>
                <a:rect l="0" t="0" r="r" b="b"/>
                <a:pathLst>
                  <a:path w="23" h="23">
                    <a:moveTo>
                      <a:pt x="4" y="4"/>
                    </a:moveTo>
                    <a:cubicBezTo>
                      <a:pt x="0" y="8"/>
                      <a:pt x="0" y="15"/>
                      <a:pt x="4" y="19"/>
                    </a:cubicBezTo>
                    <a:cubicBezTo>
                      <a:pt x="8" y="23"/>
                      <a:pt x="15" y="23"/>
                      <a:pt x="19" y="19"/>
                    </a:cubicBezTo>
                    <a:cubicBezTo>
                      <a:pt x="23" y="15"/>
                      <a:pt x="23" y="8"/>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4" name="Freeform 154"/>
              <p:cNvSpPr/>
              <p:nvPr/>
            </p:nvSpPr>
            <p:spPr bwMode="auto">
              <a:xfrm>
                <a:off x="5596" y="1185"/>
                <a:ext cx="71" cy="75"/>
              </a:xfrm>
              <a:custGeom>
                <a:avLst/>
                <a:gdLst>
                  <a:gd name="T0" fmla="*/ 15 w 18"/>
                  <a:gd name="T1" fmla="*/ 3 h 19"/>
                  <a:gd name="T2" fmla="*/ 3 w 18"/>
                  <a:gd name="T3" fmla="*/ 3 h 19"/>
                  <a:gd name="T4" fmla="*/ 3 w 18"/>
                  <a:gd name="T5" fmla="*/ 15 h 19"/>
                  <a:gd name="T6" fmla="*/ 15 w 18"/>
                  <a:gd name="T7" fmla="*/ 15 h 19"/>
                  <a:gd name="T8" fmla="*/ 15 w 18"/>
                  <a:gd name="T9" fmla="*/ 3 h 19"/>
                </a:gdLst>
                <a:ahLst/>
                <a:cxnLst>
                  <a:cxn ang="0">
                    <a:pos x="T0" y="T1"/>
                  </a:cxn>
                  <a:cxn ang="0">
                    <a:pos x="T2" y="T3"/>
                  </a:cxn>
                  <a:cxn ang="0">
                    <a:pos x="T4" y="T5"/>
                  </a:cxn>
                  <a:cxn ang="0">
                    <a:pos x="T6" y="T7"/>
                  </a:cxn>
                  <a:cxn ang="0">
                    <a:pos x="T8" y="T9"/>
                  </a:cxn>
                </a:cxnLst>
                <a:rect l="0" t="0" r="r" b="b"/>
                <a:pathLst>
                  <a:path w="18" h="19">
                    <a:moveTo>
                      <a:pt x="15" y="3"/>
                    </a:moveTo>
                    <a:cubicBezTo>
                      <a:pt x="12" y="0"/>
                      <a:pt x="6" y="0"/>
                      <a:pt x="3" y="3"/>
                    </a:cubicBezTo>
                    <a:cubicBezTo>
                      <a:pt x="0" y="7"/>
                      <a:pt x="0" y="12"/>
                      <a:pt x="3" y="15"/>
                    </a:cubicBezTo>
                    <a:cubicBezTo>
                      <a:pt x="6" y="19"/>
                      <a:pt x="12" y="19"/>
                      <a:pt x="15" y="15"/>
                    </a:cubicBezTo>
                    <a:cubicBezTo>
                      <a:pt x="18" y="12"/>
                      <a:pt x="18" y="7"/>
                      <a:pt x="1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Freeform 155"/>
              <p:cNvSpPr/>
              <p:nvPr/>
            </p:nvSpPr>
            <p:spPr bwMode="auto">
              <a:xfrm>
                <a:off x="2076" y="3353"/>
                <a:ext cx="88" cy="91"/>
              </a:xfrm>
              <a:custGeom>
                <a:avLst/>
                <a:gdLst>
                  <a:gd name="T0" fmla="*/ 18 w 22"/>
                  <a:gd name="T1" fmla="*/ 19 h 23"/>
                  <a:gd name="T2" fmla="*/ 18 w 22"/>
                  <a:gd name="T3" fmla="*/ 4 h 23"/>
                  <a:gd name="T4" fmla="*/ 4 w 22"/>
                  <a:gd name="T5" fmla="*/ 4 h 23"/>
                  <a:gd name="T6" fmla="*/ 4 w 22"/>
                  <a:gd name="T7" fmla="*/ 19 h 23"/>
                  <a:gd name="T8" fmla="*/ 18 w 22"/>
                  <a:gd name="T9" fmla="*/ 19 h 23"/>
                </a:gdLst>
                <a:ahLst/>
                <a:cxnLst>
                  <a:cxn ang="0">
                    <a:pos x="T0" y="T1"/>
                  </a:cxn>
                  <a:cxn ang="0">
                    <a:pos x="T2" y="T3"/>
                  </a:cxn>
                  <a:cxn ang="0">
                    <a:pos x="T4" y="T5"/>
                  </a:cxn>
                  <a:cxn ang="0">
                    <a:pos x="T6" y="T7"/>
                  </a:cxn>
                  <a:cxn ang="0">
                    <a:pos x="T8" y="T9"/>
                  </a:cxn>
                </a:cxnLst>
                <a:rect l="0" t="0" r="r" b="b"/>
                <a:pathLst>
                  <a:path w="22" h="23">
                    <a:moveTo>
                      <a:pt x="18" y="19"/>
                    </a:moveTo>
                    <a:cubicBezTo>
                      <a:pt x="22" y="15"/>
                      <a:pt x="22" y="8"/>
                      <a:pt x="18" y="4"/>
                    </a:cubicBezTo>
                    <a:cubicBezTo>
                      <a:pt x="14" y="0"/>
                      <a:pt x="8" y="0"/>
                      <a:pt x="4" y="4"/>
                    </a:cubicBezTo>
                    <a:cubicBezTo>
                      <a:pt x="0" y="8"/>
                      <a:pt x="0" y="15"/>
                      <a:pt x="4" y="19"/>
                    </a:cubicBezTo>
                    <a:cubicBezTo>
                      <a:pt x="8" y="23"/>
                      <a:pt x="14" y="23"/>
                      <a:pt x="18"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6" name="Freeform 156"/>
              <p:cNvSpPr/>
              <p:nvPr/>
            </p:nvSpPr>
            <p:spPr bwMode="auto">
              <a:xfrm>
                <a:off x="2556" y="3805"/>
                <a:ext cx="103" cy="103"/>
              </a:xfrm>
              <a:custGeom>
                <a:avLst/>
                <a:gdLst>
                  <a:gd name="T0" fmla="*/ 22 w 26"/>
                  <a:gd name="T1" fmla="*/ 4 h 26"/>
                  <a:gd name="T2" fmla="*/ 5 w 26"/>
                  <a:gd name="T3" fmla="*/ 4 h 26"/>
                  <a:gd name="T4" fmla="*/ 5 w 26"/>
                  <a:gd name="T5" fmla="*/ 21 h 26"/>
                  <a:gd name="T6" fmla="*/ 22 w 26"/>
                  <a:gd name="T7" fmla="*/ 21 h 26"/>
                  <a:gd name="T8" fmla="*/ 22 w 26"/>
                  <a:gd name="T9" fmla="*/ 4 h 26"/>
                </a:gdLst>
                <a:ahLst/>
                <a:cxnLst>
                  <a:cxn ang="0">
                    <a:pos x="T0" y="T1"/>
                  </a:cxn>
                  <a:cxn ang="0">
                    <a:pos x="T2" y="T3"/>
                  </a:cxn>
                  <a:cxn ang="0">
                    <a:pos x="T4" y="T5"/>
                  </a:cxn>
                  <a:cxn ang="0">
                    <a:pos x="T6" y="T7"/>
                  </a:cxn>
                  <a:cxn ang="0">
                    <a:pos x="T8" y="T9"/>
                  </a:cxn>
                </a:cxnLst>
                <a:rect l="0" t="0" r="r" b="b"/>
                <a:pathLst>
                  <a:path w="26" h="26">
                    <a:moveTo>
                      <a:pt x="22" y="4"/>
                    </a:moveTo>
                    <a:cubicBezTo>
                      <a:pt x="17" y="0"/>
                      <a:pt x="10" y="0"/>
                      <a:pt x="5" y="4"/>
                    </a:cubicBezTo>
                    <a:cubicBezTo>
                      <a:pt x="0" y="9"/>
                      <a:pt x="0" y="16"/>
                      <a:pt x="5" y="21"/>
                    </a:cubicBezTo>
                    <a:cubicBezTo>
                      <a:pt x="10" y="25"/>
                      <a:pt x="17" y="26"/>
                      <a:pt x="22" y="21"/>
                    </a:cubicBezTo>
                    <a:cubicBezTo>
                      <a:pt x="26" y="16"/>
                      <a:pt x="26" y="9"/>
                      <a:pt x="2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7" name="Freeform 157"/>
              <p:cNvSpPr/>
              <p:nvPr/>
            </p:nvSpPr>
            <p:spPr bwMode="auto">
              <a:xfrm>
                <a:off x="2354" y="3698"/>
                <a:ext cx="103" cy="103"/>
              </a:xfrm>
              <a:custGeom>
                <a:avLst/>
                <a:gdLst>
                  <a:gd name="T0" fmla="*/ 21 w 26"/>
                  <a:gd name="T1" fmla="*/ 4 h 26"/>
                  <a:gd name="T2" fmla="*/ 5 w 26"/>
                  <a:gd name="T3" fmla="*/ 4 h 26"/>
                  <a:gd name="T4" fmla="*/ 5 w 26"/>
                  <a:gd name="T5" fmla="*/ 21 h 26"/>
                  <a:gd name="T6" fmla="*/ 21 w 26"/>
                  <a:gd name="T7" fmla="*/ 21 h 26"/>
                  <a:gd name="T8" fmla="*/ 21 w 26"/>
                  <a:gd name="T9" fmla="*/ 4 h 26"/>
                </a:gdLst>
                <a:ahLst/>
                <a:cxnLst>
                  <a:cxn ang="0">
                    <a:pos x="T0" y="T1"/>
                  </a:cxn>
                  <a:cxn ang="0">
                    <a:pos x="T2" y="T3"/>
                  </a:cxn>
                  <a:cxn ang="0">
                    <a:pos x="T4" y="T5"/>
                  </a:cxn>
                  <a:cxn ang="0">
                    <a:pos x="T6" y="T7"/>
                  </a:cxn>
                  <a:cxn ang="0">
                    <a:pos x="T8" y="T9"/>
                  </a:cxn>
                </a:cxnLst>
                <a:rect l="0" t="0" r="r" b="b"/>
                <a:pathLst>
                  <a:path w="26" h="26">
                    <a:moveTo>
                      <a:pt x="21" y="4"/>
                    </a:moveTo>
                    <a:cubicBezTo>
                      <a:pt x="17" y="0"/>
                      <a:pt x="9" y="0"/>
                      <a:pt x="5" y="4"/>
                    </a:cubicBezTo>
                    <a:cubicBezTo>
                      <a:pt x="0" y="9"/>
                      <a:pt x="0" y="16"/>
                      <a:pt x="5" y="21"/>
                    </a:cubicBezTo>
                    <a:cubicBezTo>
                      <a:pt x="9" y="26"/>
                      <a:pt x="17" y="26"/>
                      <a:pt x="21" y="21"/>
                    </a:cubicBezTo>
                    <a:cubicBezTo>
                      <a:pt x="26" y="16"/>
                      <a:pt x="26" y="9"/>
                      <a:pt x="2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8" name="Freeform 158"/>
              <p:cNvSpPr/>
              <p:nvPr/>
            </p:nvSpPr>
            <p:spPr bwMode="auto">
              <a:xfrm>
                <a:off x="5552" y="3293"/>
                <a:ext cx="80" cy="84"/>
              </a:xfrm>
              <a:custGeom>
                <a:avLst/>
                <a:gdLst>
                  <a:gd name="T0" fmla="*/ 3 w 20"/>
                  <a:gd name="T1" fmla="*/ 4 h 21"/>
                  <a:gd name="T2" fmla="*/ 3 w 20"/>
                  <a:gd name="T3" fmla="*/ 17 h 21"/>
                  <a:gd name="T4" fmla="*/ 16 w 20"/>
                  <a:gd name="T5" fmla="*/ 17 h 21"/>
                  <a:gd name="T6" fmla="*/ 16 w 20"/>
                  <a:gd name="T7" fmla="*/ 4 h 21"/>
                  <a:gd name="T8" fmla="*/ 3 w 20"/>
                  <a:gd name="T9" fmla="*/ 4 h 21"/>
                </a:gdLst>
                <a:ahLst/>
                <a:cxnLst>
                  <a:cxn ang="0">
                    <a:pos x="T0" y="T1"/>
                  </a:cxn>
                  <a:cxn ang="0">
                    <a:pos x="T2" y="T3"/>
                  </a:cxn>
                  <a:cxn ang="0">
                    <a:pos x="T4" y="T5"/>
                  </a:cxn>
                  <a:cxn ang="0">
                    <a:pos x="T6" y="T7"/>
                  </a:cxn>
                  <a:cxn ang="0">
                    <a:pos x="T8" y="T9"/>
                  </a:cxn>
                </a:cxnLst>
                <a:rect l="0" t="0" r="r" b="b"/>
                <a:pathLst>
                  <a:path w="20" h="21">
                    <a:moveTo>
                      <a:pt x="3" y="4"/>
                    </a:moveTo>
                    <a:cubicBezTo>
                      <a:pt x="0" y="8"/>
                      <a:pt x="0" y="13"/>
                      <a:pt x="3" y="17"/>
                    </a:cubicBezTo>
                    <a:cubicBezTo>
                      <a:pt x="7" y="21"/>
                      <a:pt x="13" y="21"/>
                      <a:pt x="16" y="17"/>
                    </a:cubicBezTo>
                    <a:cubicBezTo>
                      <a:pt x="20" y="13"/>
                      <a:pt x="20" y="8"/>
                      <a:pt x="16" y="4"/>
                    </a:cubicBezTo>
                    <a:cubicBezTo>
                      <a:pt x="13" y="0"/>
                      <a:pt x="7" y="0"/>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9" name="Freeform 159"/>
              <p:cNvSpPr/>
              <p:nvPr/>
            </p:nvSpPr>
            <p:spPr bwMode="auto">
              <a:xfrm>
                <a:off x="5810" y="2683"/>
                <a:ext cx="75" cy="71"/>
              </a:xfrm>
              <a:custGeom>
                <a:avLst/>
                <a:gdLst>
                  <a:gd name="T0" fmla="*/ 3 w 19"/>
                  <a:gd name="T1" fmla="*/ 3 h 18"/>
                  <a:gd name="T2" fmla="*/ 3 w 19"/>
                  <a:gd name="T3" fmla="*/ 15 h 18"/>
                  <a:gd name="T4" fmla="*/ 15 w 19"/>
                  <a:gd name="T5" fmla="*/ 15 h 18"/>
                  <a:gd name="T6" fmla="*/ 15 w 19"/>
                  <a:gd name="T7" fmla="*/ 3 h 18"/>
                  <a:gd name="T8" fmla="*/ 3 w 19"/>
                  <a:gd name="T9" fmla="*/ 3 h 18"/>
                </a:gdLst>
                <a:ahLst/>
                <a:cxnLst>
                  <a:cxn ang="0">
                    <a:pos x="T0" y="T1"/>
                  </a:cxn>
                  <a:cxn ang="0">
                    <a:pos x="T2" y="T3"/>
                  </a:cxn>
                  <a:cxn ang="0">
                    <a:pos x="T4" y="T5"/>
                  </a:cxn>
                  <a:cxn ang="0">
                    <a:pos x="T6" y="T7"/>
                  </a:cxn>
                  <a:cxn ang="0">
                    <a:pos x="T8" y="T9"/>
                  </a:cxn>
                </a:cxnLst>
                <a:rect l="0" t="0" r="r" b="b"/>
                <a:pathLst>
                  <a:path w="19" h="18">
                    <a:moveTo>
                      <a:pt x="3" y="3"/>
                    </a:moveTo>
                    <a:cubicBezTo>
                      <a:pt x="0" y="6"/>
                      <a:pt x="0" y="11"/>
                      <a:pt x="3" y="15"/>
                    </a:cubicBezTo>
                    <a:cubicBezTo>
                      <a:pt x="7" y="18"/>
                      <a:pt x="12" y="18"/>
                      <a:pt x="15" y="15"/>
                    </a:cubicBezTo>
                    <a:cubicBezTo>
                      <a:pt x="19" y="11"/>
                      <a:pt x="18" y="6"/>
                      <a:pt x="15" y="3"/>
                    </a:cubicBezTo>
                    <a:cubicBezTo>
                      <a:pt x="12" y="0"/>
                      <a:pt x="7"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0" name="Freeform 160"/>
              <p:cNvSpPr/>
              <p:nvPr/>
            </p:nvSpPr>
            <p:spPr bwMode="auto">
              <a:xfrm>
                <a:off x="5521" y="3060"/>
                <a:ext cx="79" cy="79"/>
              </a:xfrm>
              <a:custGeom>
                <a:avLst/>
                <a:gdLst>
                  <a:gd name="T0" fmla="*/ 3 w 20"/>
                  <a:gd name="T1" fmla="*/ 3 h 20"/>
                  <a:gd name="T2" fmla="*/ 3 w 20"/>
                  <a:gd name="T3" fmla="*/ 16 h 20"/>
                  <a:gd name="T4" fmla="*/ 16 w 20"/>
                  <a:gd name="T5" fmla="*/ 16 h 20"/>
                  <a:gd name="T6" fmla="*/ 16 w 20"/>
                  <a:gd name="T7" fmla="*/ 3 h 20"/>
                  <a:gd name="T8" fmla="*/ 3 w 20"/>
                  <a:gd name="T9" fmla="*/ 3 h 20"/>
                </a:gdLst>
                <a:ahLst/>
                <a:cxnLst>
                  <a:cxn ang="0">
                    <a:pos x="T0" y="T1"/>
                  </a:cxn>
                  <a:cxn ang="0">
                    <a:pos x="T2" y="T3"/>
                  </a:cxn>
                  <a:cxn ang="0">
                    <a:pos x="T4" y="T5"/>
                  </a:cxn>
                  <a:cxn ang="0">
                    <a:pos x="T6" y="T7"/>
                  </a:cxn>
                  <a:cxn ang="0">
                    <a:pos x="T8" y="T9"/>
                  </a:cxn>
                </a:cxnLst>
                <a:rect l="0" t="0" r="r" b="b"/>
                <a:pathLst>
                  <a:path w="20" h="20">
                    <a:moveTo>
                      <a:pt x="3" y="3"/>
                    </a:moveTo>
                    <a:cubicBezTo>
                      <a:pt x="0" y="7"/>
                      <a:pt x="0" y="12"/>
                      <a:pt x="3" y="16"/>
                    </a:cubicBezTo>
                    <a:cubicBezTo>
                      <a:pt x="7" y="20"/>
                      <a:pt x="13" y="20"/>
                      <a:pt x="16" y="16"/>
                    </a:cubicBezTo>
                    <a:cubicBezTo>
                      <a:pt x="20" y="12"/>
                      <a:pt x="20" y="7"/>
                      <a:pt x="16" y="3"/>
                    </a:cubicBezTo>
                    <a:cubicBezTo>
                      <a:pt x="13" y="0"/>
                      <a:pt x="7"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1" name="Freeform 161"/>
              <p:cNvSpPr/>
              <p:nvPr/>
            </p:nvSpPr>
            <p:spPr bwMode="auto">
              <a:xfrm>
                <a:off x="5802" y="2378"/>
                <a:ext cx="83" cy="83"/>
              </a:xfrm>
              <a:custGeom>
                <a:avLst/>
                <a:gdLst>
                  <a:gd name="T0" fmla="*/ 3 w 21"/>
                  <a:gd name="T1" fmla="*/ 3 h 21"/>
                  <a:gd name="T2" fmla="*/ 3 w 21"/>
                  <a:gd name="T3" fmla="*/ 17 h 21"/>
                  <a:gd name="T4" fmla="*/ 17 w 21"/>
                  <a:gd name="T5" fmla="*/ 17 h 21"/>
                  <a:gd name="T6" fmla="*/ 17 w 21"/>
                  <a:gd name="T7" fmla="*/ 3 h 21"/>
                  <a:gd name="T8" fmla="*/ 3 w 21"/>
                  <a:gd name="T9" fmla="*/ 3 h 21"/>
                </a:gdLst>
                <a:ahLst/>
                <a:cxnLst>
                  <a:cxn ang="0">
                    <a:pos x="T0" y="T1"/>
                  </a:cxn>
                  <a:cxn ang="0">
                    <a:pos x="T2" y="T3"/>
                  </a:cxn>
                  <a:cxn ang="0">
                    <a:pos x="T4" y="T5"/>
                  </a:cxn>
                  <a:cxn ang="0">
                    <a:pos x="T6" y="T7"/>
                  </a:cxn>
                  <a:cxn ang="0">
                    <a:pos x="T8" y="T9"/>
                  </a:cxn>
                </a:cxnLst>
                <a:rect l="0" t="0" r="r" b="b"/>
                <a:pathLst>
                  <a:path w="21" h="21">
                    <a:moveTo>
                      <a:pt x="3" y="3"/>
                    </a:moveTo>
                    <a:cubicBezTo>
                      <a:pt x="0" y="7"/>
                      <a:pt x="0" y="13"/>
                      <a:pt x="3" y="17"/>
                    </a:cubicBezTo>
                    <a:cubicBezTo>
                      <a:pt x="7" y="21"/>
                      <a:pt x="13" y="21"/>
                      <a:pt x="17" y="17"/>
                    </a:cubicBezTo>
                    <a:cubicBezTo>
                      <a:pt x="21" y="13"/>
                      <a:pt x="21" y="7"/>
                      <a:pt x="17" y="3"/>
                    </a:cubicBezTo>
                    <a:cubicBezTo>
                      <a:pt x="13" y="0"/>
                      <a:pt x="7"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162"/>
              <p:cNvSpPr/>
              <p:nvPr/>
            </p:nvSpPr>
            <p:spPr bwMode="auto">
              <a:xfrm>
                <a:off x="5362" y="2414"/>
                <a:ext cx="198" cy="198"/>
              </a:xfrm>
              <a:custGeom>
                <a:avLst/>
                <a:gdLst>
                  <a:gd name="T0" fmla="*/ 9 w 50"/>
                  <a:gd name="T1" fmla="*/ 9 h 50"/>
                  <a:gd name="T2" fmla="*/ 9 w 50"/>
                  <a:gd name="T3" fmla="*/ 41 h 50"/>
                  <a:gd name="T4" fmla="*/ 41 w 50"/>
                  <a:gd name="T5" fmla="*/ 41 h 50"/>
                  <a:gd name="T6" fmla="*/ 41 w 50"/>
                  <a:gd name="T7" fmla="*/ 9 h 50"/>
                  <a:gd name="T8" fmla="*/ 9 w 50"/>
                  <a:gd name="T9" fmla="*/ 9 h 50"/>
                </a:gdLst>
                <a:ahLst/>
                <a:cxnLst>
                  <a:cxn ang="0">
                    <a:pos x="T0" y="T1"/>
                  </a:cxn>
                  <a:cxn ang="0">
                    <a:pos x="T2" y="T3"/>
                  </a:cxn>
                  <a:cxn ang="0">
                    <a:pos x="T4" y="T5"/>
                  </a:cxn>
                  <a:cxn ang="0">
                    <a:pos x="T6" y="T7"/>
                  </a:cxn>
                  <a:cxn ang="0">
                    <a:pos x="T8" y="T9"/>
                  </a:cxn>
                </a:cxnLst>
                <a:rect l="0" t="0" r="r" b="b"/>
                <a:pathLst>
                  <a:path w="50" h="50">
                    <a:moveTo>
                      <a:pt x="9" y="9"/>
                    </a:moveTo>
                    <a:cubicBezTo>
                      <a:pt x="0" y="18"/>
                      <a:pt x="0" y="32"/>
                      <a:pt x="9" y="41"/>
                    </a:cubicBezTo>
                    <a:cubicBezTo>
                      <a:pt x="18" y="50"/>
                      <a:pt x="32" y="50"/>
                      <a:pt x="41" y="41"/>
                    </a:cubicBezTo>
                    <a:cubicBezTo>
                      <a:pt x="50" y="32"/>
                      <a:pt x="50" y="18"/>
                      <a:pt x="41" y="9"/>
                    </a:cubicBezTo>
                    <a:cubicBezTo>
                      <a:pt x="32" y="0"/>
                      <a:pt x="18" y="0"/>
                      <a:pt x="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163"/>
              <p:cNvSpPr/>
              <p:nvPr/>
            </p:nvSpPr>
            <p:spPr bwMode="auto">
              <a:xfrm>
                <a:off x="4522" y="3666"/>
                <a:ext cx="91" cy="95"/>
              </a:xfrm>
              <a:custGeom>
                <a:avLst/>
                <a:gdLst>
                  <a:gd name="T0" fmla="*/ 4 w 23"/>
                  <a:gd name="T1" fmla="*/ 4 h 24"/>
                  <a:gd name="T2" fmla="*/ 4 w 23"/>
                  <a:gd name="T3" fmla="*/ 20 h 24"/>
                  <a:gd name="T4" fmla="*/ 19 w 23"/>
                  <a:gd name="T5" fmla="*/ 20 h 24"/>
                  <a:gd name="T6" fmla="*/ 19 w 23"/>
                  <a:gd name="T7" fmla="*/ 4 h 24"/>
                  <a:gd name="T8" fmla="*/ 4 w 23"/>
                  <a:gd name="T9" fmla="*/ 4 h 24"/>
                </a:gdLst>
                <a:ahLst/>
                <a:cxnLst>
                  <a:cxn ang="0">
                    <a:pos x="T0" y="T1"/>
                  </a:cxn>
                  <a:cxn ang="0">
                    <a:pos x="T2" y="T3"/>
                  </a:cxn>
                  <a:cxn ang="0">
                    <a:pos x="T4" y="T5"/>
                  </a:cxn>
                  <a:cxn ang="0">
                    <a:pos x="T6" y="T7"/>
                  </a:cxn>
                  <a:cxn ang="0">
                    <a:pos x="T8" y="T9"/>
                  </a:cxn>
                </a:cxnLst>
                <a:rect l="0" t="0" r="r" b="b"/>
                <a:pathLst>
                  <a:path w="23" h="24">
                    <a:moveTo>
                      <a:pt x="4" y="4"/>
                    </a:moveTo>
                    <a:cubicBezTo>
                      <a:pt x="0" y="9"/>
                      <a:pt x="0" y="15"/>
                      <a:pt x="4" y="20"/>
                    </a:cubicBezTo>
                    <a:cubicBezTo>
                      <a:pt x="8" y="24"/>
                      <a:pt x="15" y="24"/>
                      <a:pt x="19" y="20"/>
                    </a:cubicBezTo>
                    <a:cubicBezTo>
                      <a:pt x="23" y="15"/>
                      <a:pt x="23" y="9"/>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164"/>
              <p:cNvSpPr/>
              <p:nvPr/>
            </p:nvSpPr>
            <p:spPr bwMode="auto">
              <a:xfrm>
                <a:off x="4296" y="3008"/>
                <a:ext cx="250" cy="254"/>
              </a:xfrm>
              <a:custGeom>
                <a:avLst/>
                <a:gdLst>
                  <a:gd name="T0" fmla="*/ 11 w 63"/>
                  <a:gd name="T1" fmla="*/ 12 h 64"/>
                  <a:gd name="T2" fmla="*/ 11 w 63"/>
                  <a:gd name="T3" fmla="*/ 53 h 64"/>
                  <a:gd name="T4" fmla="*/ 52 w 63"/>
                  <a:gd name="T5" fmla="*/ 53 h 64"/>
                  <a:gd name="T6" fmla="*/ 52 w 63"/>
                  <a:gd name="T7" fmla="*/ 12 h 64"/>
                  <a:gd name="T8" fmla="*/ 11 w 63"/>
                  <a:gd name="T9" fmla="*/ 12 h 64"/>
                </a:gdLst>
                <a:ahLst/>
                <a:cxnLst>
                  <a:cxn ang="0">
                    <a:pos x="T0" y="T1"/>
                  </a:cxn>
                  <a:cxn ang="0">
                    <a:pos x="T2" y="T3"/>
                  </a:cxn>
                  <a:cxn ang="0">
                    <a:pos x="T4" y="T5"/>
                  </a:cxn>
                  <a:cxn ang="0">
                    <a:pos x="T6" y="T7"/>
                  </a:cxn>
                  <a:cxn ang="0">
                    <a:pos x="T8" y="T9"/>
                  </a:cxn>
                </a:cxnLst>
                <a:rect l="0" t="0" r="r" b="b"/>
                <a:pathLst>
                  <a:path w="63" h="64">
                    <a:moveTo>
                      <a:pt x="11" y="12"/>
                    </a:moveTo>
                    <a:cubicBezTo>
                      <a:pt x="0" y="23"/>
                      <a:pt x="0" y="41"/>
                      <a:pt x="11" y="53"/>
                    </a:cubicBezTo>
                    <a:cubicBezTo>
                      <a:pt x="22" y="64"/>
                      <a:pt x="41" y="64"/>
                      <a:pt x="52" y="53"/>
                    </a:cubicBezTo>
                    <a:cubicBezTo>
                      <a:pt x="63" y="41"/>
                      <a:pt x="63" y="23"/>
                      <a:pt x="52" y="12"/>
                    </a:cubicBezTo>
                    <a:cubicBezTo>
                      <a:pt x="41" y="0"/>
                      <a:pt x="22" y="0"/>
                      <a:pt x="1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165"/>
              <p:cNvSpPr/>
              <p:nvPr/>
            </p:nvSpPr>
            <p:spPr bwMode="auto">
              <a:xfrm>
                <a:off x="3781" y="3579"/>
                <a:ext cx="103" cy="107"/>
              </a:xfrm>
              <a:custGeom>
                <a:avLst/>
                <a:gdLst>
                  <a:gd name="T0" fmla="*/ 22 w 26"/>
                  <a:gd name="T1" fmla="*/ 5 h 27"/>
                  <a:gd name="T2" fmla="*/ 4 w 26"/>
                  <a:gd name="T3" fmla="*/ 5 h 27"/>
                  <a:gd name="T4" fmla="*/ 4 w 26"/>
                  <a:gd name="T5" fmla="*/ 22 h 27"/>
                  <a:gd name="T6" fmla="*/ 22 w 26"/>
                  <a:gd name="T7" fmla="*/ 22 h 27"/>
                  <a:gd name="T8" fmla="*/ 22 w 26"/>
                  <a:gd name="T9" fmla="*/ 5 h 27"/>
                </a:gdLst>
                <a:ahLst/>
                <a:cxnLst>
                  <a:cxn ang="0">
                    <a:pos x="T0" y="T1"/>
                  </a:cxn>
                  <a:cxn ang="0">
                    <a:pos x="T2" y="T3"/>
                  </a:cxn>
                  <a:cxn ang="0">
                    <a:pos x="T4" y="T5"/>
                  </a:cxn>
                  <a:cxn ang="0">
                    <a:pos x="T6" y="T7"/>
                  </a:cxn>
                  <a:cxn ang="0">
                    <a:pos x="T8" y="T9"/>
                  </a:cxn>
                </a:cxnLst>
                <a:rect l="0" t="0" r="r" b="b"/>
                <a:pathLst>
                  <a:path w="26" h="27">
                    <a:moveTo>
                      <a:pt x="22" y="5"/>
                    </a:moveTo>
                    <a:cubicBezTo>
                      <a:pt x="17" y="0"/>
                      <a:pt x="9" y="0"/>
                      <a:pt x="4" y="5"/>
                    </a:cubicBezTo>
                    <a:cubicBezTo>
                      <a:pt x="0" y="9"/>
                      <a:pt x="0" y="17"/>
                      <a:pt x="4" y="22"/>
                    </a:cubicBezTo>
                    <a:cubicBezTo>
                      <a:pt x="9" y="27"/>
                      <a:pt x="17" y="27"/>
                      <a:pt x="22" y="22"/>
                    </a:cubicBezTo>
                    <a:cubicBezTo>
                      <a:pt x="26" y="17"/>
                      <a:pt x="26" y="9"/>
                      <a:pt x="2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166"/>
              <p:cNvSpPr/>
              <p:nvPr/>
            </p:nvSpPr>
            <p:spPr bwMode="auto">
              <a:xfrm>
                <a:off x="3539" y="4241"/>
                <a:ext cx="83" cy="83"/>
              </a:xfrm>
              <a:custGeom>
                <a:avLst/>
                <a:gdLst>
                  <a:gd name="T0" fmla="*/ 4 w 21"/>
                  <a:gd name="T1" fmla="*/ 3 h 21"/>
                  <a:gd name="T2" fmla="*/ 4 w 21"/>
                  <a:gd name="T3" fmla="*/ 17 h 21"/>
                  <a:gd name="T4" fmla="*/ 17 w 21"/>
                  <a:gd name="T5" fmla="*/ 17 h 21"/>
                  <a:gd name="T6" fmla="*/ 17 w 21"/>
                  <a:gd name="T7" fmla="*/ 3 h 21"/>
                  <a:gd name="T8" fmla="*/ 4 w 21"/>
                  <a:gd name="T9" fmla="*/ 3 h 21"/>
                </a:gdLst>
                <a:ahLst/>
                <a:cxnLst>
                  <a:cxn ang="0">
                    <a:pos x="T0" y="T1"/>
                  </a:cxn>
                  <a:cxn ang="0">
                    <a:pos x="T2" y="T3"/>
                  </a:cxn>
                  <a:cxn ang="0">
                    <a:pos x="T4" y="T5"/>
                  </a:cxn>
                  <a:cxn ang="0">
                    <a:pos x="T6" y="T7"/>
                  </a:cxn>
                  <a:cxn ang="0">
                    <a:pos x="T8" y="T9"/>
                  </a:cxn>
                </a:cxnLst>
                <a:rect l="0" t="0" r="r" b="b"/>
                <a:pathLst>
                  <a:path w="21" h="21">
                    <a:moveTo>
                      <a:pt x="4" y="3"/>
                    </a:moveTo>
                    <a:cubicBezTo>
                      <a:pt x="0" y="7"/>
                      <a:pt x="0" y="13"/>
                      <a:pt x="4" y="17"/>
                    </a:cubicBezTo>
                    <a:cubicBezTo>
                      <a:pt x="8" y="21"/>
                      <a:pt x="14" y="21"/>
                      <a:pt x="17" y="17"/>
                    </a:cubicBezTo>
                    <a:cubicBezTo>
                      <a:pt x="21" y="13"/>
                      <a:pt x="21" y="7"/>
                      <a:pt x="17" y="3"/>
                    </a:cubicBezTo>
                    <a:cubicBezTo>
                      <a:pt x="14" y="0"/>
                      <a:pt x="8" y="0"/>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167"/>
              <p:cNvSpPr/>
              <p:nvPr/>
            </p:nvSpPr>
            <p:spPr bwMode="auto">
              <a:xfrm>
                <a:off x="4082" y="4225"/>
                <a:ext cx="75" cy="75"/>
              </a:xfrm>
              <a:custGeom>
                <a:avLst/>
                <a:gdLst>
                  <a:gd name="T0" fmla="*/ 3 w 19"/>
                  <a:gd name="T1" fmla="*/ 3 h 19"/>
                  <a:gd name="T2" fmla="*/ 3 w 19"/>
                  <a:gd name="T3" fmla="*/ 16 h 19"/>
                  <a:gd name="T4" fmla="*/ 16 w 19"/>
                  <a:gd name="T5" fmla="*/ 16 h 19"/>
                  <a:gd name="T6" fmla="*/ 16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6" y="19"/>
                      <a:pt x="12" y="19"/>
                      <a:pt x="16" y="16"/>
                    </a:cubicBezTo>
                    <a:cubicBezTo>
                      <a:pt x="19" y="12"/>
                      <a:pt x="19" y="7"/>
                      <a:pt x="16" y="3"/>
                    </a:cubicBezTo>
                    <a:cubicBezTo>
                      <a:pt x="12" y="0"/>
                      <a:pt x="7"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168"/>
              <p:cNvSpPr/>
              <p:nvPr/>
            </p:nvSpPr>
            <p:spPr bwMode="auto">
              <a:xfrm>
                <a:off x="3388" y="4150"/>
                <a:ext cx="95" cy="95"/>
              </a:xfrm>
              <a:custGeom>
                <a:avLst/>
                <a:gdLst>
                  <a:gd name="T0" fmla="*/ 19 w 24"/>
                  <a:gd name="T1" fmla="*/ 5 h 24"/>
                  <a:gd name="T2" fmla="*/ 4 w 24"/>
                  <a:gd name="T3" fmla="*/ 5 h 24"/>
                  <a:gd name="T4" fmla="*/ 4 w 24"/>
                  <a:gd name="T5" fmla="*/ 20 h 24"/>
                  <a:gd name="T6" fmla="*/ 19 w 24"/>
                  <a:gd name="T7" fmla="*/ 20 h 24"/>
                  <a:gd name="T8" fmla="*/ 19 w 24"/>
                  <a:gd name="T9" fmla="*/ 5 h 24"/>
                </a:gdLst>
                <a:ahLst/>
                <a:cxnLst>
                  <a:cxn ang="0">
                    <a:pos x="T0" y="T1"/>
                  </a:cxn>
                  <a:cxn ang="0">
                    <a:pos x="T2" y="T3"/>
                  </a:cxn>
                  <a:cxn ang="0">
                    <a:pos x="T4" y="T5"/>
                  </a:cxn>
                  <a:cxn ang="0">
                    <a:pos x="T6" y="T7"/>
                  </a:cxn>
                  <a:cxn ang="0">
                    <a:pos x="T8" y="T9"/>
                  </a:cxn>
                </a:cxnLst>
                <a:rect l="0" t="0" r="r" b="b"/>
                <a:pathLst>
                  <a:path w="24" h="24">
                    <a:moveTo>
                      <a:pt x="19" y="5"/>
                    </a:moveTo>
                    <a:cubicBezTo>
                      <a:pt x="15" y="0"/>
                      <a:pt x="8" y="0"/>
                      <a:pt x="4" y="5"/>
                    </a:cubicBezTo>
                    <a:cubicBezTo>
                      <a:pt x="0" y="9"/>
                      <a:pt x="0" y="16"/>
                      <a:pt x="4" y="20"/>
                    </a:cubicBezTo>
                    <a:cubicBezTo>
                      <a:pt x="8" y="24"/>
                      <a:pt x="15" y="24"/>
                      <a:pt x="19" y="20"/>
                    </a:cubicBezTo>
                    <a:cubicBezTo>
                      <a:pt x="24" y="16"/>
                      <a:pt x="24" y="9"/>
                      <a:pt x="1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169"/>
              <p:cNvSpPr/>
              <p:nvPr/>
            </p:nvSpPr>
            <p:spPr bwMode="auto">
              <a:xfrm>
                <a:off x="4197" y="3971"/>
                <a:ext cx="99" cy="99"/>
              </a:xfrm>
              <a:custGeom>
                <a:avLst/>
                <a:gdLst>
                  <a:gd name="T0" fmla="*/ 4 w 25"/>
                  <a:gd name="T1" fmla="*/ 5 h 25"/>
                  <a:gd name="T2" fmla="*/ 4 w 25"/>
                  <a:gd name="T3" fmla="*/ 21 h 25"/>
                  <a:gd name="T4" fmla="*/ 20 w 25"/>
                  <a:gd name="T5" fmla="*/ 21 h 25"/>
                  <a:gd name="T6" fmla="*/ 20 w 25"/>
                  <a:gd name="T7" fmla="*/ 5 h 25"/>
                  <a:gd name="T8" fmla="*/ 4 w 25"/>
                  <a:gd name="T9" fmla="*/ 5 h 25"/>
                </a:gdLst>
                <a:ahLst/>
                <a:cxnLst>
                  <a:cxn ang="0">
                    <a:pos x="T0" y="T1"/>
                  </a:cxn>
                  <a:cxn ang="0">
                    <a:pos x="T2" y="T3"/>
                  </a:cxn>
                  <a:cxn ang="0">
                    <a:pos x="T4" y="T5"/>
                  </a:cxn>
                  <a:cxn ang="0">
                    <a:pos x="T6" y="T7"/>
                  </a:cxn>
                  <a:cxn ang="0">
                    <a:pos x="T8" y="T9"/>
                  </a:cxn>
                </a:cxnLst>
                <a:rect l="0" t="0" r="r" b="b"/>
                <a:pathLst>
                  <a:path w="25" h="25">
                    <a:moveTo>
                      <a:pt x="4" y="5"/>
                    </a:moveTo>
                    <a:cubicBezTo>
                      <a:pt x="0" y="9"/>
                      <a:pt x="0" y="16"/>
                      <a:pt x="4" y="21"/>
                    </a:cubicBezTo>
                    <a:cubicBezTo>
                      <a:pt x="9" y="25"/>
                      <a:pt x="16" y="25"/>
                      <a:pt x="20" y="21"/>
                    </a:cubicBezTo>
                    <a:cubicBezTo>
                      <a:pt x="25" y="16"/>
                      <a:pt x="25" y="9"/>
                      <a:pt x="20" y="5"/>
                    </a:cubicBezTo>
                    <a:cubicBezTo>
                      <a:pt x="16" y="0"/>
                      <a:pt x="9" y="0"/>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0" name="Freeform 170"/>
              <p:cNvSpPr/>
              <p:nvPr/>
            </p:nvSpPr>
            <p:spPr bwMode="auto">
              <a:xfrm>
                <a:off x="4728" y="3951"/>
                <a:ext cx="79" cy="84"/>
              </a:xfrm>
              <a:custGeom>
                <a:avLst/>
                <a:gdLst>
                  <a:gd name="T0" fmla="*/ 3 w 20"/>
                  <a:gd name="T1" fmla="*/ 4 h 21"/>
                  <a:gd name="T2" fmla="*/ 3 w 20"/>
                  <a:gd name="T3" fmla="*/ 17 h 21"/>
                  <a:gd name="T4" fmla="*/ 17 w 20"/>
                  <a:gd name="T5" fmla="*/ 17 h 21"/>
                  <a:gd name="T6" fmla="*/ 17 w 20"/>
                  <a:gd name="T7" fmla="*/ 4 h 21"/>
                  <a:gd name="T8" fmla="*/ 3 w 20"/>
                  <a:gd name="T9" fmla="*/ 4 h 21"/>
                </a:gdLst>
                <a:ahLst/>
                <a:cxnLst>
                  <a:cxn ang="0">
                    <a:pos x="T0" y="T1"/>
                  </a:cxn>
                  <a:cxn ang="0">
                    <a:pos x="T2" y="T3"/>
                  </a:cxn>
                  <a:cxn ang="0">
                    <a:pos x="T4" y="T5"/>
                  </a:cxn>
                  <a:cxn ang="0">
                    <a:pos x="T6" y="T7"/>
                  </a:cxn>
                  <a:cxn ang="0">
                    <a:pos x="T8" y="T9"/>
                  </a:cxn>
                </a:cxnLst>
                <a:rect l="0" t="0" r="r" b="b"/>
                <a:pathLst>
                  <a:path w="20" h="21">
                    <a:moveTo>
                      <a:pt x="3" y="4"/>
                    </a:moveTo>
                    <a:cubicBezTo>
                      <a:pt x="0" y="8"/>
                      <a:pt x="0" y="14"/>
                      <a:pt x="3" y="17"/>
                    </a:cubicBezTo>
                    <a:cubicBezTo>
                      <a:pt x="7" y="21"/>
                      <a:pt x="13" y="21"/>
                      <a:pt x="17" y="17"/>
                    </a:cubicBezTo>
                    <a:cubicBezTo>
                      <a:pt x="20" y="14"/>
                      <a:pt x="20" y="8"/>
                      <a:pt x="17" y="4"/>
                    </a:cubicBezTo>
                    <a:cubicBezTo>
                      <a:pt x="13" y="0"/>
                      <a:pt x="7" y="0"/>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1" name="Freeform 171"/>
              <p:cNvSpPr/>
              <p:nvPr/>
            </p:nvSpPr>
            <p:spPr bwMode="auto">
              <a:xfrm>
                <a:off x="3313" y="40"/>
                <a:ext cx="95" cy="95"/>
              </a:xfrm>
              <a:custGeom>
                <a:avLst/>
                <a:gdLst>
                  <a:gd name="T0" fmla="*/ 20 w 24"/>
                  <a:gd name="T1" fmla="*/ 20 h 24"/>
                  <a:gd name="T2" fmla="*/ 20 w 24"/>
                  <a:gd name="T3" fmla="*/ 4 h 24"/>
                  <a:gd name="T4" fmla="*/ 4 w 24"/>
                  <a:gd name="T5" fmla="*/ 4 h 24"/>
                  <a:gd name="T6" fmla="*/ 4 w 24"/>
                  <a:gd name="T7" fmla="*/ 20 h 24"/>
                  <a:gd name="T8" fmla="*/ 20 w 24"/>
                  <a:gd name="T9" fmla="*/ 20 h 24"/>
                </a:gdLst>
                <a:ahLst/>
                <a:cxnLst>
                  <a:cxn ang="0">
                    <a:pos x="T0" y="T1"/>
                  </a:cxn>
                  <a:cxn ang="0">
                    <a:pos x="T2" y="T3"/>
                  </a:cxn>
                  <a:cxn ang="0">
                    <a:pos x="T4" y="T5"/>
                  </a:cxn>
                  <a:cxn ang="0">
                    <a:pos x="T6" y="T7"/>
                  </a:cxn>
                  <a:cxn ang="0">
                    <a:pos x="T8" y="T9"/>
                  </a:cxn>
                </a:cxnLst>
                <a:rect l="0" t="0" r="r" b="b"/>
                <a:pathLst>
                  <a:path w="24" h="24">
                    <a:moveTo>
                      <a:pt x="20" y="20"/>
                    </a:moveTo>
                    <a:cubicBezTo>
                      <a:pt x="24" y="15"/>
                      <a:pt x="24" y="8"/>
                      <a:pt x="20" y="4"/>
                    </a:cubicBezTo>
                    <a:cubicBezTo>
                      <a:pt x="15" y="0"/>
                      <a:pt x="9" y="0"/>
                      <a:pt x="4" y="4"/>
                    </a:cubicBezTo>
                    <a:cubicBezTo>
                      <a:pt x="0" y="8"/>
                      <a:pt x="0" y="15"/>
                      <a:pt x="4" y="20"/>
                    </a:cubicBezTo>
                    <a:cubicBezTo>
                      <a:pt x="9" y="24"/>
                      <a:pt x="15" y="24"/>
                      <a:pt x="2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Freeform 172"/>
              <p:cNvSpPr/>
              <p:nvPr/>
            </p:nvSpPr>
            <p:spPr bwMode="auto">
              <a:xfrm>
                <a:off x="2607" y="262"/>
                <a:ext cx="254" cy="253"/>
              </a:xfrm>
              <a:custGeom>
                <a:avLst/>
                <a:gdLst>
                  <a:gd name="T0" fmla="*/ 52 w 64"/>
                  <a:gd name="T1" fmla="*/ 52 h 64"/>
                  <a:gd name="T2" fmla="*/ 52 w 64"/>
                  <a:gd name="T3" fmla="*/ 11 h 64"/>
                  <a:gd name="T4" fmla="*/ 11 w 64"/>
                  <a:gd name="T5" fmla="*/ 11 h 64"/>
                  <a:gd name="T6" fmla="*/ 11 w 64"/>
                  <a:gd name="T7" fmla="*/ 52 h 64"/>
                  <a:gd name="T8" fmla="*/ 52 w 64"/>
                  <a:gd name="T9" fmla="*/ 52 h 64"/>
                </a:gdLst>
                <a:ahLst/>
                <a:cxnLst>
                  <a:cxn ang="0">
                    <a:pos x="T0" y="T1"/>
                  </a:cxn>
                  <a:cxn ang="0">
                    <a:pos x="T2" y="T3"/>
                  </a:cxn>
                  <a:cxn ang="0">
                    <a:pos x="T4" y="T5"/>
                  </a:cxn>
                  <a:cxn ang="0">
                    <a:pos x="T6" y="T7"/>
                  </a:cxn>
                  <a:cxn ang="0">
                    <a:pos x="T8" y="T9"/>
                  </a:cxn>
                </a:cxnLst>
                <a:rect l="0" t="0" r="r" b="b"/>
                <a:pathLst>
                  <a:path w="64" h="64">
                    <a:moveTo>
                      <a:pt x="52" y="52"/>
                    </a:moveTo>
                    <a:cubicBezTo>
                      <a:pt x="64" y="41"/>
                      <a:pt x="64" y="23"/>
                      <a:pt x="52" y="11"/>
                    </a:cubicBezTo>
                    <a:cubicBezTo>
                      <a:pt x="41" y="0"/>
                      <a:pt x="23" y="0"/>
                      <a:pt x="11" y="11"/>
                    </a:cubicBezTo>
                    <a:cubicBezTo>
                      <a:pt x="0" y="23"/>
                      <a:pt x="0" y="41"/>
                      <a:pt x="11" y="52"/>
                    </a:cubicBezTo>
                    <a:cubicBezTo>
                      <a:pt x="23" y="64"/>
                      <a:pt x="41" y="64"/>
                      <a:pt x="52"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3" name="Freeform 173"/>
              <p:cNvSpPr/>
              <p:nvPr/>
            </p:nvSpPr>
            <p:spPr bwMode="auto">
              <a:xfrm>
                <a:off x="3991" y="971"/>
                <a:ext cx="95" cy="95"/>
              </a:xfrm>
              <a:custGeom>
                <a:avLst/>
                <a:gdLst>
                  <a:gd name="T0" fmla="*/ 5 w 24"/>
                  <a:gd name="T1" fmla="*/ 4 h 24"/>
                  <a:gd name="T2" fmla="*/ 5 w 24"/>
                  <a:gd name="T3" fmla="*/ 19 h 24"/>
                  <a:gd name="T4" fmla="*/ 20 w 24"/>
                  <a:gd name="T5" fmla="*/ 19 h 24"/>
                  <a:gd name="T6" fmla="*/ 20 w 24"/>
                  <a:gd name="T7" fmla="*/ 4 h 24"/>
                  <a:gd name="T8" fmla="*/ 5 w 24"/>
                  <a:gd name="T9" fmla="*/ 4 h 24"/>
                </a:gdLst>
                <a:ahLst/>
                <a:cxnLst>
                  <a:cxn ang="0">
                    <a:pos x="T0" y="T1"/>
                  </a:cxn>
                  <a:cxn ang="0">
                    <a:pos x="T2" y="T3"/>
                  </a:cxn>
                  <a:cxn ang="0">
                    <a:pos x="T4" y="T5"/>
                  </a:cxn>
                  <a:cxn ang="0">
                    <a:pos x="T6" y="T7"/>
                  </a:cxn>
                  <a:cxn ang="0">
                    <a:pos x="T8" y="T9"/>
                  </a:cxn>
                </a:cxnLst>
                <a:rect l="0" t="0" r="r" b="b"/>
                <a:pathLst>
                  <a:path w="24" h="24">
                    <a:moveTo>
                      <a:pt x="5" y="4"/>
                    </a:moveTo>
                    <a:cubicBezTo>
                      <a:pt x="0" y="8"/>
                      <a:pt x="0" y="15"/>
                      <a:pt x="5" y="19"/>
                    </a:cubicBezTo>
                    <a:cubicBezTo>
                      <a:pt x="9" y="24"/>
                      <a:pt x="16" y="24"/>
                      <a:pt x="20" y="19"/>
                    </a:cubicBezTo>
                    <a:cubicBezTo>
                      <a:pt x="24" y="15"/>
                      <a:pt x="24" y="8"/>
                      <a:pt x="20" y="4"/>
                    </a:cubicBezTo>
                    <a:cubicBezTo>
                      <a:pt x="16" y="0"/>
                      <a:pt x="9" y="0"/>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4" name="Freeform 174"/>
              <p:cNvSpPr/>
              <p:nvPr/>
            </p:nvSpPr>
            <p:spPr bwMode="auto">
              <a:xfrm>
                <a:off x="3923" y="377"/>
                <a:ext cx="107" cy="103"/>
              </a:xfrm>
              <a:custGeom>
                <a:avLst/>
                <a:gdLst>
                  <a:gd name="T0" fmla="*/ 22 w 27"/>
                  <a:gd name="T1" fmla="*/ 4 h 26"/>
                  <a:gd name="T2" fmla="*/ 5 w 27"/>
                  <a:gd name="T3" fmla="*/ 4 h 26"/>
                  <a:gd name="T4" fmla="*/ 5 w 27"/>
                  <a:gd name="T5" fmla="*/ 22 h 26"/>
                  <a:gd name="T6" fmla="*/ 22 w 27"/>
                  <a:gd name="T7" fmla="*/ 22 h 26"/>
                  <a:gd name="T8" fmla="*/ 22 w 27"/>
                  <a:gd name="T9" fmla="*/ 4 h 26"/>
                </a:gdLst>
                <a:ahLst/>
                <a:cxnLst>
                  <a:cxn ang="0">
                    <a:pos x="T0" y="T1"/>
                  </a:cxn>
                  <a:cxn ang="0">
                    <a:pos x="T2" y="T3"/>
                  </a:cxn>
                  <a:cxn ang="0">
                    <a:pos x="T4" y="T5"/>
                  </a:cxn>
                  <a:cxn ang="0">
                    <a:pos x="T6" y="T7"/>
                  </a:cxn>
                  <a:cxn ang="0">
                    <a:pos x="T8" y="T9"/>
                  </a:cxn>
                </a:cxnLst>
                <a:rect l="0" t="0" r="r" b="b"/>
                <a:pathLst>
                  <a:path w="27" h="26">
                    <a:moveTo>
                      <a:pt x="22" y="4"/>
                    </a:moveTo>
                    <a:cubicBezTo>
                      <a:pt x="17" y="0"/>
                      <a:pt x="10" y="0"/>
                      <a:pt x="5" y="4"/>
                    </a:cubicBezTo>
                    <a:cubicBezTo>
                      <a:pt x="0" y="9"/>
                      <a:pt x="0" y="17"/>
                      <a:pt x="5" y="22"/>
                    </a:cubicBezTo>
                    <a:cubicBezTo>
                      <a:pt x="10" y="26"/>
                      <a:pt x="17" y="26"/>
                      <a:pt x="22" y="22"/>
                    </a:cubicBezTo>
                    <a:cubicBezTo>
                      <a:pt x="27" y="17"/>
                      <a:pt x="27" y="9"/>
                      <a:pt x="2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5" name="Freeform 175"/>
              <p:cNvSpPr/>
              <p:nvPr/>
            </p:nvSpPr>
            <p:spPr bwMode="auto">
              <a:xfrm>
                <a:off x="3273" y="725"/>
                <a:ext cx="72" cy="76"/>
              </a:xfrm>
              <a:custGeom>
                <a:avLst/>
                <a:gdLst>
                  <a:gd name="T0" fmla="*/ 3 w 18"/>
                  <a:gd name="T1" fmla="*/ 3 h 19"/>
                  <a:gd name="T2" fmla="*/ 3 w 18"/>
                  <a:gd name="T3" fmla="*/ 15 h 19"/>
                  <a:gd name="T4" fmla="*/ 15 w 18"/>
                  <a:gd name="T5" fmla="*/ 15 h 19"/>
                  <a:gd name="T6" fmla="*/ 15 w 18"/>
                  <a:gd name="T7" fmla="*/ 3 h 19"/>
                  <a:gd name="T8" fmla="*/ 3 w 18"/>
                  <a:gd name="T9" fmla="*/ 3 h 19"/>
                </a:gdLst>
                <a:ahLst/>
                <a:cxnLst>
                  <a:cxn ang="0">
                    <a:pos x="T0" y="T1"/>
                  </a:cxn>
                  <a:cxn ang="0">
                    <a:pos x="T2" y="T3"/>
                  </a:cxn>
                  <a:cxn ang="0">
                    <a:pos x="T4" y="T5"/>
                  </a:cxn>
                  <a:cxn ang="0">
                    <a:pos x="T6" y="T7"/>
                  </a:cxn>
                  <a:cxn ang="0">
                    <a:pos x="T8" y="T9"/>
                  </a:cxn>
                </a:cxnLst>
                <a:rect l="0" t="0" r="r" b="b"/>
                <a:pathLst>
                  <a:path w="18" h="19">
                    <a:moveTo>
                      <a:pt x="3" y="3"/>
                    </a:moveTo>
                    <a:cubicBezTo>
                      <a:pt x="0" y="7"/>
                      <a:pt x="0" y="12"/>
                      <a:pt x="3" y="15"/>
                    </a:cubicBezTo>
                    <a:cubicBezTo>
                      <a:pt x="6" y="19"/>
                      <a:pt x="12" y="19"/>
                      <a:pt x="15" y="15"/>
                    </a:cubicBezTo>
                    <a:cubicBezTo>
                      <a:pt x="18" y="12"/>
                      <a:pt x="18" y="7"/>
                      <a:pt x="15" y="3"/>
                    </a:cubicBezTo>
                    <a:cubicBezTo>
                      <a:pt x="12" y="0"/>
                      <a:pt x="6"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6" name="Freeform 176"/>
              <p:cNvSpPr/>
              <p:nvPr/>
            </p:nvSpPr>
            <p:spPr bwMode="auto">
              <a:xfrm>
                <a:off x="2873" y="2695"/>
                <a:ext cx="79" cy="83"/>
              </a:xfrm>
              <a:custGeom>
                <a:avLst/>
                <a:gdLst>
                  <a:gd name="T0" fmla="*/ 16 w 20"/>
                  <a:gd name="T1" fmla="*/ 17 h 21"/>
                  <a:gd name="T2" fmla="*/ 16 w 20"/>
                  <a:gd name="T3" fmla="*/ 4 h 21"/>
                  <a:gd name="T4" fmla="*/ 3 w 20"/>
                  <a:gd name="T5" fmla="*/ 4 h 21"/>
                  <a:gd name="T6" fmla="*/ 3 w 20"/>
                  <a:gd name="T7" fmla="*/ 17 h 21"/>
                  <a:gd name="T8" fmla="*/ 16 w 20"/>
                  <a:gd name="T9" fmla="*/ 17 h 21"/>
                </a:gdLst>
                <a:ahLst/>
                <a:cxnLst>
                  <a:cxn ang="0">
                    <a:pos x="T0" y="T1"/>
                  </a:cxn>
                  <a:cxn ang="0">
                    <a:pos x="T2" y="T3"/>
                  </a:cxn>
                  <a:cxn ang="0">
                    <a:pos x="T4" y="T5"/>
                  </a:cxn>
                  <a:cxn ang="0">
                    <a:pos x="T6" y="T7"/>
                  </a:cxn>
                  <a:cxn ang="0">
                    <a:pos x="T8" y="T9"/>
                  </a:cxn>
                </a:cxnLst>
                <a:rect l="0" t="0" r="r" b="b"/>
                <a:pathLst>
                  <a:path w="20" h="21">
                    <a:moveTo>
                      <a:pt x="16" y="17"/>
                    </a:moveTo>
                    <a:cubicBezTo>
                      <a:pt x="20" y="14"/>
                      <a:pt x="20" y="8"/>
                      <a:pt x="16" y="4"/>
                    </a:cubicBezTo>
                    <a:cubicBezTo>
                      <a:pt x="13" y="0"/>
                      <a:pt x="7" y="0"/>
                      <a:pt x="3" y="4"/>
                    </a:cubicBezTo>
                    <a:cubicBezTo>
                      <a:pt x="0" y="8"/>
                      <a:pt x="0" y="14"/>
                      <a:pt x="3" y="17"/>
                    </a:cubicBezTo>
                    <a:cubicBezTo>
                      <a:pt x="7" y="21"/>
                      <a:pt x="13" y="21"/>
                      <a:pt x="1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177"/>
              <p:cNvSpPr/>
              <p:nvPr/>
            </p:nvSpPr>
            <p:spPr bwMode="auto">
              <a:xfrm>
                <a:off x="3345" y="2057"/>
                <a:ext cx="305" cy="305"/>
              </a:xfrm>
              <a:custGeom>
                <a:avLst/>
                <a:gdLst>
                  <a:gd name="T0" fmla="*/ 63 w 77"/>
                  <a:gd name="T1" fmla="*/ 63 h 77"/>
                  <a:gd name="T2" fmla="*/ 63 w 77"/>
                  <a:gd name="T3" fmla="*/ 14 h 77"/>
                  <a:gd name="T4" fmla="*/ 14 w 77"/>
                  <a:gd name="T5" fmla="*/ 14 h 77"/>
                  <a:gd name="T6" fmla="*/ 14 w 77"/>
                  <a:gd name="T7" fmla="*/ 63 h 77"/>
                  <a:gd name="T8" fmla="*/ 63 w 77"/>
                  <a:gd name="T9" fmla="*/ 63 h 77"/>
                </a:gdLst>
                <a:ahLst/>
                <a:cxnLst>
                  <a:cxn ang="0">
                    <a:pos x="T0" y="T1"/>
                  </a:cxn>
                  <a:cxn ang="0">
                    <a:pos x="T2" y="T3"/>
                  </a:cxn>
                  <a:cxn ang="0">
                    <a:pos x="T4" y="T5"/>
                  </a:cxn>
                  <a:cxn ang="0">
                    <a:pos x="T6" y="T7"/>
                  </a:cxn>
                  <a:cxn ang="0">
                    <a:pos x="T8" y="T9"/>
                  </a:cxn>
                </a:cxnLst>
                <a:rect l="0" t="0" r="r" b="b"/>
                <a:pathLst>
                  <a:path w="77" h="77">
                    <a:moveTo>
                      <a:pt x="63" y="63"/>
                    </a:moveTo>
                    <a:cubicBezTo>
                      <a:pt x="77" y="50"/>
                      <a:pt x="77" y="27"/>
                      <a:pt x="63" y="14"/>
                    </a:cubicBezTo>
                    <a:cubicBezTo>
                      <a:pt x="49" y="0"/>
                      <a:pt x="27" y="0"/>
                      <a:pt x="14" y="14"/>
                    </a:cubicBezTo>
                    <a:cubicBezTo>
                      <a:pt x="0" y="27"/>
                      <a:pt x="0" y="50"/>
                      <a:pt x="14" y="63"/>
                    </a:cubicBezTo>
                    <a:cubicBezTo>
                      <a:pt x="27" y="77"/>
                      <a:pt x="49" y="77"/>
                      <a:pt x="63"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Freeform 178"/>
              <p:cNvSpPr/>
              <p:nvPr/>
            </p:nvSpPr>
            <p:spPr bwMode="auto">
              <a:xfrm>
                <a:off x="2711" y="1875"/>
                <a:ext cx="103" cy="103"/>
              </a:xfrm>
              <a:custGeom>
                <a:avLst/>
                <a:gdLst>
                  <a:gd name="T0" fmla="*/ 5 w 26"/>
                  <a:gd name="T1" fmla="*/ 22 h 26"/>
                  <a:gd name="T2" fmla="*/ 22 w 26"/>
                  <a:gd name="T3" fmla="*/ 22 h 26"/>
                  <a:gd name="T4" fmla="*/ 22 w 26"/>
                  <a:gd name="T5" fmla="*/ 5 h 26"/>
                  <a:gd name="T6" fmla="*/ 5 w 26"/>
                  <a:gd name="T7" fmla="*/ 5 h 26"/>
                  <a:gd name="T8" fmla="*/ 5 w 26"/>
                  <a:gd name="T9" fmla="*/ 22 h 26"/>
                </a:gdLst>
                <a:ahLst/>
                <a:cxnLst>
                  <a:cxn ang="0">
                    <a:pos x="T0" y="T1"/>
                  </a:cxn>
                  <a:cxn ang="0">
                    <a:pos x="T2" y="T3"/>
                  </a:cxn>
                  <a:cxn ang="0">
                    <a:pos x="T4" y="T5"/>
                  </a:cxn>
                  <a:cxn ang="0">
                    <a:pos x="T6" y="T7"/>
                  </a:cxn>
                  <a:cxn ang="0">
                    <a:pos x="T8" y="T9"/>
                  </a:cxn>
                </a:cxnLst>
                <a:rect l="0" t="0" r="r" b="b"/>
                <a:pathLst>
                  <a:path w="26" h="26">
                    <a:moveTo>
                      <a:pt x="5" y="22"/>
                    </a:moveTo>
                    <a:cubicBezTo>
                      <a:pt x="9" y="26"/>
                      <a:pt x="17" y="26"/>
                      <a:pt x="22" y="22"/>
                    </a:cubicBezTo>
                    <a:cubicBezTo>
                      <a:pt x="26" y="17"/>
                      <a:pt x="26" y="9"/>
                      <a:pt x="22" y="5"/>
                    </a:cubicBezTo>
                    <a:cubicBezTo>
                      <a:pt x="17" y="0"/>
                      <a:pt x="9" y="0"/>
                      <a:pt x="5" y="5"/>
                    </a:cubicBezTo>
                    <a:cubicBezTo>
                      <a:pt x="0" y="9"/>
                      <a:pt x="0" y="17"/>
                      <a:pt x="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9" name="Freeform 179"/>
              <p:cNvSpPr/>
              <p:nvPr/>
            </p:nvSpPr>
            <p:spPr bwMode="auto">
              <a:xfrm>
                <a:off x="1704" y="2497"/>
                <a:ext cx="182" cy="99"/>
              </a:xfrm>
              <a:custGeom>
                <a:avLst/>
                <a:gdLst>
                  <a:gd name="T0" fmla="*/ 19 w 46"/>
                  <a:gd name="T1" fmla="*/ 21 h 25"/>
                  <a:gd name="T2" fmla="*/ 21 w 46"/>
                  <a:gd name="T3" fmla="*/ 16 h 25"/>
                  <a:gd name="T4" fmla="*/ 24 w 46"/>
                  <a:gd name="T5" fmla="*/ 21 h 25"/>
                  <a:gd name="T6" fmla="*/ 41 w 46"/>
                  <a:gd name="T7" fmla="*/ 21 h 25"/>
                  <a:gd name="T8" fmla="*/ 41 w 46"/>
                  <a:gd name="T9" fmla="*/ 4 h 25"/>
                  <a:gd name="T10" fmla="*/ 24 w 46"/>
                  <a:gd name="T11" fmla="*/ 4 h 25"/>
                  <a:gd name="T12" fmla="*/ 21 w 46"/>
                  <a:gd name="T13" fmla="*/ 10 h 25"/>
                  <a:gd name="T14" fmla="*/ 19 w 46"/>
                  <a:gd name="T15" fmla="*/ 6 h 25"/>
                  <a:gd name="T16" fmla="*/ 4 w 46"/>
                  <a:gd name="T17" fmla="*/ 6 h 25"/>
                  <a:gd name="T18" fmla="*/ 4 w 46"/>
                  <a:gd name="T19" fmla="*/ 21 h 25"/>
                  <a:gd name="T20" fmla="*/ 19 w 46"/>
                  <a:gd name="T21" fmla="*/ 2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25">
                    <a:moveTo>
                      <a:pt x="19" y="21"/>
                    </a:moveTo>
                    <a:cubicBezTo>
                      <a:pt x="20" y="19"/>
                      <a:pt x="21" y="17"/>
                      <a:pt x="21" y="16"/>
                    </a:cubicBezTo>
                    <a:cubicBezTo>
                      <a:pt x="22" y="17"/>
                      <a:pt x="23" y="19"/>
                      <a:pt x="24" y="21"/>
                    </a:cubicBezTo>
                    <a:cubicBezTo>
                      <a:pt x="29" y="25"/>
                      <a:pt x="36" y="25"/>
                      <a:pt x="41" y="21"/>
                    </a:cubicBezTo>
                    <a:cubicBezTo>
                      <a:pt x="46" y="16"/>
                      <a:pt x="46" y="9"/>
                      <a:pt x="41" y="4"/>
                    </a:cubicBezTo>
                    <a:cubicBezTo>
                      <a:pt x="36" y="0"/>
                      <a:pt x="29" y="0"/>
                      <a:pt x="24" y="4"/>
                    </a:cubicBezTo>
                    <a:cubicBezTo>
                      <a:pt x="23" y="6"/>
                      <a:pt x="22" y="8"/>
                      <a:pt x="21" y="10"/>
                    </a:cubicBezTo>
                    <a:cubicBezTo>
                      <a:pt x="21" y="9"/>
                      <a:pt x="20" y="7"/>
                      <a:pt x="19" y="6"/>
                    </a:cubicBezTo>
                    <a:cubicBezTo>
                      <a:pt x="15" y="2"/>
                      <a:pt x="8" y="2"/>
                      <a:pt x="4" y="6"/>
                    </a:cubicBezTo>
                    <a:cubicBezTo>
                      <a:pt x="0" y="10"/>
                      <a:pt x="0" y="16"/>
                      <a:pt x="4" y="21"/>
                    </a:cubicBezTo>
                    <a:cubicBezTo>
                      <a:pt x="8" y="25"/>
                      <a:pt x="15" y="25"/>
                      <a:pt x="1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180"/>
              <p:cNvSpPr/>
              <p:nvPr/>
            </p:nvSpPr>
            <p:spPr bwMode="auto">
              <a:xfrm>
                <a:off x="1985" y="2830"/>
                <a:ext cx="99" cy="99"/>
              </a:xfrm>
              <a:custGeom>
                <a:avLst/>
                <a:gdLst>
                  <a:gd name="T0" fmla="*/ 21 w 25"/>
                  <a:gd name="T1" fmla="*/ 21 h 25"/>
                  <a:gd name="T2" fmla="*/ 21 w 25"/>
                  <a:gd name="T3" fmla="*/ 4 h 25"/>
                  <a:gd name="T4" fmla="*/ 4 w 25"/>
                  <a:gd name="T5" fmla="*/ 4 h 25"/>
                  <a:gd name="T6" fmla="*/ 4 w 25"/>
                  <a:gd name="T7" fmla="*/ 21 h 25"/>
                  <a:gd name="T8" fmla="*/ 21 w 25"/>
                  <a:gd name="T9" fmla="*/ 21 h 25"/>
                </a:gdLst>
                <a:ahLst/>
                <a:cxnLst>
                  <a:cxn ang="0">
                    <a:pos x="T0" y="T1"/>
                  </a:cxn>
                  <a:cxn ang="0">
                    <a:pos x="T2" y="T3"/>
                  </a:cxn>
                  <a:cxn ang="0">
                    <a:pos x="T4" y="T5"/>
                  </a:cxn>
                  <a:cxn ang="0">
                    <a:pos x="T6" y="T7"/>
                  </a:cxn>
                  <a:cxn ang="0">
                    <a:pos x="T8" y="T9"/>
                  </a:cxn>
                </a:cxnLst>
                <a:rect l="0" t="0" r="r" b="b"/>
                <a:pathLst>
                  <a:path w="25" h="25">
                    <a:moveTo>
                      <a:pt x="21" y="21"/>
                    </a:moveTo>
                    <a:cubicBezTo>
                      <a:pt x="25" y="16"/>
                      <a:pt x="25" y="9"/>
                      <a:pt x="21" y="4"/>
                    </a:cubicBezTo>
                    <a:cubicBezTo>
                      <a:pt x="16" y="0"/>
                      <a:pt x="9" y="0"/>
                      <a:pt x="4" y="4"/>
                    </a:cubicBezTo>
                    <a:cubicBezTo>
                      <a:pt x="0" y="9"/>
                      <a:pt x="0" y="16"/>
                      <a:pt x="4" y="21"/>
                    </a:cubicBezTo>
                    <a:cubicBezTo>
                      <a:pt x="9" y="25"/>
                      <a:pt x="16" y="25"/>
                      <a:pt x="21"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181"/>
              <p:cNvSpPr/>
              <p:nvPr/>
            </p:nvSpPr>
            <p:spPr bwMode="auto">
              <a:xfrm>
                <a:off x="1843" y="2073"/>
                <a:ext cx="103" cy="107"/>
              </a:xfrm>
              <a:custGeom>
                <a:avLst/>
                <a:gdLst>
                  <a:gd name="T0" fmla="*/ 22 w 26"/>
                  <a:gd name="T1" fmla="*/ 22 h 27"/>
                  <a:gd name="T2" fmla="*/ 22 w 26"/>
                  <a:gd name="T3" fmla="*/ 5 h 27"/>
                  <a:gd name="T4" fmla="*/ 5 w 26"/>
                  <a:gd name="T5" fmla="*/ 5 h 27"/>
                  <a:gd name="T6" fmla="*/ 5 w 26"/>
                  <a:gd name="T7" fmla="*/ 22 h 27"/>
                  <a:gd name="T8" fmla="*/ 22 w 26"/>
                  <a:gd name="T9" fmla="*/ 22 h 27"/>
                </a:gdLst>
                <a:ahLst/>
                <a:cxnLst>
                  <a:cxn ang="0">
                    <a:pos x="T0" y="T1"/>
                  </a:cxn>
                  <a:cxn ang="0">
                    <a:pos x="T2" y="T3"/>
                  </a:cxn>
                  <a:cxn ang="0">
                    <a:pos x="T4" y="T5"/>
                  </a:cxn>
                  <a:cxn ang="0">
                    <a:pos x="T6" y="T7"/>
                  </a:cxn>
                  <a:cxn ang="0">
                    <a:pos x="T8" y="T9"/>
                  </a:cxn>
                </a:cxnLst>
                <a:rect l="0" t="0" r="r" b="b"/>
                <a:pathLst>
                  <a:path w="26" h="27">
                    <a:moveTo>
                      <a:pt x="22" y="22"/>
                    </a:moveTo>
                    <a:cubicBezTo>
                      <a:pt x="26" y="17"/>
                      <a:pt x="26" y="10"/>
                      <a:pt x="22" y="5"/>
                    </a:cubicBezTo>
                    <a:cubicBezTo>
                      <a:pt x="17" y="0"/>
                      <a:pt x="9" y="0"/>
                      <a:pt x="5" y="5"/>
                    </a:cubicBezTo>
                    <a:cubicBezTo>
                      <a:pt x="0" y="10"/>
                      <a:pt x="0" y="17"/>
                      <a:pt x="5" y="22"/>
                    </a:cubicBezTo>
                    <a:cubicBezTo>
                      <a:pt x="9" y="27"/>
                      <a:pt x="17" y="27"/>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182"/>
              <p:cNvSpPr/>
              <p:nvPr/>
            </p:nvSpPr>
            <p:spPr bwMode="auto">
              <a:xfrm>
                <a:off x="1739" y="1585"/>
                <a:ext cx="100" cy="103"/>
              </a:xfrm>
              <a:custGeom>
                <a:avLst/>
                <a:gdLst>
                  <a:gd name="T0" fmla="*/ 21 w 25"/>
                  <a:gd name="T1" fmla="*/ 5 h 26"/>
                  <a:gd name="T2" fmla="*/ 4 w 25"/>
                  <a:gd name="T3" fmla="*/ 5 h 26"/>
                  <a:gd name="T4" fmla="*/ 4 w 25"/>
                  <a:gd name="T5" fmla="*/ 21 h 26"/>
                  <a:gd name="T6" fmla="*/ 21 w 25"/>
                  <a:gd name="T7" fmla="*/ 21 h 26"/>
                  <a:gd name="T8" fmla="*/ 21 w 25"/>
                  <a:gd name="T9" fmla="*/ 5 h 26"/>
                </a:gdLst>
                <a:ahLst/>
                <a:cxnLst>
                  <a:cxn ang="0">
                    <a:pos x="T0" y="T1"/>
                  </a:cxn>
                  <a:cxn ang="0">
                    <a:pos x="T2" y="T3"/>
                  </a:cxn>
                  <a:cxn ang="0">
                    <a:pos x="T4" y="T5"/>
                  </a:cxn>
                  <a:cxn ang="0">
                    <a:pos x="T6" y="T7"/>
                  </a:cxn>
                  <a:cxn ang="0">
                    <a:pos x="T8" y="T9"/>
                  </a:cxn>
                </a:cxnLst>
                <a:rect l="0" t="0" r="r" b="b"/>
                <a:pathLst>
                  <a:path w="25" h="26">
                    <a:moveTo>
                      <a:pt x="21" y="5"/>
                    </a:moveTo>
                    <a:cubicBezTo>
                      <a:pt x="16" y="0"/>
                      <a:pt x="9" y="0"/>
                      <a:pt x="4" y="5"/>
                    </a:cubicBezTo>
                    <a:cubicBezTo>
                      <a:pt x="0" y="9"/>
                      <a:pt x="0" y="17"/>
                      <a:pt x="4" y="21"/>
                    </a:cubicBezTo>
                    <a:cubicBezTo>
                      <a:pt x="9" y="26"/>
                      <a:pt x="16" y="26"/>
                      <a:pt x="21" y="21"/>
                    </a:cubicBezTo>
                    <a:cubicBezTo>
                      <a:pt x="25" y="17"/>
                      <a:pt x="25" y="9"/>
                      <a:pt x="2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183"/>
              <p:cNvSpPr/>
              <p:nvPr/>
            </p:nvSpPr>
            <p:spPr bwMode="auto">
              <a:xfrm>
                <a:off x="1886" y="1149"/>
                <a:ext cx="83" cy="84"/>
              </a:xfrm>
              <a:custGeom>
                <a:avLst/>
                <a:gdLst>
                  <a:gd name="T0" fmla="*/ 17 w 21"/>
                  <a:gd name="T1" fmla="*/ 17 h 21"/>
                  <a:gd name="T2" fmla="*/ 17 w 21"/>
                  <a:gd name="T3" fmla="*/ 4 h 21"/>
                  <a:gd name="T4" fmla="*/ 4 w 21"/>
                  <a:gd name="T5" fmla="*/ 4 h 21"/>
                  <a:gd name="T6" fmla="*/ 4 w 21"/>
                  <a:gd name="T7" fmla="*/ 17 h 21"/>
                  <a:gd name="T8" fmla="*/ 17 w 21"/>
                  <a:gd name="T9" fmla="*/ 17 h 21"/>
                </a:gdLst>
                <a:ahLst/>
                <a:cxnLst>
                  <a:cxn ang="0">
                    <a:pos x="T0" y="T1"/>
                  </a:cxn>
                  <a:cxn ang="0">
                    <a:pos x="T2" y="T3"/>
                  </a:cxn>
                  <a:cxn ang="0">
                    <a:pos x="T4" y="T5"/>
                  </a:cxn>
                  <a:cxn ang="0">
                    <a:pos x="T6" y="T7"/>
                  </a:cxn>
                  <a:cxn ang="0">
                    <a:pos x="T8" y="T9"/>
                  </a:cxn>
                </a:cxnLst>
                <a:rect l="0" t="0" r="r" b="b"/>
                <a:pathLst>
                  <a:path w="21" h="21">
                    <a:moveTo>
                      <a:pt x="17" y="17"/>
                    </a:moveTo>
                    <a:cubicBezTo>
                      <a:pt x="21" y="14"/>
                      <a:pt x="21" y="8"/>
                      <a:pt x="17" y="4"/>
                    </a:cubicBezTo>
                    <a:cubicBezTo>
                      <a:pt x="14" y="0"/>
                      <a:pt x="8" y="0"/>
                      <a:pt x="4" y="4"/>
                    </a:cubicBezTo>
                    <a:cubicBezTo>
                      <a:pt x="0" y="8"/>
                      <a:pt x="0" y="14"/>
                      <a:pt x="4" y="17"/>
                    </a:cubicBezTo>
                    <a:cubicBezTo>
                      <a:pt x="8" y="21"/>
                      <a:pt x="14" y="21"/>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184"/>
              <p:cNvSpPr/>
              <p:nvPr/>
            </p:nvSpPr>
            <p:spPr bwMode="auto">
              <a:xfrm>
                <a:off x="5735" y="1244"/>
                <a:ext cx="91" cy="92"/>
              </a:xfrm>
              <a:custGeom>
                <a:avLst/>
                <a:gdLst>
                  <a:gd name="T0" fmla="*/ 4 w 23"/>
                  <a:gd name="T1" fmla="*/ 4 h 23"/>
                  <a:gd name="T2" fmla="*/ 4 w 23"/>
                  <a:gd name="T3" fmla="*/ 19 h 23"/>
                  <a:gd name="T4" fmla="*/ 19 w 23"/>
                  <a:gd name="T5" fmla="*/ 19 h 23"/>
                  <a:gd name="T6" fmla="*/ 19 w 23"/>
                  <a:gd name="T7" fmla="*/ 4 h 23"/>
                  <a:gd name="T8" fmla="*/ 4 w 23"/>
                  <a:gd name="T9" fmla="*/ 4 h 23"/>
                </a:gdLst>
                <a:ahLst/>
                <a:cxnLst>
                  <a:cxn ang="0">
                    <a:pos x="T0" y="T1"/>
                  </a:cxn>
                  <a:cxn ang="0">
                    <a:pos x="T2" y="T3"/>
                  </a:cxn>
                  <a:cxn ang="0">
                    <a:pos x="T4" y="T5"/>
                  </a:cxn>
                  <a:cxn ang="0">
                    <a:pos x="T6" y="T7"/>
                  </a:cxn>
                  <a:cxn ang="0">
                    <a:pos x="T8" y="T9"/>
                  </a:cxn>
                </a:cxnLst>
                <a:rect l="0" t="0" r="r" b="b"/>
                <a:pathLst>
                  <a:path w="23" h="23">
                    <a:moveTo>
                      <a:pt x="4" y="4"/>
                    </a:moveTo>
                    <a:cubicBezTo>
                      <a:pt x="0" y="8"/>
                      <a:pt x="0" y="15"/>
                      <a:pt x="4" y="19"/>
                    </a:cubicBezTo>
                    <a:cubicBezTo>
                      <a:pt x="9" y="23"/>
                      <a:pt x="15" y="23"/>
                      <a:pt x="19" y="19"/>
                    </a:cubicBezTo>
                    <a:cubicBezTo>
                      <a:pt x="23" y="15"/>
                      <a:pt x="23" y="8"/>
                      <a:pt x="19" y="4"/>
                    </a:cubicBezTo>
                    <a:cubicBezTo>
                      <a:pt x="15" y="0"/>
                      <a:pt x="9"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Freeform 185"/>
              <p:cNvSpPr/>
              <p:nvPr/>
            </p:nvSpPr>
            <p:spPr bwMode="auto">
              <a:xfrm>
                <a:off x="5390" y="713"/>
                <a:ext cx="79" cy="80"/>
              </a:xfrm>
              <a:custGeom>
                <a:avLst/>
                <a:gdLst>
                  <a:gd name="T0" fmla="*/ 4 w 20"/>
                  <a:gd name="T1" fmla="*/ 4 h 20"/>
                  <a:gd name="T2" fmla="*/ 4 w 20"/>
                  <a:gd name="T3" fmla="*/ 16 h 20"/>
                  <a:gd name="T4" fmla="*/ 16 w 20"/>
                  <a:gd name="T5" fmla="*/ 16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6" y="16"/>
                    </a:cubicBezTo>
                    <a:cubicBezTo>
                      <a:pt x="20" y="13"/>
                      <a:pt x="20" y="7"/>
                      <a:pt x="16" y="4"/>
                    </a:cubicBezTo>
                    <a:cubicBezTo>
                      <a:pt x="13" y="0"/>
                      <a:pt x="7"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6" name="Freeform 186"/>
              <p:cNvSpPr/>
              <p:nvPr/>
            </p:nvSpPr>
            <p:spPr bwMode="auto">
              <a:xfrm>
                <a:off x="4843" y="262"/>
                <a:ext cx="146" cy="150"/>
              </a:xfrm>
              <a:custGeom>
                <a:avLst/>
                <a:gdLst>
                  <a:gd name="T0" fmla="*/ 6 w 37"/>
                  <a:gd name="T1" fmla="*/ 7 h 38"/>
                  <a:gd name="T2" fmla="*/ 6 w 37"/>
                  <a:gd name="T3" fmla="*/ 32 h 38"/>
                  <a:gd name="T4" fmla="*/ 31 w 37"/>
                  <a:gd name="T5" fmla="*/ 32 h 38"/>
                  <a:gd name="T6" fmla="*/ 31 w 37"/>
                  <a:gd name="T7" fmla="*/ 7 h 38"/>
                  <a:gd name="T8" fmla="*/ 6 w 37"/>
                  <a:gd name="T9" fmla="*/ 7 h 38"/>
                </a:gdLst>
                <a:ahLst/>
                <a:cxnLst>
                  <a:cxn ang="0">
                    <a:pos x="T0" y="T1"/>
                  </a:cxn>
                  <a:cxn ang="0">
                    <a:pos x="T2" y="T3"/>
                  </a:cxn>
                  <a:cxn ang="0">
                    <a:pos x="T4" y="T5"/>
                  </a:cxn>
                  <a:cxn ang="0">
                    <a:pos x="T6" y="T7"/>
                  </a:cxn>
                  <a:cxn ang="0">
                    <a:pos x="T8" y="T9"/>
                  </a:cxn>
                </a:cxnLst>
                <a:rect l="0" t="0" r="r" b="b"/>
                <a:pathLst>
                  <a:path w="37" h="38">
                    <a:moveTo>
                      <a:pt x="6" y="7"/>
                    </a:moveTo>
                    <a:cubicBezTo>
                      <a:pt x="0" y="14"/>
                      <a:pt x="0" y="25"/>
                      <a:pt x="6" y="32"/>
                    </a:cubicBezTo>
                    <a:cubicBezTo>
                      <a:pt x="13" y="38"/>
                      <a:pt x="24" y="38"/>
                      <a:pt x="31" y="32"/>
                    </a:cubicBezTo>
                    <a:cubicBezTo>
                      <a:pt x="37" y="25"/>
                      <a:pt x="37" y="14"/>
                      <a:pt x="31" y="7"/>
                    </a:cubicBezTo>
                    <a:cubicBezTo>
                      <a:pt x="24" y="0"/>
                      <a:pt x="13" y="0"/>
                      <a:pt x="6"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7" name="Freeform 187"/>
              <p:cNvSpPr/>
              <p:nvPr/>
            </p:nvSpPr>
            <p:spPr bwMode="auto">
              <a:xfrm>
                <a:off x="2825" y="3745"/>
                <a:ext cx="104" cy="103"/>
              </a:xfrm>
              <a:custGeom>
                <a:avLst/>
                <a:gdLst>
                  <a:gd name="T0" fmla="*/ 5 w 26"/>
                  <a:gd name="T1" fmla="*/ 5 h 26"/>
                  <a:gd name="T2" fmla="*/ 5 w 26"/>
                  <a:gd name="T3" fmla="*/ 22 h 26"/>
                  <a:gd name="T4" fmla="*/ 22 w 26"/>
                  <a:gd name="T5" fmla="*/ 22 h 26"/>
                  <a:gd name="T6" fmla="*/ 22 w 26"/>
                  <a:gd name="T7" fmla="*/ 5 h 26"/>
                  <a:gd name="T8" fmla="*/ 5 w 26"/>
                  <a:gd name="T9" fmla="*/ 5 h 26"/>
                </a:gdLst>
                <a:ahLst/>
                <a:cxnLst>
                  <a:cxn ang="0">
                    <a:pos x="T0" y="T1"/>
                  </a:cxn>
                  <a:cxn ang="0">
                    <a:pos x="T2" y="T3"/>
                  </a:cxn>
                  <a:cxn ang="0">
                    <a:pos x="T4" y="T5"/>
                  </a:cxn>
                  <a:cxn ang="0">
                    <a:pos x="T6" y="T7"/>
                  </a:cxn>
                  <a:cxn ang="0">
                    <a:pos x="T8" y="T9"/>
                  </a:cxn>
                </a:cxnLst>
                <a:rect l="0" t="0" r="r" b="b"/>
                <a:pathLst>
                  <a:path w="26" h="26">
                    <a:moveTo>
                      <a:pt x="5" y="5"/>
                    </a:moveTo>
                    <a:cubicBezTo>
                      <a:pt x="0" y="9"/>
                      <a:pt x="0" y="17"/>
                      <a:pt x="5" y="22"/>
                    </a:cubicBezTo>
                    <a:cubicBezTo>
                      <a:pt x="10" y="26"/>
                      <a:pt x="17" y="26"/>
                      <a:pt x="22" y="22"/>
                    </a:cubicBezTo>
                    <a:cubicBezTo>
                      <a:pt x="26" y="17"/>
                      <a:pt x="26" y="9"/>
                      <a:pt x="22" y="5"/>
                    </a:cubicBezTo>
                    <a:cubicBezTo>
                      <a:pt x="17" y="0"/>
                      <a:pt x="10" y="0"/>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188"/>
              <p:cNvSpPr/>
              <p:nvPr/>
            </p:nvSpPr>
            <p:spPr bwMode="auto">
              <a:xfrm>
                <a:off x="2306" y="3404"/>
                <a:ext cx="147" cy="115"/>
              </a:xfrm>
              <a:custGeom>
                <a:avLst/>
                <a:gdLst>
                  <a:gd name="T0" fmla="*/ 15 w 37"/>
                  <a:gd name="T1" fmla="*/ 5 h 29"/>
                  <a:gd name="T2" fmla="*/ 12 w 37"/>
                  <a:gd name="T3" fmla="*/ 11 h 29"/>
                  <a:gd name="T4" fmla="*/ 3 w 37"/>
                  <a:gd name="T5" fmla="*/ 13 h 29"/>
                  <a:gd name="T6" fmla="*/ 3 w 37"/>
                  <a:gd name="T7" fmla="*/ 26 h 29"/>
                  <a:gd name="T8" fmla="*/ 15 w 37"/>
                  <a:gd name="T9" fmla="*/ 26 h 29"/>
                  <a:gd name="T10" fmla="*/ 17 w 37"/>
                  <a:gd name="T11" fmla="*/ 24 h 29"/>
                  <a:gd name="T12" fmla="*/ 32 w 37"/>
                  <a:gd name="T13" fmla="*/ 22 h 29"/>
                  <a:gd name="T14" fmla="*/ 32 w 37"/>
                  <a:gd name="T15" fmla="*/ 5 h 29"/>
                  <a:gd name="T16" fmla="*/ 15 w 3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9">
                    <a:moveTo>
                      <a:pt x="15" y="5"/>
                    </a:moveTo>
                    <a:cubicBezTo>
                      <a:pt x="13" y="7"/>
                      <a:pt x="12" y="9"/>
                      <a:pt x="12" y="11"/>
                    </a:cubicBezTo>
                    <a:cubicBezTo>
                      <a:pt x="9" y="10"/>
                      <a:pt x="5" y="11"/>
                      <a:pt x="3" y="13"/>
                    </a:cubicBezTo>
                    <a:cubicBezTo>
                      <a:pt x="0" y="17"/>
                      <a:pt x="0" y="22"/>
                      <a:pt x="3" y="26"/>
                    </a:cubicBezTo>
                    <a:cubicBezTo>
                      <a:pt x="6" y="29"/>
                      <a:pt x="12" y="29"/>
                      <a:pt x="15" y="26"/>
                    </a:cubicBezTo>
                    <a:cubicBezTo>
                      <a:pt x="16" y="25"/>
                      <a:pt x="17" y="24"/>
                      <a:pt x="17" y="24"/>
                    </a:cubicBezTo>
                    <a:cubicBezTo>
                      <a:pt x="22" y="27"/>
                      <a:pt x="28" y="26"/>
                      <a:pt x="32" y="22"/>
                    </a:cubicBezTo>
                    <a:cubicBezTo>
                      <a:pt x="37" y="18"/>
                      <a:pt x="37" y="10"/>
                      <a:pt x="32" y="5"/>
                    </a:cubicBezTo>
                    <a:cubicBezTo>
                      <a:pt x="27" y="0"/>
                      <a:pt x="20" y="0"/>
                      <a:pt x="1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9" name="Freeform 189"/>
              <p:cNvSpPr/>
              <p:nvPr/>
            </p:nvSpPr>
            <p:spPr bwMode="auto">
              <a:xfrm>
                <a:off x="1985" y="2957"/>
                <a:ext cx="91" cy="91"/>
              </a:xfrm>
              <a:custGeom>
                <a:avLst/>
                <a:gdLst>
                  <a:gd name="T0" fmla="*/ 5 w 23"/>
                  <a:gd name="T1" fmla="*/ 19 h 23"/>
                  <a:gd name="T2" fmla="*/ 19 w 23"/>
                  <a:gd name="T3" fmla="*/ 19 h 23"/>
                  <a:gd name="T4" fmla="*/ 19 w 23"/>
                  <a:gd name="T5" fmla="*/ 4 h 23"/>
                  <a:gd name="T6" fmla="*/ 5 w 23"/>
                  <a:gd name="T7" fmla="*/ 4 h 23"/>
                  <a:gd name="T8" fmla="*/ 5 w 23"/>
                  <a:gd name="T9" fmla="*/ 19 h 23"/>
                </a:gdLst>
                <a:ahLst/>
                <a:cxnLst>
                  <a:cxn ang="0">
                    <a:pos x="T0" y="T1"/>
                  </a:cxn>
                  <a:cxn ang="0">
                    <a:pos x="T2" y="T3"/>
                  </a:cxn>
                  <a:cxn ang="0">
                    <a:pos x="T4" y="T5"/>
                  </a:cxn>
                  <a:cxn ang="0">
                    <a:pos x="T6" y="T7"/>
                  </a:cxn>
                  <a:cxn ang="0">
                    <a:pos x="T8" y="T9"/>
                  </a:cxn>
                </a:cxnLst>
                <a:rect l="0" t="0" r="r" b="b"/>
                <a:pathLst>
                  <a:path w="23" h="23">
                    <a:moveTo>
                      <a:pt x="5" y="19"/>
                    </a:moveTo>
                    <a:cubicBezTo>
                      <a:pt x="9" y="23"/>
                      <a:pt x="15" y="23"/>
                      <a:pt x="19" y="19"/>
                    </a:cubicBezTo>
                    <a:cubicBezTo>
                      <a:pt x="23" y="15"/>
                      <a:pt x="23" y="8"/>
                      <a:pt x="19" y="4"/>
                    </a:cubicBezTo>
                    <a:cubicBezTo>
                      <a:pt x="15" y="0"/>
                      <a:pt x="9" y="0"/>
                      <a:pt x="5" y="4"/>
                    </a:cubicBezTo>
                    <a:cubicBezTo>
                      <a:pt x="0" y="8"/>
                      <a:pt x="0" y="15"/>
                      <a:pt x="5"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90"/>
              <p:cNvSpPr/>
              <p:nvPr/>
            </p:nvSpPr>
            <p:spPr bwMode="auto">
              <a:xfrm>
                <a:off x="5425" y="3448"/>
                <a:ext cx="100" cy="95"/>
              </a:xfrm>
              <a:custGeom>
                <a:avLst/>
                <a:gdLst>
                  <a:gd name="T0" fmla="*/ 5 w 25"/>
                  <a:gd name="T1" fmla="*/ 4 h 24"/>
                  <a:gd name="T2" fmla="*/ 5 w 25"/>
                  <a:gd name="T3" fmla="*/ 19 h 24"/>
                  <a:gd name="T4" fmla="*/ 20 w 25"/>
                  <a:gd name="T5" fmla="*/ 19 h 24"/>
                  <a:gd name="T6" fmla="*/ 20 w 25"/>
                  <a:gd name="T7" fmla="*/ 4 h 24"/>
                  <a:gd name="T8" fmla="*/ 5 w 25"/>
                  <a:gd name="T9" fmla="*/ 4 h 24"/>
                </a:gdLst>
                <a:ahLst/>
                <a:cxnLst>
                  <a:cxn ang="0">
                    <a:pos x="T0" y="T1"/>
                  </a:cxn>
                  <a:cxn ang="0">
                    <a:pos x="T2" y="T3"/>
                  </a:cxn>
                  <a:cxn ang="0">
                    <a:pos x="T4" y="T5"/>
                  </a:cxn>
                  <a:cxn ang="0">
                    <a:pos x="T6" y="T7"/>
                  </a:cxn>
                  <a:cxn ang="0">
                    <a:pos x="T8" y="T9"/>
                  </a:cxn>
                </a:cxnLst>
                <a:rect l="0" t="0" r="r" b="b"/>
                <a:pathLst>
                  <a:path w="25" h="24">
                    <a:moveTo>
                      <a:pt x="5" y="4"/>
                    </a:moveTo>
                    <a:cubicBezTo>
                      <a:pt x="0" y="8"/>
                      <a:pt x="0" y="15"/>
                      <a:pt x="5" y="19"/>
                    </a:cubicBezTo>
                    <a:cubicBezTo>
                      <a:pt x="9" y="24"/>
                      <a:pt x="16" y="24"/>
                      <a:pt x="20" y="19"/>
                    </a:cubicBezTo>
                    <a:cubicBezTo>
                      <a:pt x="25" y="15"/>
                      <a:pt x="25" y="8"/>
                      <a:pt x="20" y="4"/>
                    </a:cubicBezTo>
                    <a:cubicBezTo>
                      <a:pt x="16" y="0"/>
                      <a:pt x="9" y="0"/>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91"/>
              <p:cNvSpPr/>
              <p:nvPr/>
            </p:nvSpPr>
            <p:spPr bwMode="auto">
              <a:xfrm>
                <a:off x="5774" y="2901"/>
                <a:ext cx="76" cy="71"/>
              </a:xfrm>
              <a:custGeom>
                <a:avLst/>
                <a:gdLst>
                  <a:gd name="T0" fmla="*/ 4 w 19"/>
                  <a:gd name="T1" fmla="*/ 3 h 18"/>
                  <a:gd name="T2" fmla="*/ 4 w 19"/>
                  <a:gd name="T3" fmla="*/ 15 h 18"/>
                  <a:gd name="T4" fmla="*/ 16 w 19"/>
                  <a:gd name="T5" fmla="*/ 15 h 18"/>
                  <a:gd name="T6" fmla="*/ 16 w 19"/>
                  <a:gd name="T7" fmla="*/ 3 h 18"/>
                  <a:gd name="T8" fmla="*/ 4 w 19"/>
                  <a:gd name="T9" fmla="*/ 3 h 18"/>
                </a:gdLst>
                <a:ahLst/>
                <a:cxnLst>
                  <a:cxn ang="0">
                    <a:pos x="T0" y="T1"/>
                  </a:cxn>
                  <a:cxn ang="0">
                    <a:pos x="T2" y="T3"/>
                  </a:cxn>
                  <a:cxn ang="0">
                    <a:pos x="T4" y="T5"/>
                  </a:cxn>
                  <a:cxn ang="0">
                    <a:pos x="T6" y="T7"/>
                  </a:cxn>
                  <a:cxn ang="0">
                    <a:pos x="T8" y="T9"/>
                  </a:cxn>
                </a:cxnLst>
                <a:rect l="0" t="0" r="r" b="b"/>
                <a:pathLst>
                  <a:path w="19" h="18">
                    <a:moveTo>
                      <a:pt x="4" y="3"/>
                    </a:moveTo>
                    <a:cubicBezTo>
                      <a:pt x="0" y="6"/>
                      <a:pt x="0" y="11"/>
                      <a:pt x="4" y="15"/>
                    </a:cubicBezTo>
                    <a:cubicBezTo>
                      <a:pt x="7" y="18"/>
                      <a:pt x="12" y="18"/>
                      <a:pt x="16" y="15"/>
                    </a:cubicBezTo>
                    <a:cubicBezTo>
                      <a:pt x="19" y="11"/>
                      <a:pt x="19" y="6"/>
                      <a:pt x="16" y="3"/>
                    </a:cubicBezTo>
                    <a:cubicBezTo>
                      <a:pt x="12" y="0"/>
                      <a:pt x="7" y="0"/>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92"/>
              <p:cNvSpPr/>
              <p:nvPr/>
            </p:nvSpPr>
            <p:spPr bwMode="auto">
              <a:xfrm>
                <a:off x="5909" y="2267"/>
                <a:ext cx="103" cy="103"/>
              </a:xfrm>
              <a:custGeom>
                <a:avLst/>
                <a:gdLst>
                  <a:gd name="T0" fmla="*/ 5 w 26"/>
                  <a:gd name="T1" fmla="*/ 4 h 26"/>
                  <a:gd name="T2" fmla="*/ 5 w 26"/>
                  <a:gd name="T3" fmla="*/ 21 h 26"/>
                  <a:gd name="T4" fmla="*/ 22 w 26"/>
                  <a:gd name="T5" fmla="*/ 21 h 26"/>
                  <a:gd name="T6" fmla="*/ 22 w 26"/>
                  <a:gd name="T7" fmla="*/ 4 h 26"/>
                  <a:gd name="T8" fmla="*/ 5 w 26"/>
                  <a:gd name="T9" fmla="*/ 4 h 26"/>
                </a:gdLst>
                <a:ahLst/>
                <a:cxnLst>
                  <a:cxn ang="0">
                    <a:pos x="T0" y="T1"/>
                  </a:cxn>
                  <a:cxn ang="0">
                    <a:pos x="T2" y="T3"/>
                  </a:cxn>
                  <a:cxn ang="0">
                    <a:pos x="T4" y="T5"/>
                  </a:cxn>
                  <a:cxn ang="0">
                    <a:pos x="T6" y="T7"/>
                  </a:cxn>
                  <a:cxn ang="0">
                    <a:pos x="T8" y="T9"/>
                  </a:cxn>
                </a:cxnLst>
                <a:rect l="0" t="0" r="r" b="b"/>
                <a:pathLst>
                  <a:path w="26" h="26">
                    <a:moveTo>
                      <a:pt x="5" y="4"/>
                    </a:moveTo>
                    <a:cubicBezTo>
                      <a:pt x="0" y="9"/>
                      <a:pt x="0" y="17"/>
                      <a:pt x="5" y="21"/>
                    </a:cubicBezTo>
                    <a:cubicBezTo>
                      <a:pt x="9" y="26"/>
                      <a:pt x="17" y="26"/>
                      <a:pt x="22" y="21"/>
                    </a:cubicBezTo>
                    <a:cubicBezTo>
                      <a:pt x="26" y="17"/>
                      <a:pt x="26" y="9"/>
                      <a:pt x="22" y="4"/>
                    </a:cubicBezTo>
                    <a:cubicBezTo>
                      <a:pt x="17" y="0"/>
                      <a:pt x="9" y="0"/>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93"/>
              <p:cNvSpPr/>
              <p:nvPr/>
            </p:nvSpPr>
            <p:spPr bwMode="auto">
              <a:xfrm>
                <a:off x="5604" y="1787"/>
                <a:ext cx="91" cy="92"/>
              </a:xfrm>
              <a:custGeom>
                <a:avLst/>
                <a:gdLst>
                  <a:gd name="T0" fmla="*/ 4 w 23"/>
                  <a:gd name="T1" fmla="*/ 4 h 23"/>
                  <a:gd name="T2" fmla="*/ 4 w 23"/>
                  <a:gd name="T3" fmla="*/ 19 h 23"/>
                  <a:gd name="T4" fmla="*/ 19 w 23"/>
                  <a:gd name="T5" fmla="*/ 19 h 23"/>
                  <a:gd name="T6" fmla="*/ 19 w 23"/>
                  <a:gd name="T7" fmla="*/ 4 h 23"/>
                  <a:gd name="T8" fmla="*/ 4 w 23"/>
                  <a:gd name="T9" fmla="*/ 4 h 23"/>
                </a:gdLst>
                <a:ahLst/>
                <a:cxnLst>
                  <a:cxn ang="0">
                    <a:pos x="T0" y="T1"/>
                  </a:cxn>
                  <a:cxn ang="0">
                    <a:pos x="T2" y="T3"/>
                  </a:cxn>
                  <a:cxn ang="0">
                    <a:pos x="T4" y="T5"/>
                  </a:cxn>
                  <a:cxn ang="0">
                    <a:pos x="T6" y="T7"/>
                  </a:cxn>
                  <a:cxn ang="0">
                    <a:pos x="T8" y="T9"/>
                  </a:cxn>
                </a:cxnLst>
                <a:rect l="0" t="0" r="r" b="b"/>
                <a:pathLst>
                  <a:path w="23" h="23">
                    <a:moveTo>
                      <a:pt x="4" y="4"/>
                    </a:moveTo>
                    <a:cubicBezTo>
                      <a:pt x="0" y="8"/>
                      <a:pt x="0" y="15"/>
                      <a:pt x="4" y="19"/>
                    </a:cubicBezTo>
                    <a:cubicBezTo>
                      <a:pt x="8" y="23"/>
                      <a:pt x="15" y="23"/>
                      <a:pt x="19" y="19"/>
                    </a:cubicBezTo>
                    <a:cubicBezTo>
                      <a:pt x="23" y="15"/>
                      <a:pt x="23" y="8"/>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94"/>
              <p:cNvSpPr/>
              <p:nvPr/>
            </p:nvSpPr>
            <p:spPr bwMode="auto">
              <a:xfrm>
                <a:off x="5148" y="1871"/>
                <a:ext cx="79" cy="75"/>
              </a:xfrm>
              <a:custGeom>
                <a:avLst/>
                <a:gdLst>
                  <a:gd name="T0" fmla="*/ 4 w 20"/>
                  <a:gd name="T1" fmla="*/ 3 h 19"/>
                  <a:gd name="T2" fmla="*/ 4 w 20"/>
                  <a:gd name="T3" fmla="*/ 16 h 19"/>
                  <a:gd name="T4" fmla="*/ 16 w 20"/>
                  <a:gd name="T5" fmla="*/ 16 h 19"/>
                  <a:gd name="T6" fmla="*/ 16 w 20"/>
                  <a:gd name="T7" fmla="*/ 3 h 19"/>
                  <a:gd name="T8" fmla="*/ 4 w 20"/>
                  <a:gd name="T9" fmla="*/ 3 h 19"/>
                </a:gdLst>
                <a:ahLst/>
                <a:cxnLst>
                  <a:cxn ang="0">
                    <a:pos x="T0" y="T1"/>
                  </a:cxn>
                  <a:cxn ang="0">
                    <a:pos x="T2" y="T3"/>
                  </a:cxn>
                  <a:cxn ang="0">
                    <a:pos x="T4" y="T5"/>
                  </a:cxn>
                  <a:cxn ang="0">
                    <a:pos x="T6" y="T7"/>
                  </a:cxn>
                  <a:cxn ang="0">
                    <a:pos x="T8" y="T9"/>
                  </a:cxn>
                </a:cxnLst>
                <a:rect l="0" t="0" r="r" b="b"/>
                <a:pathLst>
                  <a:path w="20" h="19">
                    <a:moveTo>
                      <a:pt x="4" y="3"/>
                    </a:moveTo>
                    <a:cubicBezTo>
                      <a:pt x="0" y="7"/>
                      <a:pt x="0" y="12"/>
                      <a:pt x="4" y="16"/>
                    </a:cubicBezTo>
                    <a:cubicBezTo>
                      <a:pt x="7" y="19"/>
                      <a:pt x="13" y="19"/>
                      <a:pt x="16" y="16"/>
                    </a:cubicBezTo>
                    <a:cubicBezTo>
                      <a:pt x="20" y="12"/>
                      <a:pt x="20" y="7"/>
                      <a:pt x="16" y="3"/>
                    </a:cubicBezTo>
                    <a:cubicBezTo>
                      <a:pt x="13" y="0"/>
                      <a:pt x="7" y="0"/>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95"/>
              <p:cNvSpPr/>
              <p:nvPr/>
            </p:nvSpPr>
            <p:spPr bwMode="auto">
              <a:xfrm>
                <a:off x="5077" y="3579"/>
                <a:ext cx="99" cy="99"/>
              </a:xfrm>
              <a:custGeom>
                <a:avLst/>
                <a:gdLst>
                  <a:gd name="T0" fmla="*/ 4 w 25"/>
                  <a:gd name="T1" fmla="*/ 5 h 25"/>
                  <a:gd name="T2" fmla="*/ 4 w 25"/>
                  <a:gd name="T3" fmla="*/ 21 h 25"/>
                  <a:gd name="T4" fmla="*/ 20 w 25"/>
                  <a:gd name="T5" fmla="*/ 21 h 25"/>
                  <a:gd name="T6" fmla="*/ 20 w 25"/>
                  <a:gd name="T7" fmla="*/ 5 h 25"/>
                  <a:gd name="T8" fmla="*/ 4 w 25"/>
                  <a:gd name="T9" fmla="*/ 5 h 25"/>
                </a:gdLst>
                <a:ahLst/>
                <a:cxnLst>
                  <a:cxn ang="0">
                    <a:pos x="T0" y="T1"/>
                  </a:cxn>
                  <a:cxn ang="0">
                    <a:pos x="T2" y="T3"/>
                  </a:cxn>
                  <a:cxn ang="0">
                    <a:pos x="T4" y="T5"/>
                  </a:cxn>
                  <a:cxn ang="0">
                    <a:pos x="T6" y="T7"/>
                  </a:cxn>
                  <a:cxn ang="0">
                    <a:pos x="T8" y="T9"/>
                  </a:cxn>
                </a:cxnLst>
                <a:rect l="0" t="0" r="r" b="b"/>
                <a:pathLst>
                  <a:path w="25" h="25">
                    <a:moveTo>
                      <a:pt x="4" y="5"/>
                    </a:moveTo>
                    <a:cubicBezTo>
                      <a:pt x="0" y="9"/>
                      <a:pt x="0" y="16"/>
                      <a:pt x="4" y="21"/>
                    </a:cubicBezTo>
                    <a:cubicBezTo>
                      <a:pt x="9" y="25"/>
                      <a:pt x="16" y="25"/>
                      <a:pt x="20" y="21"/>
                    </a:cubicBezTo>
                    <a:cubicBezTo>
                      <a:pt x="25" y="16"/>
                      <a:pt x="25" y="9"/>
                      <a:pt x="20" y="5"/>
                    </a:cubicBezTo>
                    <a:cubicBezTo>
                      <a:pt x="16" y="0"/>
                      <a:pt x="9" y="0"/>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96"/>
              <p:cNvSpPr/>
              <p:nvPr/>
            </p:nvSpPr>
            <p:spPr bwMode="auto">
              <a:xfrm>
                <a:off x="5041" y="3131"/>
                <a:ext cx="83" cy="83"/>
              </a:xfrm>
              <a:custGeom>
                <a:avLst/>
                <a:gdLst>
                  <a:gd name="T0" fmla="*/ 18 w 21"/>
                  <a:gd name="T1" fmla="*/ 3 h 21"/>
                  <a:gd name="T2" fmla="*/ 4 w 21"/>
                  <a:gd name="T3" fmla="*/ 3 h 21"/>
                  <a:gd name="T4" fmla="*/ 4 w 21"/>
                  <a:gd name="T5" fmla="*/ 17 h 21"/>
                  <a:gd name="T6" fmla="*/ 18 w 21"/>
                  <a:gd name="T7" fmla="*/ 17 h 21"/>
                  <a:gd name="T8" fmla="*/ 18 w 21"/>
                  <a:gd name="T9" fmla="*/ 3 h 21"/>
                </a:gdLst>
                <a:ahLst/>
                <a:cxnLst>
                  <a:cxn ang="0">
                    <a:pos x="T0" y="T1"/>
                  </a:cxn>
                  <a:cxn ang="0">
                    <a:pos x="T2" y="T3"/>
                  </a:cxn>
                  <a:cxn ang="0">
                    <a:pos x="T4" y="T5"/>
                  </a:cxn>
                  <a:cxn ang="0">
                    <a:pos x="T6" y="T7"/>
                  </a:cxn>
                  <a:cxn ang="0">
                    <a:pos x="T8" y="T9"/>
                  </a:cxn>
                </a:cxnLst>
                <a:rect l="0" t="0" r="r" b="b"/>
                <a:pathLst>
                  <a:path w="21" h="21">
                    <a:moveTo>
                      <a:pt x="18" y="3"/>
                    </a:moveTo>
                    <a:cubicBezTo>
                      <a:pt x="14" y="0"/>
                      <a:pt x="8" y="0"/>
                      <a:pt x="4" y="3"/>
                    </a:cubicBezTo>
                    <a:cubicBezTo>
                      <a:pt x="0" y="7"/>
                      <a:pt x="0" y="13"/>
                      <a:pt x="4" y="17"/>
                    </a:cubicBezTo>
                    <a:cubicBezTo>
                      <a:pt x="8" y="21"/>
                      <a:pt x="14" y="21"/>
                      <a:pt x="18" y="17"/>
                    </a:cubicBezTo>
                    <a:cubicBezTo>
                      <a:pt x="21" y="13"/>
                      <a:pt x="21" y="7"/>
                      <a:pt x="1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97"/>
              <p:cNvSpPr/>
              <p:nvPr/>
            </p:nvSpPr>
            <p:spPr bwMode="auto">
              <a:xfrm>
                <a:off x="4855" y="2521"/>
                <a:ext cx="99" cy="99"/>
              </a:xfrm>
              <a:custGeom>
                <a:avLst/>
                <a:gdLst>
                  <a:gd name="T0" fmla="*/ 4 w 25"/>
                  <a:gd name="T1" fmla="*/ 5 h 25"/>
                  <a:gd name="T2" fmla="*/ 4 w 25"/>
                  <a:gd name="T3" fmla="*/ 21 h 25"/>
                  <a:gd name="T4" fmla="*/ 21 w 25"/>
                  <a:gd name="T5" fmla="*/ 21 h 25"/>
                  <a:gd name="T6" fmla="*/ 21 w 25"/>
                  <a:gd name="T7" fmla="*/ 5 h 25"/>
                  <a:gd name="T8" fmla="*/ 4 w 25"/>
                  <a:gd name="T9" fmla="*/ 5 h 25"/>
                </a:gdLst>
                <a:ahLst/>
                <a:cxnLst>
                  <a:cxn ang="0">
                    <a:pos x="T0" y="T1"/>
                  </a:cxn>
                  <a:cxn ang="0">
                    <a:pos x="T2" y="T3"/>
                  </a:cxn>
                  <a:cxn ang="0">
                    <a:pos x="T4" y="T5"/>
                  </a:cxn>
                  <a:cxn ang="0">
                    <a:pos x="T6" y="T7"/>
                  </a:cxn>
                  <a:cxn ang="0">
                    <a:pos x="T8" y="T9"/>
                  </a:cxn>
                </a:cxnLst>
                <a:rect l="0" t="0" r="r" b="b"/>
                <a:pathLst>
                  <a:path w="25" h="25">
                    <a:moveTo>
                      <a:pt x="4" y="5"/>
                    </a:moveTo>
                    <a:cubicBezTo>
                      <a:pt x="0" y="9"/>
                      <a:pt x="0" y="16"/>
                      <a:pt x="4" y="21"/>
                    </a:cubicBezTo>
                    <a:cubicBezTo>
                      <a:pt x="9" y="25"/>
                      <a:pt x="16" y="25"/>
                      <a:pt x="21" y="21"/>
                    </a:cubicBezTo>
                    <a:cubicBezTo>
                      <a:pt x="25" y="16"/>
                      <a:pt x="25" y="9"/>
                      <a:pt x="21" y="5"/>
                    </a:cubicBezTo>
                    <a:cubicBezTo>
                      <a:pt x="16" y="0"/>
                      <a:pt x="9" y="0"/>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8" name="Freeform 198"/>
              <p:cNvSpPr/>
              <p:nvPr/>
            </p:nvSpPr>
            <p:spPr bwMode="auto">
              <a:xfrm>
                <a:off x="2790" y="3896"/>
                <a:ext cx="79" cy="83"/>
              </a:xfrm>
              <a:custGeom>
                <a:avLst/>
                <a:gdLst>
                  <a:gd name="T0" fmla="*/ 4 w 20"/>
                  <a:gd name="T1" fmla="*/ 4 h 21"/>
                  <a:gd name="T2" fmla="*/ 4 w 20"/>
                  <a:gd name="T3" fmla="*/ 17 h 21"/>
                  <a:gd name="T4" fmla="*/ 17 w 20"/>
                  <a:gd name="T5" fmla="*/ 17 h 21"/>
                  <a:gd name="T6" fmla="*/ 17 w 20"/>
                  <a:gd name="T7" fmla="*/ 4 h 21"/>
                  <a:gd name="T8" fmla="*/ 4 w 20"/>
                  <a:gd name="T9" fmla="*/ 4 h 21"/>
                </a:gdLst>
                <a:ahLst/>
                <a:cxnLst>
                  <a:cxn ang="0">
                    <a:pos x="T0" y="T1"/>
                  </a:cxn>
                  <a:cxn ang="0">
                    <a:pos x="T2" y="T3"/>
                  </a:cxn>
                  <a:cxn ang="0">
                    <a:pos x="T4" y="T5"/>
                  </a:cxn>
                  <a:cxn ang="0">
                    <a:pos x="T6" y="T7"/>
                  </a:cxn>
                  <a:cxn ang="0">
                    <a:pos x="T8" y="T9"/>
                  </a:cxn>
                </a:cxnLst>
                <a:rect l="0" t="0" r="r" b="b"/>
                <a:pathLst>
                  <a:path w="20" h="21">
                    <a:moveTo>
                      <a:pt x="4" y="4"/>
                    </a:moveTo>
                    <a:cubicBezTo>
                      <a:pt x="0" y="8"/>
                      <a:pt x="0" y="13"/>
                      <a:pt x="4" y="17"/>
                    </a:cubicBezTo>
                    <a:cubicBezTo>
                      <a:pt x="7" y="21"/>
                      <a:pt x="13" y="21"/>
                      <a:pt x="17" y="17"/>
                    </a:cubicBezTo>
                    <a:cubicBezTo>
                      <a:pt x="20" y="13"/>
                      <a:pt x="20" y="8"/>
                      <a:pt x="17" y="4"/>
                    </a:cubicBezTo>
                    <a:cubicBezTo>
                      <a:pt x="13" y="0"/>
                      <a:pt x="7"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9" name="Freeform 199"/>
              <p:cNvSpPr/>
              <p:nvPr/>
            </p:nvSpPr>
            <p:spPr bwMode="auto">
              <a:xfrm>
                <a:off x="2913" y="4070"/>
                <a:ext cx="95" cy="95"/>
              </a:xfrm>
              <a:custGeom>
                <a:avLst/>
                <a:gdLst>
                  <a:gd name="T0" fmla="*/ 4 w 24"/>
                  <a:gd name="T1" fmla="*/ 4 h 24"/>
                  <a:gd name="T2" fmla="*/ 4 w 24"/>
                  <a:gd name="T3" fmla="*/ 19 h 24"/>
                  <a:gd name="T4" fmla="*/ 19 w 24"/>
                  <a:gd name="T5" fmla="*/ 19 h 24"/>
                  <a:gd name="T6" fmla="*/ 19 w 24"/>
                  <a:gd name="T7" fmla="*/ 4 h 24"/>
                  <a:gd name="T8" fmla="*/ 4 w 24"/>
                  <a:gd name="T9" fmla="*/ 4 h 24"/>
                </a:gdLst>
                <a:ahLst/>
                <a:cxnLst>
                  <a:cxn ang="0">
                    <a:pos x="T0" y="T1"/>
                  </a:cxn>
                  <a:cxn ang="0">
                    <a:pos x="T2" y="T3"/>
                  </a:cxn>
                  <a:cxn ang="0">
                    <a:pos x="T4" y="T5"/>
                  </a:cxn>
                  <a:cxn ang="0">
                    <a:pos x="T6" y="T7"/>
                  </a:cxn>
                  <a:cxn ang="0">
                    <a:pos x="T8" y="T9"/>
                  </a:cxn>
                </a:cxnLst>
                <a:rect l="0" t="0" r="r" b="b"/>
                <a:pathLst>
                  <a:path w="24" h="24">
                    <a:moveTo>
                      <a:pt x="4" y="4"/>
                    </a:moveTo>
                    <a:cubicBezTo>
                      <a:pt x="0" y="8"/>
                      <a:pt x="0" y="15"/>
                      <a:pt x="4" y="19"/>
                    </a:cubicBezTo>
                    <a:cubicBezTo>
                      <a:pt x="8" y="24"/>
                      <a:pt x="15" y="24"/>
                      <a:pt x="19" y="19"/>
                    </a:cubicBezTo>
                    <a:cubicBezTo>
                      <a:pt x="24" y="15"/>
                      <a:pt x="24" y="8"/>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0" name="Freeform 200"/>
              <p:cNvSpPr/>
              <p:nvPr/>
            </p:nvSpPr>
            <p:spPr bwMode="auto">
              <a:xfrm>
                <a:off x="3111" y="4070"/>
                <a:ext cx="79" cy="80"/>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1" name="Freeform 201"/>
              <p:cNvSpPr/>
              <p:nvPr/>
            </p:nvSpPr>
            <p:spPr bwMode="auto">
              <a:xfrm>
                <a:off x="4569" y="3991"/>
                <a:ext cx="91" cy="91"/>
              </a:xfrm>
              <a:custGeom>
                <a:avLst/>
                <a:gdLst>
                  <a:gd name="T0" fmla="*/ 4 w 23"/>
                  <a:gd name="T1" fmla="*/ 4 h 23"/>
                  <a:gd name="T2" fmla="*/ 4 w 23"/>
                  <a:gd name="T3" fmla="*/ 19 h 23"/>
                  <a:gd name="T4" fmla="*/ 19 w 23"/>
                  <a:gd name="T5" fmla="*/ 19 h 23"/>
                  <a:gd name="T6" fmla="*/ 19 w 23"/>
                  <a:gd name="T7" fmla="*/ 4 h 23"/>
                  <a:gd name="T8" fmla="*/ 4 w 23"/>
                  <a:gd name="T9" fmla="*/ 4 h 23"/>
                </a:gdLst>
                <a:ahLst/>
                <a:cxnLst>
                  <a:cxn ang="0">
                    <a:pos x="T0" y="T1"/>
                  </a:cxn>
                  <a:cxn ang="0">
                    <a:pos x="T2" y="T3"/>
                  </a:cxn>
                  <a:cxn ang="0">
                    <a:pos x="T4" y="T5"/>
                  </a:cxn>
                  <a:cxn ang="0">
                    <a:pos x="T6" y="T7"/>
                  </a:cxn>
                  <a:cxn ang="0">
                    <a:pos x="T8" y="T9"/>
                  </a:cxn>
                </a:cxnLst>
                <a:rect l="0" t="0" r="r" b="b"/>
                <a:pathLst>
                  <a:path w="23" h="23">
                    <a:moveTo>
                      <a:pt x="4" y="4"/>
                    </a:moveTo>
                    <a:cubicBezTo>
                      <a:pt x="0" y="8"/>
                      <a:pt x="0" y="15"/>
                      <a:pt x="4" y="19"/>
                    </a:cubicBezTo>
                    <a:cubicBezTo>
                      <a:pt x="8" y="23"/>
                      <a:pt x="15" y="23"/>
                      <a:pt x="19" y="19"/>
                    </a:cubicBezTo>
                    <a:cubicBezTo>
                      <a:pt x="23" y="15"/>
                      <a:pt x="23" y="8"/>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2" name="Freeform 202"/>
              <p:cNvSpPr/>
              <p:nvPr/>
            </p:nvSpPr>
            <p:spPr bwMode="auto">
              <a:xfrm>
                <a:off x="3939" y="4015"/>
                <a:ext cx="103" cy="103"/>
              </a:xfrm>
              <a:custGeom>
                <a:avLst/>
                <a:gdLst>
                  <a:gd name="T0" fmla="*/ 5 w 26"/>
                  <a:gd name="T1" fmla="*/ 22 h 26"/>
                  <a:gd name="T2" fmla="*/ 22 w 26"/>
                  <a:gd name="T3" fmla="*/ 22 h 26"/>
                  <a:gd name="T4" fmla="*/ 22 w 26"/>
                  <a:gd name="T5" fmla="*/ 5 h 26"/>
                  <a:gd name="T6" fmla="*/ 5 w 26"/>
                  <a:gd name="T7" fmla="*/ 5 h 26"/>
                  <a:gd name="T8" fmla="*/ 5 w 26"/>
                  <a:gd name="T9" fmla="*/ 22 h 26"/>
                </a:gdLst>
                <a:ahLst/>
                <a:cxnLst>
                  <a:cxn ang="0">
                    <a:pos x="T0" y="T1"/>
                  </a:cxn>
                  <a:cxn ang="0">
                    <a:pos x="T2" y="T3"/>
                  </a:cxn>
                  <a:cxn ang="0">
                    <a:pos x="T4" y="T5"/>
                  </a:cxn>
                  <a:cxn ang="0">
                    <a:pos x="T6" y="T7"/>
                  </a:cxn>
                  <a:cxn ang="0">
                    <a:pos x="T8" y="T9"/>
                  </a:cxn>
                </a:cxnLst>
                <a:rect l="0" t="0" r="r" b="b"/>
                <a:pathLst>
                  <a:path w="26" h="26">
                    <a:moveTo>
                      <a:pt x="5" y="22"/>
                    </a:moveTo>
                    <a:cubicBezTo>
                      <a:pt x="9" y="26"/>
                      <a:pt x="17" y="26"/>
                      <a:pt x="22" y="22"/>
                    </a:cubicBezTo>
                    <a:cubicBezTo>
                      <a:pt x="26" y="17"/>
                      <a:pt x="26" y="9"/>
                      <a:pt x="22" y="5"/>
                    </a:cubicBezTo>
                    <a:cubicBezTo>
                      <a:pt x="17" y="0"/>
                      <a:pt x="9" y="0"/>
                      <a:pt x="5" y="5"/>
                    </a:cubicBezTo>
                    <a:cubicBezTo>
                      <a:pt x="0" y="9"/>
                      <a:pt x="0" y="17"/>
                      <a:pt x="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203"/>
              <p:cNvSpPr/>
              <p:nvPr/>
            </p:nvSpPr>
            <p:spPr bwMode="auto">
              <a:xfrm>
                <a:off x="3281" y="3860"/>
                <a:ext cx="99" cy="155"/>
              </a:xfrm>
              <a:custGeom>
                <a:avLst/>
                <a:gdLst>
                  <a:gd name="T0" fmla="*/ 4 w 25"/>
                  <a:gd name="T1" fmla="*/ 4 h 39"/>
                  <a:gd name="T2" fmla="*/ 4 w 25"/>
                  <a:gd name="T3" fmla="*/ 19 h 39"/>
                  <a:gd name="T4" fmla="*/ 12 w 25"/>
                  <a:gd name="T5" fmla="*/ 22 h 39"/>
                  <a:gd name="T6" fmla="*/ 10 w 25"/>
                  <a:gd name="T7" fmla="*/ 23 h 39"/>
                  <a:gd name="T8" fmla="*/ 10 w 25"/>
                  <a:gd name="T9" fmla="*/ 35 h 39"/>
                  <a:gd name="T10" fmla="*/ 21 w 25"/>
                  <a:gd name="T11" fmla="*/ 35 h 39"/>
                  <a:gd name="T12" fmla="*/ 21 w 25"/>
                  <a:gd name="T13" fmla="*/ 23 h 39"/>
                  <a:gd name="T14" fmla="*/ 15 w 25"/>
                  <a:gd name="T15" fmla="*/ 21 h 39"/>
                  <a:gd name="T16" fmla="*/ 18 w 25"/>
                  <a:gd name="T17" fmla="*/ 19 h 39"/>
                  <a:gd name="T18" fmla="*/ 18 w 25"/>
                  <a:gd name="T19" fmla="*/ 4 h 39"/>
                  <a:gd name="T20" fmla="*/ 4 w 25"/>
                  <a:gd name="T21"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39">
                    <a:moveTo>
                      <a:pt x="4" y="4"/>
                    </a:moveTo>
                    <a:cubicBezTo>
                      <a:pt x="0" y="8"/>
                      <a:pt x="0" y="15"/>
                      <a:pt x="4" y="19"/>
                    </a:cubicBezTo>
                    <a:cubicBezTo>
                      <a:pt x="6" y="21"/>
                      <a:pt x="9" y="22"/>
                      <a:pt x="12" y="22"/>
                    </a:cubicBezTo>
                    <a:cubicBezTo>
                      <a:pt x="11" y="22"/>
                      <a:pt x="10" y="23"/>
                      <a:pt x="10" y="23"/>
                    </a:cubicBezTo>
                    <a:cubicBezTo>
                      <a:pt x="6" y="27"/>
                      <a:pt x="6" y="32"/>
                      <a:pt x="10" y="35"/>
                    </a:cubicBezTo>
                    <a:cubicBezTo>
                      <a:pt x="13" y="39"/>
                      <a:pt x="18" y="39"/>
                      <a:pt x="21" y="35"/>
                    </a:cubicBezTo>
                    <a:cubicBezTo>
                      <a:pt x="25" y="32"/>
                      <a:pt x="25" y="27"/>
                      <a:pt x="21" y="23"/>
                    </a:cubicBezTo>
                    <a:cubicBezTo>
                      <a:pt x="20" y="22"/>
                      <a:pt x="17" y="21"/>
                      <a:pt x="15" y="21"/>
                    </a:cubicBezTo>
                    <a:cubicBezTo>
                      <a:pt x="16" y="21"/>
                      <a:pt x="17" y="20"/>
                      <a:pt x="18" y="19"/>
                    </a:cubicBezTo>
                    <a:cubicBezTo>
                      <a:pt x="22" y="15"/>
                      <a:pt x="22" y="8"/>
                      <a:pt x="18" y="4"/>
                    </a:cubicBezTo>
                    <a:cubicBezTo>
                      <a:pt x="14"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Freeform 204"/>
              <p:cNvSpPr/>
              <p:nvPr/>
            </p:nvSpPr>
            <p:spPr bwMode="auto">
              <a:xfrm>
                <a:off x="4641" y="4074"/>
                <a:ext cx="95" cy="95"/>
              </a:xfrm>
              <a:custGeom>
                <a:avLst/>
                <a:gdLst>
                  <a:gd name="T0" fmla="*/ 4 w 24"/>
                  <a:gd name="T1" fmla="*/ 4 h 24"/>
                  <a:gd name="T2" fmla="*/ 4 w 24"/>
                  <a:gd name="T3" fmla="*/ 20 h 24"/>
                  <a:gd name="T4" fmla="*/ 19 w 24"/>
                  <a:gd name="T5" fmla="*/ 20 h 24"/>
                  <a:gd name="T6" fmla="*/ 19 w 24"/>
                  <a:gd name="T7" fmla="*/ 4 h 24"/>
                  <a:gd name="T8" fmla="*/ 4 w 24"/>
                  <a:gd name="T9" fmla="*/ 4 h 24"/>
                </a:gdLst>
                <a:ahLst/>
                <a:cxnLst>
                  <a:cxn ang="0">
                    <a:pos x="T0" y="T1"/>
                  </a:cxn>
                  <a:cxn ang="0">
                    <a:pos x="T2" y="T3"/>
                  </a:cxn>
                  <a:cxn ang="0">
                    <a:pos x="T4" y="T5"/>
                  </a:cxn>
                  <a:cxn ang="0">
                    <a:pos x="T6" y="T7"/>
                  </a:cxn>
                  <a:cxn ang="0">
                    <a:pos x="T8" y="T9"/>
                  </a:cxn>
                </a:cxnLst>
                <a:rect l="0" t="0" r="r" b="b"/>
                <a:pathLst>
                  <a:path w="24" h="24">
                    <a:moveTo>
                      <a:pt x="4" y="4"/>
                    </a:moveTo>
                    <a:cubicBezTo>
                      <a:pt x="0" y="9"/>
                      <a:pt x="0" y="16"/>
                      <a:pt x="4" y="20"/>
                    </a:cubicBezTo>
                    <a:cubicBezTo>
                      <a:pt x="8" y="24"/>
                      <a:pt x="15" y="24"/>
                      <a:pt x="19" y="20"/>
                    </a:cubicBezTo>
                    <a:cubicBezTo>
                      <a:pt x="24" y="16"/>
                      <a:pt x="24" y="9"/>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 name="Freeform 206"/>
            <p:cNvSpPr/>
            <p:nvPr/>
          </p:nvSpPr>
          <p:spPr bwMode="auto">
            <a:xfrm>
              <a:off x="4157" y="4189"/>
              <a:ext cx="91" cy="91"/>
            </a:xfrm>
            <a:custGeom>
              <a:avLst/>
              <a:gdLst>
                <a:gd name="T0" fmla="*/ 4 w 23"/>
                <a:gd name="T1" fmla="*/ 4 h 23"/>
                <a:gd name="T2" fmla="*/ 4 w 23"/>
                <a:gd name="T3" fmla="*/ 19 h 23"/>
                <a:gd name="T4" fmla="*/ 19 w 23"/>
                <a:gd name="T5" fmla="*/ 19 h 23"/>
                <a:gd name="T6" fmla="*/ 19 w 23"/>
                <a:gd name="T7" fmla="*/ 4 h 23"/>
                <a:gd name="T8" fmla="*/ 4 w 23"/>
                <a:gd name="T9" fmla="*/ 4 h 23"/>
              </a:gdLst>
              <a:ahLst/>
              <a:cxnLst>
                <a:cxn ang="0">
                  <a:pos x="T0" y="T1"/>
                </a:cxn>
                <a:cxn ang="0">
                  <a:pos x="T2" y="T3"/>
                </a:cxn>
                <a:cxn ang="0">
                  <a:pos x="T4" y="T5"/>
                </a:cxn>
                <a:cxn ang="0">
                  <a:pos x="T6" y="T7"/>
                </a:cxn>
                <a:cxn ang="0">
                  <a:pos x="T8" y="T9"/>
                </a:cxn>
              </a:cxnLst>
              <a:rect l="0" t="0" r="r" b="b"/>
              <a:pathLst>
                <a:path w="23" h="23">
                  <a:moveTo>
                    <a:pt x="4" y="4"/>
                  </a:moveTo>
                  <a:cubicBezTo>
                    <a:pt x="0" y="8"/>
                    <a:pt x="0" y="15"/>
                    <a:pt x="4" y="19"/>
                  </a:cubicBezTo>
                  <a:cubicBezTo>
                    <a:pt x="8" y="23"/>
                    <a:pt x="15" y="23"/>
                    <a:pt x="19" y="19"/>
                  </a:cubicBezTo>
                  <a:cubicBezTo>
                    <a:pt x="23" y="15"/>
                    <a:pt x="23" y="8"/>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207"/>
            <p:cNvSpPr/>
            <p:nvPr/>
          </p:nvSpPr>
          <p:spPr bwMode="auto">
            <a:xfrm>
              <a:off x="3678" y="4118"/>
              <a:ext cx="91" cy="91"/>
            </a:xfrm>
            <a:custGeom>
              <a:avLst/>
              <a:gdLst>
                <a:gd name="T0" fmla="*/ 4 w 23"/>
                <a:gd name="T1" fmla="*/ 4 h 23"/>
                <a:gd name="T2" fmla="*/ 4 w 23"/>
                <a:gd name="T3" fmla="*/ 19 h 23"/>
                <a:gd name="T4" fmla="*/ 19 w 23"/>
                <a:gd name="T5" fmla="*/ 19 h 23"/>
                <a:gd name="T6" fmla="*/ 19 w 23"/>
                <a:gd name="T7" fmla="*/ 4 h 23"/>
                <a:gd name="T8" fmla="*/ 4 w 23"/>
                <a:gd name="T9" fmla="*/ 4 h 23"/>
              </a:gdLst>
              <a:ahLst/>
              <a:cxnLst>
                <a:cxn ang="0">
                  <a:pos x="T0" y="T1"/>
                </a:cxn>
                <a:cxn ang="0">
                  <a:pos x="T2" y="T3"/>
                </a:cxn>
                <a:cxn ang="0">
                  <a:pos x="T4" y="T5"/>
                </a:cxn>
                <a:cxn ang="0">
                  <a:pos x="T6" y="T7"/>
                </a:cxn>
                <a:cxn ang="0">
                  <a:pos x="T8" y="T9"/>
                </a:cxn>
              </a:cxnLst>
              <a:rect l="0" t="0" r="r" b="b"/>
              <a:pathLst>
                <a:path w="23" h="23">
                  <a:moveTo>
                    <a:pt x="4" y="4"/>
                  </a:moveTo>
                  <a:cubicBezTo>
                    <a:pt x="0" y="8"/>
                    <a:pt x="0" y="15"/>
                    <a:pt x="4" y="19"/>
                  </a:cubicBezTo>
                  <a:cubicBezTo>
                    <a:pt x="8" y="23"/>
                    <a:pt x="14" y="23"/>
                    <a:pt x="19" y="19"/>
                  </a:cubicBezTo>
                  <a:cubicBezTo>
                    <a:pt x="23" y="15"/>
                    <a:pt x="23" y="8"/>
                    <a:pt x="19" y="4"/>
                  </a:cubicBezTo>
                  <a:cubicBezTo>
                    <a:pt x="14"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208"/>
            <p:cNvSpPr/>
            <p:nvPr/>
          </p:nvSpPr>
          <p:spPr bwMode="auto">
            <a:xfrm>
              <a:off x="5152" y="3757"/>
              <a:ext cx="83" cy="83"/>
            </a:xfrm>
            <a:custGeom>
              <a:avLst/>
              <a:gdLst>
                <a:gd name="T0" fmla="*/ 4 w 21"/>
                <a:gd name="T1" fmla="*/ 4 h 21"/>
                <a:gd name="T2" fmla="*/ 4 w 21"/>
                <a:gd name="T3" fmla="*/ 18 h 21"/>
                <a:gd name="T4" fmla="*/ 17 w 21"/>
                <a:gd name="T5" fmla="*/ 18 h 21"/>
                <a:gd name="T6" fmla="*/ 17 w 21"/>
                <a:gd name="T7" fmla="*/ 4 h 21"/>
                <a:gd name="T8" fmla="*/ 4 w 21"/>
                <a:gd name="T9" fmla="*/ 4 h 21"/>
              </a:gdLst>
              <a:ahLst/>
              <a:cxnLst>
                <a:cxn ang="0">
                  <a:pos x="T0" y="T1"/>
                </a:cxn>
                <a:cxn ang="0">
                  <a:pos x="T2" y="T3"/>
                </a:cxn>
                <a:cxn ang="0">
                  <a:pos x="T4" y="T5"/>
                </a:cxn>
                <a:cxn ang="0">
                  <a:pos x="T6" y="T7"/>
                </a:cxn>
                <a:cxn ang="0">
                  <a:pos x="T8" y="T9"/>
                </a:cxn>
              </a:cxnLst>
              <a:rect l="0" t="0" r="r" b="b"/>
              <a:pathLst>
                <a:path w="21" h="21">
                  <a:moveTo>
                    <a:pt x="4" y="4"/>
                  </a:moveTo>
                  <a:cubicBezTo>
                    <a:pt x="0" y="8"/>
                    <a:pt x="0" y="14"/>
                    <a:pt x="4" y="18"/>
                  </a:cubicBezTo>
                  <a:cubicBezTo>
                    <a:pt x="7" y="21"/>
                    <a:pt x="13" y="21"/>
                    <a:pt x="17" y="18"/>
                  </a:cubicBezTo>
                  <a:cubicBezTo>
                    <a:pt x="21" y="14"/>
                    <a:pt x="21" y="8"/>
                    <a:pt x="17" y="4"/>
                  </a:cubicBezTo>
                  <a:cubicBezTo>
                    <a:pt x="13" y="0"/>
                    <a:pt x="7"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209"/>
            <p:cNvSpPr/>
            <p:nvPr/>
          </p:nvSpPr>
          <p:spPr bwMode="auto">
            <a:xfrm>
              <a:off x="5176" y="3543"/>
              <a:ext cx="99" cy="95"/>
            </a:xfrm>
            <a:custGeom>
              <a:avLst/>
              <a:gdLst>
                <a:gd name="T0" fmla="*/ 4 w 25"/>
                <a:gd name="T1" fmla="*/ 4 h 24"/>
                <a:gd name="T2" fmla="*/ 4 w 25"/>
                <a:gd name="T3" fmla="*/ 20 h 24"/>
                <a:gd name="T4" fmla="*/ 20 w 25"/>
                <a:gd name="T5" fmla="*/ 20 h 24"/>
                <a:gd name="T6" fmla="*/ 20 w 25"/>
                <a:gd name="T7" fmla="*/ 4 h 24"/>
                <a:gd name="T8" fmla="*/ 4 w 25"/>
                <a:gd name="T9" fmla="*/ 4 h 24"/>
              </a:gdLst>
              <a:ahLst/>
              <a:cxnLst>
                <a:cxn ang="0">
                  <a:pos x="T0" y="T1"/>
                </a:cxn>
                <a:cxn ang="0">
                  <a:pos x="T2" y="T3"/>
                </a:cxn>
                <a:cxn ang="0">
                  <a:pos x="T4" y="T5"/>
                </a:cxn>
                <a:cxn ang="0">
                  <a:pos x="T6" y="T7"/>
                </a:cxn>
                <a:cxn ang="0">
                  <a:pos x="T8" y="T9"/>
                </a:cxn>
              </a:cxnLst>
              <a:rect l="0" t="0" r="r" b="b"/>
              <a:pathLst>
                <a:path w="25" h="24">
                  <a:moveTo>
                    <a:pt x="4" y="4"/>
                  </a:moveTo>
                  <a:cubicBezTo>
                    <a:pt x="0" y="9"/>
                    <a:pt x="0" y="16"/>
                    <a:pt x="4" y="20"/>
                  </a:cubicBezTo>
                  <a:cubicBezTo>
                    <a:pt x="9" y="24"/>
                    <a:pt x="16" y="24"/>
                    <a:pt x="20" y="20"/>
                  </a:cubicBezTo>
                  <a:cubicBezTo>
                    <a:pt x="25" y="16"/>
                    <a:pt x="25" y="9"/>
                    <a:pt x="20" y="4"/>
                  </a:cubicBezTo>
                  <a:cubicBezTo>
                    <a:pt x="16" y="0"/>
                    <a:pt x="9"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210"/>
            <p:cNvSpPr/>
            <p:nvPr/>
          </p:nvSpPr>
          <p:spPr bwMode="auto">
            <a:xfrm>
              <a:off x="4490" y="277"/>
              <a:ext cx="91" cy="88"/>
            </a:xfrm>
            <a:custGeom>
              <a:avLst/>
              <a:gdLst>
                <a:gd name="T0" fmla="*/ 4 w 23"/>
                <a:gd name="T1" fmla="*/ 4 h 22"/>
                <a:gd name="T2" fmla="*/ 4 w 23"/>
                <a:gd name="T3" fmla="*/ 18 h 22"/>
                <a:gd name="T4" fmla="*/ 19 w 23"/>
                <a:gd name="T5" fmla="*/ 18 h 22"/>
                <a:gd name="T6" fmla="*/ 19 w 23"/>
                <a:gd name="T7" fmla="*/ 4 h 22"/>
                <a:gd name="T8" fmla="*/ 4 w 23"/>
                <a:gd name="T9" fmla="*/ 4 h 22"/>
              </a:gdLst>
              <a:ahLst/>
              <a:cxnLst>
                <a:cxn ang="0">
                  <a:pos x="T0" y="T1"/>
                </a:cxn>
                <a:cxn ang="0">
                  <a:pos x="T2" y="T3"/>
                </a:cxn>
                <a:cxn ang="0">
                  <a:pos x="T4" y="T5"/>
                </a:cxn>
                <a:cxn ang="0">
                  <a:pos x="T6" y="T7"/>
                </a:cxn>
                <a:cxn ang="0">
                  <a:pos x="T8" y="T9"/>
                </a:cxn>
              </a:cxnLst>
              <a:rect l="0" t="0" r="r" b="b"/>
              <a:pathLst>
                <a:path w="23" h="22">
                  <a:moveTo>
                    <a:pt x="4" y="4"/>
                  </a:moveTo>
                  <a:cubicBezTo>
                    <a:pt x="0" y="8"/>
                    <a:pt x="0" y="14"/>
                    <a:pt x="4" y="18"/>
                  </a:cubicBezTo>
                  <a:cubicBezTo>
                    <a:pt x="8" y="22"/>
                    <a:pt x="15" y="22"/>
                    <a:pt x="19" y="18"/>
                  </a:cubicBezTo>
                  <a:cubicBezTo>
                    <a:pt x="23" y="14"/>
                    <a:pt x="23" y="8"/>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211"/>
            <p:cNvSpPr/>
            <p:nvPr/>
          </p:nvSpPr>
          <p:spPr bwMode="auto">
            <a:xfrm>
              <a:off x="4605" y="709"/>
              <a:ext cx="95" cy="96"/>
            </a:xfrm>
            <a:custGeom>
              <a:avLst/>
              <a:gdLst>
                <a:gd name="T0" fmla="*/ 20 w 24"/>
                <a:gd name="T1" fmla="*/ 4 h 24"/>
                <a:gd name="T2" fmla="*/ 4 w 24"/>
                <a:gd name="T3" fmla="*/ 4 h 24"/>
                <a:gd name="T4" fmla="*/ 4 w 24"/>
                <a:gd name="T5" fmla="*/ 20 h 24"/>
                <a:gd name="T6" fmla="*/ 20 w 24"/>
                <a:gd name="T7" fmla="*/ 20 h 24"/>
                <a:gd name="T8" fmla="*/ 20 w 24"/>
                <a:gd name="T9" fmla="*/ 4 h 24"/>
              </a:gdLst>
              <a:ahLst/>
              <a:cxnLst>
                <a:cxn ang="0">
                  <a:pos x="T0" y="T1"/>
                </a:cxn>
                <a:cxn ang="0">
                  <a:pos x="T2" y="T3"/>
                </a:cxn>
                <a:cxn ang="0">
                  <a:pos x="T4" y="T5"/>
                </a:cxn>
                <a:cxn ang="0">
                  <a:pos x="T6" y="T7"/>
                </a:cxn>
                <a:cxn ang="0">
                  <a:pos x="T8" y="T9"/>
                </a:cxn>
              </a:cxnLst>
              <a:rect l="0" t="0" r="r" b="b"/>
              <a:pathLst>
                <a:path w="24" h="24">
                  <a:moveTo>
                    <a:pt x="20" y="4"/>
                  </a:moveTo>
                  <a:cubicBezTo>
                    <a:pt x="16" y="0"/>
                    <a:pt x="9" y="0"/>
                    <a:pt x="4" y="4"/>
                  </a:cubicBezTo>
                  <a:cubicBezTo>
                    <a:pt x="0" y="9"/>
                    <a:pt x="0" y="16"/>
                    <a:pt x="4" y="20"/>
                  </a:cubicBezTo>
                  <a:cubicBezTo>
                    <a:pt x="9" y="24"/>
                    <a:pt x="16" y="24"/>
                    <a:pt x="20" y="20"/>
                  </a:cubicBezTo>
                  <a:cubicBezTo>
                    <a:pt x="24" y="16"/>
                    <a:pt x="24" y="9"/>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212"/>
            <p:cNvSpPr/>
            <p:nvPr/>
          </p:nvSpPr>
          <p:spPr bwMode="auto">
            <a:xfrm>
              <a:off x="4645" y="1332"/>
              <a:ext cx="95" cy="99"/>
            </a:xfrm>
            <a:custGeom>
              <a:avLst/>
              <a:gdLst>
                <a:gd name="T0" fmla="*/ 4 w 24"/>
                <a:gd name="T1" fmla="*/ 5 h 25"/>
                <a:gd name="T2" fmla="*/ 4 w 24"/>
                <a:gd name="T3" fmla="*/ 20 h 25"/>
                <a:gd name="T4" fmla="*/ 20 w 24"/>
                <a:gd name="T5" fmla="*/ 20 h 25"/>
                <a:gd name="T6" fmla="*/ 20 w 24"/>
                <a:gd name="T7" fmla="*/ 5 h 25"/>
                <a:gd name="T8" fmla="*/ 4 w 24"/>
                <a:gd name="T9" fmla="*/ 5 h 25"/>
              </a:gdLst>
              <a:ahLst/>
              <a:cxnLst>
                <a:cxn ang="0">
                  <a:pos x="T0" y="T1"/>
                </a:cxn>
                <a:cxn ang="0">
                  <a:pos x="T2" y="T3"/>
                </a:cxn>
                <a:cxn ang="0">
                  <a:pos x="T4" y="T5"/>
                </a:cxn>
                <a:cxn ang="0">
                  <a:pos x="T6" y="T7"/>
                </a:cxn>
                <a:cxn ang="0">
                  <a:pos x="T8" y="T9"/>
                </a:cxn>
              </a:cxnLst>
              <a:rect l="0" t="0" r="r" b="b"/>
              <a:pathLst>
                <a:path w="24" h="25">
                  <a:moveTo>
                    <a:pt x="4" y="5"/>
                  </a:moveTo>
                  <a:cubicBezTo>
                    <a:pt x="0" y="9"/>
                    <a:pt x="0" y="16"/>
                    <a:pt x="4" y="20"/>
                  </a:cubicBezTo>
                  <a:cubicBezTo>
                    <a:pt x="8" y="25"/>
                    <a:pt x="15" y="25"/>
                    <a:pt x="20" y="20"/>
                  </a:cubicBezTo>
                  <a:cubicBezTo>
                    <a:pt x="24" y="16"/>
                    <a:pt x="24" y="9"/>
                    <a:pt x="20" y="5"/>
                  </a:cubicBezTo>
                  <a:cubicBezTo>
                    <a:pt x="15" y="0"/>
                    <a:pt x="8" y="0"/>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213"/>
            <p:cNvSpPr/>
            <p:nvPr/>
          </p:nvSpPr>
          <p:spPr bwMode="auto">
            <a:xfrm>
              <a:off x="2699" y="654"/>
              <a:ext cx="75" cy="75"/>
            </a:xfrm>
            <a:custGeom>
              <a:avLst/>
              <a:gdLst>
                <a:gd name="T0" fmla="*/ 3 w 19"/>
                <a:gd name="T1" fmla="*/ 3 h 19"/>
                <a:gd name="T2" fmla="*/ 3 w 19"/>
                <a:gd name="T3" fmla="*/ 16 h 19"/>
                <a:gd name="T4" fmla="*/ 15 w 19"/>
                <a:gd name="T5" fmla="*/ 16 h 19"/>
                <a:gd name="T6" fmla="*/ 15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6" y="19"/>
                    <a:pt x="12" y="19"/>
                    <a:pt x="15" y="16"/>
                  </a:cubicBezTo>
                  <a:cubicBezTo>
                    <a:pt x="19" y="12"/>
                    <a:pt x="19" y="7"/>
                    <a:pt x="15" y="3"/>
                  </a:cubicBezTo>
                  <a:cubicBezTo>
                    <a:pt x="12" y="0"/>
                    <a:pt x="6"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14"/>
            <p:cNvSpPr/>
            <p:nvPr/>
          </p:nvSpPr>
          <p:spPr bwMode="auto">
            <a:xfrm>
              <a:off x="3265" y="262"/>
              <a:ext cx="84" cy="83"/>
            </a:xfrm>
            <a:custGeom>
              <a:avLst/>
              <a:gdLst>
                <a:gd name="T0" fmla="*/ 17 w 21"/>
                <a:gd name="T1" fmla="*/ 17 h 21"/>
                <a:gd name="T2" fmla="*/ 17 w 21"/>
                <a:gd name="T3" fmla="*/ 4 h 21"/>
                <a:gd name="T4" fmla="*/ 4 w 21"/>
                <a:gd name="T5" fmla="*/ 4 h 21"/>
                <a:gd name="T6" fmla="*/ 4 w 21"/>
                <a:gd name="T7" fmla="*/ 17 h 21"/>
                <a:gd name="T8" fmla="*/ 17 w 21"/>
                <a:gd name="T9" fmla="*/ 17 h 21"/>
              </a:gdLst>
              <a:ahLst/>
              <a:cxnLst>
                <a:cxn ang="0">
                  <a:pos x="T0" y="T1"/>
                </a:cxn>
                <a:cxn ang="0">
                  <a:pos x="T2" y="T3"/>
                </a:cxn>
                <a:cxn ang="0">
                  <a:pos x="T4" y="T5"/>
                </a:cxn>
                <a:cxn ang="0">
                  <a:pos x="T6" y="T7"/>
                </a:cxn>
                <a:cxn ang="0">
                  <a:pos x="T8" y="T9"/>
                </a:cxn>
              </a:cxnLst>
              <a:rect l="0" t="0" r="r" b="b"/>
              <a:pathLst>
                <a:path w="21" h="21">
                  <a:moveTo>
                    <a:pt x="17" y="17"/>
                  </a:moveTo>
                  <a:cubicBezTo>
                    <a:pt x="21" y="14"/>
                    <a:pt x="21" y="8"/>
                    <a:pt x="17" y="4"/>
                  </a:cubicBezTo>
                  <a:cubicBezTo>
                    <a:pt x="14" y="0"/>
                    <a:pt x="8" y="0"/>
                    <a:pt x="4" y="4"/>
                  </a:cubicBezTo>
                  <a:cubicBezTo>
                    <a:pt x="0" y="8"/>
                    <a:pt x="0" y="14"/>
                    <a:pt x="4" y="17"/>
                  </a:cubicBezTo>
                  <a:cubicBezTo>
                    <a:pt x="8" y="21"/>
                    <a:pt x="14" y="21"/>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5"/>
            <p:cNvSpPr/>
            <p:nvPr/>
          </p:nvSpPr>
          <p:spPr bwMode="auto">
            <a:xfrm>
              <a:off x="3864" y="71"/>
              <a:ext cx="91" cy="92"/>
            </a:xfrm>
            <a:custGeom>
              <a:avLst/>
              <a:gdLst>
                <a:gd name="T0" fmla="*/ 19 w 23"/>
                <a:gd name="T1" fmla="*/ 4 h 23"/>
                <a:gd name="T2" fmla="*/ 4 w 23"/>
                <a:gd name="T3" fmla="*/ 4 h 23"/>
                <a:gd name="T4" fmla="*/ 4 w 23"/>
                <a:gd name="T5" fmla="*/ 19 h 23"/>
                <a:gd name="T6" fmla="*/ 19 w 23"/>
                <a:gd name="T7" fmla="*/ 19 h 23"/>
                <a:gd name="T8" fmla="*/ 19 w 23"/>
                <a:gd name="T9" fmla="*/ 4 h 23"/>
              </a:gdLst>
              <a:ahLst/>
              <a:cxnLst>
                <a:cxn ang="0">
                  <a:pos x="T0" y="T1"/>
                </a:cxn>
                <a:cxn ang="0">
                  <a:pos x="T2" y="T3"/>
                </a:cxn>
                <a:cxn ang="0">
                  <a:pos x="T4" y="T5"/>
                </a:cxn>
                <a:cxn ang="0">
                  <a:pos x="T6" y="T7"/>
                </a:cxn>
                <a:cxn ang="0">
                  <a:pos x="T8" y="T9"/>
                </a:cxn>
              </a:cxnLst>
              <a:rect l="0" t="0" r="r" b="b"/>
              <a:pathLst>
                <a:path w="23" h="23">
                  <a:moveTo>
                    <a:pt x="19" y="4"/>
                  </a:moveTo>
                  <a:cubicBezTo>
                    <a:pt x="15" y="0"/>
                    <a:pt x="8" y="0"/>
                    <a:pt x="4" y="4"/>
                  </a:cubicBezTo>
                  <a:cubicBezTo>
                    <a:pt x="0" y="8"/>
                    <a:pt x="0" y="14"/>
                    <a:pt x="4" y="19"/>
                  </a:cubicBezTo>
                  <a:cubicBezTo>
                    <a:pt x="8" y="23"/>
                    <a:pt x="15" y="23"/>
                    <a:pt x="19" y="19"/>
                  </a:cubicBezTo>
                  <a:cubicBezTo>
                    <a:pt x="23" y="14"/>
                    <a:pt x="23" y="8"/>
                    <a:pt x="1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16"/>
            <p:cNvSpPr/>
            <p:nvPr/>
          </p:nvSpPr>
          <p:spPr bwMode="auto">
            <a:xfrm>
              <a:off x="4173" y="2430"/>
              <a:ext cx="79" cy="79"/>
            </a:xfrm>
            <a:custGeom>
              <a:avLst/>
              <a:gdLst>
                <a:gd name="T0" fmla="*/ 3 w 20"/>
                <a:gd name="T1" fmla="*/ 3 h 20"/>
                <a:gd name="T2" fmla="*/ 3 w 20"/>
                <a:gd name="T3" fmla="*/ 16 h 20"/>
                <a:gd name="T4" fmla="*/ 16 w 20"/>
                <a:gd name="T5" fmla="*/ 16 h 20"/>
                <a:gd name="T6" fmla="*/ 16 w 20"/>
                <a:gd name="T7" fmla="*/ 3 h 20"/>
                <a:gd name="T8" fmla="*/ 3 w 20"/>
                <a:gd name="T9" fmla="*/ 3 h 20"/>
              </a:gdLst>
              <a:ahLst/>
              <a:cxnLst>
                <a:cxn ang="0">
                  <a:pos x="T0" y="T1"/>
                </a:cxn>
                <a:cxn ang="0">
                  <a:pos x="T2" y="T3"/>
                </a:cxn>
                <a:cxn ang="0">
                  <a:pos x="T4" y="T5"/>
                </a:cxn>
                <a:cxn ang="0">
                  <a:pos x="T6" y="T7"/>
                </a:cxn>
                <a:cxn ang="0">
                  <a:pos x="T8" y="T9"/>
                </a:cxn>
              </a:cxnLst>
              <a:rect l="0" t="0" r="r" b="b"/>
              <a:pathLst>
                <a:path w="20" h="20">
                  <a:moveTo>
                    <a:pt x="3" y="3"/>
                  </a:moveTo>
                  <a:cubicBezTo>
                    <a:pt x="0" y="7"/>
                    <a:pt x="0" y="12"/>
                    <a:pt x="3" y="16"/>
                  </a:cubicBezTo>
                  <a:cubicBezTo>
                    <a:pt x="7" y="20"/>
                    <a:pt x="13" y="20"/>
                    <a:pt x="16" y="16"/>
                  </a:cubicBezTo>
                  <a:cubicBezTo>
                    <a:pt x="20" y="12"/>
                    <a:pt x="20" y="7"/>
                    <a:pt x="16" y="3"/>
                  </a:cubicBezTo>
                  <a:cubicBezTo>
                    <a:pt x="13" y="0"/>
                    <a:pt x="7"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17"/>
            <p:cNvSpPr/>
            <p:nvPr/>
          </p:nvSpPr>
          <p:spPr bwMode="auto">
            <a:xfrm>
              <a:off x="3606" y="2933"/>
              <a:ext cx="103" cy="103"/>
            </a:xfrm>
            <a:custGeom>
              <a:avLst/>
              <a:gdLst>
                <a:gd name="T0" fmla="*/ 5 w 26"/>
                <a:gd name="T1" fmla="*/ 5 h 26"/>
                <a:gd name="T2" fmla="*/ 5 w 26"/>
                <a:gd name="T3" fmla="*/ 21 h 26"/>
                <a:gd name="T4" fmla="*/ 21 w 26"/>
                <a:gd name="T5" fmla="*/ 21 h 26"/>
                <a:gd name="T6" fmla="*/ 21 w 26"/>
                <a:gd name="T7" fmla="*/ 5 h 26"/>
                <a:gd name="T8" fmla="*/ 5 w 26"/>
                <a:gd name="T9" fmla="*/ 5 h 26"/>
              </a:gdLst>
              <a:ahLst/>
              <a:cxnLst>
                <a:cxn ang="0">
                  <a:pos x="T0" y="T1"/>
                </a:cxn>
                <a:cxn ang="0">
                  <a:pos x="T2" y="T3"/>
                </a:cxn>
                <a:cxn ang="0">
                  <a:pos x="T4" y="T5"/>
                </a:cxn>
                <a:cxn ang="0">
                  <a:pos x="T6" y="T7"/>
                </a:cxn>
                <a:cxn ang="0">
                  <a:pos x="T8" y="T9"/>
                </a:cxn>
              </a:cxnLst>
              <a:rect l="0" t="0" r="r" b="b"/>
              <a:pathLst>
                <a:path w="26" h="26">
                  <a:moveTo>
                    <a:pt x="5" y="5"/>
                  </a:moveTo>
                  <a:cubicBezTo>
                    <a:pt x="0" y="9"/>
                    <a:pt x="0" y="17"/>
                    <a:pt x="5" y="21"/>
                  </a:cubicBezTo>
                  <a:cubicBezTo>
                    <a:pt x="9" y="26"/>
                    <a:pt x="17" y="26"/>
                    <a:pt x="21" y="21"/>
                  </a:cubicBezTo>
                  <a:cubicBezTo>
                    <a:pt x="26" y="17"/>
                    <a:pt x="26" y="9"/>
                    <a:pt x="21" y="5"/>
                  </a:cubicBezTo>
                  <a:cubicBezTo>
                    <a:pt x="17" y="0"/>
                    <a:pt x="9" y="0"/>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18"/>
            <p:cNvSpPr/>
            <p:nvPr/>
          </p:nvSpPr>
          <p:spPr bwMode="auto">
            <a:xfrm>
              <a:off x="3099" y="3353"/>
              <a:ext cx="91" cy="91"/>
            </a:xfrm>
            <a:custGeom>
              <a:avLst/>
              <a:gdLst>
                <a:gd name="T0" fmla="*/ 4 w 23"/>
                <a:gd name="T1" fmla="*/ 4 h 23"/>
                <a:gd name="T2" fmla="*/ 4 w 23"/>
                <a:gd name="T3" fmla="*/ 19 h 23"/>
                <a:gd name="T4" fmla="*/ 19 w 23"/>
                <a:gd name="T5" fmla="*/ 19 h 23"/>
                <a:gd name="T6" fmla="*/ 19 w 23"/>
                <a:gd name="T7" fmla="*/ 4 h 23"/>
                <a:gd name="T8" fmla="*/ 4 w 23"/>
                <a:gd name="T9" fmla="*/ 4 h 23"/>
              </a:gdLst>
              <a:ahLst/>
              <a:cxnLst>
                <a:cxn ang="0">
                  <a:pos x="T0" y="T1"/>
                </a:cxn>
                <a:cxn ang="0">
                  <a:pos x="T2" y="T3"/>
                </a:cxn>
                <a:cxn ang="0">
                  <a:pos x="T4" y="T5"/>
                </a:cxn>
                <a:cxn ang="0">
                  <a:pos x="T6" y="T7"/>
                </a:cxn>
                <a:cxn ang="0">
                  <a:pos x="T8" y="T9"/>
                </a:cxn>
              </a:cxnLst>
              <a:rect l="0" t="0" r="r" b="b"/>
              <a:pathLst>
                <a:path w="23" h="23">
                  <a:moveTo>
                    <a:pt x="4" y="4"/>
                  </a:moveTo>
                  <a:cubicBezTo>
                    <a:pt x="0" y="8"/>
                    <a:pt x="0" y="14"/>
                    <a:pt x="4" y="19"/>
                  </a:cubicBezTo>
                  <a:cubicBezTo>
                    <a:pt x="8" y="23"/>
                    <a:pt x="15" y="23"/>
                    <a:pt x="19" y="19"/>
                  </a:cubicBezTo>
                  <a:cubicBezTo>
                    <a:pt x="23" y="14"/>
                    <a:pt x="23" y="8"/>
                    <a:pt x="19" y="4"/>
                  </a:cubicBezTo>
                  <a:cubicBezTo>
                    <a:pt x="15" y="0"/>
                    <a:pt x="8"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19"/>
            <p:cNvSpPr/>
            <p:nvPr/>
          </p:nvSpPr>
          <p:spPr bwMode="auto">
            <a:xfrm>
              <a:off x="2659" y="1145"/>
              <a:ext cx="170" cy="167"/>
            </a:xfrm>
            <a:custGeom>
              <a:avLst/>
              <a:gdLst>
                <a:gd name="T0" fmla="*/ 8 w 43"/>
                <a:gd name="T1" fmla="*/ 7 h 42"/>
                <a:gd name="T2" fmla="*/ 8 w 43"/>
                <a:gd name="T3" fmla="*/ 35 h 42"/>
                <a:gd name="T4" fmla="*/ 35 w 43"/>
                <a:gd name="T5" fmla="*/ 35 h 42"/>
                <a:gd name="T6" fmla="*/ 35 w 43"/>
                <a:gd name="T7" fmla="*/ 7 h 42"/>
                <a:gd name="T8" fmla="*/ 8 w 43"/>
                <a:gd name="T9" fmla="*/ 7 h 42"/>
              </a:gdLst>
              <a:ahLst/>
              <a:cxnLst>
                <a:cxn ang="0">
                  <a:pos x="T0" y="T1"/>
                </a:cxn>
                <a:cxn ang="0">
                  <a:pos x="T2" y="T3"/>
                </a:cxn>
                <a:cxn ang="0">
                  <a:pos x="T4" y="T5"/>
                </a:cxn>
                <a:cxn ang="0">
                  <a:pos x="T6" y="T7"/>
                </a:cxn>
                <a:cxn ang="0">
                  <a:pos x="T8" y="T9"/>
                </a:cxn>
              </a:cxnLst>
              <a:rect l="0" t="0" r="r" b="b"/>
              <a:pathLst>
                <a:path w="43" h="42">
                  <a:moveTo>
                    <a:pt x="8" y="7"/>
                  </a:moveTo>
                  <a:cubicBezTo>
                    <a:pt x="0" y="15"/>
                    <a:pt x="0" y="27"/>
                    <a:pt x="8" y="35"/>
                  </a:cubicBezTo>
                  <a:cubicBezTo>
                    <a:pt x="15" y="42"/>
                    <a:pt x="28" y="42"/>
                    <a:pt x="35" y="35"/>
                  </a:cubicBezTo>
                  <a:cubicBezTo>
                    <a:pt x="43" y="27"/>
                    <a:pt x="43" y="15"/>
                    <a:pt x="35" y="7"/>
                  </a:cubicBezTo>
                  <a:cubicBezTo>
                    <a:pt x="28" y="0"/>
                    <a:pt x="15" y="0"/>
                    <a:pt x="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20"/>
            <p:cNvSpPr/>
            <p:nvPr/>
          </p:nvSpPr>
          <p:spPr bwMode="auto">
            <a:xfrm>
              <a:off x="3333" y="1387"/>
              <a:ext cx="83" cy="83"/>
            </a:xfrm>
            <a:custGeom>
              <a:avLst/>
              <a:gdLst>
                <a:gd name="T0" fmla="*/ 17 w 21"/>
                <a:gd name="T1" fmla="*/ 17 h 21"/>
                <a:gd name="T2" fmla="*/ 17 w 21"/>
                <a:gd name="T3" fmla="*/ 3 h 21"/>
                <a:gd name="T4" fmla="*/ 4 w 21"/>
                <a:gd name="T5" fmla="*/ 3 h 21"/>
                <a:gd name="T6" fmla="*/ 4 w 21"/>
                <a:gd name="T7" fmla="*/ 17 h 21"/>
                <a:gd name="T8" fmla="*/ 17 w 21"/>
                <a:gd name="T9" fmla="*/ 17 h 21"/>
              </a:gdLst>
              <a:ahLst/>
              <a:cxnLst>
                <a:cxn ang="0">
                  <a:pos x="T0" y="T1"/>
                </a:cxn>
                <a:cxn ang="0">
                  <a:pos x="T2" y="T3"/>
                </a:cxn>
                <a:cxn ang="0">
                  <a:pos x="T4" y="T5"/>
                </a:cxn>
                <a:cxn ang="0">
                  <a:pos x="T6" y="T7"/>
                </a:cxn>
                <a:cxn ang="0">
                  <a:pos x="T8" y="T9"/>
                </a:cxn>
              </a:cxnLst>
              <a:rect l="0" t="0" r="r" b="b"/>
              <a:pathLst>
                <a:path w="21" h="21">
                  <a:moveTo>
                    <a:pt x="17" y="17"/>
                  </a:moveTo>
                  <a:cubicBezTo>
                    <a:pt x="21" y="13"/>
                    <a:pt x="21" y="7"/>
                    <a:pt x="17" y="3"/>
                  </a:cubicBezTo>
                  <a:cubicBezTo>
                    <a:pt x="13" y="0"/>
                    <a:pt x="7" y="0"/>
                    <a:pt x="4" y="3"/>
                  </a:cubicBezTo>
                  <a:cubicBezTo>
                    <a:pt x="0" y="7"/>
                    <a:pt x="0" y="13"/>
                    <a:pt x="4" y="17"/>
                  </a:cubicBezTo>
                  <a:cubicBezTo>
                    <a:pt x="7" y="21"/>
                    <a:pt x="13" y="21"/>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21"/>
            <p:cNvSpPr/>
            <p:nvPr/>
          </p:nvSpPr>
          <p:spPr bwMode="auto">
            <a:xfrm>
              <a:off x="3975" y="1617"/>
              <a:ext cx="202" cy="202"/>
            </a:xfrm>
            <a:custGeom>
              <a:avLst/>
              <a:gdLst>
                <a:gd name="T0" fmla="*/ 9 w 51"/>
                <a:gd name="T1" fmla="*/ 9 h 51"/>
                <a:gd name="T2" fmla="*/ 9 w 51"/>
                <a:gd name="T3" fmla="*/ 42 h 51"/>
                <a:gd name="T4" fmla="*/ 42 w 51"/>
                <a:gd name="T5" fmla="*/ 42 h 51"/>
                <a:gd name="T6" fmla="*/ 42 w 51"/>
                <a:gd name="T7" fmla="*/ 9 h 51"/>
                <a:gd name="T8" fmla="*/ 9 w 51"/>
                <a:gd name="T9" fmla="*/ 9 h 51"/>
              </a:gdLst>
              <a:ahLst/>
              <a:cxnLst>
                <a:cxn ang="0">
                  <a:pos x="T0" y="T1"/>
                </a:cxn>
                <a:cxn ang="0">
                  <a:pos x="T2" y="T3"/>
                </a:cxn>
                <a:cxn ang="0">
                  <a:pos x="T4" y="T5"/>
                </a:cxn>
                <a:cxn ang="0">
                  <a:pos x="T6" y="T7"/>
                </a:cxn>
                <a:cxn ang="0">
                  <a:pos x="T8" y="T9"/>
                </a:cxn>
              </a:cxnLst>
              <a:rect l="0" t="0" r="r" b="b"/>
              <a:pathLst>
                <a:path w="51" h="51">
                  <a:moveTo>
                    <a:pt x="9" y="9"/>
                  </a:moveTo>
                  <a:cubicBezTo>
                    <a:pt x="0" y="18"/>
                    <a:pt x="0" y="33"/>
                    <a:pt x="9" y="42"/>
                  </a:cubicBezTo>
                  <a:cubicBezTo>
                    <a:pt x="18" y="51"/>
                    <a:pt x="33" y="51"/>
                    <a:pt x="42" y="42"/>
                  </a:cubicBezTo>
                  <a:cubicBezTo>
                    <a:pt x="51" y="33"/>
                    <a:pt x="51" y="18"/>
                    <a:pt x="42" y="9"/>
                  </a:cubicBezTo>
                  <a:cubicBezTo>
                    <a:pt x="33" y="0"/>
                    <a:pt x="18" y="0"/>
                    <a:pt x="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22"/>
            <p:cNvSpPr/>
            <p:nvPr/>
          </p:nvSpPr>
          <p:spPr bwMode="auto">
            <a:xfrm>
              <a:off x="1942" y="3163"/>
              <a:ext cx="87" cy="87"/>
            </a:xfrm>
            <a:custGeom>
              <a:avLst/>
              <a:gdLst>
                <a:gd name="T0" fmla="*/ 18 w 22"/>
                <a:gd name="T1" fmla="*/ 18 h 22"/>
                <a:gd name="T2" fmla="*/ 18 w 22"/>
                <a:gd name="T3" fmla="*/ 4 h 22"/>
                <a:gd name="T4" fmla="*/ 4 w 22"/>
                <a:gd name="T5" fmla="*/ 4 h 22"/>
                <a:gd name="T6" fmla="*/ 4 w 22"/>
                <a:gd name="T7" fmla="*/ 18 h 22"/>
                <a:gd name="T8" fmla="*/ 18 w 22"/>
                <a:gd name="T9" fmla="*/ 18 h 22"/>
              </a:gdLst>
              <a:ahLst/>
              <a:cxnLst>
                <a:cxn ang="0">
                  <a:pos x="T0" y="T1"/>
                </a:cxn>
                <a:cxn ang="0">
                  <a:pos x="T2" y="T3"/>
                </a:cxn>
                <a:cxn ang="0">
                  <a:pos x="T4" y="T5"/>
                </a:cxn>
                <a:cxn ang="0">
                  <a:pos x="T6" y="T7"/>
                </a:cxn>
                <a:cxn ang="0">
                  <a:pos x="T8" y="T9"/>
                </a:cxn>
              </a:cxnLst>
              <a:rect l="0" t="0" r="r" b="b"/>
              <a:pathLst>
                <a:path w="22" h="22">
                  <a:moveTo>
                    <a:pt x="18" y="18"/>
                  </a:moveTo>
                  <a:cubicBezTo>
                    <a:pt x="22" y="14"/>
                    <a:pt x="22" y="8"/>
                    <a:pt x="18" y="4"/>
                  </a:cubicBezTo>
                  <a:cubicBezTo>
                    <a:pt x="14" y="0"/>
                    <a:pt x="8" y="0"/>
                    <a:pt x="4" y="4"/>
                  </a:cubicBezTo>
                  <a:cubicBezTo>
                    <a:pt x="0" y="8"/>
                    <a:pt x="0" y="14"/>
                    <a:pt x="4" y="18"/>
                  </a:cubicBezTo>
                  <a:cubicBezTo>
                    <a:pt x="8" y="22"/>
                    <a:pt x="14" y="22"/>
                    <a:pt x="18"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23"/>
            <p:cNvSpPr/>
            <p:nvPr/>
          </p:nvSpPr>
          <p:spPr bwMode="auto">
            <a:xfrm>
              <a:off x="1787" y="2826"/>
              <a:ext cx="71" cy="71"/>
            </a:xfrm>
            <a:custGeom>
              <a:avLst/>
              <a:gdLst>
                <a:gd name="T0" fmla="*/ 15 w 18"/>
                <a:gd name="T1" fmla="*/ 15 h 18"/>
                <a:gd name="T2" fmla="*/ 15 w 18"/>
                <a:gd name="T3" fmla="*/ 3 h 18"/>
                <a:gd name="T4" fmla="*/ 3 w 18"/>
                <a:gd name="T5" fmla="*/ 3 h 18"/>
                <a:gd name="T6" fmla="*/ 3 w 18"/>
                <a:gd name="T7" fmla="*/ 15 h 18"/>
                <a:gd name="T8" fmla="*/ 15 w 18"/>
                <a:gd name="T9" fmla="*/ 15 h 18"/>
              </a:gdLst>
              <a:ahLst/>
              <a:cxnLst>
                <a:cxn ang="0">
                  <a:pos x="T0" y="T1"/>
                </a:cxn>
                <a:cxn ang="0">
                  <a:pos x="T2" y="T3"/>
                </a:cxn>
                <a:cxn ang="0">
                  <a:pos x="T4" y="T5"/>
                </a:cxn>
                <a:cxn ang="0">
                  <a:pos x="T6" y="T7"/>
                </a:cxn>
                <a:cxn ang="0">
                  <a:pos x="T8" y="T9"/>
                </a:cxn>
              </a:cxnLst>
              <a:rect l="0" t="0" r="r" b="b"/>
              <a:pathLst>
                <a:path w="18" h="18">
                  <a:moveTo>
                    <a:pt x="15" y="15"/>
                  </a:moveTo>
                  <a:cubicBezTo>
                    <a:pt x="18" y="12"/>
                    <a:pt x="18" y="7"/>
                    <a:pt x="15" y="3"/>
                  </a:cubicBezTo>
                  <a:cubicBezTo>
                    <a:pt x="12" y="0"/>
                    <a:pt x="6" y="0"/>
                    <a:pt x="3" y="3"/>
                  </a:cubicBezTo>
                  <a:cubicBezTo>
                    <a:pt x="0" y="7"/>
                    <a:pt x="0" y="12"/>
                    <a:pt x="3" y="15"/>
                  </a:cubicBezTo>
                  <a:cubicBezTo>
                    <a:pt x="6" y="18"/>
                    <a:pt x="12" y="18"/>
                    <a:pt x="15"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24"/>
            <p:cNvSpPr/>
            <p:nvPr/>
          </p:nvSpPr>
          <p:spPr bwMode="auto">
            <a:xfrm>
              <a:off x="2203" y="1669"/>
              <a:ext cx="83" cy="83"/>
            </a:xfrm>
            <a:custGeom>
              <a:avLst/>
              <a:gdLst>
                <a:gd name="T0" fmla="*/ 17 w 21"/>
                <a:gd name="T1" fmla="*/ 4 h 21"/>
                <a:gd name="T2" fmla="*/ 4 w 21"/>
                <a:gd name="T3" fmla="*/ 4 h 21"/>
                <a:gd name="T4" fmla="*/ 4 w 21"/>
                <a:gd name="T5" fmla="*/ 17 h 21"/>
                <a:gd name="T6" fmla="*/ 17 w 21"/>
                <a:gd name="T7" fmla="*/ 17 h 21"/>
                <a:gd name="T8" fmla="*/ 17 w 21"/>
                <a:gd name="T9" fmla="*/ 4 h 21"/>
              </a:gdLst>
              <a:ahLst/>
              <a:cxnLst>
                <a:cxn ang="0">
                  <a:pos x="T0" y="T1"/>
                </a:cxn>
                <a:cxn ang="0">
                  <a:pos x="T2" y="T3"/>
                </a:cxn>
                <a:cxn ang="0">
                  <a:pos x="T4" y="T5"/>
                </a:cxn>
                <a:cxn ang="0">
                  <a:pos x="T6" y="T7"/>
                </a:cxn>
                <a:cxn ang="0">
                  <a:pos x="T8" y="T9"/>
                </a:cxn>
              </a:cxnLst>
              <a:rect l="0" t="0" r="r" b="b"/>
              <a:pathLst>
                <a:path w="21" h="21">
                  <a:moveTo>
                    <a:pt x="17" y="4"/>
                  </a:moveTo>
                  <a:cubicBezTo>
                    <a:pt x="14" y="0"/>
                    <a:pt x="8" y="0"/>
                    <a:pt x="4" y="4"/>
                  </a:cubicBezTo>
                  <a:cubicBezTo>
                    <a:pt x="0" y="8"/>
                    <a:pt x="0" y="14"/>
                    <a:pt x="4" y="17"/>
                  </a:cubicBezTo>
                  <a:cubicBezTo>
                    <a:pt x="8" y="21"/>
                    <a:pt x="14" y="21"/>
                    <a:pt x="17" y="17"/>
                  </a:cubicBezTo>
                  <a:cubicBezTo>
                    <a:pt x="21" y="14"/>
                    <a:pt x="21" y="8"/>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25"/>
            <p:cNvSpPr/>
            <p:nvPr/>
          </p:nvSpPr>
          <p:spPr bwMode="auto">
            <a:xfrm>
              <a:off x="2259" y="2394"/>
              <a:ext cx="79" cy="83"/>
            </a:xfrm>
            <a:custGeom>
              <a:avLst/>
              <a:gdLst>
                <a:gd name="T0" fmla="*/ 17 w 20"/>
                <a:gd name="T1" fmla="*/ 4 h 21"/>
                <a:gd name="T2" fmla="*/ 3 w 20"/>
                <a:gd name="T3" fmla="*/ 4 h 21"/>
                <a:gd name="T4" fmla="*/ 3 w 20"/>
                <a:gd name="T5" fmla="*/ 17 h 21"/>
                <a:gd name="T6" fmla="*/ 17 w 20"/>
                <a:gd name="T7" fmla="*/ 17 h 21"/>
                <a:gd name="T8" fmla="*/ 17 w 20"/>
                <a:gd name="T9" fmla="*/ 4 h 21"/>
              </a:gdLst>
              <a:ahLst/>
              <a:cxnLst>
                <a:cxn ang="0">
                  <a:pos x="T0" y="T1"/>
                </a:cxn>
                <a:cxn ang="0">
                  <a:pos x="T2" y="T3"/>
                </a:cxn>
                <a:cxn ang="0">
                  <a:pos x="T4" y="T5"/>
                </a:cxn>
                <a:cxn ang="0">
                  <a:pos x="T6" y="T7"/>
                </a:cxn>
                <a:cxn ang="0">
                  <a:pos x="T8" y="T9"/>
                </a:cxn>
              </a:cxnLst>
              <a:rect l="0" t="0" r="r" b="b"/>
              <a:pathLst>
                <a:path w="20" h="21">
                  <a:moveTo>
                    <a:pt x="17" y="4"/>
                  </a:moveTo>
                  <a:cubicBezTo>
                    <a:pt x="13" y="0"/>
                    <a:pt x="7" y="0"/>
                    <a:pt x="3" y="4"/>
                  </a:cubicBezTo>
                  <a:cubicBezTo>
                    <a:pt x="0" y="7"/>
                    <a:pt x="0" y="13"/>
                    <a:pt x="3" y="17"/>
                  </a:cubicBezTo>
                  <a:cubicBezTo>
                    <a:pt x="7" y="21"/>
                    <a:pt x="13" y="21"/>
                    <a:pt x="17" y="17"/>
                  </a:cubicBezTo>
                  <a:cubicBezTo>
                    <a:pt x="20" y="13"/>
                    <a:pt x="20" y="7"/>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26"/>
            <p:cNvSpPr/>
            <p:nvPr/>
          </p:nvSpPr>
          <p:spPr bwMode="auto">
            <a:xfrm>
              <a:off x="2417" y="3040"/>
              <a:ext cx="183" cy="182"/>
            </a:xfrm>
            <a:custGeom>
              <a:avLst/>
              <a:gdLst>
                <a:gd name="T0" fmla="*/ 9 w 46"/>
                <a:gd name="T1" fmla="*/ 37 h 46"/>
                <a:gd name="T2" fmla="*/ 38 w 46"/>
                <a:gd name="T3" fmla="*/ 37 h 46"/>
                <a:gd name="T4" fmla="*/ 38 w 46"/>
                <a:gd name="T5" fmla="*/ 8 h 46"/>
                <a:gd name="T6" fmla="*/ 9 w 46"/>
                <a:gd name="T7" fmla="*/ 8 h 46"/>
                <a:gd name="T8" fmla="*/ 9 w 46"/>
                <a:gd name="T9" fmla="*/ 37 h 46"/>
              </a:gdLst>
              <a:ahLst/>
              <a:cxnLst>
                <a:cxn ang="0">
                  <a:pos x="T0" y="T1"/>
                </a:cxn>
                <a:cxn ang="0">
                  <a:pos x="T2" y="T3"/>
                </a:cxn>
                <a:cxn ang="0">
                  <a:pos x="T4" y="T5"/>
                </a:cxn>
                <a:cxn ang="0">
                  <a:pos x="T6" y="T7"/>
                </a:cxn>
                <a:cxn ang="0">
                  <a:pos x="T8" y="T9"/>
                </a:cxn>
              </a:cxnLst>
              <a:rect l="0" t="0" r="r" b="b"/>
              <a:pathLst>
                <a:path w="46" h="46">
                  <a:moveTo>
                    <a:pt x="9" y="37"/>
                  </a:moveTo>
                  <a:cubicBezTo>
                    <a:pt x="17" y="46"/>
                    <a:pt x="30" y="46"/>
                    <a:pt x="38" y="37"/>
                  </a:cubicBezTo>
                  <a:cubicBezTo>
                    <a:pt x="46" y="29"/>
                    <a:pt x="46" y="16"/>
                    <a:pt x="38" y="8"/>
                  </a:cubicBezTo>
                  <a:cubicBezTo>
                    <a:pt x="30" y="0"/>
                    <a:pt x="17" y="0"/>
                    <a:pt x="9" y="8"/>
                  </a:cubicBezTo>
                  <a:cubicBezTo>
                    <a:pt x="0" y="16"/>
                    <a:pt x="0" y="29"/>
                    <a:pt x="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27"/>
            <p:cNvSpPr/>
            <p:nvPr/>
          </p:nvSpPr>
          <p:spPr bwMode="auto">
            <a:xfrm>
              <a:off x="1914" y="1399"/>
              <a:ext cx="103" cy="103"/>
            </a:xfrm>
            <a:custGeom>
              <a:avLst/>
              <a:gdLst>
                <a:gd name="T0" fmla="*/ 21 w 26"/>
                <a:gd name="T1" fmla="*/ 5 h 26"/>
                <a:gd name="T2" fmla="*/ 4 w 26"/>
                <a:gd name="T3" fmla="*/ 5 h 26"/>
                <a:gd name="T4" fmla="*/ 4 w 26"/>
                <a:gd name="T5" fmla="*/ 22 h 26"/>
                <a:gd name="T6" fmla="*/ 21 w 26"/>
                <a:gd name="T7" fmla="*/ 22 h 26"/>
                <a:gd name="T8" fmla="*/ 21 w 26"/>
                <a:gd name="T9" fmla="*/ 5 h 26"/>
              </a:gdLst>
              <a:ahLst/>
              <a:cxnLst>
                <a:cxn ang="0">
                  <a:pos x="T0" y="T1"/>
                </a:cxn>
                <a:cxn ang="0">
                  <a:pos x="T2" y="T3"/>
                </a:cxn>
                <a:cxn ang="0">
                  <a:pos x="T4" y="T5"/>
                </a:cxn>
                <a:cxn ang="0">
                  <a:pos x="T6" y="T7"/>
                </a:cxn>
                <a:cxn ang="0">
                  <a:pos x="T8" y="T9"/>
                </a:cxn>
              </a:cxnLst>
              <a:rect l="0" t="0" r="r" b="b"/>
              <a:pathLst>
                <a:path w="26" h="26">
                  <a:moveTo>
                    <a:pt x="21" y="5"/>
                  </a:moveTo>
                  <a:cubicBezTo>
                    <a:pt x="16" y="0"/>
                    <a:pt x="9" y="0"/>
                    <a:pt x="4" y="5"/>
                  </a:cubicBezTo>
                  <a:cubicBezTo>
                    <a:pt x="0" y="10"/>
                    <a:pt x="0" y="17"/>
                    <a:pt x="4" y="22"/>
                  </a:cubicBezTo>
                  <a:cubicBezTo>
                    <a:pt x="9" y="26"/>
                    <a:pt x="16" y="26"/>
                    <a:pt x="21" y="22"/>
                  </a:cubicBezTo>
                  <a:cubicBezTo>
                    <a:pt x="26" y="17"/>
                    <a:pt x="26" y="10"/>
                    <a:pt x="2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28"/>
            <p:cNvSpPr/>
            <p:nvPr/>
          </p:nvSpPr>
          <p:spPr bwMode="auto">
            <a:xfrm>
              <a:off x="1684" y="1803"/>
              <a:ext cx="91" cy="95"/>
            </a:xfrm>
            <a:custGeom>
              <a:avLst/>
              <a:gdLst>
                <a:gd name="T0" fmla="*/ 19 w 23"/>
                <a:gd name="T1" fmla="*/ 20 h 24"/>
                <a:gd name="T2" fmla="*/ 19 w 23"/>
                <a:gd name="T3" fmla="*/ 4 h 24"/>
                <a:gd name="T4" fmla="*/ 4 w 23"/>
                <a:gd name="T5" fmla="*/ 4 h 24"/>
                <a:gd name="T6" fmla="*/ 4 w 23"/>
                <a:gd name="T7" fmla="*/ 20 h 24"/>
                <a:gd name="T8" fmla="*/ 19 w 23"/>
                <a:gd name="T9" fmla="*/ 20 h 24"/>
              </a:gdLst>
              <a:ahLst/>
              <a:cxnLst>
                <a:cxn ang="0">
                  <a:pos x="T0" y="T1"/>
                </a:cxn>
                <a:cxn ang="0">
                  <a:pos x="T2" y="T3"/>
                </a:cxn>
                <a:cxn ang="0">
                  <a:pos x="T4" y="T5"/>
                </a:cxn>
                <a:cxn ang="0">
                  <a:pos x="T6" y="T7"/>
                </a:cxn>
                <a:cxn ang="0">
                  <a:pos x="T8" y="T9"/>
                </a:cxn>
              </a:cxnLst>
              <a:rect l="0" t="0" r="r" b="b"/>
              <a:pathLst>
                <a:path w="23" h="24">
                  <a:moveTo>
                    <a:pt x="19" y="20"/>
                  </a:moveTo>
                  <a:cubicBezTo>
                    <a:pt x="23" y="15"/>
                    <a:pt x="23" y="8"/>
                    <a:pt x="19" y="4"/>
                  </a:cubicBezTo>
                  <a:cubicBezTo>
                    <a:pt x="15" y="0"/>
                    <a:pt x="8" y="0"/>
                    <a:pt x="4" y="4"/>
                  </a:cubicBezTo>
                  <a:cubicBezTo>
                    <a:pt x="0" y="8"/>
                    <a:pt x="0" y="15"/>
                    <a:pt x="4" y="20"/>
                  </a:cubicBezTo>
                  <a:cubicBezTo>
                    <a:pt x="8" y="24"/>
                    <a:pt x="15" y="24"/>
                    <a:pt x="19"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229"/>
            <p:cNvSpPr/>
            <p:nvPr/>
          </p:nvSpPr>
          <p:spPr bwMode="auto">
            <a:xfrm>
              <a:off x="1668" y="2204"/>
              <a:ext cx="79" cy="79"/>
            </a:xfrm>
            <a:custGeom>
              <a:avLst/>
              <a:gdLst>
                <a:gd name="T0" fmla="*/ 3 w 20"/>
                <a:gd name="T1" fmla="*/ 4 h 20"/>
                <a:gd name="T2" fmla="*/ 3 w 20"/>
                <a:gd name="T3" fmla="*/ 17 h 20"/>
                <a:gd name="T4" fmla="*/ 16 w 20"/>
                <a:gd name="T5" fmla="*/ 17 h 20"/>
                <a:gd name="T6" fmla="*/ 16 w 20"/>
                <a:gd name="T7" fmla="*/ 4 h 20"/>
                <a:gd name="T8" fmla="*/ 3 w 20"/>
                <a:gd name="T9" fmla="*/ 4 h 20"/>
              </a:gdLst>
              <a:ahLst/>
              <a:cxnLst>
                <a:cxn ang="0">
                  <a:pos x="T0" y="T1"/>
                </a:cxn>
                <a:cxn ang="0">
                  <a:pos x="T2" y="T3"/>
                </a:cxn>
                <a:cxn ang="0">
                  <a:pos x="T4" y="T5"/>
                </a:cxn>
                <a:cxn ang="0">
                  <a:pos x="T6" y="T7"/>
                </a:cxn>
                <a:cxn ang="0">
                  <a:pos x="T8" y="T9"/>
                </a:cxn>
              </a:cxnLst>
              <a:rect l="0" t="0" r="r" b="b"/>
              <a:pathLst>
                <a:path w="20" h="20">
                  <a:moveTo>
                    <a:pt x="3" y="4"/>
                  </a:moveTo>
                  <a:cubicBezTo>
                    <a:pt x="0" y="7"/>
                    <a:pt x="0" y="13"/>
                    <a:pt x="3" y="17"/>
                  </a:cubicBezTo>
                  <a:cubicBezTo>
                    <a:pt x="7" y="20"/>
                    <a:pt x="13" y="20"/>
                    <a:pt x="16" y="17"/>
                  </a:cubicBezTo>
                  <a:cubicBezTo>
                    <a:pt x="20" y="13"/>
                    <a:pt x="20" y="7"/>
                    <a:pt x="16" y="4"/>
                  </a:cubicBezTo>
                  <a:cubicBezTo>
                    <a:pt x="13" y="0"/>
                    <a:pt x="7" y="0"/>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230"/>
            <p:cNvSpPr/>
            <p:nvPr/>
          </p:nvSpPr>
          <p:spPr bwMode="auto">
            <a:xfrm>
              <a:off x="2271" y="598"/>
              <a:ext cx="95" cy="100"/>
            </a:xfrm>
            <a:custGeom>
              <a:avLst/>
              <a:gdLst>
                <a:gd name="T0" fmla="*/ 20 w 24"/>
                <a:gd name="T1" fmla="*/ 20 h 25"/>
                <a:gd name="T2" fmla="*/ 20 w 24"/>
                <a:gd name="T3" fmla="*/ 4 h 25"/>
                <a:gd name="T4" fmla="*/ 4 w 24"/>
                <a:gd name="T5" fmla="*/ 4 h 25"/>
                <a:gd name="T6" fmla="*/ 4 w 24"/>
                <a:gd name="T7" fmla="*/ 20 h 25"/>
                <a:gd name="T8" fmla="*/ 20 w 24"/>
                <a:gd name="T9" fmla="*/ 20 h 25"/>
              </a:gdLst>
              <a:ahLst/>
              <a:cxnLst>
                <a:cxn ang="0">
                  <a:pos x="T0" y="T1"/>
                </a:cxn>
                <a:cxn ang="0">
                  <a:pos x="T2" y="T3"/>
                </a:cxn>
                <a:cxn ang="0">
                  <a:pos x="T4" y="T5"/>
                </a:cxn>
                <a:cxn ang="0">
                  <a:pos x="T6" y="T7"/>
                </a:cxn>
                <a:cxn ang="0">
                  <a:pos x="T8" y="T9"/>
                </a:cxn>
              </a:cxnLst>
              <a:rect l="0" t="0" r="r" b="b"/>
              <a:pathLst>
                <a:path w="24" h="25">
                  <a:moveTo>
                    <a:pt x="20" y="20"/>
                  </a:moveTo>
                  <a:cubicBezTo>
                    <a:pt x="24" y="16"/>
                    <a:pt x="24" y="9"/>
                    <a:pt x="20" y="4"/>
                  </a:cubicBezTo>
                  <a:cubicBezTo>
                    <a:pt x="15" y="0"/>
                    <a:pt x="8" y="0"/>
                    <a:pt x="4" y="4"/>
                  </a:cubicBezTo>
                  <a:cubicBezTo>
                    <a:pt x="0" y="9"/>
                    <a:pt x="0" y="16"/>
                    <a:pt x="4" y="20"/>
                  </a:cubicBezTo>
                  <a:cubicBezTo>
                    <a:pt x="8" y="25"/>
                    <a:pt x="15" y="25"/>
                    <a:pt x="2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231"/>
            <p:cNvSpPr/>
            <p:nvPr/>
          </p:nvSpPr>
          <p:spPr bwMode="auto">
            <a:xfrm>
              <a:off x="2211" y="801"/>
              <a:ext cx="95" cy="95"/>
            </a:xfrm>
            <a:custGeom>
              <a:avLst/>
              <a:gdLst>
                <a:gd name="T0" fmla="*/ 20 w 24"/>
                <a:gd name="T1" fmla="*/ 20 h 24"/>
                <a:gd name="T2" fmla="*/ 20 w 24"/>
                <a:gd name="T3" fmla="*/ 4 h 24"/>
                <a:gd name="T4" fmla="*/ 4 w 24"/>
                <a:gd name="T5" fmla="*/ 4 h 24"/>
                <a:gd name="T6" fmla="*/ 4 w 24"/>
                <a:gd name="T7" fmla="*/ 20 h 24"/>
                <a:gd name="T8" fmla="*/ 20 w 24"/>
                <a:gd name="T9" fmla="*/ 20 h 24"/>
              </a:gdLst>
              <a:ahLst/>
              <a:cxnLst>
                <a:cxn ang="0">
                  <a:pos x="T0" y="T1"/>
                </a:cxn>
                <a:cxn ang="0">
                  <a:pos x="T2" y="T3"/>
                </a:cxn>
                <a:cxn ang="0">
                  <a:pos x="T4" y="T5"/>
                </a:cxn>
                <a:cxn ang="0">
                  <a:pos x="T6" y="T7"/>
                </a:cxn>
                <a:cxn ang="0">
                  <a:pos x="T8" y="T9"/>
                </a:cxn>
              </a:cxnLst>
              <a:rect l="0" t="0" r="r" b="b"/>
              <a:pathLst>
                <a:path w="24" h="24">
                  <a:moveTo>
                    <a:pt x="20" y="20"/>
                  </a:moveTo>
                  <a:cubicBezTo>
                    <a:pt x="24" y="16"/>
                    <a:pt x="24" y="9"/>
                    <a:pt x="20" y="4"/>
                  </a:cubicBezTo>
                  <a:cubicBezTo>
                    <a:pt x="15" y="0"/>
                    <a:pt x="8" y="0"/>
                    <a:pt x="4" y="4"/>
                  </a:cubicBezTo>
                  <a:cubicBezTo>
                    <a:pt x="0" y="9"/>
                    <a:pt x="0" y="16"/>
                    <a:pt x="4" y="20"/>
                  </a:cubicBezTo>
                  <a:cubicBezTo>
                    <a:pt x="8" y="24"/>
                    <a:pt x="15" y="24"/>
                    <a:pt x="2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32"/>
            <p:cNvSpPr/>
            <p:nvPr/>
          </p:nvSpPr>
          <p:spPr bwMode="auto">
            <a:xfrm>
              <a:off x="5025" y="3836"/>
              <a:ext cx="75" cy="80"/>
            </a:xfrm>
            <a:custGeom>
              <a:avLst/>
              <a:gdLst>
                <a:gd name="T0" fmla="*/ 3 w 19"/>
                <a:gd name="T1" fmla="*/ 4 h 20"/>
                <a:gd name="T2" fmla="*/ 3 w 19"/>
                <a:gd name="T3" fmla="*/ 16 h 20"/>
                <a:gd name="T4" fmla="*/ 15 w 19"/>
                <a:gd name="T5" fmla="*/ 16 h 20"/>
                <a:gd name="T6" fmla="*/ 15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6"/>
                  </a:cubicBezTo>
                  <a:cubicBezTo>
                    <a:pt x="7" y="20"/>
                    <a:pt x="12" y="20"/>
                    <a:pt x="15" y="16"/>
                  </a:cubicBezTo>
                  <a:cubicBezTo>
                    <a:pt x="19" y="13"/>
                    <a:pt x="19" y="7"/>
                    <a:pt x="15" y="4"/>
                  </a:cubicBezTo>
                  <a:cubicBezTo>
                    <a:pt x="12" y="0"/>
                    <a:pt x="7" y="0"/>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33"/>
            <p:cNvSpPr/>
            <p:nvPr/>
          </p:nvSpPr>
          <p:spPr bwMode="auto">
            <a:xfrm>
              <a:off x="2279" y="1098"/>
              <a:ext cx="99" cy="95"/>
            </a:xfrm>
            <a:custGeom>
              <a:avLst/>
              <a:gdLst>
                <a:gd name="T0" fmla="*/ 20 w 25"/>
                <a:gd name="T1" fmla="*/ 20 h 24"/>
                <a:gd name="T2" fmla="*/ 20 w 25"/>
                <a:gd name="T3" fmla="*/ 4 h 24"/>
                <a:gd name="T4" fmla="*/ 5 w 25"/>
                <a:gd name="T5" fmla="*/ 4 h 24"/>
                <a:gd name="T6" fmla="*/ 5 w 25"/>
                <a:gd name="T7" fmla="*/ 20 h 24"/>
                <a:gd name="T8" fmla="*/ 20 w 25"/>
                <a:gd name="T9" fmla="*/ 20 h 24"/>
              </a:gdLst>
              <a:ahLst/>
              <a:cxnLst>
                <a:cxn ang="0">
                  <a:pos x="T0" y="T1"/>
                </a:cxn>
                <a:cxn ang="0">
                  <a:pos x="T2" y="T3"/>
                </a:cxn>
                <a:cxn ang="0">
                  <a:pos x="T4" y="T5"/>
                </a:cxn>
                <a:cxn ang="0">
                  <a:pos x="T6" y="T7"/>
                </a:cxn>
                <a:cxn ang="0">
                  <a:pos x="T8" y="T9"/>
                </a:cxn>
              </a:cxnLst>
              <a:rect l="0" t="0" r="r" b="b"/>
              <a:pathLst>
                <a:path w="25" h="24">
                  <a:moveTo>
                    <a:pt x="20" y="20"/>
                  </a:moveTo>
                  <a:cubicBezTo>
                    <a:pt x="25" y="15"/>
                    <a:pt x="25" y="8"/>
                    <a:pt x="20" y="4"/>
                  </a:cubicBezTo>
                  <a:cubicBezTo>
                    <a:pt x="16" y="0"/>
                    <a:pt x="9" y="0"/>
                    <a:pt x="5" y="4"/>
                  </a:cubicBezTo>
                  <a:cubicBezTo>
                    <a:pt x="0" y="8"/>
                    <a:pt x="0" y="15"/>
                    <a:pt x="5" y="20"/>
                  </a:cubicBezTo>
                  <a:cubicBezTo>
                    <a:pt x="9" y="24"/>
                    <a:pt x="16" y="24"/>
                    <a:pt x="2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34"/>
            <p:cNvSpPr/>
            <p:nvPr/>
          </p:nvSpPr>
          <p:spPr bwMode="auto">
            <a:xfrm>
              <a:off x="5853" y="1756"/>
              <a:ext cx="119" cy="79"/>
            </a:xfrm>
            <a:custGeom>
              <a:avLst/>
              <a:gdLst>
                <a:gd name="T0" fmla="*/ 15 w 30"/>
                <a:gd name="T1" fmla="*/ 3 h 20"/>
                <a:gd name="T2" fmla="*/ 4 w 30"/>
                <a:gd name="T3" fmla="*/ 4 h 20"/>
                <a:gd name="T4" fmla="*/ 4 w 30"/>
                <a:gd name="T5" fmla="*/ 16 h 20"/>
                <a:gd name="T6" fmla="*/ 15 w 30"/>
                <a:gd name="T7" fmla="*/ 18 h 20"/>
                <a:gd name="T8" fmla="*/ 26 w 30"/>
                <a:gd name="T9" fmla="*/ 17 h 20"/>
                <a:gd name="T10" fmla="*/ 26 w 30"/>
                <a:gd name="T11" fmla="*/ 4 h 20"/>
                <a:gd name="T12" fmla="*/ 15 w 30"/>
                <a:gd name="T13" fmla="*/ 3 h 20"/>
              </a:gdLst>
              <a:ahLst/>
              <a:cxnLst>
                <a:cxn ang="0">
                  <a:pos x="T0" y="T1"/>
                </a:cxn>
                <a:cxn ang="0">
                  <a:pos x="T2" y="T3"/>
                </a:cxn>
                <a:cxn ang="0">
                  <a:pos x="T4" y="T5"/>
                </a:cxn>
                <a:cxn ang="0">
                  <a:pos x="T6" y="T7"/>
                </a:cxn>
                <a:cxn ang="0">
                  <a:pos x="T8" y="T9"/>
                </a:cxn>
                <a:cxn ang="0">
                  <a:pos x="T10" y="T11"/>
                </a:cxn>
                <a:cxn ang="0">
                  <a:pos x="T12" y="T13"/>
                </a:cxn>
              </a:cxnLst>
              <a:rect l="0" t="0" r="r" b="b"/>
              <a:pathLst>
                <a:path w="30" h="20">
                  <a:moveTo>
                    <a:pt x="15" y="3"/>
                  </a:moveTo>
                  <a:cubicBezTo>
                    <a:pt x="11" y="0"/>
                    <a:pt x="7" y="1"/>
                    <a:pt x="4" y="4"/>
                  </a:cubicBezTo>
                  <a:cubicBezTo>
                    <a:pt x="0" y="7"/>
                    <a:pt x="0" y="13"/>
                    <a:pt x="4" y="16"/>
                  </a:cubicBezTo>
                  <a:cubicBezTo>
                    <a:pt x="7" y="19"/>
                    <a:pt x="11" y="20"/>
                    <a:pt x="15" y="18"/>
                  </a:cubicBezTo>
                  <a:cubicBezTo>
                    <a:pt x="18" y="20"/>
                    <a:pt x="23" y="20"/>
                    <a:pt x="26" y="17"/>
                  </a:cubicBezTo>
                  <a:cubicBezTo>
                    <a:pt x="30" y="13"/>
                    <a:pt x="30" y="7"/>
                    <a:pt x="26" y="4"/>
                  </a:cubicBezTo>
                  <a:cubicBezTo>
                    <a:pt x="23" y="1"/>
                    <a:pt x="18" y="0"/>
                    <a:pt x="1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35"/>
            <p:cNvSpPr/>
            <p:nvPr/>
          </p:nvSpPr>
          <p:spPr bwMode="auto">
            <a:xfrm>
              <a:off x="4351" y="75"/>
              <a:ext cx="84" cy="84"/>
            </a:xfrm>
            <a:custGeom>
              <a:avLst/>
              <a:gdLst>
                <a:gd name="T0" fmla="*/ 3 w 21"/>
                <a:gd name="T1" fmla="*/ 4 h 21"/>
                <a:gd name="T2" fmla="*/ 3 w 21"/>
                <a:gd name="T3" fmla="*/ 18 h 21"/>
                <a:gd name="T4" fmla="*/ 17 w 21"/>
                <a:gd name="T5" fmla="*/ 18 h 21"/>
                <a:gd name="T6" fmla="*/ 17 w 21"/>
                <a:gd name="T7" fmla="*/ 4 h 21"/>
                <a:gd name="T8" fmla="*/ 3 w 21"/>
                <a:gd name="T9" fmla="*/ 4 h 21"/>
              </a:gdLst>
              <a:ahLst/>
              <a:cxnLst>
                <a:cxn ang="0">
                  <a:pos x="T0" y="T1"/>
                </a:cxn>
                <a:cxn ang="0">
                  <a:pos x="T2" y="T3"/>
                </a:cxn>
                <a:cxn ang="0">
                  <a:pos x="T4" y="T5"/>
                </a:cxn>
                <a:cxn ang="0">
                  <a:pos x="T6" y="T7"/>
                </a:cxn>
                <a:cxn ang="0">
                  <a:pos x="T8" y="T9"/>
                </a:cxn>
              </a:cxnLst>
              <a:rect l="0" t="0" r="r" b="b"/>
              <a:pathLst>
                <a:path w="21" h="21">
                  <a:moveTo>
                    <a:pt x="3" y="4"/>
                  </a:moveTo>
                  <a:cubicBezTo>
                    <a:pt x="0" y="8"/>
                    <a:pt x="0" y="14"/>
                    <a:pt x="3" y="18"/>
                  </a:cubicBezTo>
                  <a:cubicBezTo>
                    <a:pt x="7" y="21"/>
                    <a:pt x="13" y="21"/>
                    <a:pt x="17" y="18"/>
                  </a:cubicBezTo>
                  <a:cubicBezTo>
                    <a:pt x="21" y="14"/>
                    <a:pt x="21" y="8"/>
                    <a:pt x="17" y="4"/>
                  </a:cubicBezTo>
                  <a:cubicBezTo>
                    <a:pt x="13" y="0"/>
                    <a:pt x="7" y="0"/>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236"/>
            <p:cNvSpPr/>
            <p:nvPr/>
          </p:nvSpPr>
          <p:spPr bwMode="auto">
            <a:xfrm>
              <a:off x="4617" y="1966"/>
              <a:ext cx="71" cy="71"/>
            </a:xfrm>
            <a:custGeom>
              <a:avLst/>
              <a:gdLst>
                <a:gd name="T0" fmla="*/ 3 w 18"/>
                <a:gd name="T1" fmla="*/ 3 h 18"/>
                <a:gd name="T2" fmla="*/ 3 w 18"/>
                <a:gd name="T3" fmla="*/ 15 h 18"/>
                <a:gd name="T4" fmla="*/ 15 w 18"/>
                <a:gd name="T5" fmla="*/ 15 h 18"/>
                <a:gd name="T6" fmla="*/ 15 w 18"/>
                <a:gd name="T7" fmla="*/ 3 h 18"/>
                <a:gd name="T8" fmla="*/ 3 w 18"/>
                <a:gd name="T9" fmla="*/ 3 h 18"/>
              </a:gdLst>
              <a:ahLst/>
              <a:cxnLst>
                <a:cxn ang="0">
                  <a:pos x="T0" y="T1"/>
                </a:cxn>
                <a:cxn ang="0">
                  <a:pos x="T2" y="T3"/>
                </a:cxn>
                <a:cxn ang="0">
                  <a:pos x="T4" y="T5"/>
                </a:cxn>
                <a:cxn ang="0">
                  <a:pos x="T6" y="T7"/>
                </a:cxn>
                <a:cxn ang="0">
                  <a:pos x="T8" y="T9"/>
                </a:cxn>
              </a:cxnLst>
              <a:rect l="0" t="0" r="r" b="b"/>
              <a:pathLst>
                <a:path w="18" h="18">
                  <a:moveTo>
                    <a:pt x="3" y="3"/>
                  </a:moveTo>
                  <a:cubicBezTo>
                    <a:pt x="0" y="7"/>
                    <a:pt x="0" y="12"/>
                    <a:pt x="3" y="15"/>
                  </a:cubicBezTo>
                  <a:cubicBezTo>
                    <a:pt x="6" y="18"/>
                    <a:pt x="11" y="18"/>
                    <a:pt x="15" y="15"/>
                  </a:cubicBezTo>
                  <a:cubicBezTo>
                    <a:pt x="18" y="12"/>
                    <a:pt x="18" y="7"/>
                    <a:pt x="15" y="3"/>
                  </a:cubicBezTo>
                  <a:cubicBezTo>
                    <a:pt x="11" y="0"/>
                    <a:pt x="6" y="0"/>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237"/>
            <p:cNvSpPr/>
            <p:nvPr/>
          </p:nvSpPr>
          <p:spPr bwMode="auto">
            <a:xfrm>
              <a:off x="2750" y="3591"/>
              <a:ext cx="79" cy="79"/>
            </a:xfrm>
            <a:custGeom>
              <a:avLst/>
              <a:gdLst>
                <a:gd name="T0" fmla="*/ 16 w 20"/>
                <a:gd name="T1" fmla="*/ 3 h 20"/>
                <a:gd name="T2" fmla="*/ 3 w 20"/>
                <a:gd name="T3" fmla="*/ 3 h 20"/>
                <a:gd name="T4" fmla="*/ 3 w 20"/>
                <a:gd name="T5" fmla="*/ 16 h 20"/>
                <a:gd name="T6" fmla="*/ 16 w 20"/>
                <a:gd name="T7" fmla="*/ 16 h 20"/>
                <a:gd name="T8" fmla="*/ 16 w 20"/>
                <a:gd name="T9" fmla="*/ 3 h 20"/>
              </a:gdLst>
              <a:ahLst/>
              <a:cxnLst>
                <a:cxn ang="0">
                  <a:pos x="T0" y="T1"/>
                </a:cxn>
                <a:cxn ang="0">
                  <a:pos x="T2" y="T3"/>
                </a:cxn>
                <a:cxn ang="0">
                  <a:pos x="T4" y="T5"/>
                </a:cxn>
                <a:cxn ang="0">
                  <a:pos x="T6" y="T7"/>
                </a:cxn>
                <a:cxn ang="0">
                  <a:pos x="T8" y="T9"/>
                </a:cxn>
              </a:cxnLst>
              <a:rect l="0" t="0" r="r" b="b"/>
              <a:pathLst>
                <a:path w="20" h="20">
                  <a:moveTo>
                    <a:pt x="16" y="3"/>
                  </a:moveTo>
                  <a:cubicBezTo>
                    <a:pt x="13" y="0"/>
                    <a:pt x="7" y="0"/>
                    <a:pt x="3" y="3"/>
                  </a:cubicBezTo>
                  <a:cubicBezTo>
                    <a:pt x="0" y="7"/>
                    <a:pt x="0" y="13"/>
                    <a:pt x="3" y="16"/>
                  </a:cubicBezTo>
                  <a:cubicBezTo>
                    <a:pt x="7" y="20"/>
                    <a:pt x="13" y="20"/>
                    <a:pt x="16" y="16"/>
                  </a:cubicBezTo>
                  <a:cubicBezTo>
                    <a:pt x="20" y="12"/>
                    <a:pt x="20" y="7"/>
                    <a:pt x="1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38"/>
            <p:cNvSpPr/>
            <p:nvPr/>
          </p:nvSpPr>
          <p:spPr bwMode="auto">
            <a:xfrm>
              <a:off x="5112" y="654"/>
              <a:ext cx="40" cy="40"/>
            </a:xfrm>
            <a:custGeom>
              <a:avLst/>
              <a:gdLst>
                <a:gd name="T0" fmla="*/ 8 w 10"/>
                <a:gd name="T1" fmla="*/ 8 h 10"/>
                <a:gd name="T2" fmla="*/ 8 w 10"/>
                <a:gd name="T3" fmla="*/ 2 h 10"/>
                <a:gd name="T4" fmla="*/ 2 w 10"/>
                <a:gd name="T5" fmla="*/ 2 h 10"/>
                <a:gd name="T6" fmla="*/ 2 w 10"/>
                <a:gd name="T7" fmla="*/ 8 h 10"/>
                <a:gd name="T8" fmla="*/ 8 w 10"/>
                <a:gd name="T9" fmla="*/ 8 h 10"/>
              </a:gdLst>
              <a:ahLst/>
              <a:cxnLst>
                <a:cxn ang="0">
                  <a:pos x="T0" y="T1"/>
                </a:cxn>
                <a:cxn ang="0">
                  <a:pos x="T2" y="T3"/>
                </a:cxn>
                <a:cxn ang="0">
                  <a:pos x="T4" y="T5"/>
                </a:cxn>
                <a:cxn ang="0">
                  <a:pos x="T6" y="T7"/>
                </a:cxn>
                <a:cxn ang="0">
                  <a:pos x="T8" y="T9"/>
                </a:cxn>
              </a:cxnLst>
              <a:rect l="0" t="0" r="r" b="b"/>
              <a:pathLst>
                <a:path w="10" h="10">
                  <a:moveTo>
                    <a:pt x="8" y="8"/>
                  </a:moveTo>
                  <a:cubicBezTo>
                    <a:pt x="10" y="6"/>
                    <a:pt x="10" y="3"/>
                    <a:pt x="8" y="2"/>
                  </a:cubicBezTo>
                  <a:cubicBezTo>
                    <a:pt x="6" y="0"/>
                    <a:pt x="4" y="0"/>
                    <a:pt x="2" y="2"/>
                  </a:cubicBezTo>
                  <a:cubicBezTo>
                    <a:pt x="0" y="3"/>
                    <a:pt x="0" y="6"/>
                    <a:pt x="2" y="8"/>
                  </a:cubicBezTo>
                  <a:cubicBezTo>
                    <a:pt x="4" y="10"/>
                    <a:pt x="6" y="10"/>
                    <a:pt x="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 name="椭圆 3"/>
          <p:cNvSpPr/>
          <p:nvPr/>
        </p:nvSpPr>
        <p:spPr>
          <a:xfrm>
            <a:off x="4507738" y="1840738"/>
            <a:ext cx="3597988" cy="3176524"/>
          </a:xfrm>
          <a:prstGeom prst="ellipse">
            <a:avLst/>
          </a:prstGeom>
          <a:solidFill>
            <a:schemeClr val="bg1"/>
          </a:solidFill>
          <a:ln w="25400">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400" b="1" dirty="0">
                <a:solidFill>
                  <a:schemeClr val="accent1"/>
                </a:solidFill>
              </a:rPr>
              <a:t>在此输入标题</a:t>
            </a:r>
          </a:p>
        </p:txBody>
      </p:sp>
      <p:sp>
        <p:nvSpPr>
          <p:cNvPr id="5" name="文本框 4"/>
          <p:cNvSpPr txBox="1"/>
          <p:nvPr/>
        </p:nvSpPr>
        <p:spPr>
          <a:xfrm>
            <a:off x="7359839" y="1702185"/>
            <a:ext cx="2883376" cy="584775"/>
          </a:xfrm>
          <a:prstGeom prst="rect">
            <a:avLst/>
          </a:prstGeom>
          <a:noFill/>
        </p:spPr>
        <p:txBody>
          <a:bodyPr wrap="square" rtlCol="0">
            <a:spAutoFit/>
          </a:bodyPr>
          <a:lstStyle/>
          <a:p>
            <a:r>
              <a:rPr lang="zh-CN" altLang="en-US" sz="3200" dirty="0">
                <a:solidFill>
                  <a:schemeClr val="accent1"/>
                </a:solidFill>
              </a:rPr>
              <a:t>合肥工业大学</a:t>
            </a:r>
          </a:p>
        </p:txBody>
      </p:sp>
      <p:sp>
        <p:nvSpPr>
          <p:cNvPr id="256" name="文本框 255"/>
          <p:cNvSpPr txBox="1"/>
          <p:nvPr/>
        </p:nvSpPr>
        <p:spPr>
          <a:xfrm>
            <a:off x="2147575" y="3035556"/>
            <a:ext cx="2552635" cy="584775"/>
          </a:xfrm>
          <a:prstGeom prst="rect">
            <a:avLst/>
          </a:prstGeom>
          <a:noFill/>
        </p:spPr>
        <p:txBody>
          <a:bodyPr wrap="square" rtlCol="0">
            <a:spAutoFit/>
          </a:bodyPr>
          <a:lstStyle/>
          <a:p>
            <a:r>
              <a:rPr lang="zh-CN" altLang="en-US" sz="3200" dirty="0">
                <a:solidFill>
                  <a:schemeClr val="accent1"/>
                </a:solidFill>
              </a:rPr>
              <a:t>双一流高校</a:t>
            </a:r>
          </a:p>
        </p:txBody>
      </p:sp>
      <p:sp>
        <p:nvSpPr>
          <p:cNvPr id="258" name="文本框 257"/>
          <p:cNvSpPr txBox="1"/>
          <p:nvPr/>
        </p:nvSpPr>
        <p:spPr>
          <a:xfrm>
            <a:off x="2806939" y="2383177"/>
            <a:ext cx="1934724" cy="461665"/>
          </a:xfrm>
          <a:prstGeom prst="rect">
            <a:avLst/>
          </a:prstGeom>
          <a:noFill/>
        </p:spPr>
        <p:txBody>
          <a:bodyPr wrap="square" rtlCol="0">
            <a:spAutoFit/>
          </a:bodyPr>
          <a:lstStyle/>
          <a:p>
            <a:r>
              <a:rPr lang="zh-CN" altLang="en-US" sz="2400" dirty="0">
                <a:solidFill>
                  <a:schemeClr val="accent1"/>
                </a:solidFill>
              </a:rPr>
              <a:t>屯溪路校区</a:t>
            </a:r>
          </a:p>
        </p:txBody>
      </p:sp>
      <p:sp>
        <p:nvSpPr>
          <p:cNvPr id="259" name="文本框 258"/>
          <p:cNvSpPr txBox="1"/>
          <p:nvPr/>
        </p:nvSpPr>
        <p:spPr>
          <a:xfrm>
            <a:off x="3180975" y="4837577"/>
            <a:ext cx="1915561" cy="461665"/>
          </a:xfrm>
          <a:prstGeom prst="rect">
            <a:avLst/>
          </a:prstGeom>
          <a:noFill/>
        </p:spPr>
        <p:txBody>
          <a:bodyPr wrap="square" rtlCol="0">
            <a:spAutoFit/>
          </a:bodyPr>
          <a:lstStyle/>
          <a:p>
            <a:r>
              <a:rPr lang="zh-CN" altLang="en-US" sz="2400" dirty="0">
                <a:solidFill>
                  <a:schemeClr val="accent1"/>
                </a:solidFill>
              </a:rPr>
              <a:t>翡翠湖校区</a:t>
            </a:r>
          </a:p>
        </p:txBody>
      </p:sp>
      <p:sp>
        <p:nvSpPr>
          <p:cNvPr id="260" name="文本框 259"/>
          <p:cNvSpPr txBox="1"/>
          <p:nvPr/>
        </p:nvSpPr>
        <p:spPr>
          <a:xfrm>
            <a:off x="7920227" y="3615541"/>
            <a:ext cx="1494317" cy="461665"/>
          </a:xfrm>
          <a:prstGeom prst="rect">
            <a:avLst/>
          </a:prstGeom>
          <a:noFill/>
        </p:spPr>
        <p:txBody>
          <a:bodyPr wrap="square" rtlCol="0">
            <a:spAutoFit/>
          </a:bodyPr>
          <a:lstStyle/>
          <a:p>
            <a:r>
              <a:rPr lang="zh-CN" altLang="en-US" sz="2400" dirty="0">
                <a:solidFill>
                  <a:schemeClr val="accent1"/>
                </a:solidFill>
              </a:rPr>
              <a:t>宣城校区</a:t>
            </a:r>
          </a:p>
        </p:txBody>
      </p:sp>
      <p:sp>
        <p:nvSpPr>
          <p:cNvPr id="261" name="文本框 260"/>
          <p:cNvSpPr txBox="1"/>
          <p:nvPr/>
        </p:nvSpPr>
        <p:spPr>
          <a:xfrm>
            <a:off x="4809709" y="1669565"/>
            <a:ext cx="2376054" cy="461665"/>
          </a:xfrm>
          <a:prstGeom prst="rect">
            <a:avLst/>
          </a:prstGeom>
          <a:noFill/>
        </p:spPr>
        <p:txBody>
          <a:bodyPr wrap="square" rtlCol="0">
            <a:spAutoFit/>
          </a:bodyPr>
          <a:lstStyle/>
          <a:p>
            <a:r>
              <a:rPr lang="zh-CN" altLang="en-US" sz="2400" dirty="0">
                <a:solidFill>
                  <a:schemeClr val="accent1"/>
                </a:solidFill>
              </a:rPr>
              <a:t>全国重点高校</a:t>
            </a:r>
          </a:p>
        </p:txBody>
      </p:sp>
      <p:sp>
        <p:nvSpPr>
          <p:cNvPr id="262" name="文本框 261"/>
          <p:cNvSpPr txBox="1"/>
          <p:nvPr/>
        </p:nvSpPr>
        <p:spPr>
          <a:xfrm>
            <a:off x="5056713" y="4738197"/>
            <a:ext cx="2376054" cy="523220"/>
          </a:xfrm>
          <a:prstGeom prst="rect">
            <a:avLst/>
          </a:prstGeom>
          <a:noFill/>
        </p:spPr>
        <p:txBody>
          <a:bodyPr wrap="square" rtlCol="0">
            <a:spAutoFit/>
          </a:bodyPr>
          <a:lstStyle/>
          <a:p>
            <a:r>
              <a:rPr lang="zh-CN" altLang="en-US" sz="2800" dirty="0">
                <a:solidFill>
                  <a:schemeClr val="accent1"/>
                </a:solidFill>
              </a:rPr>
              <a:t>省部共建高校</a:t>
            </a:r>
          </a:p>
        </p:txBody>
      </p:sp>
      <p:sp>
        <p:nvSpPr>
          <p:cNvPr id="263" name="文本框 262"/>
          <p:cNvSpPr txBox="1"/>
          <p:nvPr/>
        </p:nvSpPr>
        <p:spPr>
          <a:xfrm>
            <a:off x="7431500" y="4745076"/>
            <a:ext cx="1721593" cy="461665"/>
          </a:xfrm>
          <a:prstGeom prst="rect">
            <a:avLst/>
          </a:prstGeom>
          <a:noFill/>
        </p:spPr>
        <p:txBody>
          <a:bodyPr wrap="square" rtlCol="0">
            <a:spAutoFit/>
          </a:bodyPr>
          <a:lstStyle/>
          <a:p>
            <a:r>
              <a:rPr lang="zh-CN" altLang="en-US" sz="2400" dirty="0">
                <a:solidFill>
                  <a:schemeClr val="accent1"/>
                </a:solidFill>
              </a:rPr>
              <a:t>六安路校区</a:t>
            </a:r>
          </a:p>
        </p:txBody>
      </p:sp>
      <p:sp>
        <p:nvSpPr>
          <p:cNvPr id="264" name="文本框 263"/>
          <p:cNvSpPr txBox="1"/>
          <p:nvPr/>
        </p:nvSpPr>
        <p:spPr>
          <a:xfrm>
            <a:off x="4899558" y="5415956"/>
            <a:ext cx="1104694" cy="400110"/>
          </a:xfrm>
          <a:prstGeom prst="rect">
            <a:avLst/>
          </a:prstGeom>
          <a:noFill/>
        </p:spPr>
        <p:txBody>
          <a:bodyPr wrap="square" rtlCol="0">
            <a:spAutoFit/>
          </a:bodyPr>
          <a:lstStyle/>
          <a:p>
            <a:r>
              <a:rPr lang="zh-CN" altLang="en-US" sz="2000" dirty="0">
                <a:solidFill>
                  <a:schemeClr val="accent1"/>
                </a:solidFill>
              </a:rPr>
              <a:t>理工类</a:t>
            </a:r>
          </a:p>
        </p:txBody>
      </p:sp>
      <p:sp>
        <p:nvSpPr>
          <p:cNvPr id="265" name="文本框 264"/>
          <p:cNvSpPr txBox="1"/>
          <p:nvPr/>
        </p:nvSpPr>
        <p:spPr>
          <a:xfrm>
            <a:off x="5128789" y="1013095"/>
            <a:ext cx="3502850" cy="461665"/>
          </a:xfrm>
          <a:prstGeom prst="rect">
            <a:avLst/>
          </a:prstGeom>
          <a:noFill/>
        </p:spPr>
        <p:txBody>
          <a:bodyPr wrap="square" rtlCol="0">
            <a:spAutoFit/>
          </a:bodyPr>
          <a:lstStyle/>
          <a:p>
            <a:r>
              <a:rPr lang="zh-CN" altLang="en-US" sz="2400" dirty="0">
                <a:solidFill>
                  <a:schemeClr val="accent1"/>
                </a:solidFill>
              </a:rPr>
              <a:t>世界一流学科建设高校</a:t>
            </a:r>
          </a:p>
        </p:txBody>
      </p:sp>
      <p:sp>
        <p:nvSpPr>
          <p:cNvPr id="266" name="文本框 265"/>
          <p:cNvSpPr txBox="1"/>
          <p:nvPr/>
        </p:nvSpPr>
        <p:spPr>
          <a:xfrm>
            <a:off x="3627448" y="4193015"/>
            <a:ext cx="849423" cy="461665"/>
          </a:xfrm>
          <a:prstGeom prst="rect">
            <a:avLst/>
          </a:prstGeom>
          <a:noFill/>
        </p:spPr>
        <p:txBody>
          <a:bodyPr wrap="square" rtlCol="0">
            <a:spAutoFit/>
          </a:bodyPr>
          <a:lstStyle/>
          <a:p>
            <a:r>
              <a:rPr lang="zh-CN" altLang="en-US" sz="2400" dirty="0">
                <a:solidFill>
                  <a:schemeClr val="accent1"/>
                </a:solidFill>
              </a:rPr>
              <a:t>厚德</a:t>
            </a:r>
          </a:p>
        </p:txBody>
      </p:sp>
      <p:sp>
        <p:nvSpPr>
          <p:cNvPr id="267" name="文本框 266"/>
          <p:cNvSpPr txBox="1"/>
          <p:nvPr/>
        </p:nvSpPr>
        <p:spPr>
          <a:xfrm>
            <a:off x="2918394" y="3762645"/>
            <a:ext cx="849423" cy="461665"/>
          </a:xfrm>
          <a:prstGeom prst="rect">
            <a:avLst/>
          </a:prstGeom>
          <a:noFill/>
        </p:spPr>
        <p:txBody>
          <a:bodyPr wrap="square" rtlCol="0">
            <a:spAutoFit/>
          </a:bodyPr>
          <a:lstStyle/>
          <a:p>
            <a:r>
              <a:rPr lang="zh-CN" altLang="en-US" sz="2400" dirty="0">
                <a:solidFill>
                  <a:schemeClr val="accent1"/>
                </a:solidFill>
              </a:rPr>
              <a:t>笃学</a:t>
            </a:r>
          </a:p>
        </p:txBody>
      </p:sp>
      <p:sp>
        <p:nvSpPr>
          <p:cNvPr id="268" name="文本框 267"/>
          <p:cNvSpPr txBox="1"/>
          <p:nvPr/>
        </p:nvSpPr>
        <p:spPr>
          <a:xfrm>
            <a:off x="3515250" y="1833353"/>
            <a:ext cx="849423" cy="400110"/>
          </a:xfrm>
          <a:prstGeom prst="rect">
            <a:avLst/>
          </a:prstGeom>
          <a:noFill/>
        </p:spPr>
        <p:txBody>
          <a:bodyPr wrap="square" rtlCol="0">
            <a:spAutoFit/>
          </a:bodyPr>
          <a:lstStyle/>
          <a:p>
            <a:r>
              <a:rPr lang="zh-CN" altLang="en-US" sz="2000" dirty="0">
                <a:solidFill>
                  <a:schemeClr val="accent1"/>
                </a:solidFill>
              </a:rPr>
              <a:t>崇实</a:t>
            </a:r>
          </a:p>
        </p:txBody>
      </p:sp>
      <p:sp>
        <p:nvSpPr>
          <p:cNvPr id="269" name="文本框 268"/>
          <p:cNvSpPr txBox="1"/>
          <p:nvPr/>
        </p:nvSpPr>
        <p:spPr>
          <a:xfrm>
            <a:off x="9107678" y="3309224"/>
            <a:ext cx="849423" cy="400110"/>
          </a:xfrm>
          <a:prstGeom prst="rect">
            <a:avLst/>
          </a:prstGeom>
          <a:noFill/>
        </p:spPr>
        <p:txBody>
          <a:bodyPr wrap="square" rtlCol="0">
            <a:spAutoFit/>
          </a:bodyPr>
          <a:lstStyle/>
          <a:p>
            <a:r>
              <a:rPr lang="zh-CN" altLang="en-US" sz="2000" dirty="0">
                <a:solidFill>
                  <a:schemeClr val="accent1"/>
                </a:solidFill>
              </a:rPr>
              <a:t>尚新</a:t>
            </a:r>
          </a:p>
        </p:txBody>
      </p:sp>
      <p:sp>
        <p:nvSpPr>
          <p:cNvPr id="270" name="文本框 269"/>
          <p:cNvSpPr txBox="1"/>
          <p:nvPr/>
        </p:nvSpPr>
        <p:spPr>
          <a:xfrm>
            <a:off x="2658714" y="4330228"/>
            <a:ext cx="1203924" cy="400110"/>
          </a:xfrm>
          <a:prstGeom prst="rect">
            <a:avLst/>
          </a:prstGeom>
          <a:noFill/>
        </p:spPr>
        <p:txBody>
          <a:bodyPr wrap="square" rtlCol="0">
            <a:spAutoFit/>
          </a:bodyPr>
          <a:lstStyle/>
          <a:p>
            <a:r>
              <a:rPr lang="en-US" altLang="zh-CN" sz="2000" dirty="0">
                <a:solidFill>
                  <a:schemeClr val="accent1"/>
                </a:solidFill>
              </a:rPr>
              <a:t>HFUT</a:t>
            </a:r>
            <a:endParaRPr lang="zh-CN" altLang="en-US" sz="2000" dirty="0">
              <a:solidFill>
                <a:schemeClr val="accent1"/>
              </a:solidFill>
            </a:endParaRPr>
          </a:p>
        </p:txBody>
      </p:sp>
      <p:sp>
        <p:nvSpPr>
          <p:cNvPr id="272" name="文本框 271"/>
          <p:cNvSpPr txBox="1"/>
          <p:nvPr/>
        </p:nvSpPr>
        <p:spPr>
          <a:xfrm>
            <a:off x="8842040" y="4061434"/>
            <a:ext cx="849423" cy="461665"/>
          </a:xfrm>
          <a:prstGeom prst="rect">
            <a:avLst/>
          </a:prstGeom>
          <a:noFill/>
        </p:spPr>
        <p:txBody>
          <a:bodyPr wrap="square" rtlCol="0">
            <a:spAutoFit/>
          </a:bodyPr>
          <a:lstStyle/>
          <a:p>
            <a:r>
              <a:rPr lang="zh-CN" altLang="en-US" sz="2400" dirty="0">
                <a:solidFill>
                  <a:schemeClr val="accent1"/>
                </a:solidFill>
              </a:rPr>
              <a:t>厚德</a:t>
            </a:r>
          </a:p>
        </p:txBody>
      </p:sp>
      <p:sp>
        <p:nvSpPr>
          <p:cNvPr id="273" name="文本框 272"/>
          <p:cNvSpPr txBox="1"/>
          <p:nvPr/>
        </p:nvSpPr>
        <p:spPr>
          <a:xfrm>
            <a:off x="7864122" y="4198994"/>
            <a:ext cx="849423" cy="461665"/>
          </a:xfrm>
          <a:prstGeom prst="rect">
            <a:avLst/>
          </a:prstGeom>
          <a:noFill/>
        </p:spPr>
        <p:txBody>
          <a:bodyPr wrap="square" rtlCol="0">
            <a:spAutoFit/>
          </a:bodyPr>
          <a:lstStyle/>
          <a:p>
            <a:r>
              <a:rPr lang="zh-CN" altLang="en-US" sz="2400" dirty="0">
                <a:solidFill>
                  <a:schemeClr val="accent1"/>
                </a:solidFill>
              </a:rPr>
              <a:t>笃学</a:t>
            </a:r>
          </a:p>
        </p:txBody>
      </p:sp>
      <p:sp>
        <p:nvSpPr>
          <p:cNvPr id="274" name="文本框 273"/>
          <p:cNvSpPr txBox="1"/>
          <p:nvPr/>
        </p:nvSpPr>
        <p:spPr>
          <a:xfrm>
            <a:off x="3946264" y="1359382"/>
            <a:ext cx="849423" cy="461665"/>
          </a:xfrm>
          <a:prstGeom prst="rect">
            <a:avLst/>
          </a:prstGeom>
          <a:noFill/>
        </p:spPr>
        <p:txBody>
          <a:bodyPr wrap="square" rtlCol="0">
            <a:spAutoFit/>
          </a:bodyPr>
          <a:lstStyle/>
          <a:p>
            <a:r>
              <a:rPr lang="zh-CN" altLang="en-US" sz="2400" dirty="0">
                <a:solidFill>
                  <a:schemeClr val="accent1"/>
                </a:solidFill>
              </a:rPr>
              <a:t>厚德</a:t>
            </a:r>
          </a:p>
        </p:txBody>
      </p:sp>
      <p:sp>
        <p:nvSpPr>
          <p:cNvPr id="275" name="文本框 274"/>
          <p:cNvSpPr txBox="1"/>
          <p:nvPr/>
        </p:nvSpPr>
        <p:spPr>
          <a:xfrm>
            <a:off x="8018492" y="3086079"/>
            <a:ext cx="1087780" cy="400110"/>
          </a:xfrm>
          <a:prstGeom prst="rect">
            <a:avLst/>
          </a:prstGeom>
          <a:noFill/>
        </p:spPr>
        <p:txBody>
          <a:bodyPr wrap="square" rtlCol="0">
            <a:spAutoFit/>
          </a:bodyPr>
          <a:lstStyle/>
          <a:p>
            <a:r>
              <a:rPr lang="zh-CN" altLang="en-US" sz="2000" dirty="0">
                <a:solidFill>
                  <a:schemeClr val="accent1"/>
                </a:solidFill>
              </a:rPr>
              <a:t>皖中央</a:t>
            </a:r>
          </a:p>
        </p:txBody>
      </p:sp>
      <p:sp>
        <p:nvSpPr>
          <p:cNvPr id="276" name="文本框 275"/>
          <p:cNvSpPr txBox="1"/>
          <p:nvPr/>
        </p:nvSpPr>
        <p:spPr>
          <a:xfrm>
            <a:off x="7654623" y="2557251"/>
            <a:ext cx="1721593" cy="523220"/>
          </a:xfrm>
          <a:prstGeom prst="rect">
            <a:avLst/>
          </a:prstGeom>
          <a:noFill/>
        </p:spPr>
        <p:txBody>
          <a:bodyPr wrap="square" rtlCol="0">
            <a:spAutoFit/>
          </a:bodyPr>
          <a:lstStyle/>
          <a:p>
            <a:r>
              <a:rPr lang="zh-CN" altLang="en-US" sz="2800" dirty="0">
                <a:solidFill>
                  <a:schemeClr val="accent1"/>
                </a:solidFill>
              </a:rPr>
              <a:t>理工类</a:t>
            </a:r>
          </a:p>
        </p:txBody>
      </p:sp>
      <p:sp>
        <p:nvSpPr>
          <p:cNvPr id="277" name="文本框 276"/>
          <p:cNvSpPr txBox="1"/>
          <p:nvPr/>
        </p:nvSpPr>
        <p:spPr>
          <a:xfrm>
            <a:off x="6025783" y="5500793"/>
            <a:ext cx="1132384" cy="461665"/>
          </a:xfrm>
          <a:prstGeom prst="rect">
            <a:avLst/>
          </a:prstGeom>
          <a:noFill/>
        </p:spPr>
        <p:txBody>
          <a:bodyPr wrap="square" rtlCol="0">
            <a:spAutoFit/>
          </a:bodyPr>
          <a:lstStyle/>
          <a:p>
            <a:r>
              <a:rPr lang="zh-CN" altLang="en-US" sz="2400" dirty="0">
                <a:solidFill>
                  <a:schemeClr val="accent1"/>
                </a:solidFill>
              </a:rPr>
              <a:t>双一流</a:t>
            </a:r>
          </a:p>
        </p:txBody>
      </p:sp>
      <p:sp>
        <p:nvSpPr>
          <p:cNvPr id="8" name="文本占位符 7"/>
          <p:cNvSpPr>
            <a:spLocks noGrp="1"/>
          </p:cNvSpPr>
          <p:nvPr>
            <p:ph type="body" sz="quarter" idx="11"/>
          </p:nvPr>
        </p:nvSpPr>
        <p:spPr/>
        <p:txBody>
          <a:bodyPr/>
          <a:lstStyle/>
          <a:p>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任意多边形: 形状 19"/>
          <p:cNvSpPr/>
          <p:nvPr/>
        </p:nvSpPr>
        <p:spPr>
          <a:xfrm flipH="1" flipV="1">
            <a:off x="-17214" y="3477"/>
            <a:ext cx="12242406" cy="4910462"/>
          </a:xfrm>
          <a:custGeom>
            <a:avLst/>
            <a:gdLst>
              <a:gd name="connsiteX0" fmla="*/ 12157494 w 12192000"/>
              <a:gd name="connsiteY0" fmla="*/ 1914077 h 5630160"/>
              <a:gd name="connsiteX1" fmla="*/ 6096000 w 12192000"/>
              <a:gd name="connsiteY1" fmla="*/ 1914077 h 5630160"/>
              <a:gd name="connsiteX2" fmla="*/ 6094831 w 12192000"/>
              <a:gd name="connsiteY2" fmla="*/ 1914077 h 5630160"/>
              <a:gd name="connsiteX3" fmla="*/ 33337 w 12192000"/>
              <a:gd name="connsiteY3" fmla="*/ 1914077 h 5630160"/>
              <a:gd name="connsiteX4" fmla="*/ 5591346 w 12192000"/>
              <a:gd name="connsiteY4" fmla="*/ 266313 h 5630160"/>
              <a:gd name="connsiteX5" fmla="*/ 6094831 w 12192000"/>
              <a:gd name="connsiteY5" fmla="*/ 617 h 5630160"/>
              <a:gd name="connsiteX6" fmla="*/ 6094831 w 12192000"/>
              <a:gd name="connsiteY6" fmla="*/ 1 h 5630160"/>
              <a:gd name="connsiteX7" fmla="*/ 6094832 w 12192000"/>
              <a:gd name="connsiteY7" fmla="*/ 0 h 5630160"/>
              <a:gd name="connsiteX8" fmla="*/ 6095416 w 12192000"/>
              <a:gd name="connsiteY8" fmla="*/ 308 h 5630160"/>
              <a:gd name="connsiteX9" fmla="*/ 6095999 w 12192000"/>
              <a:gd name="connsiteY9" fmla="*/ 0 h 5630160"/>
              <a:gd name="connsiteX10" fmla="*/ 6096000 w 12192000"/>
              <a:gd name="connsiteY10" fmla="*/ 1 h 5630160"/>
              <a:gd name="connsiteX11" fmla="*/ 6096000 w 12192000"/>
              <a:gd name="connsiteY11" fmla="*/ 617 h 5630160"/>
              <a:gd name="connsiteX12" fmla="*/ 6599484 w 12192000"/>
              <a:gd name="connsiteY12" fmla="*/ 266313 h 5630160"/>
              <a:gd name="connsiteX13" fmla="*/ 12157494 w 12192000"/>
              <a:gd name="connsiteY13" fmla="*/ 1914077 h 5630160"/>
              <a:gd name="connsiteX14" fmla="*/ 12192000 w 12192000"/>
              <a:gd name="connsiteY14" fmla="*/ 5630160 h 5630160"/>
              <a:gd name="connsiteX15" fmla="*/ 0 w 12192000"/>
              <a:gd name="connsiteY15" fmla="*/ 5630160 h 5630160"/>
              <a:gd name="connsiteX16" fmla="*/ 0 w 12192000"/>
              <a:gd name="connsiteY16" fmla="*/ 4498876 h 5630160"/>
              <a:gd name="connsiteX17" fmla="*/ 0 w 12192000"/>
              <a:gd name="connsiteY17" fmla="*/ 3421631 h 5630160"/>
              <a:gd name="connsiteX18" fmla="*/ 0 w 12192000"/>
              <a:gd name="connsiteY18" fmla="*/ 1914079 h 5630160"/>
              <a:gd name="connsiteX19" fmla="*/ 12190832 w 12192000"/>
              <a:gd name="connsiteY19" fmla="*/ 1914079 h 5630160"/>
              <a:gd name="connsiteX20" fmla="*/ 12190832 w 12192000"/>
              <a:gd name="connsiteY20" fmla="*/ 3421631 h 5630160"/>
              <a:gd name="connsiteX21" fmla="*/ 12192000 w 12192000"/>
              <a:gd name="connsiteY21" fmla="*/ 3421631 h 563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5630160">
                <a:moveTo>
                  <a:pt x="12157494" y="1914077"/>
                </a:moveTo>
                <a:lnTo>
                  <a:pt x="6096000" y="1914077"/>
                </a:lnTo>
                <a:lnTo>
                  <a:pt x="6094831" y="1914077"/>
                </a:lnTo>
                <a:lnTo>
                  <a:pt x="33337" y="1914077"/>
                </a:lnTo>
                <a:cubicBezTo>
                  <a:pt x="1983224" y="1659285"/>
                  <a:pt x="3155367" y="1521549"/>
                  <a:pt x="5591346" y="266313"/>
                </a:cubicBezTo>
                <a:lnTo>
                  <a:pt x="6094831" y="617"/>
                </a:lnTo>
                <a:lnTo>
                  <a:pt x="6094831" y="1"/>
                </a:lnTo>
                <a:lnTo>
                  <a:pt x="6094832" y="0"/>
                </a:lnTo>
                <a:lnTo>
                  <a:pt x="6095416" y="308"/>
                </a:lnTo>
                <a:lnTo>
                  <a:pt x="6095999" y="0"/>
                </a:lnTo>
                <a:lnTo>
                  <a:pt x="6096000" y="1"/>
                </a:lnTo>
                <a:lnTo>
                  <a:pt x="6096000" y="617"/>
                </a:lnTo>
                <a:lnTo>
                  <a:pt x="6599484" y="266313"/>
                </a:lnTo>
                <a:cubicBezTo>
                  <a:pt x="9035464" y="1521549"/>
                  <a:pt x="10207606" y="1659285"/>
                  <a:pt x="12157494" y="1914077"/>
                </a:cubicBezTo>
                <a:close/>
                <a:moveTo>
                  <a:pt x="12192000" y="5630160"/>
                </a:moveTo>
                <a:lnTo>
                  <a:pt x="0" y="5630160"/>
                </a:lnTo>
                <a:lnTo>
                  <a:pt x="0" y="4498876"/>
                </a:lnTo>
                <a:lnTo>
                  <a:pt x="0" y="3421631"/>
                </a:lnTo>
                <a:lnTo>
                  <a:pt x="0" y="1914079"/>
                </a:lnTo>
                <a:lnTo>
                  <a:pt x="12190832" y="1914079"/>
                </a:lnTo>
                <a:lnTo>
                  <a:pt x="12190832" y="3421631"/>
                </a:lnTo>
                <a:lnTo>
                  <a:pt x="12192000" y="3421631"/>
                </a:lnTo>
                <a:close/>
              </a:path>
            </a:pathLst>
          </a:custGeom>
          <a:blipFill dpi="0" rotWithShape="0">
            <a:blip r:embed="rId3" cstate="email">
              <a:extLst>
                <a:ext uri="{BEBA8EAE-BF5A-486C-A8C5-ECC9F3942E4B}">
                  <a14:imgProps xmlns:a14="http://schemas.microsoft.com/office/drawing/2010/main">
                    <a14:imgLayer r:embed="rId4">
                      <a14:imgEffect>
                        <a14:brightnessContrast contrast="16000"/>
                      </a14:imgEffect>
                      <a14:imgEffect>
                        <a14:sharpenSoften amount="6000"/>
                      </a14:imgEffect>
                    </a14:imgLayer>
                  </a14:imgProps>
                </a:ext>
              </a:extLst>
            </a:blip>
            <a:srcRect/>
            <a:tile tx="-6350" ty="-311150" sx="100000" sy="100000" flip="none"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任意多边形: 形状 20"/>
          <p:cNvSpPr/>
          <p:nvPr/>
        </p:nvSpPr>
        <p:spPr>
          <a:xfrm flipH="1" flipV="1">
            <a:off x="7986" y="0"/>
            <a:ext cx="12217204" cy="4910462"/>
          </a:xfrm>
          <a:custGeom>
            <a:avLst/>
            <a:gdLst>
              <a:gd name="connsiteX0" fmla="*/ 12157494 w 12192000"/>
              <a:gd name="connsiteY0" fmla="*/ 1914077 h 5630160"/>
              <a:gd name="connsiteX1" fmla="*/ 6096000 w 12192000"/>
              <a:gd name="connsiteY1" fmla="*/ 1914077 h 5630160"/>
              <a:gd name="connsiteX2" fmla="*/ 6094831 w 12192000"/>
              <a:gd name="connsiteY2" fmla="*/ 1914077 h 5630160"/>
              <a:gd name="connsiteX3" fmla="*/ 33337 w 12192000"/>
              <a:gd name="connsiteY3" fmla="*/ 1914077 h 5630160"/>
              <a:gd name="connsiteX4" fmla="*/ 5591346 w 12192000"/>
              <a:gd name="connsiteY4" fmla="*/ 266313 h 5630160"/>
              <a:gd name="connsiteX5" fmla="*/ 6094831 w 12192000"/>
              <a:gd name="connsiteY5" fmla="*/ 617 h 5630160"/>
              <a:gd name="connsiteX6" fmla="*/ 6094831 w 12192000"/>
              <a:gd name="connsiteY6" fmla="*/ 1 h 5630160"/>
              <a:gd name="connsiteX7" fmla="*/ 6094832 w 12192000"/>
              <a:gd name="connsiteY7" fmla="*/ 0 h 5630160"/>
              <a:gd name="connsiteX8" fmla="*/ 6095416 w 12192000"/>
              <a:gd name="connsiteY8" fmla="*/ 308 h 5630160"/>
              <a:gd name="connsiteX9" fmla="*/ 6095999 w 12192000"/>
              <a:gd name="connsiteY9" fmla="*/ 0 h 5630160"/>
              <a:gd name="connsiteX10" fmla="*/ 6096000 w 12192000"/>
              <a:gd name="connsiteY10" fmla="*/ 1 h 5630160"/>
              <a:gd name="connsiteX11" fmla="*/ 6096000 w 12192000"/>
              <a:gd name="connsiteY11" fmla="*/ 617 h 5630160"/>
              <a:gd name="connsiteX12" fmla="*/ 6599484 w 12192000"/>
              <a:gd name="connsiteY12" fmla="*/ 266313 h 5630160"/>
              <a:gd name="connsiteX13" fmla="*/ 12157494 w 12192000"/>
              <a:gd name="connsiteY13" fmla="*/ 1914077 h 5630160"/>
              <a:gd name="connsiteX14" fmla="*/ 12192000 w 12192000"/>
              <a:gd name="connsiteY14" fmla="*/ 5630160 h 5630160"/>
              <a:gd name="connsiteX15" fmla="*/ 0 w 12192000"/>
              <a:gd name="connsiteY15" fmla="*/ 5630160 h 5630160"/>
              <a:gd name="connsiteX16" fmla="*/ 0 w 12192000"/>
              <a:gd name="connsiteY16" fmla="*/ 4498876 h 5630160"/>
              <a:gd name="connsiteX17" fmla="*/ 0 w 12192000"/>
              <a:gd name="connsiteY17" fmla="*/ 3421631 h 5630160"/>
              <a:gd name="connsiteX18" fmla="*/ 0 w 12192000"/>
              <a:gd name="connsiteY18" fmla="*/ 1914079 h 5630160"/>
              <a:gd name="connsiteX19" fmla="*/ 12190832 w 12192000"/>
              <a:gd name="connsiteY19" fmla="*/ 1914079 h 5630160"/>
              <a:gd name="connsiteX20" fmla="*/ 12190832 w 12192000"/>
              <a:gd name="connsiteY20" fmla="*/ 3421631 h 5630160"/>
              <a:gd name="connsiteX21" fmla="*/ 12192000 w 12192000"/>
              <a:gd name="connsiteY21" fmla="*/ 3421631 h 563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5630160">
                <a:moveTo>
                  <a:pt x="12157494" y="1914077"/>
                </a:moveTo>
                <a:lnTo>
                  <a:pt x="6096000" y="1914077"/>
                </a:lnTo>
                <a:lnTo>
                  <a:pt x="6094831" y="1914077"/>
                </a:lnTo>
                <a:lnTo>
                  <a:pt x="33337" y="1914077"/>
                </a:lnTo>
                <a:cubicBezTo>
                  <a:pt x="1983224" y="1659285"/>
                  <a:pt x="3155367" y="1521549"/>
                  <a:pt x="5591346" y="266313"/>
                </a:cubicBezTo>
                <a:lnTo>
                  <a:pt x="6094831" y="617"/>
                </a:lnTo>
                <a:lnTo>
                  <a:pt x="6094831" y="1"/>
                </a:lnTo>
                <a:lnTo>
                  <a:pt x="6094832" y="0"/>
                </a:lnTo>
                <a:lnTo>
                  <a:pt x="6095416" y="308"/>
                </a:lnTo>
                <a:lnTo>
                  <a:pt x="6095999" y="0"/>
                </a:lnTo>
                <a:lnTo>
                  <a:pt x="6096000" y="1"/>
                </a:lnTo>
                <a:lnTo>
                  <a:pt x="6096000" y="617"/>
                </a:lnTo>
                <a:lnTo>
                  <a:pt x="6599484" y="266313"/>
                </a:lnTo>
                <a:cubicBezTo>
                  <a:pt x="9035464" y="1521549"/>
                  <a:pt x="10207606" y="1659285"/>
                  <a:pt x="12157494" y="1914077"/>
                </a:cubicBezTo>
                <a:close/>
                <a:moveTo>
                  <a:pt x="12192000" y="5630160"/>
                </a:moveTo>
                <a:lnTo>
                  <a:pt x="0" y="5630160"/>
                </a:lnTo>
                <a:lnTo>
                  <a:pt x="0" y="4498876"/>
                </a:lnTo>
                <a:lnTo>
                  <a:pt x="0" y="3421631"/>
                </a:lnTo>
                <a:lnTo>
                  <a:pt x="0" y="1914079"/>
                </a:lnTo>
                <a:lnTo>
                  <a:pt x="12190832" y="1914079"/>
                </a:lnTo>
                <a:lnTo>
                  <a:pt x="12190832" y="3421631"/>
                </a:lnTo>
                <a:lnTo>
                  <a:pt x="12192000" y="342163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3" name="组合 22"/>
          <p:cNvGrpSpPr/>
          <p:nvPr/>
        </p:nvGrpSpPr>
        <p:grpSpPr>
          <a:xfrm>
            <a:off x="-83202" y="3220500"/>
            <a:ext cx="12341876" cy="1708938"/>
            <a:chOff x="-58746" y="3291697"/>
            <a:chExt cx="12140523" cy="1710653"/>
          </a:xfrm>
        </p:grpSpPr>
        <p:sp>
          <p:nvSpPr>
            <p:cNvPr id="18" name="任意多边形: 形状 17"/>
            <p:cNvSpPr/>
            <p:nvPr/>
          </p:nvSpPr>
          <p:spPr>
            <a:xfrm>
              <a:off x="5985777" y="3291697"/>
              <a:ext cx="6096000"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flip="none" rotWithShape="1">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tileRect/>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flipH="1">
              <a:off x="-58746" y="3291697"/>
              <a:ext cx="6127973" cy="1710653"/>
            </a:xfrm>
            <a:custGeom>
              <a:avLst/>
              <a:gdLst>
                <a:gd name="connsiteX0" fmla="*/ 6061299 w 6061299"/>
                <a:gd name="connsiteY0" fmla="*/ 0 h 1710653"/>
                <a:gd name="connsiteX1" fmla="*/ 5973955 w 6061299"/>
                <a:gd name="connsiteY1" fmla="*/ 71619 h 1710653"/>
                <a:gd name="connsiteX2" fmla="*/ 5303807 w 6061299"/>
                <a:gd name="connsiteY2" fmla="*/ 1002731 h 1710653"/>
                <a:gd name="connsiteX3" fmla="*/ 0 w 6061299"/>
                <a:gd name="connsiteY3" fmla="*/ 1710653 h 1710653"/>
                <a:gd name="connsiteX4" fmla="*/ 216698 w 6061299"/>
                <a:gd name="connsiteY4" fmla="*/ 1594237 h 1710653"/>
                <a:gd name="connsiteX5" fmla="*/ 504653 w 6061299"/>
                <a:gd name="connsiteY5" fmla="*/ 1459615 h 1710653"/>
                <a:gd name="connsiteX6" fmla="*/ 5363924 w 6061299"/>
                <a:gd name="connsiteY6" fmla="*/ 81761 h 171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1299" h="1710653">
                  <a:moveTo>
                    <a:pt x="6061299" y="0"/>
                  </a:moveTo>
                  <a:lnTo>
                    <a:pt x="5973955" y="71619"/>
                  </a:lnTo>
                  <a:cubicBezTo>
                    <a:pt x="5561030" y="412317"/>
                    <a:pt x="5508238" y="495233"/>
                    <a:pt x="5303807" y="1002731"/>
                  </a:cubicBezTo>
                  <a:cubicBezTo>
                    <a:pt x="2794000" y="910901"/>
                    <a:pt x="1748886" y="1172395"/>
                    <a:pt x="0" y="1710653"/>
                  </a:cubicBezTo>
                  <a:lnTo>
                    <a:pt x="216698" y="1594237"/>
                  </a:lnTo>
                  <a:lnTo>
                    <a:pt x="504653" y="1459615"/>
                  </a:lnTo>
                  <a:cubicBezTo>
                    <a:pt x="2636135" y="486589"/>
                    <a:pt x="3799992" y="271538"/>
                    <a:pt x="5363924" y="81761"/>
                  </a:cubicBezTo>
                  <a:close/>
                </a:path>
              </a:pathLst>
            </a:custGeom>
            <a:gradFill>
              <a:gsLst>
                <a:gs pos="33000">
                  <a:schemeClr val="bg1"/>
                </a:gs>
                <a:gs pos="51000">
                  <a:srgbClr val="E6E6E7"/>
                </a:gs>
                <a:gs pos="44000">
                  <a:schemeClr val="bg1">
                    <a:lumMod val="95000"/>
                  </a:schemeClr>
                </a:gs>
                <a:gs pos="30000">
                  <a:srgbClr val="E7E7E8"/>
                </a:gs>
                <a:gs pos="26000">
                  <a:schemeClr val="bg1"/>
                </a:gs>
                <a:gs pos="72000">
                  <a:schemeClr val="bg1"/>
                </a:gs>
                <a:gs pos="100000">
                  <a:schemeClr val="bg1"/>
                </a:gs>
              </a:gsLst>
              <a:lin ang="4800000" scaled="0"/>
            </a:gradFill>
            <a:ln>
              <a:noFill/>
            </a:ln>
            <a:effectLst>
              <a:outerShdw blurRad="228600" dist="1397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993807" y="1705229"/>
            <a:ext cx="8204386" cy="923330"/>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感谢您的耐心聆听</a:t>
            </a:r>
          </a:p>
        </p:txBody>
      </p:sp>
      <p:sp>
        <p:nvSpPr>
          <p:cNvPr id="42" name="文本框 41"/>
          <p:cNvSpPr txBox="1"/>
          <p:nvPr/>
        </p:nvSpPr>
        <p:spPr>
          <a:xfrm>
            <a:off x="3302001" y="2541789"/>
            <a:ext cx="5587999" cy="307777"/>
          </a:xfrm>
          <a:prstGeom prst="rect">
            <a:avLst/>
          </a:prstGeom>
          <a:noFill/>
        </p:spPr>
        <p:txBody>
          <a:bodyPr wrap="square" rtlCol="0">
            <a:spAutoFit/>
          </a:bodyPr>
          <a:lstStyle/>
          <a:p>
            <a:pPr algn="dist"/>
            <a:r>
              <a:rPr lang="en-US" altLang="zh-CN" sz="1400" dirty="0">
                <a:solidFill>
                  <a:schemeClr val="bg1">
                    <a:lumMod val="95000"/>
                  </a:schemeClr>
                </a:solidFill>
              </a:rPr>
              <a:t>Thank  You For Your Patience to listen</a:t>
            </a:r>
            <a:endParaRPr lang="zh-CN" altLang="en-US" sz="1400" dirty="0">
              <a:solidFill>
                <a:schemeClr val="bg1">
                  <a:lumMod val="95000"/>
                </a:schemeClr>
              </a:solidFill>
            </a:endParaRPr>
          </a:p>
        </p:txBody>
      </p:sp>
      <p:sp>
        <p:nvSpPr>
          <p:cNvPr id="33" name="椭圆 32"/>
          <p:cNvSpPr/>
          <p:nvPr/>
        </p:nvSpPr>
        <p:spPr>
          <a:xfrm>
            <a:off x="5553075" y="4292877"/>
            <a:ext cx="1085850" cy="1085850"/>
          </a:xfrm>
          <a:prstGeom prst="ellipse">
            <a:avLst/>
          </a:prstGeom>
          <a:solidFill>
            <a:schemeClr val="bg1"/>
          </a:solidFill>
          <a:ln>
            <a:noFill/>
          </a:ln>
          <a:effectLst>
            <a:outerShdw blurRad="165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120912" y="5371453"/>
            <a:ext cx="1950177" cy="537838"/>
          </a:xfrm>
          <a:prstGeom prst="rect">
            <a:avLst/>
          </a:prstGeom>
        </p:spPr>
      </p:pic>
      <p:pic>
        <p:nvPicPr>
          <p:cNvPr id="17" name="图片 16"/>
          <p:cNvPicPr>
            <a:picLocks noChangeAspect="1"/>
          </p:cNvPicPr>
          <p:nvPr/>
        </p:nvPicPr>
        <p:blipFill rotWithShape="1">
          <a:blip r:embed="rId6"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66699" y="4338251"/>
            <a:ext cx="1033202" cy="1033202"/>
          </a:xfrm>
          <a:prstGeom prst="ellipse">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6748897" y="1352375"/>
            <a:ext cx="4511947" cy="459069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矩形 19"/>
          <p:cNvSpPr/>
          <p:nvPr/>
        </p:nvSpPr>
        <p:spPr>
          <a:xfrm>
            <a:off x="1053896" y="1352376"/>
            <a:ext cx="4511947" cy="459069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16" name="组合 15"/>
          <p:cNvGrpSpPr/>
          <p:nvPr/>
        </p:nvGrpSpPr>
        <p:grpSpPr>
          <a:xfrm>
            <a:off x="845334" y="1073516"/>
            <a:ext cx="4511947" cy="4710968"/>
            <a:chOff x="812800" y="1448532"/>
            <a:chExt cx="4511947" cy="4710968"/>
          </a:xfrm>
        </p:grpSpPr>
        <p:sp>
          <p:nvSpPr>
            <p:cNvPr id="12" name="矩形 11"/>
            <p:cNvSpPr/>
            <p:nvPr/>
          </p:nvSpPr>
          <p:spPr>
            <a:xfrm>
              <a:off x="822803" y="1448532"/>
              <a:ext cx="4482110" cy="4590691"/>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矩形 12"/>
            <p:cNvSpPr/>
            <p:nvPr/>
          </p:nvSpPr>
          <p:spPr>
            <a:xfrm>
              <a:off x="812800" y="6039223"/>
              <a:ext cx="4511947" cy="120277"/>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 name="文本占位符 1"/>
          <p:cNvSpPr>
            <a:spLocks noGrp="1"/>
          </p:cNvSpPr>
          <p:nvPr>
            <p:ph type="body" sz="quarter" idx="10"/>
          </p:nvPr>
        </p:nvSpPr>
        <p:spPr/>
        <p:txBody>
          <a:bodyPr/>
          <a:lstStyle/>
          <a:p>
            <a:r>
              <a:rPr lang="zh-CN" altLang="en-US" dirty="0">
                <a:solidFill>
                  <a:schemeClr val="accent1"/>
                </a:solidFill>
              </a:rPr>
              <a:t>设计规范</a:t>
            </a:r>
          </a:p>
        </p:txBody>
      </p:sp>
      <p:sp>
        <p:nvSpPr>
          <p:cNvPr id="3" name="文本占位符 2"/>
          <p:cNvSpPr>
            <a:spLocks noGrp="1"/>
          </p:cNvSpPr>
          <p:nvPr>
            <p:ph type="body" sz="quarter" idx="11"/>
          </p:nvPr>
        </p:nvSpPr>
        <p:spPr/>
        <p:txBody>
          <a:bodyPr/>
          <a:lstStyle/>
          <a:p>
            <a:endParaRPr lang="zh-CN" altLang="en-US"/>
          </a:p>
        </p:txBody>
      </p:sp>
      <p:sp>
        <p:nvSpPr>
          <p:cNvPr id="4" name="文本框 3"/>
          <p:cNvSpPr txBox="1"/>
          <p:nvPr/>
        </p:nvSpPr>
        <p:spPr>
          <a:xfrm>
            <a:off x="1234802" y="1354201"/>
            <a:ext cx="1727200" cy="492443"/>
          </a:xfrm>
          <a:prstGeom prst="rect">
            <a:avLst/>
          </a:prstGeom>
          <a:noFill/>
        </p:spPr>
        <p:txBody>
          <a:bodyPr wrap="square" rtlCol="0">
            <a:spAutoFit/>
          </a:bodyPr>
          <a:lstStyle/>
          <a:p>
            <a:r>
              <a:rPr lang="zh-CN" altLang="en-US" sz="2600" b="1" dirty="0">
                <a:solidFill>
                  <a:schemeClr val="accent1"/>
                </a:solidFill>
              </a:rPr>
              <a:t>字体规范</a:t>
            </a:r>
          </a:p>
        </p:txBody>
      </p:sp>
      <p:sp>
        <p:nvSpPr>
          <p:cNvPr id="5" name="文本框 4"/>
          <p:cNvSpPr txBox="1"/>
          <p:nvPr/>
        </p:nvSpPr>
        <p:spPr>
          <a:xfrm>
            <a:off x="1234802" y="2249251"/>
            <a:ext cx="653142" cy="369332"/>
          </a:xfrm>
          <a:prstGeom prst="rect">
            <a:avLst/>
          </a:prstGeom>
          <a:noFill/>
        </p:spPr>
        <p:txBody>
          <a:bodyPr wrap="square" rtlCol="0">
            <a:spAutoFit/>
          </a:bodyPr>
          <a:lstStyle/>
          <a:p>
            <a:r>
              <a:rPr lang="zh-CN" altLang="en-US" b="1" dirty="0">
                <a:solidFill>
                  <a:schemeClr val="tx1">
                    <a:lumMod val="50000"/>
                    <a:lumOff val="50000"/>
                  </a:schemeClr>
                </a:solidFill>
              </a:rPr>
              <a:t>中文</a:t>
            </a:r>
            <a:endParaRPr lang="zh-CN" altLang="en-US" sz="2400" b="1" dirty="0">
              <a:solidFill>
                <a:schemeClr val="tx1">
                  <a:lumMod val="50000"/>
                  <a:lumOff val="50000"/>
                </a:schemeClr>
              </a:solidFill>
            </a:endParaRPr>
          </a:p>
        </p:txBody>
      </p:sp>
      <p:sp>
        <p:nvSpPr>
          <p:cNvPr id="6" name="文本框 5"/>
          <p:cNvSpPr txBox="1"/>
          <p:nvPr/>
        </p:nvSpPr>
        <p:spPr>
          <a:xfrm>
            <a:off x="1234802" y="3102152"/>
            <a:ext cx="653142" cy="369332"/>
          </a:xfrm>
          <a:prstGeom prst="rect">
            <a:avLst/>
          </a:prstGeom>
          <a:noFill/>
        </p:spPr>
        <p:txBody>
          <a:bodyPr wrap="square" rtlCol="0">
            <a:spAutoFit/>
          </a:bodyPr>
          <a:lstStyle/>
          <a:p>
            <a:r>
              <a:rPr lang="zh-CN" altLang="en-US" b="1" dirty="0">
                <a:solidFill>
                  <a:schemeClr val="tx1">
                    <a:lumMod val="50000"/>
                    <a:lumOff val="50000"/>
                  </a:schemeClr>
                </a:solidFill>
              </a:rPr>
              <a:t>英文</a:t>
            </a:r>
            <a:endParaRPr lang="zh-CN" altLang="en-US" sz="2400" b="1" dirty="0">
              <a:solidFill>
                <a:schemeClr val="tx1">
                  <a:lumMod val="50000"/>
                  <a:lumOff val="50000"/>
                </a:schemeClr>
              </a:solidFill>
            </a:endParaRPr>
          </a:p>
        </p:txBody>
      </p:sp>
      <p:sp>
        <p:nvSpPr>
          <p:cNvPr id="7" name="矩形 6"/>
          <p:cNvSpPr/>
          <p:nvPr/>
        </p:nvSpPr>
        <p:spPr>
          <a:xfrm>
            <a:off x="1887944" y="2203084"/>
            <a:ext cx="1500732" cy="461665"/>
          </a:xfrm>
          <a:prstGeom prst="rect">
            <a:avLst/>
          </a:prstGeom>
        </p:spPr>
        <p:txBody>
          <a:bodyPr wrap="none">
            <a:spAutoFit/>
          </a:bodyPr>
          <a:lstStyle/>
          <a:p>
            <a:r>
              <a:rPr lang="zh-CN" altLang="en-US" sz="2400" b="1" dirty="0">
                <a:solidFill>
                  <a:schemeClr val="tx1">
                    <a:lumMod val="50000"/>
                    <a:lumOff val="50000"/>
                  </a:schemeClr>
                </a:solidFill>
              </a:rPr>
              <a:t> 微软雅黑</a:t>
            </a:r>
            <a:endParaRPr lang="zh-CN" altLang="en-US" sz="2400" dirty="0"/>
          </a:p>
        </p:txBody>
      </p:sp>
      <p:sp>
        <p:nvSpPr>
          <p:cNvPr id="8" name="矩形 7"/>
          <p:cNvSpPr/>
          <p:nvPr/>
        </p:nvSpPr>
        <p:spPr>
          <a:xfrm>
            <a:off x="2016652" y="3053984"/>
            <a:ext cx="869149" cy="461665"/>
          </a:xfrm>
          <a:prstGeom prst="rect">
            <a:avLst/>
          </a:prstGeom>
        </p:spPr>
        <p:txBody>
          <a:bodyPr wrap="none">
            <a:spAutoFit/>
          </a:bodyPr>
          <a:lstStyle/>
          <a:p>
            <a:r>
              <a:rPr lang="en-US" altLang="zh-CN" sz="2400" b="1" dirty="0">
                <a:solidFill>
                  <a:schemeClr val="tx1">
                    <a:lumMod val="50000"/>
                    <a:lumOff val="50000"/>
                  </a:schemeClr>
                </a:solidFill>
              </a:rPr>
              <a:t>Arial</a:t>
            </a:r>
            <a:endParaRPr lang="zh-CN" altLang="en-US" sz="2400" b="1" dirty="0">
              <a:solidFill>
                <a:schemeClr val="tx1">
                  <a:lumMod val="50000"/>
                  <a:lumOff val="50000"/>
                </a:schemeClr>
              </a:solidFill>
            </a:endParaRPr>
          </a:p>
        </p:txBody>
      </p:sp>
      <p:cxnSp>
        <p:nvCxnSpPr>
          <p:cNvPr id="10" name="直接连接符 9"/>
          <p:cNvCxnSpPr/>
          <p:nvPr/>
        </p:nvCxnSpPr>
        <p:spPr>
          <a:xfrm>
            <a:off x="1887944" y="2249251"/>
            <a:ext cx="0" cy="36933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887944" y="3100151"/>
            <a:ext cx="0" cy="36933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234802" y="3930597"/>
            <a:ext cx="3826925" cy="1156407"/>
          </a:xfrm>
          <a:prstGeom prst="rect">
            <a:avLst/>
          </a:prstGeom>
          <a:noFill/>
        </p:spPr>
        <p:txBody>
          <a:bodyPr wrap="square" rtlCol="0">
            <a:spAutoFit/>
          </a:bodyPr>
          <a:lstStyle/>
          <a:p>
            <a:pPr>
              <a:lnSpc>
                <a:spcPct val="150000"/>
              </a:lnSpc>
            </a:pPr>
            <a:r>
              <a:rPr lang="zh-CN" altLang="en-US" sz="1600" dirty="0">
                <a:solidFill>
                  <a:schemeClr val="tx1">
                    <a:lumMod val="50000"/>
                    <a:lumOff val="50000"/>
                  </a:schemeClr>
                </a:solidFill>
              </a:rPr>
              <a:t>注意：以上字体属于版权字体，未经授权不可作为商业用途如需使用，请自行购买版权。</a:t>
            </a:r>
          </a:p>
        </p:txBody>
      </p:sp>
      <p:grpSp>
        <p:nvGrpSpPr>
          <p:cNvPr id="17" name="组合 16"/>
          <p:cNvGrpSpPr/>
          <p:nvPr/>
        </p:nvGrpSpPr>
        <p:grpSpPr>
          <a:xfrm>
            <a:off x="6528599" y="1073516"/>
            <a:ext cx="4511947" cy="4710968"/>
            <a:chOff x="812800" y="1448532"/>
            <a:chExt cx="4511947" cy="4710968"/>
          </a:xfrm>
        </p:grpSpPr>
        <p:sp>
          <p:nvSpPr>
            <p:cNvPr id="18" name="矩形 17"/>
            <p:cNvSpPr/>
            <p:nvPr/>
          </p:nvSpPr>
          <p:spPr>
            <a:xfrm>
              <a:off x="822803" y="1448532"/>
              <a:ext cx="4482110" cy="4590691"/>
            </a:xfrm>
            <a:prstGeom prst="rect">
              <a:avLst/>
            </a:prstGeom>
            <a:solidFill>
              <a:schemeClr val="bg1">
                <a:alpha val="99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矩形 18"/>
            <p:cNvSpPr/>
            <p:nvPr/>
          </p:nvSpPr>
          <p:spPr>
            <a:xfrm>
              <a:off x="812800" y="6039223"/>
              <a:ext cx="4511947" cy="120277"/>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5" name="文本框 24"/>
          <p:cNvSpPr txBox="1"/>
          <p:nvPr/>
        </p:nvSpPr>
        <p:spPr>
          <a:xfrm>
            <a:off x="6782600" y="1352375"/>
            <a:ext cx="1727200" cy="492443"/>
          </a:xfrm>
          <a:prstGeom prst="rect">
            <a:avLst/>
          </a:prstGeom>
          <a:noFill/>
        </p:spPr>
        <p:txBody>
          <a:bodyPr wrap="square" rtlCol="0">
            <a:spAutoFit/>
          </a:bodyPr>
          <a:lstStyle/>
          <a:p>
            <a:r>
              <a:rPr lang="zh-CN" altLang="en-US" sz="2600" b="1" dirty="0">
                <a:solidFill>
                  <a:schemeClr val="accent1"/>
                </a:solidFill>
              </a:rPr>
              <a:t>色彩规范</a:t>
            </a:r>
          </a:p>
        </p:txBody>
      </p:sp>
      <p:sp>
        <p:nvSpPr>
          <p:cNvPr id="26" name="椭圆 25"/>
          <p:cNvSpPr/>
          <p:nvPr/>
        </p:nvSpPr>
        <p:spPr>
          <a:xfrm>
            <a:off x="7646200" y="2123677"/>
            <a:ext cx="745066" cy="745066"/>
          </a:xfrm>
          <a:prstGeom prst="ellipse">
            <a:avLst/>
          </a:prstGeom>
          <a:solidFill>
            <a:schemeClr val="accent1"/>
          </a:solid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7" name="文本框 26"/>
          <p:cNvSpPr txBox="1"/>
          <p:nvPr/>
        </p:nvSpPr>
        <p:spPr>
          <a:xfrm>
            <a:off x="6784345" y="2249251"/>
            <a:ext cx="653142" cy="830997"/>
          </a:xfrm>
          <a:prstGeom prst="rect">
            <a:avLst/>
          </a:prstGeom>
          <a:noFill/>
        </p:spPr>
        <p:txBody>
          <a:bodyPr wrap="square" rtlCol="0">
            <a:spAutoFit/>
          </a:bodyPr>
          <a:lstStyle>
            <a:defPPr>
              <a:defRPr lang="zh-CN"/>
            </a:defPPr>
            <a:lvl1pPr>
              <a:defRPr b="1">
                <a:solidFill>
                  <a:schemeClr val="tx1">
                    <a:lumMod val="50000"/>
                    <a:lumOff val="50000"/>
                  </a:schemeClr>
                </a:solidFill>
              </a:defRPr>
            </a:lvl1pPr>
          </a:lstStyle>
          <a:p>
            <a:r>
              <a:rPr lang="zh-CN" altLang="en-US" dirty="0"/>
              <a:t>主色</a:t>
            </a:r>
          </a:p>
        </p:txBody>
      </p:sp>
      <p:cxnSp>
        <p:nvCxnSpPr>
          <p:cNvPr id="28" name="直接连接符 27"/>
          <p:cNvCxnSpPr/>
          <p:nvPr/>
        </p:nvCxnSpPr>
        <p:spPr>
          <a:xfrm>
            <a:off x="7437487" y="2249251"/>
            <a:ext cx="0" cy="36933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8559521" y="2311544"/>
            <a:ext cx="1146468" cy="369332"/>
          </a:xfrm>
          <a:prstGeom prst="rect">
            <a:avLst/>
          </a:prstGeom>
        </p:spPr>
        <p:txBody>
          <a:bodyPr wrap="none">
            <a:spAutoFit/>
          </a:bodyPr>
          <a:lstStyle/>
          <a:p>
            <a:pPr algn="ctr"/>
            <a:r>
              <a:rPr lang="en-US" altLang="zh-CN" dirty="0">
                <a:solidFill>
                  <a:schemeClr val="tx1">
                    <a:lumMod val="50000"/>
                    <a:lumOff val="50000"/>
                  </a:schemeClr>
                </a:solidFill>
              </a:rPr>
              <a:t>#AE282F</a:t>
            </a:r>
            <a:endParaRPr lang="zh-CN" altLang="en-US" dirty="0">
              <a:solidFill>
                <a:schemeClr val="tx1">
                  <a:lumMod val="50000"/>
                  <a:lumOff val="50000"/>
                </a:schemeClr>
              </a:solidFill>
            </a:endParaRPr>
          </a:p>
        </p:txBody>
      </p:sp>
      <p:sp>
        <p:nvSpPr>
          <p:cNvPr id="30" name="椭圆 29"/>
          <p:cNvSpPr/>
          <p:nvPr/>
        </p:nvSpPr>
        <p:spPr>
          <a:xfrm>
            <a:off x="7657223" y="3056467"/>
            <a:ext cx="745066" cy="745066"/>
          </a:xfrm>
          <a:prstGeom prst="ellipse">
            <a:avLst/>
          </a:prstGeom>
          <a:solidFill>
            <a:schemeClr val="accent6"/>
          </a:solid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1" name="文本框 30"/>
          <p:cNvSpPr txBox="1"/>
          <p:nvPr/>
        </p:nvSpPr>
        <p:spPr>
          <a:xfrm>
            <a:off x="6795368" y="3182041"/>
            <a:ext cx="653142" cy="369332"/>
          </a:xfrm>
          <a:prstGeom prst="rect">
            <a:avLst/>
          </a:prstGeom>
          <a:noFill/>
        </p:spPr>
        <p:txBody>
          <a:bodyPr wrap="square" rtlCol="0">
            <a:spAutoFit/>
          </a:bodyPr>
          <a:lstStyle>
            <a:defPPr>
              <a:defRPr lang="zh-CN"/>
            </a:defPPr>
            <a:lvl1pPr>
              <a:defRPr b="1">
                <a:solidFill>
                  <a:schemeClr val="tx1">
                    <a:lumMod val="50000"/>
                    <a:lumOff val="50000"/>
                  </a:schemeClr>
                </a:solidFill>
              </a:defRPr>
            </a:lvl1pPr>
          </a:lstStyle>
          <a:p>
            <a:r>
              <a:rPr lang="zh-CN" altLang="en-US" dirty="0"/>
              <a:t>主色</a:t>
            </a:r>
          </a:p>
        </p:txBody>
      </p:sp>
      <p:cxnSp>
        <p:nvCxnSpPr>
          <p:cNvPr id="32" name="直接连接符 31"/>
          <p:cNvCxnSpPr/>
          <p:nvPr/>
        </p:nvCxnSpPr>
        <p:spPr>
          <a:xfrm>
            <a:off x="7448510" y="3182041"/>
            <a:ext cx="0" cy="36933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8601708" y="3056467"/>
            <a:ext cx="745066" cy="745066"/>
          </a:xfrm>
          <a:prstGeom prst="ellipse">
            <a:avLst/>
          </a:prstGeom>
          <a:solidFill>
            <a:schemeClr val="accent2"/>
          </a:solid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5" name="椭圆 34"/>
          <p:cNvSpPr/>
          <p:nvPr/>
        </p:nvSpPr>
        <p:spPr>
          <a:xfrm>
            <a:off x="9530579" y="3056467"/>
            <a:ext cx="745066" cy="745066"/>
          </a:xfrm>
          <a:prstGeom prst="ellipse">
            <a:avLst/>
          </a:prstGeom>
          <a:solidFill>
            <a:schemeClr val="accent3"/>
          </a:solid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6" name="椭圆 35"/>
          <p:cNvSpPr/>
          <p:nvPr/>
        </p:nvSpPr>
        <p:spPr>
          <a:xfrm>
            <a:off x="7657223" y="4004177"/>
            <a:ext cx="745066" cy="745066"/>
          </a:xfrm>
          <a:prstGeom prst="ellipse">
            <a:avLst/>
          </a:prstGeom>
          <a:solidFill>
            <a:schemeClr val="accent4"/>
          </a:solid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8" name="椭圆 37"/>
          <p:cNvSpPr/>
          <p:nvPr/>
        </p:nvSpPr>
        <p:spPr>
          <a:xfrm>
            <a:off x="9582625" y="4004177"/>
            <a:ext cx="745066" cy="745066"/>
          </a:xfrm>
          <a:prstGeom prst="ellipse">
            <a:avLst/>
          </a:prstGeom>
          <a:solidFill>
            <a:schemeClr val="tx1">
              <a:lumMod val="50000"/>
              <a:lumOff val="50000"/>
            </a:schemeClr>
          </a:solid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3" name="椭圆 32"/>
          <p:cNvSpPr/>
          <p:nvPr/>
        </p:nvSpPr>
        <p:spPr>
          <a:xfrm>
            <a:off x="8601708" y="4004177"/>
            <a:ext cx="745066" cy="745066"/>
          </a:xfrm>
          <a:prstGeom prst="ellipse">
            <a:avLst/>
          </a:prstGeom>
          <a:solidFill>
            <a:schemeClr val="bg2">
              <a:lumMod val="90000"/>
            </a:schemeClr>
          </a:solid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96912" y="353331"/>
            <a:ext cx="3875087" cy="441325"/>
          </a:xfrm>
        </p:spPr>
        <p:txBody>
          <a:bodyPr/>
          <a:lstStyle/>
          <a:p>
            <a:r>
              <a:rPr lang="zh-CN" altLang="en-US" dirty="0">
                <a:solidFill>
                  <a:schemeClr val="accent1"/>
                </a:solidFill>
              </a:rPr>
              <a:t>使用教程：一键换色</a:t>
            </a:r>
          </a:p>
        </p:txBody>
      </p:sp>
      <p:sp>
        <p:nvSpPr>
          <p:cNvPr id="3" name="文本占位符 2"/>
          <p:cNvSpPr>
            <a:spLocks noGrp="1"/>
          </p:cNvSpPr>
          <p:nvPr>
            <p:ph type="body" sz="quarter" idx="11"/>
          </p:nvPr>
        </p:nvSpPr>
        <p:spPr/>
        <p:txBody>
          <a:bodyPr/>
          <a:lstStyle/>
          <a:p>
            <a:endParaRPr lang="zh-CN" altLang="en-US"/>
          </a:p>
        </p:txBody>
      </p:sp>
      <p:pic>
        <p:nvPicPr>
          <p:cNvPr id="21" name="图片 20"/>
          <p:cNvPicPr>
            <a:picLocks noChangeAspect="1"/>
          </p:cNvPicPr>
          <p:nvPr/>
        </p:nvPicPr>
        <p:blipFill>
          <a:blip r:embed="rId3"/>
          <a:stretch>
            <a:fillRect/>
          </a:stretch>
        </p:blipFill>
        <p:spPr>
          <a:xfrm>
            <a:off x="812800" y="1479550"/>
            <a:ext cx="6501701" cy="4692650"/>
          </a:xfrm>
          <a:prstGeom prst="rect">
            <a:avLst/>
          </a:prstGeom>
        </p:spPr>
      </p:pic>
      <p:sp>
        <p:nvSpPr>
          <p:cNvPr id="39" name="文本框 38"/>
          <p:cNvSpPr txBox="1"/>
          <p:nvPr/>
        </p:nvSpPr>
        <p:spPr>
          <a:xfrm>
            <a:off x="7693659" y="2272593"/>
            <a:ext cx="3826925" cy="2778774"/>
          </a:xfrm>
          <a:prstGeom prst="rect">
            <a:avLst/>
          </a:prstGeom>
          <a:noFill/>
        </p:spPr>
        <p:txBody>
          <a:bodyPr wrap="square" rtlCol="0">
            <a:spAutoFit/>
          </a:bodyPr>
          <a:lstStyle/>
          <a:p>
            <a:pPr>
              <a:lnSpc>
                <a:spcPct val="200000"/>
              </a:lnSpc>
            </a:pPr>
            <a:r>
              <a:rPr lang="zh-CN" altLang="en-US" dirty="0">
                <a:solidFill>
                  <a:schemeClr val="tx1">
                    <a:lumMod val="50000"/>
                    <a:lumOff val="50000"/>
                  </a:schemeClr>
                </a:solidFill>
                <a:latin typeface="+mj-ea"/>
                <a:ea typeface="+mj-ea"/>
              </a:rPr>
              <a:t>第一步：点击设计</a:t>
            </a:r>
            <a:endParaRPr lang="en-US" altLang="zh-CN" dirty="0">
              <a:solidFill>
                <a:schemeClr val="tx1">
                  <a:lumMod val="50000"/>
                  <a:lumOff val="50000"/>
                </a:schemeClr>
              </a:solidFill>
              <a:latin typeface="+mj-ea"/>
              <a:ea typeface="+mj-ea"/>
            </a:endParaRPr>
          </a:p>
          <a:p>
            <a:pPr>
              <a:lnSpc>
                <a:spcPct val="200000"/>
              </a:lnSpc>
            </a:pPr>
            <a:r>
              <a:rPr lang="zh-CN" altLang="en-US" dirty="0">
                <a:solidFill>
                  <a:schemeClr val="tx1">
                    <a:lumMod val="50000"/>
                    <a:lumOff val="50000"/>
                  </a:schemeClr>
                </a:solidFill>
                <a:latin typeface="+mj-ea"/>
                <a:ea typeface="+mj-ea"/>
              </a:rPr>
              <a:t>第二步：点击颜色</a:t>
            </a:r>
            <a:endParaRPr lang="en-US" altLang="zh-CN" dirty="0">
              <a:solidFill>
                <a:schemeClr val="tx1">
                  <a:lumMod val="50000"/>
                  <a:lumOff val="50000"/>
                </a:schemeClr>
              </a:solidFill>
              <a:latin typeface="+mj-ea"/>
              <a:ea typeface="+mj-ea"/>
            </a:endParaRPr>
          </a:p>
          <a:p>
            <a:pPr>
              <a:lnSpc>
                <a:spcPct val="200000"/>
              </a:lnSpc>
            </a:pPr>
            <a:r>
              <a:rPr lang="zh-CN" altLang="en-US" dirty="0">
                <a:solidFill>
                  <a:schemeClr val="tx1">
                    <a:lumMod val="50000"/>
                    <a:lumOff val="50000"/>
                  </a:schemeClr>
                </a:solidFill>
                <a:latin typeface="+mj-ea"/>
                <a:ea typeface="+mj-ea"/>
              </a:rPr>
              <a:t>第三步：重新选择配色</a:t>
            </a:r>
            <a:endParaRPr lang="en-US" altLang="zh-CN" dirty="0">
              <a:solidFill>
                <a:schemeClr val="tx1">
                  <a:lumMod val="50000"/>
                  <a:lumOff val="50000"/>
                </a:schemeClr>
              </a:solidFill>
              <a:latin typeface="+mj-ea"/>
              <a:ea typeface="+mj-ea"/>
            </a:endParaRPr>
          </a:p>
          <a:p>
            <a:pPr>
              <a:lnSpc>
                <a:spcPct val="200000"/>
              </a:lnSpc>
            </a:pPr>
            <a:r>
              <a:rPr lang="zh-CN" altLang="en-US" dirty="0">
                <a:solidFill>
                  <a:schemeClr val="tx1">
                    <a:lumMod val="50000"/>
                    <a:lumOff val="50000"/>
                  </a:schemeClr>
                </a:solidFill>
                <a:latin typeface="+mj-ea"/>
                <a:ea typeface="+mj-ea"/>
              </a:rPr>
              <a:t>注意：如果部分页面没有成功换色，点开对应页面再次换色即可。</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96912" y="353331"/>
            <a:ext cx="3875087" cy="441325"/>
          </a:xfrm>
        </p:spPr>
        <p:txBody>
          <a:bodyPr/>
          <a:lstStyle/>
          <a:p>
            <a:r>
              <a:rPr lang="zh-CN" altLang="en-US" dirty="0">
                <a:solidFill>
                  <a:schemeClr val="accent1"/>
                </a:solidFill>
              </a:rPr>
              <a:t>使用教程：更改图片</a:t>
            </a:r>
          </a:p>
        </p:txBody>
      </p:sp>
      <p:sp>
        <p:nvSpPr>
          <p:cNvPr id="3" name="文本占位符 2"/>
          <p:cNvSpPr>
            <a:spLocks noGrp="1"/>
          </p:cNvSpPr>
          <p:nvPr>
            <p:ph type="body" sz="quarter" idx="11"/>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812800" y="3040560"/>
            <a:ext cx="4796472" cy="1988640"/>
          </a:xfrm>
          <a:prstGeom prst="rect">
            <a:avLst/>
          </a:prstGeom>
        </p:spPr>
      </p:pic>
      <p:sp>
        <p:nvSpPr>
          <p:cNvPr id="5" name="文本框 4"/>
          <p:cNvSpPr txBox="1"/>
          <p:nvPr/>
        </p:nvSpPr>
        <p:spPr>
          <a:xfrm>
            <a:off x="2550636" y="1563104"/>
            <a:ext cx="1320800" cy="400110"/>
          </a:xfrm>
          <a:prstGeom prst="rect">
            <a:avLst/>
          </a:prstGeom>
          <a:noFill/>
        </p:spPr>
        <p:txBody>
          <a:bodyPr wrap="square" rtlCol="0">
            <a:spAutoFit/>
          </a:bodyPr>
          <a:lstStyle/>
          <a:p>
            <a:pPr algn="ctr"/>
            <a:r>
              <a:rPr lang="zh-CN" altLang="en-US" sz="2000" b="1" dirty="0">
                <a:solidFill>
                  <a:schemeClr val="accent1"/>
                </a:solidFill>
              </a:rPr>
              <a:t>方式一</a:t>
            </a:r>
          </a:p>
        </p:txBody>
      </p:sp>
      <p:sp>
        <p:nvSpPr>
          <p:cNvPr id="6" name="矩形 5"/>
          <p:cNvSpPr/>
          <p:nvPr/>
        </p:nvSpPr>
        <p:spPr>
          <a:xfrm>
            <a:off x="3035754" y="3040560"/>
            <a:ext cx="1136196" cy="422552"/>
          </a:xfrm>
          <a:prstGeom prst="rect">
            <a:avLst/>
          </a:prstGeom>
          <a:no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文本框 6"/>
          <p:cNvSpPr txBox="1"/>
          <p:nvPr/>
        </p:nvSpPr>
        <p:spPr>
          <a:xfrm>
            <a:off x="1989035" y="1983328"/>
            <a:ext cx="2444002" cy="825482"/>
          </a:xfrm>
          <a:prstGeom prst="rect">
            <a:avLst/>
          </a:prstGeom>
          <a:noFill/>
        </p:spPr>
        <p:txBody>
          <a:bodyPr wrap="square" rtlCol="0">
            <a:spAutoFit/>
          </a:bodyPr>
          <a:lstStyle/>
          <a:p>
            <a:pPr algn="ctr">
              <a:lnSpc>
                <a:spcPct val="140000"/>
              </a:lnSpc>
            </a:pPr>
            <a:r>
              <a:rPr lang="zh-CN" altLang="en-US" dirty="0">
                <a:solidFill>
                  <a:schemeClr val="tx1">
                    <a:lumMod val="50000"/>
                    <a:lumOff val="50000"/>
                  </a:schemeClr>
                </a:solidFill>
              </a:rPr>
              <a:t>在菜单栏里图片工具点击更改图片换图</a:t>
            </a:r>
          </a:p>
        </p:txBody>
      </p:sp>
      <p:sp>
        <p:nvSpPr>
          <p:cNvPr id="12" name="文本框 11"/>
          <p:cNvSpPr txBox="1"/>
          <p:nvPr/>
        </p:nvSpPr>
        <p:spPr>
          <a:xfrm>
            <a:off x="8262099" y="1563104"/>
            <a:ext cx="1320800" cy="400110"/>
          </a:xfrm>
          <a:prstGeom prst="rect">
            <a:avLst/>
          </a:prstGeom>
          <a:noFill/>
        </p:spPr>
        <p:txBody>
          <a:bodyPr wrap="square" rtlCol="0">
            <a:spAutoFit/>
          </a:bodyPr>
          <a:lstStyle/>
          <a:p>
            <a:pPr algn="ctr"/>
            <a:r>
              <a:rPr lang="zh-CN" altLang="en-US" sz="2000" b="1" dirty="0">
                <a:solidFill>
                  <a:schemeClr val="accent1"/>
                </a:solidFill>
              </a:rPr>
              <a:t>方式二</a:t>
            </a:r>
          </a:p>
        </p:txBody>
      </p:sp>
      <p:sp>
        <p:nvSpPr>
          <p:cNvPr id="13" name="文本框 12"/>
          <p:cNvSpPr txBox="1"/>
          <p:nvPr/>
        </p:nvSpPr>
        <p:spPr>
          <a:xfrm>
            <a:off x="7681528" y="1983328"/>
            <a:ext cx="2481943" cy="646331"/>
          </a:xfrm>
          <a:prstGeom prst="rect">
            <a:avLst/>
          </a:prstGeom>
          <a:noFill/>
        </p:spPr>
        <p:txBody>
          <a:bodyPr wrap="square" rtlCol="0">
            <a:spAutoFit/>
          </a:bodyPr>
          <a:lstStyle>
            <a:defPPr>
              <a:defRPr lang="zh-CN"/>
            </a:defPPr>
            <a:lvl1pPr algn="ctr">
              <a:lnSpc>
                <a:spcPct val="140000"/>
              </a:lnSpc>
              <a:defRPr>
                <a:solidFill>
                  <a:schemeClr val="accent1"/>
                </a:solidFill>
              </a:defRPr>
            </a:lvl1pPr>
          </a:lstStyle>
          <a:p>
            <a:r>
              <a:rPr lang="zh-CN" altLang="en-US" dirty="0">
                <a:solidFill>
                  <a:schemeClr val="tx1">
                    <a:lumMod val="50000"/>
                    <a:lumOff val="50000"/>
                  </a:schemeClr>
                </a:solidFill>
              </a:rPr>
              <a:t>点击图片单击右键选择更改图片</a:t>
            </a:r>
          </a:p>
        </p:txBody>
      </p:sp>
      <p:pic>
        <p:nvPicPr>
          <p:cNvPr id="9" name="图片 8"/>
          <p:cNvPicPr>
            <a:picLocks noChangeAspect="1"/>
          </p:cNvPicPr>
          <p:nvPr/>
        </p:nvPicPr>
        <p:blipFill rotWithShape="1">
          <a:blip r:embed="rId4"/>
          <a:srcRect l="21367"/>
          <a:stretch>
            <a:fillRect/>
          </a:stretch>
        </p:blipFill>
        <p:spPr>
          <a:xfrm>
            <a:off x="6414311" y="3040560"/>
            <a:ext cx="5016377" cy="185360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96912" y="353332"/>
            <a:ext cx="4796472" cy="400110"/>
          </a:xfrm>
        </p:spPr>
        <p:txBody>
          <a:bodyPr/>
          <a:lstStyle/>
          <a:p>
            <a:r>
              <a:rPr lang="zh-CN" altLang="en-US" dirty="0">
                <a:solidFill>
                  <a:schemeClr val="accent1"/>
                </a:solidFill>
              </a:rPr>
              <a:t>使用教程：图片填充</a:t>
            </a:r>
          </a:p>
        </p:txBody>
      </p:sp>
      <p:sp>
        <p:nvSpPr>
          <p:cNvPr id="3" name="文本占位符 2"/>
          <p:cNvSpPr>
            <a:spLocks noGrp="1"/>
          </p:cNvSpPr>
          <p:nvPr>
            <p:ph type="body" sz="quarter" idx="11"/>
          </p:nvPr>
        </p:nvSpPr>
        <p:spPr/>
        <p:txBody>
          <a:bodyPr/>
          <a:lstStyle/>
          <a:p>
            <a:endParaRPr lang="zh-CN" altLang="en-US"/>
          </a:p>
        </p:txBody>
      </p:sp>
      <p:pic>
        <p:nvPicPr>
          <p:cNvPr id="8" name="图片 7"/>
          <p:cNvPicPr>
            <a:picLocks noChangeAspect="1"/>
          </p:cNvPicPr>
          <p:nvPr/>
        </p:nvPicPr>
        <p:blipFill rotWithShape="1">
          <a:blip r:embed="rId3"/>
          <a:srcRect l="6500" t="4125" r="5280" b="2416"/>
          <a:stretch>
            <a:fillRect/>
          </a:stretch>
        </p:blipFill>
        <p:spPr>
          <a:xfrm>
            <a:off x="990600" y="1447800"/>
            <a:ext cx="3188591" cy="4419600"/>
          </a:xfrm>
          <a:prstGeom prst="rect">
            <a:avLst/>
          </a:prstGeom>
        </p:spPr>
      </p:pic>
      <p:pic>
        <p:nvPicPr>
          <p:cNvPr id="10" name="图片 9"/>
          <p:cNvPicPr>
            <a:picLocks noChangeAspect="1"/>
          </p:cNvPicPr>
          <p:nvPr/>
        </p:nvPicPr>
        <p:blipFill>
          <a:blip r:embed="rId4"/>
          <a:stretch>
            <a:fillRect/>
          </a:stretch>
        </p:blipFill>
        <p:spPr>
          <a:xfrm>
            <a:off x="4589270" y="1919227"/>
            <a:ext cx="3423541" cy="3783013"/>
          </a:xfrm>
          <a:prstGeom prst="rect">
            <a:avLst/>
          </a:prstGeom>
        </p:spPr>
      </p:pic>
      <p:sp>
        <p:nvSpPr>
          <p:cNvPr id="11" name="矩形 10"/>
          <p:cNvSpPr/>
          <p:nvPr/>
        </p:nvSpPr>
        <p:spPr>
          <a:xfrm>
            <a:off x="4751642" y="3257490"/>
            <a:ext cx="2457450" cy="400110"/>
          </a:xfrm>
          <a:prstGeom prst="rect">
            <a:avLst/>
          </a:prstGeom>
          <a:no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文本框 13"/>
          <p:cNvSpPr txBox="1"/>
          <p:nvPr/>
        </p:nvSpPr>
        <p:spPr>
          <a:xfrm>
            <a:off x="8422890" y="2936326"/>
            <a:ext cx="2778510" cy="874407"/>
          </a:xfrm>
          <a:prstGeom prst="rect">
            <a:avLst/>
          </a:prstGeom>
          <a:noFill/>
        </p:spPr>
        <p:txBody>
          <a:bodyPr wrap="square" rtlCol="0">
            <a:spAutoFit/>
          </a:bodyPr>
          <a:lstStyle/>
          <a:p>
            <a:pPr>
              <a:lnSpc>
                <a:spcPct val="150000"/>
              </a:lnSpc>
            </a:pPr>
            <a:r>
              <a:rPr lang="zh-CN" altLang="en-US" dirty="0">
                <a:solidFill>
                  <a:schemeClr val="tx1">
                    <a:lumMod val="50000"/>
                    <a:lumOff val="50000"/>
                  </a:schemeClr>
                </a:solidFill>
                <a:latin typeface="+mj-ea"/>
                <a:ea typeface="+mj-ea"/>
              </a:rPr>
              <a:t>在设置形状格式里</a:t>
            </a:r>
            <a:endParaRPr lang="en-US" altLang="zh-CN" dirty="0">
              <a:solidFill>
                <a:schemeClr val="tx1">
                  <a:lumMod val="50000"/>
                  <a:lumOff val="50000"/>
                </a:schemeClr>
              </a:solidFill>
              <a:latin typeface="+mj-ea"/>
              <a:ea typeface="+mj-ea"/>
            </a:endParaRPr>
          </a:p>
          <a:p>
            <a:pPr>
              <a:lnSpc>
                <a:spcPct val="150000"/>
              </a:lnSpc>
            </a:pPr>
            <a:r>
              <a:rPr lang="zh-CN" altLang="en-US" dirty="0">
                <a:solidFill>
                  <a:schemeClr val="tx1">
                    <a:lumMod val="50000"/>
                    <a:lumOff val="50000"/>
                  </a:schemeClr>
                </a:solidFill>
                <a:latin typeface="+mj-ea"/>
                <a:ea typeface="+mj-ea"/>
              </a:rPr>
              <a:t>选择“图片或纹理填充”</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96912" y="353332"/>
            <a:ext cx="4796472" cy="400110"/>
          </a:xfrm>
        </p:spPr>
        <p:txBody>
          <a:bodyPr/>
          <a:lstStyle/>
          <a:p>
            <a:r>
              <a:rPr lang="zh-CN" altLang="en-US" dirty="0">
                <a:solidFill>
                  <a:schemeClr val="accent1"/>
                </a:solidFill>
              </a:rPr>
              <a:t>使用教程：输入页码</a:t>
            </a:r>
          </a:p>
        </p:txBody>
      </p:sp>
      <p:sp>
        <p:nvSpPr>
          <p:cNvPr id="3" name="文本占位符 2"/>
          <p:cNvSpPr>
            <a:spLocks noGrp="1"/>
          </p:cNvSpPr>
          <p:nvPr>
            <p:ph type="body" sz="quarter" idx="11"/>
          </p:nvPr>
        </p:nvSpPr>
        <p:spPr/>
        <p:txBody>
          <a:bodyPr/>
          <a:lstStyle/>
          <a:p>
            <a:endParaRPr lang="zh-CN" altLang="en-US" dirty="0"/>
          </a:p>
        </p:txBody>
      </p:sp>
      <p:pic>
        <p:nvPicPr>
          <p:cNvPr id="4" name="图片 3"/>
          <p:cNvPicPr>
            <a:picLocks noChangeAspect="1"/>
          </p:cNvPicPr>
          <p:nvPr/>
        </p:nvPicPr>
        <p:blipFill>
          <a:blip r:embed="rId3"/>
          <a:stretch>
            <a:fillRect/>
          </a:stretch>
        </p:blipFill>
        <p:spPr>
          <a:xfrm>
            <a:off x="812800" y="2209799"/>
            <a:ext cx="5254972" cy="2967038"/>
          </a:xfrm>
          <a:prstGeom prst="rect">
            <a:avLst/>
          </a:prstGeom>
        </p:spPr>
      </p:pic>
      <p:sp>
        <p:nvSpPr>
          <p:cNvPr id="6" name="任意多边形: 形状 5"/>
          <p:cNvSpPr/>
          <p:nvPr/>
        </p:nvSpPr>
        <p:spPr>
          <a:xfrm>
            <a:off x="5848350" y="2857500"/>
            <a:ext cx="1676400" cy="2019300"/>
          </a:xfrm>
          <a:custGeom>
            <a:avLst/>
            <a:gdLst>
              <a:gd name="connsiteX0" fmla="*/ 0 w 2305050"/>
              <a:gd name="connsiteY0" fmla="*/ 2076450 h 2076450"/>
              <a:gd name="connsiteX1" fmla="*/ 1143000 w 2305050"/>
              <a:gd name="connsiteY1" fmla="*/ 0 h 2076450"/>
              <a:gd name="connsiteX2" fmla="*/ 2305050 w 2305050"/>
              <a:gd name="connsiteY2" fmla="*/ 0 h 2076450"/>
            </a:gdLst>
            <a:ahLst/>
            <a:cxnLst>
              <a:cxn ang="0">
                <a:pos x="connsiteX0" y="connsiteY0"/>
              </a:cxn>
              <a:cxn ang="0">
                <a:pos x="connsiteX1" y="connsiteY1"/>
              </a:cxn>
              <a:cxn ang="0">
                <a:pos x="connsiteX2" y="connsiteY2"/>
              </a:cxn>
            </a:cxnLst>
            <a:rect l="l" t="t" r="r" b="b"/>
            <a:pathLst>
              <a:path w="2305050" h="2076450">
                <a:moveTo>
                  <a:pt x="0" y="2076450"/>
                </a:moveTo>
                <a:lnTo>
                  <a:pt x="1143000" y="0"/>
                </a:lnTo>
                <a:lnTo>
                  <a:pt x="2305050" y="0"/>
                </a:lnTo>
              </a:path>
            </a:pathLst>
          </a:custGeom>
          <a:no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7524750" y="1828800"/>
            <a:ext cx="2324100" cy="2324100"/>
          </a:xfrm>
          <a:prstGeom prst="ellipse">
            <a:avLst/>
          </a:prstGeom>
          <a:blipFill dpi="0" rotWithShape="1">
            <a:blip r:embed="rId4"/>
            <a:srcRect/>
            <a:tile tx="0" ty="-171450" sx="100000" sy="100000" flip="none" algn="ctr"/>
          </a:blipFill>
          <a:ln w="25400">
            <a:solidFill>
              <a:srgbClr val="AE28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文本框 11"/>
          <p:cNvSpPr txBox="1"/>
          <p:nvPr/>
        </p:nvSpPr>
        <p:spPr>
          <a:xfrm>
            <a:off x="7524750" y="4363397"/>
            <a:ext cx="2778510" cy="874407"/>
          </a:xfrm>
          <a:prstGeom prst="rect">
            <a:avLst/>
          </a:prstGeom>
          <a:noFill/>
        </p:spPr>
        <p:txBody>
          <a:bodyPr wrap="square" rtlCol="0">
            <a:spAutoFit/>
          </a:bodyPr>
          <a:lstStyle/>
          <a:p>
            <a:pPr>
              <a:lnSpc>
                <a:spcPct val="150000"/>
              </a:lnSpc>
            </a:pPr>
            <a:r>
              <a:rPr lang="zh-CN" altLang="en-US" dirty="0">
                <a:solidFill>
                  <a:schemeClr val="tx1">
                    <a:lumMod val="50000"/>
                    <a:lumOff val="50000"/>
                  </a:schemeClr>
                </a:solidFill>
                <a:latin typeface="+mj-ea"/>
                <a:ea typeface="+mj-ea"/>
              </a:rPr>
              <a:t>在页面右下角有占位符，可直接输入页码</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96912" y="353332"/>
            <a:ext cx="4796472" cy="400110"/>
          </a:xfrm>
        </p:spPr>
        <p:txBody>
          <a:bodyPr/>
          <a:lstStyle/>
          <a:p>
            <a:r>
              <a:rPr lang="zh-CN" altLang="en-US" dirty="0">
                <a:solidFill>
                  <a:schemeClr val="accent1"/>
                </a:solidFill>
              </a:rPr>
              <a:t>使用教程：使用导航栏</a:t>
            </a:r>
            <a:r>
              <a:rPr lang="en-US" altLang="zh-CN" dirty="0">
                <a:solidFill>
                  <a:schemeClr val="accent1"/>
                </a:solidFill>
              </a:rPr>
              <a:t>1</a:t>
            </a:r>
            <a:endParaRPr lang="zh-CN" altLang="en-US" dirty="0">
              <a:solidFill>
                <a:schemeClr val="accent1"/>
              </a:solidFill>
            </a:endParaRPr>
          </a:p>
        </p:txBody>
      </p:sp>
      <p:sp>
        <p:nvSpPr>
          <p:cNvPr id="3" name="文本占位符 2"/>
          <p:cNvSpPr>
            <a:spLocks noGrp="1"/>
          </p:cNvSpPr>
          <p:nvPr>
            <p:ph type="body" sz="quarter" idx="11"/>
          </p:nvPr>
        </p:nvSpPr>
        <p:spPr/>
        <p:txBody>
          <a:bodyPr/>
          <a:lstStyle/>
          <a:p>
            <a:endParaRPr lang="zh-CN" altLang="en-US" dirty="0"/>
          </a:p>
        </p:txBody>
      </p:sp>
      <p:pic>
        <p:nvPicPr>
          <p:cNvPr id="5" name="图片 4"/>
          <p:cNvPicPr>
            <a:picLocks noChangeAspect="1"/>
          </p:cNvPicPr>
          <p:nvPr/>
        </p:nvPicPr>
        <p:blipFill rotWithShape="1">
          <a:blip r:embed="rId3"/>
          <a:srcRect l="3238" t="32609" r="5048" b="-1"/>
          <a:stretch>
            <a:fillRect/>
          </a:stretch>
        </p:blipFill>
        <p:spPr>
          <a:xfrm>
            <a:off x="1028700" y="1524000"/>
            <a:ext cx="6115050" cy="590550"/>
          </a:xfrm>
          <a:prstGeom prst="rect">
            <a:avLst/>
          </a:prstGeom>
        </p:spPr>
      </p:pic>
      <p:pic>
        <p:nvPicPr>
          <p:cNvPr id="9" name="图片 8"/>
          <p:cNvPicPr>
            <a:picLocks noChangeAspect="1"/>
          </p:cNvPicPr>
          <p:nvPr/>
        </p:nvPicPr>
        <p:blipFill>
          <a:blip r:embed="rId4"/>
          <a:stretch>
            <a:fillRect/>
          </a:stretch>
        </p:blipFill>
        <p:spPr>
          <a:xfrm>
            <a:off x="1028700" y="2759075"/>
            <a:ext cx="6115050" cy="3400425"/>
          </a:xfrm>
          <a:prstGeom prst="rect">
            <a:avLst/>
          </a:prstGeom>
        </p:spPr>
      </p:pic>
      <p:sp>
        <p:nvSpPr>
          <p:cNvPr id="11" name="文本框 10"/>
          <p:cNvSpPr txBox="1"/>
          <p:nvPr/>
        </p:nvSpPr>
        <p:spPr>
          <a:xfrm>
            <a:off x="7738679" y="2755900"/>
            <a:ext cx="3424621" cy="1289905"/>
          </a:xfrm>
          <a:prstGeom prst="rect">
            <a:avLst/>
          </a:prstGeom>
          <a:noFill/>
        </p:spPr>
        <p:txBody>
          <a:bodyPr wrap="square" rtlCol="0">
            <a:spAutoFit/>
          </a:bodyPr>
          <a:lstStyle/>
          <a:p>
            <a:pPr>
              <a:lnSpc>
                <a:spcPct val="150000"/>
              </a:lnSpc>
            </a:pPr>
            <a:r>
              <a:rPr lang="zh-CN" altLang="en-US" dirty="0">
                <a:solidFill>
                  <a:schemeClr val="tx1">
                    <a:lumMod val="50000"/>
                    <a:lumOff val="50000"/>
                  </a:schemeClr>
                </a:solidFill>
                <a:latin typeface="+mj-ea"/>
                <a:ea typeface="+mj-ea"/>
              </a:rPr>
              <a:t>设置好导航栏的内容后，可以直接复制到对应页面或者设置幻灯片母版以便操作。</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accent1"/>
                </a:solidFill>
              </a:rPr>
              <a:t>图标提供</a:t>
            </a:r>
          </a:p>
        </p:txBody>
      </p:sp>
      <p:sp>
        <p:nvSpPr>
          <p:cNvPr id="3" name="文本占位符 2"/>
          <p:cNvSpPr>
            <a:spLocks noGrp="1"/>
          </p:cNvSpPr>
          <p:nvPr>
            <p:ph type="body" sz="quarter" idx="11"/>
          </p:nvPr>
        </p:nvSpPr>
        <p:spPr/>
        <p:txBody>
          <a:bodyPr/>
          <a:lstStyle/>
          <a:p>
            <a:endParaRPr lang="zh-CN" altLang="en-US"/>
          </a:p>
        </p:txBody>
      </p:sp>
      <p:grpSp>
        <p:nvGrpSpPr>
          <p:cNvPr id="106" name="组合 105"/>
          <p:cNvGrpSpPr/>
          <p:nvPr/>
        </p:nvGrpSpPr>
        <p:grpSpPr>
          <a:xfrm>
            <a:off x="869849" y="1256445"/>
            <a:ext cx="10447794" cy="515959"/>
            <a:chOff x="837544" y="1256445"/>
            <a:chExt cx="10447794" cy="515959"/>
          </a:xfrm>
          <a:solidFill>
            <a:schemeClr val="accent1"/>
          </a:solidFill>
        </p:grpSpPr>
        <p:sp>
          <p:nvSpPr>
            <p:cNvPr id="43" name="Freeform 9"/>
            <p:cNvSpPr>
              <a:spLocks noEditPoints="1"/>
            </p:cNvSpPr>
            <p:nvPr/>
          </p:nvSpPr>
          <p:spPr bwMode="auto">
            <a:xfrm>
              <a:off x="837544" y="1322658"/>
              <a:ext cx="415608" cy="383533"/>
            </a:xfrm>
            <a:custGeom>
              <a:avLst/>
              <a:gdLst>
                <a:gd name="T0" fmla="*/ 349 w 384"/>
                <a:gd name="T1" fmla="*/ 0 h 354"/>
                <a:gd name="T2" fmla="*/ 35 w 384"/>
                <a:gd name="T3" fmla="*/ 0 h 354"/>
                <a:gd name="T4" fmla="*/ 0 w 384"/>
                <a:gd name="T5" fmla="*/ 36 h 354"/>
                <a:gd name="T6" fmla="*/ 0 w 384"/>
                <a:gd name="T7" fmla="*/ 236 h 354"/>
                <a:gd name="T8" fmla="*/ 35 w 384"/>
                <a:gd name="T9" fmla="*/ 272 h 354"/>
                <a:gd name="T10" fmla="*/ 95 w 384"/>
                <a:gd name="T11" fmla="*/ 272 h 354"/>
                <a:gd name="T12" fmla="*/ 95 w 384"/>
                <a:gd name="T13" fmla="*/ 354 h 354"/>
                <a:gd name="T14" fmla="*/ 186 w 384"/>
                <a:gd name="T15" fmla="*/ 272 h 354"/>
                <a:gd name="T16" fmla="*/ 349 w 384"/>
                <a:gd name="T17" fmla="*/ 272 h 354"/>
                <a:gd name="T18" fmla="*/ 384 w 384"/>
                <a:gd name="T19" fmla="*/ 236 h 354"/>
                <a:gd name="T20" fmla="*/ 384 w 384"/>
                <a:gd name="T21" fmla="*/ 36 h 354"/>
                <a:gd name="T22" fmla="*/ 349 w 384"/>
                <a:gd name="T23" fmla="*/ 0 h 354"/>
                <a:gd name="T24" fmla="*/ 96 w 384"/>
                <a:gd name="T25" fmla="*/ 145 h 354"/>
                <a:gd name="T26" fmla="*/ 80 w 384"/>
                <a:gd name="T27" fmla="*/ 129 h 354"/>
                <a:gd name="T28" fmla="*/ 96 w 384"/>
                <a:gd name="T29" fmla="*/ 113 h 354"/>
                <a:gd name="T30" fmla="*/ 112 w 384"/>
                <a:gd name="T31" fmla="*/ 129 h 354"/>
                <a:gd name="T32" fmla="*/ 96 w 384"/>
                <a:gd name="T33" fmla="*/ 145 h 354"/>
                <a:gd name="T34" fmla="*/ 160 w 384"/>
                <a:gd name="T35" fmla="*/ 144 h 354"/>
                <a:gd name="T36" fmla="*/ 144 w 384"/>
                <a:gd name="T37" fmla="*/ 128 h 354"/>
                <a:gd name="T38" fmla="*/ 160 w 384"/>
                <a:gd name="T39" fmla="*/ 112 h 354"/>
                <a:gd name="T40" fmla="*/ 176 w 384"/>
                <a:gd name="T41" fmla="*/ 128 h 354"/>
                <a:gd name="T42" fmla="*/ 160 w 384"/>
                <a:gd name="T43" fmla="*/ 144 h 354"/>
                <a:gd name="T44" fmla="*/ 224 w 384"/>
                <a:gd name="T45" fmla="*/ 144 h 354"/>
                <a:gd name="T46" fmla="*/ 208 w 384"/>
                <a:gd name="T47" fmla="*/ 128 h 354"/>
                <a:gd name="T48" fmla="*/ 224 w 384"/>
                <a:gd name="T49" fmla="*/ 112 h 354"/>
                <a:gd name="T50" fmla="*/ 240 w 384"/>
                <a:gd name="T51" fmla="*/ 128 h 354"/>
                <a:gd name="T52" fmla="*/ 224 w 384"/>
                <a:gd name="T53" fmla="*/ 144 h 354"/>
                <a:gd name="T54" fmla="*/ 288 w 384"/>
                <a:gd name="T55" fmla="*/ 145 h 354"/>
                <a:gd name="T56" fmla="*/ 272 w 384"/>
                <a:gd name="T57" fmla="*/ 129 h 354"/>
                <a:gd name="T58" fmla="*/ 288 w 384"/>
                <a:gd name="T59" fmla="*/ 113 h 354"/>
                <a:gd name="T60" fmla="*/ 304 w 384"/>
                <a:gd name="T61" fmla="*/ 129 h 354"/>
                <a:gd name="T62" fmla="*/ 288 w 384"/>
                <a:gd name="T63" fmla="*/ 145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4" h="354">
                  <a:moveTo>
                    <a:pt x="349" y="0"/>
                  </a:moveTo>
                  <a:cubicBezTo>
                    <a:pt x="35" y="0"/>
                    <a:pt x="35" y="0"/>
                    <a:pt x="35" y="0"/>
                  </a:cubicBezTo>
                  <a:cubicBezTo>
                    <a:pt x="16" y="0"/>
                    <a:pt x="0" y="16"/>
                    <a:pt x="0" y="36"/>
                  </a:cubicBezTo>
                  <a:cubicBezTo>
                    <a:pt x="0" y="236"/>
                    <a:pt x="0" y="236"/>
                    <a:pt x="0" y="236"/>
                  </a:cubicBezTo>
                  <a:cubicBezTo>
                    <a:pt x="0" y="256"/>
                    <a:pt x="16" y="272"/>
                    <a:pt x="35" y="272"/>
                  </a:cubicBezTo>
                  <a:cubicBezTo>
                    <a:pt x="95" y="272"/>
                    <a:pt x="95" y="272"/>
                    <a:pt x="95" y="272"/>
                  </a:cubicBezTo>
                  <a:cubicBezTo>
                    <a:pt x="95" y="354"/>
                    <a:pt x="95" y="354"/>
                    <a:pt x="95" y="354"/>
                  </a:cubicBezTo>
                  <a:cubicBezTo>
                    <a:pt x="186" y="272"/>
                    <a:pt x="186" y="272"/>
                    <a:pt x="186" y="272"/>
                  </a:cubicBezTo>
                  <a:cubicBezTo>
                    <a:pt x="349" y="272"/>
                    <a:pt x="349" y="272"/>
                    <a:pt x="349" y="272"/>
                  </a:cubicBezTo>
                  <a:cubicBezTo>
                    <a:pt x="368" y="272"/>
                    <a:pt x="384" y="256"/>
                    <a:pt x="384" y="236"/>
                  </a:cubicBezTo>
                  <a:cubicBezTo>
                    <a:pt x="384" y="36"/>
                    <a:pt x="384" y="36"/>
                    <a:pt x="384" y="36"/>
                  </a:cubicBezTo>
                  <a:cubicBezTo>
                    <a:pt x="384" y="16"/>
                    <a:pt x="368" y="0"/>
                    <a:pt x="349" y="0"/>
                  </a:cubicBezTo>
                  <a:close/>
                  <a:moveTo>
                    <a:pt x="96" y="145"/>
                  </a:moveTo>
                  <a:cubicBezTo>
                    <a:pt x="87" y="145"/>
                    <a:pt x="80" y="137"/>
                    <a:pt x="80" y="129"/>
                  </a:cubicBezTo>
                  <a:cubicBezTo>
                    <a:pt x="80" y="120"/>
                    <a:pt x="87" y="113"/>
                    <a:pt x="96" y="113"/>
                  </a:cubicBezTo>
                  <a:cubicBezTo>
                    <a:pt x="105" y="113"/>
                    <a:pt x="112" y="120"/>
                    <a:pt x="112" y="129"/>
                  </a:cubicBezTo>
                  <a:cubicBezTo>
                    <a:pt x="112" y="137"/>
                    <a:pt x="105" y="145"/>
                    <a:pt x="96" y="145"/>
                  </a:cubicBezTo>
                  <a:close/>
                  <a:moveTo>
                    <a:pt x="160" y="144"/>
                  </a:moveTo>
                  <a:cubicBezTo>
                    <a:pt x="151" y="144"/>
                    <a:pt x="144" y="137"/>
                    <a:pt x="144" y="128"/>
                  </a:cubicBezTo>
                  <a:cubicBezTo>
                    <a:pt x="144" y="119"/>
                    <a:pt x="151" y="112"/>
                    <a:pt x="160" y="112"/>
                  </a:cubicBezTo>
                  <a:cubicBezTo>
                    <a:pt x="169" y="112"/>
                    <a:pt x="176" y="119"/>
                    <a:pt x="176" y="128"/>
                  </a:cubicBezTo>
                  <a:cubicBezTo>
                    <a:pt x="176" y="137"/>
                    <a:pt x="169" y="144"/>
                    <a:pt x="160" y="144"/>
                  </a:cubicBezTo>
                  <a:close/>
                  <a:moveTo>
                    <a:pt x="224" y="144"/>
                  </a:moveTo>
                  <a:cubicBezTo>
                    <a:pt x="215" y="144"/>
                    <a:pt x="208" y="137"/>
                    <a:pt x="208" y="128"/>
                  </a:cubicBezTo>
                  <a:cubicBezTo>
                    <a:pt x="208" y="119"/>
                    <a:pt x="215" y="112"/>
                    <a:pt x="224" y="112"/>
                  </a:cubicBezTo>
                  <a:cubicBezTo>
                    <a:pt x="233" y="112"/>
                    <a:pt x="240" y="119"/>
                    <a:pt x="240" y="128"/>
                  </a:cubicBezTo>
                  <a:cubicBezTo>
                    <a:pt x="240" y="137"/>
                    <a:pt x="233" y="144"/>
                    <a:pt x="224" y="144"/>
                  </a:cubicBezTo>
                  <a:close/>
                  <a:moveTo>
                    <a:pt x="288" y="145"/>
                  </a:moveTo>
                  <a:cubicBezTo>
                    <a:pt x="279" y="145"/>
                    <a:pt x="272" y="137"/>
                    <a:pt x="272" y="129"/>
                  </a:cubicBezTo>
                  <a:cubicBezTo>
                    <a:pt x="272" y="120"/>
                    <a:pt x="279" y="113"/>
                    <a:pt x="288" y="113"/>
                  </a:cubicBezTo>
                  <a:cubicBezTo>
                    <a:pt x="297" y="113"/>
                    <a:pt x="304" y="120"/>
                    <a:pt x="304" y="129"/>
                  </a:cubicBezTo>
                  <a:cubicBezTo>
                    <a:pt x="304" y="137"/>
                    <a:pt x="297" y="145"/>
                    <a:pt x="288"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0"/>
            <p:cNvSpPr>
              <a:spLocks noEditPoints="1"/>
            </p:cNvSpPr>
            <p:nvPr/>
          </p:nvSpPr>
          <p:spPr bwMode="auto">
            <a:xfrm>
              <a:off x="1863132" y="1327927"/>
              <a:ext cx="435312" cy="372994"/>
            </a:xfrm>
            <a:custGeom>
              <a:avLst/>
              <a:gdLst>
                <a:gd name="T0" fmla="*/ 201 w 402"/>
                <a:gd name="T1" fmla="*/ 0 h 344"/>
                <a:gd name="T2" fmla="*/ 0 w 402"/>
                <a:gd name="T3" fmla="*/ 150 h 344"/>
                <a:gd name="T4" fmla="*/ 83 w 402"/>
                <a:gd name="T5" fmla="*/ 271 h 344"/>
                <a:gd name="T6" fmla="*/ 43 w 402"/>
                <a:gd name="T7" fmla="*/ 344 h 344"/>
                <a:gd name="T8" fmla="*/ 164 w 402"/>
                <a:gd name="T9" fmla="*/ 297 h 344"/>
                <a:gd name="T10" fmla="*/ 201 w 402"/>
                <a:gd name="T11" fmla="*/ 300 h 344"/>
                <a:gd name="T12" fmla="*/ 402 w 402"/>
                <a:gd name="T13" fmla="*/ 150 h 344"/>
                <a:gd name="T14" fmla="*/ 201 w 402"/>
                <a:gd name="T15" fmla="*/ 0 h 344"/>
                <a:gd name="T16" fmla="*/ 104 w 402"/>
                <a:gd name="T17" fmla="*/ 166 h 344"/>
                <a:gd name="T18" fmla="*/ 88 w 402"/>
                <a:gd name="T19" fmla="*/ 150 h 344"/>
                <a:gd name="T20" fmla="*/ 104 w 402"/>
                <a:gd name="T21" fmla="*/ 134 h 344"/>
                <a:gd name="T22" fmla="*/ 120 w 402"/>
                <a:gd name="T23" fmla="*/ 150 h 344"/>
                <a:gd name="T24" fmla="*/ 104 w 402"/>
                <a:gd name="T25" fmla="*/ 166 h 344"/>
                <a:gd name="T26" fmla="*/ 168 w 402"/>
                <a:gd name="T27" fmla="*/ 167 h 344"/>
                <a:gd name="T28" fmla="*/ 152 w 402"/>
                <a:gd name="T29" fmla="*/ 151 h 344"/>
                <a:gd name="T30" fmla="*/ 168 w 402"/>
                <a:gd name="T31" fmla="*/ 135 h 344"/>
                <a:gd name="T32" fmla="*/ 184 w 402"/>
                <a:gd name="T33" fmla="*/ 151 h 344"/>
                <a:gd name="T34" fmla="*/ 168 w 402"/>
                <a:gd name="T35" fmla="*/ 167 h 344"/>
                <a:gd name="T36" fmla="*/ 233 w 402"/>
                <a:gd name="T37" fmla="*/ 167 h 344"/>
                <a:gd name="T38" fmla="*/ 217 w 402"/>
                <a:gd name="T39" fmla="*/ 151 h 344"/>
                <a:gd name="T40" fmla="*/ 233 w 402"/>
                <a:gd name="T41" fmla="*/ 135 h 344"/>
                <a:gd name="T42" fmla="*/ 249 w 402"/>
                <a:gd name="T43" fmla="*/ 151 h 344"/>
                <a:gd name="T44" fmla="*/ 233 w 402"/>
                <a:gd name="T45" fmla="*/ 167 h 344"/>
                <a:gd name="T46" fmla="*/ 297 w 402"/>
                <a:gd name="T47" fmla="*/ 167 h 344"/>
                <a:gd name="T48" fmla="*/ 281 w 402"/>
                <a:gd name="T49" fmla="*/ 151 h 344"/>
                <a:gd name="T50" fmla="*/ 297 w 402"/>
                <a:gd name="T51" fmla="*/ 135 h 344"/>
                <a:gd name="T52" fmla="*/ 313 w 402"/>
                <a:gd name="T53" fmla="*/ 151 h 344"/>
                <a:gd name="T54" fmla="*/ 297 w 402"/>
                <a:gd name="T55" fmla="*/ 167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344">
                  <a:moveTo>
                    <a:pt x="201" y="0"/>
                  </a:moveTo>
                  <a:cubicBezTo>
                    <a:pt x="90" y="0"/>
                    <a:pt x="0" y="67"/>
                    <a:pt x="0" y="150"/>
                  </a:cubicBezTo>
                  <a:cubicBezTo>
                    <a:pt x="0" y="200"/>
                    <a:pt x="32" y="244"/>
                    <a:pt x="83" y="271"/>
                  </a:cubicBezTo>
                  <a:cubicBezTo>
                    <a:pt x="82" y="271"/>
                    <a:pt x="43" y="344"/>
                    <a:pt x="43" y="344"/>
                  </a:cubicBezTo>
                  <a:cubicBezTo>
                    <a:pt x="43" y="344"/>
                    <a:pt x="164" y="297"/>
                    <a:pt x="164" y="297"/>
                  </a:cubicBezTo>
                  <a:cubicBezTo>
                    <a:pt x="176" y="299"/>
                    <a:pt x="188" y="300"/>
                    <a:pt x="201" y="300"/>
                  </a:cubicBezTo>
                  <a:cubicBezTo>
                    <a:pt x="312" y="300"/>
                    <a:pt x="402" y="233"/>
                    <a:pt x="402" y="150"/>
                  </a:cubicBezTo>
                  <a:cubicBezTo>
                    <a:pt x="402" y="67"/>
                    <a:pt x="312" y="0"/>
                    <a:pt x="201" y="0"/>
                  </a:cubicBezTo>
                  <a:close/>
                  <a:moveTo>
                    <a:pt x="104" y="166"/>
                  </a:moveTo>
                  <a:cubicBezTo>
                    <a:pt x="96" y="166"/>
                    <a:pt x="88" y="159"/>
                    <a:pt x="88" y="150"/>
                  </a:cubicBezTo>
                  <a:cubicBezTo>
                    <a:pt x="88" y="141"/>
                    <a:pt x="96" y="134"/>
                    <a:pt x="104" y="134"/>
                  </a:cubicBezTo>
                  <a:cubicBezTo>
                    <a:pt x="113" y="134"/>
                    <a:pt x="120" y="141"/>
                    <a:pt x="120" y="150"/>
                  </a:cubicBezTo>
                  <a:cubicBezTo>
                    <a:pt x="120" y="159"/>
                    <a:pt x="113" y="166"/>
                    <a:pt x="104" y="166"/>
                  </a:cubicBezTo>
                  <a:close/>
                  <a:moveTo>
                    <a:pt x="168" y="167"/>
                  </a:moveTo>
                  <a:cubicBezTo>
                    <a:pt x="159" y="167"/>
                    <a:pt x="152" y="160"/>
                    <a:pt x="152" y="151"/>
                  </a:cubicBezTo>
                  <a:cubicBezTo>
                    <a:pt x="152" y="142"/>
                    <a:pt x="159" y="135"/>
                    <a:pt x="168" y="135"/>
                  </a:cubicBezTo>
                  <a:cubicBezTo>
                    <a:pt x="177" y="135"/>
                    <a:pt x="184" y="142"/>
                    <a:pt x="184" y="151"/>
                  </a:cubicBezTo>
                  <a:cubicBezTo>
                    <a:pt x="184" y="160"/>
                    <a:pt x="177" y="167"/>
                    <a:pt x="168" y="167"/>
                  </a:cubicBezTo>
                  <a:close/>
                  <a:moveTo>
                    <a:pt x="233" y="167"/>
                  </a:moveTo>
                  <a:cubicBezTo>
                    <a:pt x="224" y="167"/>
                    <a:pt x="217" y="160"/>
                    <a:pt x="217" y="151"/>
                  </a:cubicBezTo>
                  <a:cubicBezTo>
                    <a:pt x="217" y="142"/>
                    <a:pt x="224" y="135"/>
                    <a:pt x="233" y="135"/>
                  </a:cubicBezTo>
                  <a:cubicBezTo>
                    <a:pt x="242" y="135"/>
                    <a:pt x="249" y="142"/>
                    <a:pt x="249" y="151"/>
                  </a:cubicBezTo>
                  <a:cubicBezTo>
                    <a:pt x="249" y="160"/>
                    <a:pt x="242" y="167"/>
                    <a:pt x="233" y="167"/>
                  </a:cubicBezTo>
                  <a:close/>
                  <a:moveTo>
                    <a:pt x="297" y="167"/>
                  </a:moveTo>
                  <a:cubicBezTo>
                    <a:pt x="288" y="167"/>
                    <a:pt x="281" y="160"/>
                    <a:pt x="281" y="151"/>
                  </a:cubicBezTo>
                  <a:cubicBezTo>
                    <a:pt x="281" y="142"/>
                    <a:pt x="288" y="135"/>
                    <a:pt x="297" y="135"/>
                  </a:cubicBezTo>
                  <a:cubicBezTo>
                    <a:pt x="306" y="135"/>
                    <a:pt x="313" y="142"/>
                    <a:pt x="313" y="151"/>
                  </a:cubicBezTo>
                  <a:cubicBezTo>
                    <a:pt x="313" y="160"/>
                    <a:pt x="306" y="167"/>
                    <a:pt x="297" y="1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1"/>
            <p:cNvSpPr>
              <a:spLocks noEditPoints="1"/>
            </p:cNvSpPr>
            <p:nvPr/>
          </p:nvSpPr>
          <p:spPr bwMode="auto">
            <a:xfrm>
              <a:off x="2908424" y="1332510"/>
              <a:ext cx="485258" cy="363829"/>
            </a:xfrm>
            <a:custGeom>
              <a:avLst/>
              <a:gdLst>
                <a:gd name="T0" fmla="*/ 416 w 448"/>
                <a:gd name="T1" fmla="*/ 48 h 336"/>
                <a:gd name="T2" fmla="*/ 385 w 448"/>
                <a:gd name="T3" fmla="*/ 48 h 336"/>
                <a:gd name="T4" fmla="*/ 385 w 448"/>
                <a:gd name="T5" fmla="*/ 1 h 336"/>
                <a:gd name="T6" fmla="*/ 320 w 448"/>
                <a:gd name="T7" fmla="*/ 0 h 336"/>
                <a:gd name="T8" fmla="*/ 320 w 448"/>
                <a:gd name="T9" fmla="*/ 48 h 336"/>
                <a:gd name="T10" fmla="*/ 126 w 448"/>
                <a:gd name="T11" fmla="*/ 48 h 336"/>
                <a:gd name="T12" fmla="*/ 127 w 448"/>
                <a:gd name="T13" fmla="*/ 0 h 336"/>
                <a:gd name="T14" fmla="*/ 64 w 448"/>
                <a:gd name="T15" fmla="*/ 1 h 336"/>
                <a:gd name="T16" fmla="*/ 64 w 448"/>
                <a:gd name="T17" fmla="*/ 49 h 336"/>
                <a:gd name="T18" fmla="*/ 32 w 448"/>
                <a:gd name="T19" fmla="*/ 48 h 336"/>
                <a:gd name="T20" fmla="*/ 0 w 448"/>
                <a:gd name="T21" fmla="*/ 80 h 336"/>
                <a:gd name="T22" fmla="*/ 0 w 448"/>
                <a:gd name="T23" fmla="*/ 304 h 336"/>
                <a:gd name="T24" fmla="*/ 32 w 448"/>
                <a:gd name="T25" fmla="*/ 336 h 336"/>
                <a:gd name="T26" fmla="*/ 416 w 448"/>
                <a:gd name="T27" fmla="*/ 336 h 336"/>
                <a:gd name="T28" fmla="*/ 448 w 448"/>
                <a:gd name="T29" fmla="*/ 304 h 336"/>
                <a:gd name="T30" fmla="*/ 448 w 448"/>
                <a:gd name="T31" fmla="*/ 80 h 336"/>
                <a:gd name="T32" fmla="*/ 416 w 448"/>
                <a:gd name="T33" fmla="*/ 48 h 336"/>
                <a:gd name="T34" fmla="*/ 336 w 448"/>
                <a:gd name="T35" fmla="*/ 16 h 336"/>
                <a:gd name="T36" fmla="*/ 368 w 448"/>
                <a:gd name="T37" fmla="*/ 16 h 336"/>
                <a:gd name="T38" fmla="*/ 368 w 448"/>
                <a:gd name="T39" fmla="*/ 80 h 336"/>
                <a:gd name="T40" fmla="*/ 336 w 448"/>
                <a:gd name="T41" fmla="*/ 80 h 336"/>
                <a:gd name="T42" fmla="*/ 336 w 448"/>
                <a:gd name="T43" fmla="*/ 16 h 336"/>
                <a:gd name="T44" fmla="*/ 128 w 448"/>
                <a:gd name="T45" fmla="*/ 125 h 336"/>
                <a:gd name="T46" fmla="*/ 163 w 448"/>
                <a:gd name="T47" fmla="*/ 171 h 336"/>
                <a:gd name="T48" fmla="*/ 128 w 448"/>
                <a:gd name="T49" fmla="*/ 217 h 336"/>
                <a:gd name="T50" fmla="*/ 93 w 448"/>
                <a:gd name="T51" fmla="*/ 171 h 336"/>
                <a:gd name="T52" fmla="*/ 128 w 448"/>
                <a:gd name="T53" fmla="*/ 125 h 336"/>
                <a:gd name="T54" fmla="*/ 80 w 448"/>
                <a:gd name="T55" fmla="*/ 16 h 336"/>
                <a:gd name="T56" fmla="*/ 112 w 448"/>
                <a:gd name="T57" fmla="*/ 16 h 336"/>
                <a:gd name="T58" fmla="*/ 112 w 448"/>
                <a:gd name="T59" fmla="*/ 80 h 336"/>
                <a:gd name="T60" fmla="*/ 80 w 448"/>
                <a:gd name="T61" fmla="*/ 80 h 336"/>
                <a:gd name="T62" fmla="*/ 80 w 448"/>
                <a:gd name="T63" fmla="*/ 16 h 336"/>
                <a:gd name="T64" fmla="*/ 59 w 448"/>
                <a:gd name="T65" fmla="*/ 271 h 336"/>
                <a:gd name="T66" fmla="*/ 71 w 448"/>
                <a:gd name="T67" fmla="*/ 235 h 336"/>
                <a:gd name="T68" fmla="*/ 105 w 448"/>
                <a:gd name="T69" fmla="*/ 225 h 336"/>
                <a:gd name="T70" fmla="*/ 127 w 448"/>
                <a:gd name="T71" fmla="*/ 243 h 336"/>
                <a:gd name="T72" fmla="*/ 150 w 448"/>
                <a:gd name="T73" fmla="*/ 225 h 336"/>
                <a:gd name="T74" fmla="*/ 184 w 448"/>
                <a:gd name="T75" fmla="*/ 235 h 336"/>
                <a:gd name="T76" fmla="*/ 197 w 448"/>
                <a:gd name="T77" fmla="*/ 271 h 336"/>
                <a:gd name="T78" fmla="*/ 59 w 448"/>
                <a:gd name="T79" fmla="*/ 271 h 336"/>
                <a:gd name="T80" fmla="*/ 384 w 448"/>
                <a:gd name="T81" fmla="*/ 256 h 336"/>
                <a:gd name="T82" fmla="*/ 240 w 448"/>
                <a:gd name="T83" fmla="*/ 256 h 336"/>
                <a:gd name="T84" fmla="*/ 240 w 448"/>
                <a:gd name="T85" fmla="*/ 240 h 336"/>
                <a:gd name="T86" fmla="*/ 384 w 448"/>
                <a:gd name="T87" fmla="*/ 240 h 336"/>
                <a:gd name="T88" fmla="*/ 384 w 448"/>
                <a:gd name="T89" fmla="*/ 256 h 336"/>
                <a:gd name="T90" fmla="*/ 384 w 448"/>
                <a:gd name="T91" fmla="*/ 224 h 336"/>
                <a:gd name="T92" fmla="*/ 240 w 448"/>
                <a:gd name="T93" fmla="*/ 224 h 336"/>
                <a:gd name="T94" fmla="*/ 240 w 448"/>
                <a:gd name="T95" fmla="*/ 208 h 336"/>
                <a:gd name="T96" fmla="*/ 384 w 448"/>
                <a:gd name="T97" fmla="*/ 208 h 336"/>
                <a:gd name="T98" fmla="*/ 384 w 448"/>
                <a:gd name="T99" fmla="*/ 224 h 336"/>
                <a:gd name="T100" fmla="*/ 384 w 448"/>
                <a:gd name="T101" fmla="*/ 192 h 336"/>
                <a:gd name="T102" fmla="*/ 240 w 448"/>
                <a:gd name="T103" fmla="*/ 192 h 336"/>
                <a:gd name="T104" fmla="*/ 240 w 448"/>
                <a:gd name="T105" fmla="*/ 176 h 336"/>
                <a:gd name="T106" fmla="*/ 384 w 448"/>
                <a:gd name="T107" fmla="*/ 176 h 336"/>
                <a:gd name="T108" fmla="*/ 384 w 448"/>
                <a:gd name="T109" fmla="*/ 192 h 336"/>
                <a:gd name="T110" fmla="*/ 384 w 448"/>
                <a:gd name="T111" fmla="*/ 160 h 336"/>
                <a:gd name="T112" fmla="*/ 240 w 448"/>
                <a:gd name="T113" fmla="*/ 160 h 336"/>
                <a:gd name="T114" fmla="*/ 240 w 448"/>
                <a:gd name="T115" fmla="*/ 144 h 336"/>
                <a:gd name="T116" fmla="*/ 384 w 448"/>
                <a:gd name="T117" fmla="*/ 144 h 336"/>
                <a:gd name="T118" fmla="*/ 384 w 448"/>
                <a:gd name="T119" fmla="*/ 16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8" h="336">
                  <a:moveTo>
                    <a:pt x="416" y="48"/>
                  </a:moveTo>
                  <a:cubicBezTo>
                    <a:pt x="385" y="48"/>
                    <a:pt x="385" y="48"/>
                    <a:pt x="385" y="48"/>
                  </a:cubicBezTo>
                  <a:cubicBezTo>
                    <a:pt x="385" y="1"/>
                    <a:pt x="385" y="1"/>
                    <a:pt x="385" y="1"/>
                  </a:cubicBezTo>
                  <a:cubicBezTo>
                    <a:pt x="320" y="0"/>
                    <a:pt x="320" y="0"/>
                    <a:pt x="320" y="0"/>
                  </a:cubicBezTo>
                  <a:cubicBezTo>
                    <a:pt x="320" y="48"/>
                    <a:pt x="320" y="48"/>
                    <a:pt x="320" y="48"/>
                  </a:cubicBezTo>
                  <a:cubicBezTo>
                    <a:pt x="126" y="48"/>
                    <a:pt x="126" y="48"/>
                    <a:pt x="126" y="48"/>
                  </a:cubicBezTo>
                  <a:cubicBezTo>
                    <a:pt x="127" y="0"/>
                    <a:pt x="127" y="0"/>
                    <a:pt x="127" y="0"/>
                  </a:cubicBezTo>
                  <a:cubicBezTo>
                    <a:pt x="64" y="1"/>
                    <a:pt x="64" y="1"/>
                    <a:pt x="64" y="1"/>
                  </a:cubicBezTo>
                  <a:cubicBezTo>
                    <a:pt x="64" y="49"/>
                    <a:pt x="64" y="49"/>
                    <a:pt x="64" y="49"/>
                  </a:cubicBezTo>
                  <a:cubicBezTo>
                    <a:pt x="32" y="48"/>
                    <a:pt x="32" y="48"/>
                    <a:pt x="32" y="48"/>
                  </a:cubicBezTo>
                  <a:cubicBezTo>
                    <a:pt x="14" y="48"/>
                    <a:pt x="0" y="62"/>
                    <a:pt x="0" y="80"/>
                  </a:cubicBezTo>
                  <a:cubicBezTo>
                    <a:pt x="0" y="304"/>
                    <a:pt x="0" y="304"/>
                    <a:pt x="0" y="304"/>
                  </a:cubicBezTo>
                  <a:cubicBezTo>
                    <a:pt x="0" y="322"/>
                    <a:pt x="14" y="336"/>
                    <a:pt x="32" y="336"/>
                  </a:cubicBezTo>
                  <a:cubicBezTo>
                    <a:pt x="416" y="336"/>
                    <a:pt x="416" y="336"/>
                    <a:pt x="416" y="336"/>
                  </a:cubicBezTo>
                  <a:cubicBezTo>
                    <a:pt x="434" y="336"/>
                    <a:pt x="448" y="322"/>
                    <a:pt x="448" y="304"/>
                  </a:cubicBezTo>
                  <a:cubicBezTo>
                    <a:pt x="448" y="80"/>
                    <a:pt x="448" y="80"/>
                    <a:pt x="448" y="80"/>
                  </a:cubicBezTo>
                  <a:cubicBezTo>
                    <a:pt x="448" y="62"/>
                    <a:pt x="434" y="48"/>
                    <a:pt x="416" y="48"/>
                  </a:cubicBezTo>
                  <a:close/>
                  <a:moveTo>
                    <a:pt x="336" y="16"/>
                  </a:moveTo>
                  <a:cubicBezTo>
                    <a:pt x="368" y="16"/>
                    <a:pt x="368" y="16"/>
                    <a:pt x="368" y="16"/>
                  </a:cubicBezTo>
                  <a:cubicBezTo>
                    <a:pt x="368" y="80"/>
                    <a:pt x="368" y="80"/>
                    <a:pt x="368" y="80"/>
                  </a:cubicBezTo>
                  <a:cubicBezTo>
                    <a:pt x="336" y="80"/>
                    <a:pt x="336" y="80"/>
                    <a:pt x="336" y="80"/>
                  </a:cubicBezTo>
                  <a:lnTo>
                    <a:pt x="336" y="16"/>
                  </a:lnTo>
                  <a:close/>
                  <a:moveTo>
                    <a:pt x="128" y="125"/>
                  </a:moveTo>
                  <a:cubicBezTo>
                    <a:pt x="147" y="125"/>
                    <a:pt x="163" y="146"/>
                    <a:pt x="163" y="171"/>
                  </a:cubicBezTo>
                  <a:cubicBezTo>
                    <a:pt x="163" y="196"/>
                    <a:pt x="147" y="217"/>
                    <a:pt x="128" y="217"/>
                  </a:cubicBezTo>
                  <a:cubicBezTo>
                    <a:pt x="109" y="217"/>
                    <a:pt x="93" y="196"/>
                    <a:pt x="93" y="171"/>
                  </a:cubicBezTo>
                  <a:cubicBezTo>
                    <a:pt x="93" y="146"/>
                    <a:pt x="109" y="125"/>
                    <a:pt x="128" y="125"/>
                  </a:cubicBezTo>
                  <a:close/>
                  <a:moveTo>
                    <a:pt x="80" y="16"/>
                  </a:moveTo>
                  <a:cubicBezTo>
                    <a:pt x="112" y="16"/>
                    <a:pt x="112" y="16"/>
                    <a:pt x="112" y="16"/>
                  </a:cubicBezTo>
                  <a:cubicBezTo>
                    <a:pt x="112" y="80"/>
                    <a:pt x="112" y="80"/>
                    <a:pt x="112" y="80"/>
                  </a:cubicBezTo>
                  <a:cubicBezTo>
                    <a:pt x="80" y="80"/>
                    <a:pt x="80" y="80"/>
                    <a:pt x="80" y="80"/>
                  </a:cubicBezTo>
                  <a:lnTo>
                    <a:pt x="80" y="16"/>
                  </a:lnTo>
                  <a:close/>
                  <a:moveTo>
                    <a:pt x="59" y="271"/>
                  </a:moveTo>
                  <a:cubicBezTo>
                    <a:pt x="59" y="271"/>
                    <a:pt x="62" y="241"/>
                    <a:pt x="71" y="235"/>
                  </a:cubicBezTo>
                  <a:cubicBezTo>
                    <a:pt x="80" y="229"/>
                    <a:pt x="105" y="225"/>
                    <a:pt x="105" y="225"/>
                  </a:cubicBezTo>
                  <a:cubicBezTo>
                    <a:pt x="105" y="225"/>
                    <a:pt x="121" y="243"/>
                    <a:pt x="127" y="243"/>
                  </a:cubicBezTo>
                  <a:cubicBezTo>
                    <a:pt x="134" y="243"/>
                    <a:pt x="150" y="225"/>
                    <a:pt x="150" y="225"/>
                  </a:cubicBezTo>
                  <a:cubicBezTo>
                    <a:pt x="150" y="225"/>
                    <a:pt x="175" y="229"/>
                    <a:pt x="184" y="235"/>
                  </a:cubicBezTo>
                  <a:cubicBezTo>
                    <a:pt x="194" y="242"/>
                    <a:pt x="197" y="271"/>
                    <a:pt x="197" y="271"/>
                  </a:cubicBezTo>
                  <a:lnTo>
                    <a:pt x="59" y="271"/>
                  </a:lnTo>
                  <a:close/>
                  <a:moveTo>
                    <a:pt x="384" y="256"/>
                  </a:moveTo>
                  <a:cubicBezTo>
                    <a:pt x="240" y="256"/>
                    <a:pt x="240" y="256"/>
                    <a:pt x="240" y="256"/>
                  </a:cubicBezTo>
                  <a:cubicBezTo>
                    <a:pt x="240" y="240"/>
                    <a:pt x="240" y="240"/>
                    <a:pt x="240" y="240"/>
                  </a:cubicBezTo>
                  <a:cubicBezTo>
                    <a:pt x="384" y="240"/>
                    <a:pt x="384" y="240"/>
                    <a:pt x="384" y="240"/>
                  </a:cubicBezTo>
                  <a:lnTo>
                    <a:pt x="384" y="256"/>
                  </a:lnTo>
                  <a:close/>
                  <a:moveTo>
                    <a:pt x="384" y="224"/>
                  </a:moveTo>
                  <a:cubicBezTo>
                    <a:pt x="240" y="224"/>
                    <a:pt x="240" y="224"/>
                    <a:pt x="240" y="224"/>
                  </a:cubicBezTo>
                  <a:cubicBezTo>
                    <a:pt x="240" y="208"/>
                    <a:pt x="240" y="208"/>
                    <a:pt x="240" y="208"/>
                  </a:cubicBezTo>
                  <a:cubicBezTo>
                    <a:pt x="384" y="208"/>
                    <a:pt x="384" y="208"/>
                    <a:pt x="384" y="208"/>
                  </a:cubicBezTo>
                  <a:lnTo>
                    <a:pt x="384" y="224"/>
                  </a:lnTo>
                  <a:close/>
                  <a:moveTo>
                    <a:pt x="384" y="192"/>
                  </a:moveTo>
                  <a:cubicBezTo>
                    <a:pt x="240" y="192"/>
                    <a:pt x="240" y="192"/>
                    <a:pt x="240" y="192"/>
                  </a:cubicBezTo>
                  <a:cubicBezTo>
                    <a:pt x="240" y="176"/>
                    <a:pt x="240" y="176"/>
                    <a:pt x="240" y="176"/>
                  </a:cubicBezTo>
                  <a:cubicBezTo>
                    <a:pt x="384" y="176"/>
                    <a:pt x="384" y="176"/>
                    <a:pt x="384" y="176"/>
                  </a:cubicBezTo>
                  <a:lnTo>
                    <a:pt x="384" y="192"/>
                  </a:lnTo>
                  <a:close/>
                  <a:moveTo>
                    <a:pt x="384" y="160"/>
                  </a:moveTo>
                  <a:cubicBezTo>
                    <a:pt x="240" y="160"/>
                    <a:pt x="240" y="160"/>
                    <a:pt x="240" y="160"/>
                  </a:cubicBezTo>
                  <a:cubicBezTo>
                    <a:pt x="240" y="144"/>
                    <a:pt x="240" y="144"/>
                    <a:pt x="240" y="144"/>
                  </a:cubicBezTo>
                  <a:cubicBezTo>
                    <a:pt x="384" y="144"/>
                    <a:pt x="384" y="144"/>
                    <a:pt x="384" y="144"/>
                  </a:cubicBezTo>
                  <a:lnTo>
                    <a:pt x="384" y="1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2"/>
            <p:cNvSpPr>
              <a:spLocks noEditPoints="1"/>
            </p:cNvSpPr>
            <p:nvPr/>
          </p:nvSpPr>
          <p:spPr bwMode="auto">
            <a:xfrm>
              <a:off x="4003662" y="1297227"/>
              <a:ext cx="485258" cy="434395"/>
            </a:xfrm>
            <a:custGeom>
              <a:avLst/>
              <a:gdLst>
                <a:gd name="T0" fmla="*/ 336 w 448"/>
                <a:gd name="T1" fmla="*/ 112 h 401"/>
                <a:gd name="T2" fmla="*/ 320 w 448"/>
                <a:gd name="T3" fmla="*/ 96 h 401"/>
                <a:gd name="T4" fmla="*/ 272 w 448"/>
                <a:gd name="T5" fmla="*/ 96 h 401"/>
                <a:gd name="T6" fmla="*/ 273 w 448"/>
                <a:gd name="T7" fmla="*/ 49 h 401"/>
                <a:gd name="T8" fmla="*/ 224 w 448"/>
                <a:gd name="T9" fmla="*/ 0 h 401"/>
                <a:gd name="T10" fmla="*/ 176 w 448"/>
                <a:gd name="T11" fmla="*/ 49 h 401"/>
                <a:gd name="T12" fmla="*/ 176 w 448"/>
                <a:gd name="T13" fmla="*/ 97 h 401"/>
                <a:gd name="T14" fmla="*/ 128 w 448"/>
                <a:gd name="T15" fmla="*/ 97 h 401"/>
                <a:gd name="T16" fmla="*/ 112 w 448"/>
                <a:gd name="T17" fmla="*/ 113 h 401"/>
                <a:gd name="T18" fmla="*/ 112 w 448"/>
                <a:gd name="T19" fmla="*/ 144 h 401"/>
                <a:gd name="T20" fmla="*/ 336 w 448"/>
                <a:gd name="T21" fmla="*/ 144 h 401"/>
                <a:gd name="T22" fmla="*/ 336 w 448"/>
                <a:gd name="T23" fmla="*/ 112 h 401"/>
                <a:gd name="T24" fmla="*/ 224 w 448"/>
                <a:gd name="T25" fmla="*/ 80 h 401"/>
                <a:gd name="T26" fmla="*/ 208 w 448"/>
                <a:gd name="T27" fmla="*/ 64 h 401"/>
                <a:gd name="T28" fmla="*/ 224 w 448"/>
                <a:gd name="T29" fmla="*/ 48 h 401"/>
                <a:gd name="T30" fmla="*/ 240 w 448"/>
                <a:gd name="T31" fmla="*/ 64 h 401"/>
                <a:gd name="T32" fmla="*/ 224 w 448"/>
                <a:gd name="T33" fmla="*/ 80 h 401"/>
                <a:gd name="T34" fmla="*/ 416 w 448"/>
                <a:gd name="T35" fmla="*/ 112 h 401"/>
                <a:gd name="T36" fmla="*/ 352 w 448"/>
                <a:gd name="T37" fmla="*/ 112 h 401"/>
                <a:gd name="T38" fmla="*/ 352 w 448"/>
                <a:gd name="T39" fmla="*/ 161 h 401"/>
                <a:gd name="T40" fmla="*/ 96 w 448"/>
                <a:gd name="T41" fmla="*/ 161 h 401"/>
                <a:gd name="T42" fmla="*/ 96 w 448"/>
                <a:gd name="T43" fmla="*/ 114 h 401"/>
                <a:gd name="T44" fmla="*/ 32 w 448"/>
                <a:gd name="T45" fmla="*/ 113 h 401"/>
                <a:gd name="T46" fmla="*/ 0 w 448"/>
                <a:gd name="T47" fmla="*/ 145 h 401"/>
                <a:gd name="T48" fmla="*/ 0 w 448"/>
                <a:gd name="T49" fmla="*/ 369 h 401"/>
                <a:gd name="T50" fmla="*/ 32 w 448"/>
                <a:gd name="T51" fmla="*/ 401 h 401"/>
                <a:gd name="T52" fmla="*/ 416 w 448"/>
                <a:gd name="T53" fmla="*/ 401 h 401"/>
                <a:gd name="T54" fmla="*/ 448 w 448"/>
                <a:gd name="T55" fmla="*/ 369 h 401"/>
                <a:gd name="T56" fmla="*/ 448 w 448"/>
                <a:gd name="T57" fmla="*/ 145 h 401"/>
                <a:gd name="T58" fmla="*/ 416 w 448"/>
                <a:gd name="T59" fmla="*/ 112 h 401"/>
                <a:gd name="T60" fmla="*/ 128 w 448"/>
                <a:gd name="T61" fmla="*/ 206 h 401"/>
                <a:gd name="T62" fmla="*/ 163 w 448"/>
                <a:gd name="T63" fmla="*/ 252 h 401"/>
                <a:gd name="T64" fmla="*/ 128 w 448"/>
                <a:gd name="T65" fmla="*/ 298 h 401"/>
                <a:gd name="T66" fmla="*/ 93 w 448"/>
                <a:gd name="T67" fmla="*/ 252 h 401"/>
                <a:gd name="T68" fmla="*/ 128 w 448"/>
                <a:gd name="T69" fmla="*/ 206 h 401"/>
                <a:gd name="T70" fmla="*/ 59 w 448"/>
                <a:gd name="T71" fmla="*/ 352 h 401"/>
                <a:gd name="T72" fmla="*/ 71 w 448"/>
                <a:gd name="T73" fmla="*/ 315 h 401"/>
                <a:gd name="T74" fmla="*/ 105 w 448"/>
                <a:gd name="T75" fmla="*/ 306 h 401"/>
                <a:gd name="T76" fmla="*/ 127 w 448"/>
                <a:gd name="T77" fmla="*/ 323 h 401"/>
                <a:gd name="T78" fmla="*/ 150 w 448"/>
                <a:gd name="T79" fmla="*/ 306 h 401"/>
                <a:gd name="T80" fmla="*/ 184 w 448"/>
                <a:gd name="T81" fmla="*/ 315 h 401"/>
                <a:gd name="T82" fmla="*/ 197 w 448"/>
                <a:gd name="T83" fmla="*/ 352 h 401"/>
                <a:gd name="T84" fmla="*/ 59 w 448"/>
                <a:gd name="T85" fmla="*/ 352 h 401"/>
                <a:gd name="T86" fmla="*/ 384 w 448"/>
                <a:gd name="T87" fmla="*/ 336 h 401"/>
                <a:gd name="T88" fmla="*/ 240 w 448"/>
                <a:gd name="T89" fmla="*/ 336 h 401"/>
                <a:gd name="T90" fmla="*/ 240 w 448"/>
                <a:gd name="T91" fmla="*/ 320 h 401"/>
                <a:gd name="T92" fmla="*/ 384 w 448"/>
                <a:gd name="T93" fmla="*/ 320 h 401"/>
                <a:gd name="T94" fmla="*/ 384 w 448"/>
                <a:gd name="T95" fmla="*/ 336 h 401"/>
                <a:gd name="T96" fmla="*/ 384 w 448"/>
                <a:gd name="T97" fmla="*/ 304 h 401"/>
                <a:gd name="T98" fmla="*/ 240 w 448"/>
                <a:gd name="T99" fmla="*/ 304 h 401"/>
                <a:gd name="T100" fmla="*/ 240 w 448"/>
                <a:gd name="T101" fmla="*/ 288 h 401"/>
                <a:gd name="T102" fmla="*/ 384 w 448"/>
                <a:gd name="T103" fmla="*/ 288 h 401"/>
                <a:gd name="T104" fmla="*/ 384 w 448"/>
                <a:gd name="T105" fmla="*/ 304 h 401"/>
                <a:gd name="T106" fmla="*/ 384 w 448"/>
                <a:gd name="T107" fmla="*/ 272 h 401"/>
                <a:gd name="T108" fmla="*/ 240 w 448"/>
                <a:gd name="T109" fmla="*/ 272 h 401"/>
                <a:gd name="T110" fmla="*/ 240 w 448"/>
                <a:gd name="T111" fmla="*/ 256 h 401"/>
                <a:gd name="T112" fmla="*/ 384 w 448"/>
                <a:gd name="T113" fmla="*/ 256 h 401"/>
                <a:gd name="T114" fmla="*/ 384 w 448"/>
                <a:gd name="T115" fmla="*/ 272 h 401"/>
                <a:gd name="T116" fmla="*/ 384 w 448"/>
                <a:gd name="T117" fmla="*/ 240 h 401"/>
                <a:gd name="T118" fmla="*/ 240 w 448"/>
                <a:gd name="T119" fmla="*/ 240 h 401"/>
                <a:gd name="T120" fmla="*/ 240 w 448"/>
                <a:gd name="T121" fmla="*/ 224 h 401"/>
                <a:gd name="T122" fmla="*/ 384 w 448"/>
                <a:gd name="T123" fmla="*/ 224 h 401"/>
                <a:gd name="T124" fmla="*/ 384 w 448"/>
                <a:gd name="T125" fmla="*/ 24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8" h="401">
                  <a:moveTo>
                    <a:pt x="336" y="112"/>
                  </a:moveTo>
                  <a:cubicBezTo>
                    <a:pt x="336" y="104"/>
                    <a:pt x="329" y="96"/>
                    <a:pt x="320" y="96"/>
                  </a:cubicBezTo>
                  <a:cubicBezTo>
                    <a:pt x="272" y="96"/>
                    <a:pt x="272" y="96"/>
                    <a:pt x="272" y="96"/>
                  </a:cubicBezTo>
                  <a:cubicBezTo>
                    <a:pt x="272" y="96"/>
                    <a:pt x="273" y="77"/>
                    <a:pt x="273" y="49"/>
                  </a:cubicBezTo>
                  <a:cubicBezTo>
                    <a:pt x="273" y="23"/>
                    <a:pt x="251" y="0"/>
                    <a:pt x="224" y="0"/>
                  </a:cubicBezTo>
                  <a:cubicBezTo>
                    <a:pt x="197" y="0"/>
                    <a:pt x="176" y="22"/>
                    <a:pt x="176" y="49"/>
                  </a:cubicBezTo>
                  <a:cubicBezTo>
                    <a:pt x="176" y="75"/>
                    <a:pt x="176" y="97"/>
                    <a:pt x="176" y="97"/>
                  </a:cubicBezTo>
                  <a:cubicBezTo>
                    <a:pt x="128" y="97"/>
                    <a:pt x="128" y="97"/>
                    <a:pt x="128" y="97"/>
                  </a:cubicBezTo>
                  <a:cubicBezTo>
                    <a:pt x="119" y="97"/>
                    <a:pt x="112" y="104"/>
                    <a:pt x="112" y="113"/>
                  </a:cubicBezTo>
                  <a:cubicBezTo>
                    <a:pt x="112" y="121"/>
                    <a:pt x="112" y="144"/>
                    <a:pt x="112" y="144"/>
                  </a:cubicBezTo>
                  <a:cubicBezTo>
                    <a:pt x="336" y="144"/>
                    <a:pt x="336" y="144"/>
                    <a:pt x="336" y="144"/>
                  </a:cubicBezTo>
                  <a:cubicBezTo>
                    <a:pt x="336" y="144"/>
                    <a:pt x="336" y="121"/>
                    <a:pt x="336" y="112"/>
                  </a:cubicBezTo>
                  <a:close/>
                  <a:moveTo>
                    <a:pt x="224" y="80"/>
                  </a:moveTo>
                  <a:cubicBezTo>
                    <a:pt x="215" y="80"/>
                    <a:pt x="208" y="72"/>
                    <a:pt x="208" y="64"/>
                  </a:cubicBezTo>
                  <a:cubicBezTo>
                    <a:pt x="208" y="55"/>
                    <a:pt x="215" y="48"/>
                    <a:pt x="224" y="48"/>
                  </a:cubicBezTo>
                  <a:cubicBezTo>
                    <a:pt x="233" y="48"/>
                    <a:pt x="240" y="55"/>
                    <a:pt x="240" y="64"/>
                  </a:cubicBezTo>
                  <a:cubicBezTo>
                    <a:pt x="240" y="72"/>
                    <a:pt x="233" y="80"/>
                    <a:pt x="224" y="80"/>
                  </a:cubicBezTo>
                  <a:close/>
                  <a:moveTo>
                    <a:pt x="416" y="112"/>
                  </a:moveTo>
                  <a:cubicBezTo>
                    <a:pt x="352" y="112"/>
                    <a:pt x="352" y="112"/>
                    <a:pt x="352" y="112"/>
                  </a:cubicBezTo>
                  <a:cubicBezTo>
                    <a:pt x="352" y="161"/>
                    <a:pt x="352" y="161"/>
                    <a:pt x="352" y="161"/>
                  </a:cubicBezTo>
                  <a:cubicBezTo>
                    <a:pt x="96" y="161"/>
                    <a:pt x="96" y="161"/>
                    <a:pt x="96" y="161"/>
                  </a:cubicBezTo>
                  <a:cubicBezTo>
                    <a:pt x="96" y="114"/>
                    <a:pt x="96" y="114"/>
                    <a:pt x="96" y="114"/>
                  </a:cubicBezTo>
                  <a:cubicBezTo>
                    <a:pt x="32" y="113"/>
                    <a:pt x="32" y="113"/>
                    <a:pt x="32" y="113"/>
                  </a:cubicBezTo>
                  <a:cubicBezTo>
                    <a:pt x="14" y="113"/>
                    <a:pt x="0" y="127"/>
                    <a:pt x="0" y="145"/>
                  </a:cubicBezTo>
                  <a:cubicBezTo>
                    <a:pt x="0" y="369"/>
                    <a:pt x="0" y="369"/>
                    <a:pt x="0" y="369"/>
                  </a:cubicBezTo>
                  <a:cubicBezTo>
                    <a:pt x="0" y="386"/>
                    <a:pt x="14" y="401"/>
                    <a:pt x="32" y="401"/>
                  </a:cubicBezTo>
                  <a:cubicBezTo>
                    <a:pt x="416" y="401"/>
                    <a:pt x="416" y="401"/>
                    <a:pt x="416" y="401"/>
                  </a:cubicBezTo>
                  <a:cubicBezTo>
                    <a:pt x="434" y="401"/>
                    <a:pt x="448" y="386"/>
                    <a:pt x="448" y="369"/>
                  </a:cubicBezTo>
                  <a:cubicBezTo>
                    <a:pt x="448" y="145"/>
                    <a:pt x="448" y="145"/>
                    <a:pt x="448" y="145"/>
                  </a:cubicBezTo>
                  <a:cubicBezTo>
                    <a:pt x="448" y="127"/>
                    <a:pt x="434" y="112"/>
                    <a:pt x="416" y="112"/>
                  </a:cubicBezTo>
                  <a:close/>
                  <a:moveTo>
                    <a:pt x="128" y="206"/>
                  </a:moveTo>
                  <a:cubicBezTo>
                    <a:pt x="147" y="206"/>
                    <a:pt x="163" y="226"/>
                    <a:pt x="163" y="252"/>
                  </a:cubicBezTo>
                  <a:cubicBezTo>
                    <a:pt x="163" y="277"/>
                    <a:pt x="147" y="298"/>
                    <a:pt x="128" y="298"/>
                  </a:cubicBezTo>
                  <a:cubicBezTo>
                    <a:pt x="109" y="298"/>
                    <a:pt x="93" y="277"/>
                    <a:pt x="93" y="252"/>
                  </a:cubicBezTo>
                  <a:cubicBezTo>
                    <a:pt x="93" y="226"/>
                    <a:pt x="109" y="206"/>
                    <a:pt x="128" y="206"/>
                  </a:cubicBezTo>
                  <a:close/>
                  <a:moveTo>
                    <a:pt x="59" y="352"/>
                  </a:moveTo>
                  <a:cubicBezTo>
                    <a:pt x="59" y="352"/>
                    <a:pt x="62" y="321"/>
                    <a:pt x="71" y="315"/>
                  </a:cubicBezTo>
                  <a:cubicBezTo>
                    <a:pt x="80" y="310"/>
                    <a:pt x="105" y="306"/>
                    <a:pt x="105" y="306"/>
                  </a:cubicBezTo>
                  <a:cubicBezTo>
                    <a:pt x="105" y="306"/>
                    <a:pt x="121" y="323"/>
                    <a:pt x="127" y="323"/>
                  </a:cubicBezTo>
                  <a:cubicBezTo>
                    <a:pt x="134" y="323"/>
                    <a:pt x="150" y="306"/>
                    <a:pt x="150" y="306"/>
                  </a:cubicBezTo>
                  <a:cubicBezTo>
                    <a:pt x="150" y="306"/>
                    <a:pt x="175" y="310"/>
                    <a:pt x="184" y="315"/>
                  </a:cubicBezTo>
                  <a:cubicBezTo>
                    <a:pt x="194" y="322"/>
                    <a:pt x="197" y="352"/>
                    <a:pt x="197" y="352"/>
                  </a:cubicBezTo>
                  <a:lnTo>
                    <a:pt x="59" y="352"/>
                  </a:lnTo>
                  <a:close/>
                  <a:moveTo>
                    <a:pt x="384" y="336"/>
                  </a:moveTo>
                  <a:cubicBezTo>
                    <a:pt x="240" y="336"/>
                    <a:pt x="240" y="336"/>
                    <a:pt x="240" y="336"/>
                  </a:cubicBezTo>
                  <a:cubicBezTo>
                    <a:pt x="240" y="320"/>
                    <a:pt x="240" y="320"/>
                    <a:pt x="240" y="320"/>
                  </a:cubicBezTo>
                  <a:cubicBezTo>
                    <a:pt x="384" y="320"/>
                    <a:pt x="384" y="320"/>
                    <a:pt x="384" y="320"/>
                  </a:cubicBezTo>
                  <a:lnTo>
                    <a:pt x="384" y="336"/>
                  </a:lnTo>
                  <a:close/>
                  <a:moveTo>
                    <a:pt x="384" y="304"/>
                  </a:moveTo>
                  <a:cubicBezTo>
                    <a:pt x="240" y="304"/>
                    <a:pt x="240" y="304"/>
                    <a:pt x="240" y="304"/>
                  </a:cubicBezTo>
                  <a:cubicBezTo>
                    <a:pt x="240" y="288"/>
                    <a:pt x="240" y="288"/>
                    <a:pt x="240" y="288"/>
                  </a:cubicBezTo>
                  <a:cubicBezTo>
                    <a:pt x="384" y="288"/>
                    <a:pt x="384" y="288"/>
                    <a:pt x="384" y="288"/>
                  </a:cubicBezTo>
                  <a:lnTo>
                    <a:pt x="384" y="304"/>
                  </a:lnTo>
                  <a:close/>
                  <a:moveTo>
                    <a:pt x="384" y="272"/>
                  </a:moveTo>
                  <a:cubicBezTo>
                    <a:pt x="240" y="272"/>
                    <a:pt x="240" y="272"/>
                    <a:pt x="240" y="272"/>
                  </a:cubicBezTo>
                  <a:cubicBezTo>
                    <a:pt x="240" y="256"/>
                    <a:pt x="240" y="256"/>
                    <a:pt x="240" y="256"/>
                  </a:cubicBezTo>
                  <a:cubicBezTo>
                    <a:pt x="384" y="256"/>
                    <a:pt x="384" y="256"/>
                    <a:pt x="384" y="256"/>
                  </a:cubicBezTo>
                  <a:lnTo>
                    <a:pt x="384" y="272"/>
                  </a:lnTo>
                  <a:close/>
                  <a:moveTo>
                    <a:pt x="384" y="240"/>
                  </a:moveTo>
                  <a:cubicBezTo>
                    <a:pt x="240" y="240"/>
                    <a:pt x="240" y="240"/>
                    <a:pt x="240" y="240"/>
                  </a:cubicBezTo>
                  <a:cubicBezTo>
                    <a:pt x="240" y="224"/>
                    <a:pt x="240" y="224"/>
                    <a:pt x="240" y="224"/>
                  </a:cubicBezTo>
                  <a:cubicBezTo>
                    <a:pt x="384" y="224"/>
                    <a:pt x="384" y="224"/>
                    <a:pt x="384" y="224"/>
                  </a:cubicBezTo>
                  <a:lnTo>
                    <a:pt x="384"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3"/>
            <p:cNvSpPr>
              <a:spLocks noEditPoints="1"/>
            </p:cNvSpPr>
            <p:nvPr/>
          </p:nvSpPr>
          <p:spPr bwMode="auto">
            <a:xfrm>
              <a:off x="5098900" y="1358399"/>
              <a:ext cx="485258" cy="312050"/>
            </a:xfrm>
            <a:custGeom>
              <a:avLst/>
              <a:gdLst>
                <a:gd name="T0" fmla="*/ 416 w 448"/>
                <a:gd name="T1" fmla="*/ 288 h 288"/>
                <a:gd name="T2" fmla="*/ 368 w 448"/>
                <a:gd name="T3" fmla="*/ 288 h 288"/>
                <a:gd name="T4" fmla="*/ 368 w 448"/>
                <a:gd name="T5" fmla="*/ 272 h 288"/>
                <a:gd name="T6" fmla="*/ 384 w 448"/>
                <a:gd name="T7" fmla="*/ 256 h 288"/>
                <a:gd name="T8" fmla="*/ 368 w 448"/>
                <a:gd name="T9" fmla="*/ 240 h 288"/>
                <a:gd name="T10" fmla="*/ 336 w 448"/>
                <a:gd name="T11" fmla="*/ 240 h 288"/>
                <a:gd name="T12" fmla="*/ 320 w 448"/>
                <a:gd name="T13" fmla="*/ 256 h 288"/>
                <a:gd name="T14" fmla="*/ 336 w 448"/>
                <a:gd name="T15" fmla="*/ 272 h 288"/>
                <a:gd name="T16" fmla="*/ 336 w 448"/>
                <a:gd name="T17" fmla="*/ 288 h 288"/>
                <a:gd name="T18" fmla="*/ 128 w 448"/>
                <a:gd name="T19" fmla="*/ 288 h 288"/>
                <a:gd name="T20" fmla="*/ 128 w 448"/>
                <a:gd name="T21" fmla="*/ 272 h 288"/>
                <a:gd name="T22" fmla="*/ 144 w 448"/>
                <a:gd name="T23" fmla="*/ 256 h 288"/>
                <a:gd name="T24" fmla="*/ 128 w 448"/>
                <a:gd name="T25" fmla="*/ 240 h 288"/>
                <a:gd name="T26" fmla="*/ 96 w 448"/>
                <a:gd name="T27" fmla="*/ 240 h 288"/>
                <a:gd name="T28" fmla="*/ 80 w 448"/>
                <a:gd name="T29" fmla="*/ 256 h 288"/>
                <a:gd name="T30" fmla="*/ 96 w 448"/>
                <a:gd name="T31" fmla="*/ 272 h 288"/>
                <a:gd name="T32" fmla="*/ 96 w 448"/>
                <a:gd name="T33" fmla="*/ 288 h 288"/>
                <a:gd name="T34" fmla="*/ 32 w 448"/>
                <a:gd name="T35" fmla="*/ 288 h 288"/>
                <a:gd name="T36" fmla="*/ 0 w 448"/>
                <a:gd name="T37" fmla="*/ 256 h 288"/>
                <a:gd name="T38" fmla="*/ 0 w 448"/>
                <a:gd name="T39" fmla="*/ 32 h 288"/>
                <a:gd name="T40" fmla="*/ 32 w 448"/>
                <a:gd name="T41" fmla="*/ 0 h 288"/>
                <a:gd name="T42" fmla="*/ 416 w 448"/>
                <a:gd name="T43" fmla="*/ 0 h 288"/>
                <a:gd name="T44" fmla="*/ 448 w 448"/>
                <a:gd name="T45" fmla="*/ 32 h 288"/>
                <a:gd name="T46" fmla="*/ 448 w 448"/>
                <a:gd name="T47" fmla="*/ 256 h 288"/>
                <a:gd name="T48" fmla="*/ 416 w 448"/>
                <a:gd name="T49" fmla="*/ 288 h 288"/>
                <a:gd name="T50" fmla="*/ 128 w 448"/>
                <a:gd name="T51" fmla="*/ 45 h 288"/>
                <a:gd name="T52" fmla="*/ 93 w 448"/>
                <a:gd name="T53" fmla="*/ 91 h 288"/>
                <a:gd name="T54" fmla="*/ 128 w 448"/>
                <a:gd name="T55" fmla="*/ 137 h 288"/>
                <a:gd name="T56" fmla="*/ 163 w 448"/>
                <a:gd name="T57" fmla="*/ 91 h 288"/>
                <a:gd name="T58" fmla="*/ 128 w 448"/>
                <a:gd name="T59" fmla="*/ 45 h 288"/>
                <a:gd name="T60" fmla="*/ 184 w 448"/>
                <a:gd name="T61" fmla="*/ 155 h 288"/>
                <a:gd name="T62" fmla="*/ 150 w 448"/>
                <a:gd name="T63" fmla="*/ 145 h 288"/>
                <a:gd name="T64" fmla="*/ 127 w 448"/>
                <a:gd name="T65" fmla="*/ 163 h 288"/>
                <a:gd name="T66" fmla="*/ 105 w 448"/>
                <a:gd name="T67" fmla="*/ 145 h 288"/>
                <a:gd name="T68" fmla="*/ 71 w 448"/>
                <a:gd name="T69" fmla="*/ 155 h 288"/>
                <a:gd name="T70" fmla="*/ 59 w 448"/>
                <a:gd name="T71" fmla="*/ 191 h 288"/>
                <a:gd name="T72" fmla="*/ 196 w 448"/>
                <a:gd name="T73" fmla="*/ 191 h 288"/>
                <a:gd name="T74" fmla="*/ 184 w 448"/>
                <a:gd name="T75" fmla="*/ 155 h 288"/>
                <a:gd name="T76" fmla="*/ 384 w 448"/>
                <a:gd name="T77" fmla="*/ 64 h 288"/>
                <a:gd name="T78" fmla="*/ 240 w 448"/>
                <a:gd name="T79" fmla="*/ 64 h 288"/>
                <a:gd name="T80" fmla="*/ 240 w 448"/>
                <a:gd name="T81" fmla="*/ 80 h 288"/>
                <a:gd name="T82" fmla="*/ 384 w 448"/>
                <a:gd name="T83" fmla="*/ 80 h 288"/>
                <a:gd name="T84" fmla="*/ 384 w 448"/>
                <a:gd name="T85" fmla="*/ 64 h 288"/>
                <a:gd name="T86" fmla="*/ 384 w 448"/>
                <a:gd name="T87" fmla="*/ 96 h 288"/>
                <a:gd name="T88" fmla="*/ 240 w 448"/>
                <a:gd name="T89" fmla="*/ 96 h 288"/>
                <a:gd name="T90" fmla="*/ 240 w 448"/>
                <a:gd name="T91" fmla="*/ 112 h 288"/>
                <a:gd name="T92" fmla="*/ 384 w 448"/>
                <a:gd name="T93" fmla="*/ 112 h 288"/>
                <a:gd name="T94" fmla="*/ 384 w 448"/>
                <a:gd name="T95" fmla="*/ 96 h 288"/>
                <a:gd name="T96" fmla="*/ 384 w 448"/>
                <a:gd name="T97" fmla="*/ 128 h 288"/>
                <a:gd name="T98" fmla="*/ 240 w 448"/>
                <a:gd name="T99" fmla="*/ 128 h 288"/>
                <a:gd name="T100" fmla="*/ 240 w 448"/>
                <a:gd name="T101" fmla="*/ 144 h 288"/>
                <a:gd name="T102" fmla="*/ 384 w 448"/>
                <a:gd name="T103" fmla="*/ 144 h 288"/>
                <a:gd name="T104" fmla="*/ 384 w 448"/>
                <a:gd name="T105" fmla="*/ 128 h 288"/>
                <a:gd name="T106" fmla="*/ 384 w 448"/>
                <a:gd name="T107" fmla="*/ 160 h 288"/>
                <a:gd name="T108" fmla="*/ 240 w 448"/>
                <a:gd name="T109" fmla="*/ 160 h 288"/>
                <a:gd name="T110" fmla="*/ 240 w 448"/>
                <a:gd name="T111" fmla="*/ 176 h 288"/>
                <a:gd name="T112" fmla="*/ 384 w 448"/>
                <a:gd name="T113" fmla="*/ 176 h 288"/>
                <a:gd name="T114" fmla="*/ 384 w 448"/>
                <a:gd name="T115" fmla="*/ 16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48" h="288">
                  <a:moveTo>
                    <a:pt x="416" y="288"/>
                  </a:moveTo>
                  <a:cubicBezTo>
                    <a:pt x="368" y="288"/>
                    <a:pt x="368" y="288"/>
                    <a:pt x="368" y="288"/>
                  </a:cubicBezTo>
                  <a:cubicBezTo>
                    <a:pt x="368" y="272"/>
                    <a:pt x="368" y="272"/>
                    <a:pt x="368" y="272"/>
                  </a:cubicBezTo>
                  <a:cubicBezTo>
                    <a:pt x="377" y="272"/>
                    <a:pt x="384" y="265"/>
                    <a:pt x="384" y="256"/>
                  </a:cubicBezTo>
                  <a:cubicBezTo>
                    <a:pt x="384" y="247"/>
                    <a:pt x="377" y="240"/>
                    <a:pt x="368" y="240"/>
                  </a:cubicBezTo>
                  <a:cubicBezTo>
                    <a:pt x="336" y="240"/>
                    <a:pt x="336" y="240"/>
                    <a:pt x="336" y="240"/>
                  </a:cubicBezTo>
                  <a:cubicBezTo>
                    <a:pt x="327" y="240"/>
                    <a:pt x="320" y="247"/>
                    <a:pt x="320" y="256"/>
                  </a:cubicBezTo>
                  <a:cubicBezTo>
                    <a:pt x="320" y="265"/>
                    <a:pt x="327" y="272"/>
                    <a:pt x="336" y="272"/>
                  </a:cubicBezTo>
                  <a:cubicBezTo>
                    <a:pt x="336" y="288"/>
                    <a:pt x="336" y="288"/>
                    <a:pt x="336" y="288"/>
                  </a:cubicBezTo>
                  <a:cubicBezTo>
                    <a:pt x="128" y="288"/>
                    <a:pt x="128" y="288"/>
                    <a:pt x="128" y="288"/>
                  </a:cubicBezTo>
                  <a:cubicBezTo>
                    <a:pt x="128" y="272"/>
                    <a:pt x="128" y="272"/>
                    <a:pt x="128" y="272"/>
                  </a:cubicBezTo>
                  <a:cubicBezTo>
                    <a:pt x="137" y="272"/>
                    <a:pt x="144" y="265"/>
                    <a:pt x="144" y="256"/>
                  </a:cubicBezTo>
                  <a:cubicBezTo>
                    <a:pt x="144" y="247"/>
                    <a:pt x="137" y="240"/>
                    <a:pt x="128" y="240"/>
                  </a:cubicBezTo>
                  <a:cubicBezTo>
                    <a:pt x="96" y="240"/>
                    <a:pt x="96" y="240"/>
                    <a:pt x="96" y="240"/>
                  </a:cubicBezTo>
                  <a:cubicBezTo>
                    <a:pt x="87" y="240"/>
                    <a:pt x="80" y="247"/>
                    <a:pt x="80" y="256"/>
                  </a:cubicBezTo>
                  <a:cubicBezTo>
                    <a:pt x="80" y="265"/>
                    <a:pt x="87" y="272"/>
                    <a:pt x="96" y="272"/>
                  </a:cubicBezTo>
                  <a:cubicBezTo>
                    <a:pt x="96" y="288"/>
                    <a:pt x="96" y="288"/>
                    <a:pt x="96" y="288"/>
                  </a:cubicBezTo>
                  <a:cubicBezTo>
                    <a:pt x="32" y="288"/>
                    <a:pt x="32" y="288"/>
                    <a:pt x="32" y="288"/>
                  </a:cubicBezTo>
                  <a:cubicBezTo>
                    <a:pt x="14" y="288"/>
                    <a:pt x="0" y="274"/>
                    <a:pt x="0" y="256"/>
                  </a:cubicBezTo>
                  <a:cubicBezTo>
                    <a:pt x="0" y="32"/>
                    <a:pt x="0" y="32"/>
                    <a:pt x="0" y="32"/>
                  </a:cubicBezTo>
                  <a:cubicBezTo>
                    <a:pt x="0" y="14"/>
                    <a:pt x="14" y="0"/>
                    <a:pt x="32" y="0"/>
                  </a:cubicBezTo>
                  <a:cubicBezTo>
                    <a:pt x="416" y="0"/>
                    <a:pt x="416" y="0"/>
                    <a:pt x="416" y="0"/>
                  </a:cubicBezTo>
                  <a:cubicBezTo>
                    <a:pt x="434" y="0"/>
                    <a:pt x="448" y="14"/>
                    <a:pt x="448" y="32"/>
                  </a:cubicBezTo>
                  <a:cubicBezTo>
                    <a:pt x="448" y="256"/>
                    <a:pt x="448" y="256"/>
                    <a:pt x="448" y="256"/>
                  </a:cubicBezTo>
                  <a:cubicBezTo>
                    <a:pt x="448" y="274"/>
                    <a:pt x="434" y="288"/>
                    <a:pt x="416" y="288"/>
                  </a:cubicBezTo>
                  <a:close/>
                  <a:moveTo>
                    <a:pt x="128" y="45"/>
                  </a:moveTo>
                  <a:cubicBezTo>
                    <a:pt x="109" y="45"/>
                    <a:pt x="93" y="66"/>
                    <a:pt x="93" y="91"/>
                  </a:cubicBezTo>
                  <a:cubicBezTo>
                    <a:pt x="93" y="116"/>
                    <a:pt x="109" y="137"/>
                    <a:pt x="128" y="137"/>
                  </a:cubicBezTo>
                  <a:cubicBezTo>
                    <a:pt x="147" y="137"/>
                    <a:pt x="163" y="116"/>
                    <a:pt x="163" y="91"/>
                  </a:cubicBezTo>
                  <a:cubicBezTo>
                    <a:pt x="163" y="66"/>
                    <a:pt x="147" y="45"/>
                    <a:pt x="128" y="45"/>
                  </a:cubicBezTo>
                  <a:close/>
                  <a:moveTo>
                    <a:pt x="184" y="155"/>
                  </a:moveTo>
                  <a:cubicBezTo>
                    <a:pt x="175" y="149"/>
                    <a:pt x="150" y="145"/>
                    <a:pt x="150" y="145"/>
                  </a:cubicBezTo>
                  <a:cubicBezTo>
                    <a:pt x="150" y="145"/>
                    <a:pt x="134" y="163"/>
                    <a:pt x="127" y="163"/>
                  </a:cubicBezTo>
                  <a:cubicBezTo>
                    <a:pt x="121" y="163"/>
                    <a:pt x="105" y="145"/>
                    <a:pt x="105" y="145"/>
                  </a:cubicBezTo>
                  <a:cubicBezTo>
                    <a:pt x="105" y="145"/>
                    <a:pt x="80" y="149"/>
                    <a:pt x="71" y="155"/>
                  </a:cubicBezTo>
                  <a:cubicBezTo>
                    <a:pt x="62" y="161"/>
                    <a:pt x="59" y="191"/>
                    <a:pt x="59" y="191"/>
                  </a:cubicBezTo>
                  <a:cubicBezTo>
                    <a:pt x="196" y="191"/>
                    <a:pt x="196" y="191"/>
                    <a:pt x="196" y="191"/>
                  </a:cubicBezTo>
                  <a:cubicBezTo>
                    <a:pt x="196" y="191"/>
                    <a:pt x="194" y="162"/>
                    <a:pt x="184" y="155"/>
                  </a:cubicBezTo>
                  <a:close/>
                  <a:moveTo>
                    <a:pt x="384" y="64"/>
                  </a:moveTo>
                  <a:cubicBezTo>
                    <a:pt x="240" y="64"/>
                    <a:pt x="240" y="64"/>
                    <a:pt x="240" y="64"/>
                  </a:cubicBezTo>
                  <a:cubicBezTo>
                    <a:pt x="240" y="80"/>
                    <a:pt x="240" y="80"/>
                    <a:pt x="240" y="80"/>
                  </a:cubicBezTo>
                  <a:cubicBezTo>
                    <a:pt x="384" y="80"/>
                    <a:pt x="384" y="80"/>
                    <a:pt x="384" y="80"/>
                  </a:cubicBezTo>
                  <a:lnTo>
                    <a:pt x="384" y="64"/>
                  </a:lnTo>
                  <a:close/>
                  <a:moveTo>
                    <a:pt x="384" y="96"/>
                  </a:moveTo>
                  <a:cubicBezTo>
                    <a:pt x="240" y="96"/>
                    <a:pt x="240" y="96"/>
                    <a:pt x="240" y="96"/>
                  </a:cubicBezTo>
                  <a:cubicBezTo>
                    <a:pt x="240" y="112"/>
                    <a:pt x="240" y="112"/>
                    <a:pt x="240" y="112"/>
                  </a:cubicBezTo>
                  <a:cubicBezTo>
                    <a:pt x="384" y="112"/>
                    <a:pt x="384" y="112"/>
                    <a:pt x="384" y="112"/>
                  </a:cubicBezTo>
                  <a:lnTo>
                    <a:pt x="384" y="96"/>
                  </a:lnTo>
                  <a:close/>
                  <a:moveTo>
                    <a:pt x="384" y="128"/>
                  </a:moveTo>
                  <a:cubicBezTo>
                    <a:pt x="240" y="128"/>
                    <a:pt x="240" y="128"/>
                    <a:pt x="240" y="128"/>
                  </a:cubicBezTo>
                  <a:cubicBezTo>
                    <a:pt x="240" y="144"/>
                    <a:pt x="240" y="144"/>
                    <a:pt x="240" y="144"/>
                  </a:cubicBezTo>
                  <a:cubicBezTo>
                    <a:pt x="384" y="144"/>
                    <a:pt x="384" y="144"/>
                    <a:pt x="384" y="144"/>
                  </a:cubicBezTo>
                  <a:lnTo>
                    <a:pt x="384" y="128"/>
                  </a:lnTo>
                  <a:close/>
                  <a:moveTo>
                    <a:pt x="384" y="160"/>
                  </a:moveTo>
                  <a:cubicBezTo>
                    <a:pt x="240" y="160"/>
                    <a:pt x="240" y="160"/>
                    <a:pt x="240" y="160"/>
                  </a:cubicBezTo>
                  <a:cubicBezTo>
                    <a:pt x="240" y="176"/>
                    <a:pt x="240" y="176"/>
                    <a:pt x="240" y="176"/>
                  </a:cubicBezTo>
                  <a:cubicBezTo>
                    <a:pt x="384" y="176"/>
                    <a:pt x="384" y="176"/>
                    <a:pt x="384" y="176"/>
                  </a:cubicBezTo>
                  <a:lnTo>
                    <a:pt x="384" y="1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14"/>
            <p:cNvSpPr>
              <a:spLocks noEditPoints="1"/>
            </p:cNvSpPr>
            <p:nvPr/>
          </p:nvSpPr>
          <p:spPr bwMode="auto">
            <a:xfrm>
              <a:off x="6194138" y="1358399"/>
              <a:ext cx="554450" cy="312050"/>
            </a:xfrm>
            <a:custGeom>
              <a:avLst/>
              <a:gdLst>
                <a:gd name="T0" fmla="*/ 0 w 512"/>
                <a:gd name="T1" fmla="*/ 0 h 288"/>
                <a:gd name="T2" fmla="*/ 512 w 512"/>
                <a:gd name="T3" fmla="*/ 288 h 288"/>
                <a:gd name="T4" fmla="*/ 32 w 512"/>
                <a:gd name="T5" fmla="*/ 31 h 288"/>
                <a:gd name="T6" fmla="*/ 480 w 512"/>
                <a:gd name="T7" fmla="*/ 256 h 288"/>
                <a:gd name="T8" fmla="*/ 32 w 512"/>
                <a:gd name="T9" fmla="*/ 31 h 288"/>
                <a:gd name="T10" fmla="*/ 256 w 512"/>
                <a:gd name="T11" fmla="*/ 48 h 288"/>
                <a:gd name="T12" fmla="*/ 464 w 512"/>
                <a:gd name="T13" fmla="*/ 240 h 288"/>
                <a:gd name="T14" fmla="*/ 336 w 512"/>
                <a:gd name="T15" fmla="*/ 144 h 288"/>
                <a:gd name="T16" fmla="*/ 424 w 512"/>
                <a:gd name="T17" fmla="*/ 144 h 288"/>
                <a:gd name="T18" fmla="*/ 376 w 512"/>
                <a:gd name="T19" fmla="*/ 144 h 288"/>
                <a:gd name="T20" fmla="*/ 290 w 512"/>
                <a:gd name="T21" fmla="*/ 104 h 288"/>
                <a:gd name="T22" fmla="*/ 287 w 512"/>
                <a:gd name="T23" fmla="*/ 106 h 288"/>
                <a:gd name="T24" fmla="*/ 278 w 512"/>
                <a:gd name="T25" fmla="*/ 102 h 288"/>
                <a:gd name="T26" fmla="*/ 260 w 512"/>
                <a:gd name="T27" fmla="*/ 97 h 288"/>
                <a:gd name="T28" fmla="*/ 247 w 512"/>
                <a:gd name="T29" fmla="*/ 101 h 288"/>
                <a:gd name="T30" fmla="*/ 242 w 512"/>
                <a:gd name="T31" fmla="*/ 111 h 288"/>
                <a:gd name="T32" fmla="*/ 251 w 512"/>
                <a:gd name="T33" fmla="*/ 124 h 288"/>
                <a:gd name="T34" fmla="*/ 270 w 512"/>
                <a:gd name="T35" fmla="*/ 133 h 288"/>
                <a:gd name="T36" fmla="*/ 289 w 512"/>
                <a:gd name="T37" fmla="*/ 146 h 288"/>
                <a:gd name="T38" fmla="*/ 298 w 512"/>
                <a:gd name="T39" fmla="*/ 170 h 288"/>
                <a:gd name="T40" fmla="*/ 284 w 512"/>
                <a:gd name="T41" fmla="*/ 200 h 288"/>
                <a:gd name="T42" fmla="*/ 267 w 512"/>
                <a:gd name="T43" fmla="*/ 209 h 288"/>
                <a:gd name="T44" fmla="*/ 251 w 512"/>
                <a:gd name="T45" fmla="*/ 226 h 288"/>
                <a:gd name="T46" fmla="*/ 250 w 512"/>
                <a:gd name="T47" fmla="*/ 211 h 288"/>
                <a:gd name="T48" fmla="*/ 228 w 512"/>
                <a:gd name="T49" fmla="*/ 207 h 288"/>
                <a:gd name="T50" fmla="*/ 216 w 512"/>
                <a:gd name="T51" fmla="*/ 201 h 288"/>
                <a:gd name="T52" fmla="*/ 214 w 512"/>
                <a:gd name="T53" fmla="*/ 190 h 288"/>
                <a:gd name="T54" fmla="*/ 214 w 512"/>
                <a:gd name="T55" fmla="*/ 181 h 288"/>
                <a:gd name="T56" fmla="*/ 217 w 512"/>
                <a:gd name="T57" fmla="*/ 179 h 288"/>
                <a:gd name="T58" fmla="*/ 228 w 512"/>
                <a:gd name="T59" fmla="*/ 184 h 288"/>
                <a:gd name="T60" fmla="*/ 250 w 512"/>
                <a:gd name="T61" fmla="*/ 190 h 288"/>
                <a:gd name="T62" fmla="*/ 265 w 512"/>
                <a:gd name="T63" fmla="*/ 185 h 288"/>
                <a:gd name="T64" fmla="*/ 271 w 512"/>
                <a:gd name="T65" fmla="*/ 173 h 288"/>
                <a:gd name="T66" fmla="*/ 262 w 512"/>
                <a:gd name="T67" fmla="*/ 160 h 288"/>
                <a:gd name="T68" fmla="*/ 243 w 512"/>
                <a:gd name="T69" fmla="*/ 151 h 288"/>
                <a:gd name="T70" fmla="*/ 224 w 512"/>
                <a:gd name="T71" fmla="*/ 138 h 288"/>
                <a:gd name="T72" fmla="*/ 216 w 512"/>
                <a:gd name="T73" fmla="*/ 114 h 288"/>
                <a:gd name="T74" fmla="*/ 229 w 512"/>
                <a:gd name="T75" fmla="*/ 86 h 288"/>
                <a:gd name="T76" fmla="*/ 251 w 512"/>
                <a:gd name="T77" fmla="*/ 78 h 288"/>
                <a:gd name="T78" fmla="*/ 267 w 512"/>
                <a:gd name="T79" fmla="*/ 61 h 288"/>
                <a:gd name="T80" fmla="*/ 268 w 512"/>
                <a:gd name="T81" fmla="*/ 78 h 288"/>
                <a:gd name="T82" fmla="*/ 284 w 512"/>
                <a:gd name="T83" fmla="*/ 82 h 288"/>
                <a:gd name="T84" fmla="*/ 290 w 512"/>
                <a:gd name="T85" fmla="*/ 86 h 288"/>
                <a:gd name="T86" fmla="*/ 290 w 512"/>
                <a:gd name="T87" fmla="*/ 91 h 288"/>
                <a:gd name="T88" fmla="*/ 290 w 512"/>
                <a:gd name="T89" fmla="*/ 100 h 288"/>
                <a:gd name="T90" fmla="*/ 176 w 512"/>
                <a:gd name="T91" fmla="*/ 144 h 288"/>
                <a:gd name="T92" fmla="*/ 48 w 512"/>
                <a:gd name="T93" fmla="*/ 240 h 288"/>
                <a:gd name="T94" fmla="*/ 256 w 512"/>
                <a:gd name="T95" fmla="*/ 48 h 288"/>
                <a:gd name="T96" fmla="*/ 112 w 512"/>
                <a:gd name="T97" fmla="*/ 112 h 288"/>
                <a:gd name="T98" fmla="*/ 112 w 512"/>
                <a:gd name="T99" fmla="*/ 176 h 288"/>
                <a:gd name="T100" fmla="*/ 112 w 512"/>
                <a:gd name="T101" fmla="*/ 1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12" h="288">
                  <a:moveTo>
                    <a:pt x="0" y="288"/>
                  </a:moveTo>
                  <a:cubicBezTo>
                    <a:pt x="0" y="0"/>
                    <a:pt x="0" y="0"/>
                    <a:pt x="0" y="0"/>
                  </a:cubicBezTo>
                  <a:cubicBezTo>
                    <a:pt x="512" y="0"/>
                    <a:pt x="512" y="0"/>
                    <a:pt x="512" y="0"/>
                  </a:cubicBezTo>
                  <a:cubicBezTo>
                    <a:pt x="512" y="288"/>
                    <a:pt x="512" y="288"/>
                    <a:pt x="512" y="288"/>
                  </a:cubicBezTo>
                  <a:lnTo>
                    <a:pt x="0" y="288"/>
                  </a:lnTo>
                  <a:close/>
                  <a:moveTo>
                    <a:pt x="32" y="31"/>
                  </a:moveTo>
                  <a:cubicBezTo>
                    <a:pt x="32" y="256"/>
                    <a:pt x="32" y="256"/>
                    <a:pt x="32" y="256"/>
                  </a:cubicBezTo>
                  <a:cubicBezTo>
                    <a:pt x="480" y="256"/>
                    <a:pt x="480" y="256"/>
                    <a:pt x="480" y="256"/>
                  </a:cubicBezTo>
                  <a:cubicBezTo>
                    <a:pt x="480" y="31"/>
                    <a:pt x="480" y="31"/>
                    <a:pt x="480" y="31"/>
                  </a:cubicBezTo>
                  <a:lnTo>
                    <a:pt x="32" y="31"/>
                  </a:lnTo>
                  <a:close/>
                  <a:moveTo>
                    <a:pt x="336" y="144"/>
                  </a:moveTo>
                  <a:cubicBezTo>
                    <a:pt x="336" y="91"/>
                    <a:pt x="300" y="48"/>
                    <a:pt x="256" y="48"/>
                  </a:cubicBezTo>
                  <a:cubicBezTo>
                    <a:pt x="464" y="48"/>
                    <a:pt x="464" y="48"/>
                    <a:pt x="464" y="48"/>
                  </a:cubicBezTo>
                  <a:cubicBezTo>
                    <a:pt x="464" y="240"/>
                    <a:pt x="464" y="240"/>
                    <a:pt x="464" y="240"/>
                  </a:cubicBezTo>
                  <a:cubicBezTo>
                    <a:pt x="256" y="240"/>
                    <a:pt x="256" y="240"/>
                    <a:pt x="256" y="240"/>
                  </a:cubicBezTo>
                  <a:cubicBezTo>
                    <a:pt x="300" y="240"/>
                    <a:pt x="336" y="197"/>
                    <a:pt x="336" y="144"/>
                  </a:cubicBezTo>
                  <a:close/>
                  <a:moveTo>
                    <a:pt x="400" y="176"/>
                  </a:moveTo>
                  <a:cubicBezTo>
                    <a:pt x="413" y="176"/>
                    <a:pt x="424" y="162"/>
                    <a:pt x="424" y="144"/>
                  </a:cubicBezTo>
                  <a:cubicBezTo>
                    <a:pt x="424" y="126"/>
                    <a:pt x="413" y="112"/>
                    <a:pt x="400" y="112"/>
                  </a:cubicBezTo>
                  <a:cubicBezTo>
                    <a:pt x="387" y="112"/>
                    <a:pt x="376" y="126"/>
                    <a:pt x="376" y="144"/>
                  </a:cubicBezTo>
                  <a:cubicBezTo>
                    <a:pt x="376" y="162"/>
                    <a:pt x="387" y="176"/>
                    <a:pt x="400" y="176"/>
                  </a:cubicBezTo>
                  <a:close/>
                  <a:moveTo>
                    <a:pt x="290" y="104"/>
                  </a:moveTo>
                  <a:cubicBezTo>
                    <a:pt x="290" y="105"/>
                    <a:pt x="289" y="105"/>
                    <a:pt x="289" y="106"/>
                  </a:cubicBezTo>
                  <a:cubicBezTo>
                    <a:pt x="288" y="106"/>
                    <a:pt x="288" y="106"/>
                    <a:pt x="287" y="106"/>
                  </a:cubicBezTo>
                  <a:cubicBezTo>
                    <a:pt x="286" y="106"/>
                    <a:pt x="285" y="106"/>
                    <a:pt x="284" y="105"/>
                  </a:cubicBezTo>
                  <a:cubicBezTo>
                    <a:pt x="282" y="104"/>
                    <a:pt x="280" y="103"/>
                    <a:pt x="278" y="102"/>
                  </a:cubicBezTo>
                  <a:cubicBezTo>
                    <a:pt x="275" y="101"/>
                    <a:pt x="273" y="100"/>
                    <a:pt x="270" y="99"/>
                  </a:cubicBezTo>
                  <a:cubicBezTo>
                    <a:pt x="267" y="98"/>
                    <a:pt x="263" y="97"/>
                    <a:pt x="260" y="97"/>
                  </a:cubicBezTo>
                  <a:cubicBezTo>
                    <a:pt x="257" y="97"/>
                    <a:pt x="254" y="98"/>
                    <a:pt x="252" y="98"/>
                  </a:cubicBezTo>
                  <a:cubicBezTo>
                    <a:pt x="250" y="99"/>
                    <a:pt x="248" y="100"/>
                    <a:pt x="247" y="101"/>
                  </a:cubicBezTo>
                  <a:cubicBezTo>
                    <a:pt x="245" y="103"/>
                    <a:pt x="244" y="104"/>
                    <a:pt x="244" y="106"/>
                  </a:cubicBezTo>
                  <a:cubicBezTo>
                    <a:pt x="243" y="107"/>
                    <a:pt x="242" y="109"/>
                    <a:pt x="242" y="111"/>
                  </a:cubicBezTo>
                  <a:cubicBezTo>
                    <a:pt x="242" y="114"/>
                    <a:pt x="243" y="117"/>
                    <a:pt x="245" y="119"/>
                  </a:cubicBezTo>
                  <a:cubicBezTo>
                    <a:pt x="246" y="121"/>
                    <a:pt x="248" y="123"/>
                    <a:pt x="251" y="124"/>
                  </a:cubicBezTo>
                  <a:cubicBezTo>
                    <a:pt x="254" y="126"/>
                    <a:pt x="257" y="127"/>
                    <a:pt x="260" y="129"/>
                  </a:cubicBezTo>
                  <a:cubicBezTo>
                    <a:pt x="263" y="130"/>
                    <a:pt x="267" y="132"/>
                    <a:pt x="270" y="133"/>
                  </a:cubicBezTo>
                  <a:cubicBezTo>
                    <a:pt x="274" y="135"/>
                    <a:pt x="277" y="137"/>
                    <a:pt x="280" y="139"/>
                  </a:cubicBezTo>
                  <a:cubicBezTo>
                    <a:pt x="284" y="141"/>
                    <a:pt x="287" y="143"/>
                    <a:pt x="289" y="146"/>
                  </a:cubicBezTo>
                  <a:cubicBezTo>
                    <a:pt x="292" y="149"/>
                    <a:pt x="294" y="152"/>
                    <a:pt x="296" y="156"/>
                  </a:cubicBezTo>
                  <a:cubicBezTo>
                    <a:pt x="297" y="160"/>
                    <a:pt x="298" y="165"/>
                    <a:pt x="298" y="170"/>
                  </a:cubicBezTo>
                  <a:cubicBezTo>
                    <a:pt x="298" y="177"/>
                    <a:pt x="297" y="182"/>
                    <a:pt x="294" y="188"/>
                  </a:cubicBezTo>
                  <a:cubicBezTo>
                    <a:pt x="292" y="193"/>
                    <a:pt x="288" y="197"/>
                    <a:pt x="284" y="200"/>
                  </a:cubicBezTo>
                  <a:cubicBezTo>
                    <a:pt x="280" y="204"/>
                    <a:pt x="275" y="206"/>
                    <a:pt x="269" y="208"/>
                  </a:cubicBezTo>
                  <a:cubicBezTo>
                    <a:pt x="268" y="208"/>
                    <a:pt x="267" y="209"/>
                    <a:pt x="267" y="209"/>
                  </a:cubicBezTo>
                  <a:cubicBezTo>
                    <a:pt x="267" y="226"/>
                    <a:pt x="267" y="226"/>
                    <a:pt x="267" y="226"/>
                  </a:cubicBezTo>
                  <a:cubicBezTo>
                    <a:pt x="251" y="226"/>
                    <a:pt x="251" y="226"/>
                    <a:pt x="251" y="226"/>
                  </a:cubicBezTo>
                  <a:cubicBezTo>
                    <a:pt x="251" y="211"/>
                    <a:pt x="251" y="211"/>
                    <a:pt x="251" y="211"/>
                  </a:cubicBezTo>
                  <a:cubicBezTo>
                    <a:pt x="251" y="211"/>
                    <a:pt x="250" y="211"/>
                    <a:pt x="250" y="211"/>
                  </a:cubicBezTo>
                  <a:cubicBezTo>
                    <a:pt x="246" y="211"/>
                    <a:pt x="242" y="210"/>
                    <a:pt x="238" y="210"/>
                  </a:cubicBezTo>
                  <a:cubicBezTo>
                    <a:pt x="234" y="209"/>
                    <a:pt x="231" y="208"/>
                    <a:pt x="228" y="207"/>
                  </a:cubicBezTo>
                  <a:cubicBezTo>
                    <a:pt x="225" y="206"/>
                    <a:pt x="222" y="205"/>
                    <a:pt x="220" y="204"/>
                  </a:cubicBezTo>
                  <a:cubicBezTo>
                    <a:pt x="218" y="203"/>
                    <a:pt x="217" y="202"/>
                    <a:pt x="216" y="201"/>
                  </a:cubicBezTo>
                  <a:cubicBezTo>
                    <a:pt x="215" y="200"/>
                    <a:pt x="215" y="199"/>
                    <a:pt x="214" y="197"/>
                  </a:cubicBezTo>
                  <a:cubicBezTo>
                    <a:pt x="214" y="196"/>
                    <a:pt x="214" y="193"/>
                    <a:pt x="214" y="190"/>
                  </a:cubicBezTo>
                  <a:cubicBezTo>
                    <a:pt x="214" y="188"/>
                    <a:pt x="214" y="186"/>
                    <a:pt x="214" y="185"/>
                  </a:cubicBezTo>
                  <a:cubicBezTo>
                    <a:pt x="214" y="183"/>
                    <a:pt x="214" y="182"/>
                    <a:pt x="214" y="181"/>
                  </a:cubicBezTo>
                  <a:cubicBezTo>
                    <a:pt x="215" y="181"/>
                    <a:pt x="215" y="180"/>
                    <a:pt x="216" y="180"/>
                  </a:cubicBezTo>
                  <a:cubicBezTo>
                    <a:pt x="216" y="179"/>
                    <a:pt x="217" y="179"/>
                    <a:pt x="217" y="179"/>
                  </a:cubicBezTo>
                  <a:cubicBezTo>
                    <a:pt x="218" y="179"/>
                    <a:pt x="220" y="180"/>
                    <a:pt x="221" y="181"/>
                  </a:cubicBezTo>
                  <a:cubicBezTo>
                    <a:pt x="223" y="182"/>
                    <a:pt x="225" y="183"/>
                    <a:pt x="228" y="184"/>
                  </a:cubicBezTo>
                  <a:cubicBezTo>
                    <a:pt x="231" y="186"/>
                    <a:pt x="234" y="187"/>
                    <a:pt x="237" y="188"/>
                  </a:cubicBezTo>
                  <a:cubicBezTo>
                    <a:pt x="241" y="189"/>
                    <a:pt x="245" y="190"/>
                    <a:pt x="250" y="190"/>
                  </a:cubicBezTo>
                  <a:cubicBezTo>
                    <a:pt x="254" y="190"/>
                    <a:pt x="256" y="189"/>
                    <a:pt x="259" y="189"/>
                  </a:cubicBezTo>
                  <a:cubicBezTo>
                    <a:pt x="261" y="188"/>
                    <a:pt x="264" y="187"/>
                    <a:pt x="265" y="185"/>
                  </a:cubicBezTo>
                  <a:cubicBezTo>
                    <a:pt x="267" y="184"/>
                    <a:pt x="268" y="182"/>
                    <a:pt x="269" y="180"/>
                  </a:cubicBezTo>
                  <a:cubicBezTo>
                    <a:pt x="270" y="178"/>
                    <a:pt x="271" y="176"/>
                    <a:pt x="271" y="173"/>
                  </a:cubicBezTo>
                  <a:cubicBezTo>
                    <a:pt x="271" y="170"/>
                    <a:pt x="270" y="168"/>
                    <a:pt x="268" y="166"/>
                  </a:cubicBezTo>
                  <a:cubicBezTo>
                    <a:pt x="267" y="164"/>
                    <a:pt x="265" y="162"/>
                    <a:pt x="262" y="160"/>
                  </a:cubicBezTo>
                  <a:cubicBezTo>
                    <a:pt x="260" y="158"/>
                    <a:pt x="257" y="157"/>
                    <a:pt x="253" y="155"/>
                  </a:cubicBezTo>
                  <a:cubicBezTo>
                    <a:pt x="250" y="154"/>
                    <a:pt x="247" y="152"/>
                    <a:pt x="243" y="151"/>
                  </a:cubicBezTo>
                  <a:cubicBezTo>
                    <a:pt x="240" y="149"/>
                    <a:pt x="236" y="147"/>
                    <a:pt x="233" y="145"/>
                  </a:cubicBezTo>
                  <a:cubicBezTo>
                    <a:pt x="230" y="143"/>
                    <a:pt x="227" y="141"/>
                    <a:pt x="224" y="138"/>
                  </a:cubicBezTo>
                  <a:cubicBezTo>
                    <a:pt x="222" y="135"/>
                    <a:pt x="220" y="132"/>
                    <a:pt x="218" y="128"/>
                  </a:cubicBezTo>
                  <a:cubicBezTo>
                    <a:pt x="217" y="124"/>
                    <a:pt x="216" y="120"/>
                    <a:pt x="216" y="114"/>
                  </a:cubicBezTo>
                  <a:cubicBezTo>
                    <a:pt x="216" y="108"/>
                    <a:pt x="217" y="103"/>
                    <a:pt x="219" y="98"/>
                  </a:cubicBezTo>
                  <a:cubicBezTo>
                    <a:pt x="222" y="93"/>
                    <a:pt x="225" y="89"/>
                    <a:pt x="229" y="86"/>
                  </a:cubicBezTo>
                  <a:cubicBezTo>
                    <a:pt x="232" y="83"/>
                    <a:pt x="237" y="81"/>
                    <a:pt x="242" y="79"/>
                  </a:cubicBezTo>
                  <a:cubicBezTo>
                    <a:pt x="245" y="78"/>
                    <a:pt x="248" y="78"/>
                    <a:pt x="251" y="78"/>
                  </a:cubicBezTo>
                  <a:cubicBezTo>
                    <a:pt x="251" y="61"/>
                    <a:pt x="251" y="61"/>
                    <a:pt x="251" y="61"/>
                  </a:cubicBezTo>
                  <a:cubicBezTo>
                    <a:pt x="267" y="61"/>
                    <a:pt x="267" y="61"/>
                    <a:pt x="267" y="61"/>
                  </a:cubicBezTo>
                  <a:cubicBezTo>
                    <a:pt x="267" y="78"/>
                    <a:pt x="267" y="78"/>
                    <a:pt x="267" y="78"/>
                  </a:cubicBezTo>
                  <a:cubicBezTo>
                    <a:pt x="267" y="78"/>
                    <a:pt x="268" y="78"/>
                    <a:pt x="268" y="78"/>
                  </a:cubicBezTo>
                  <a:cubicBezTo>
                    <a:pt x="271" y="78"/>
                    <a:pt x="274" y="79"/>
                    <a:pt x="277" y="80"/>
                  </a:cubicBezTo>
                  <a:cubicBezTo>
                    <a:pt x="280" y="80"/>
                    <a:pt x="282" y="81"/>
                    <a:pt x="284" y="82"/>
                  </a:cubicBezTo>
                  <a:cubicBezTo>
                    <a:pt x="286" y="83"/>
                    <a:pt x="288" y="84"/>
                    <a:pt x="288" y="85"/>
                  </a:cubicBezTo>
                  <a:cubicBezTo>
                    <a:pt x="289" y="85"/>
                    <a:pt x="289" y="86"/>
                    <a:pt x="290" y="86"/>
                  </a:cubicBezTo>
                  <a:cubicBezTo>
                    <a:pt x="290" y="87"/>
                    <a:pt x="290" y="87"/>
                    <a:pt x="290" y="88"/>
                  </a:cubicBezTo>
                  <a:cubicBezTo>
                    <a:pt x="290" y="89"/>
                    <a:pt x="290" y="90"/>
                    <a:pt x="290" y="91"/>
                  </a:cubicBezTo>
                  <a:cubicBezTo>
                    <a:pt x="291" y="92"/>
                    <a:pt x="291" y="94"/>
                    <a:pt x="291" y="95"/>
                  </a:cubicBezTo>
                  <a:cubicBezTo>
                    <a:pt x="291" y="97"/>
                    <a:pt x="291" y="99"/>
                    <a:pt x="290" y="100"/>
                  </a:cubicBezTo>
                  <a:cubicBezTo>
                    <a:pt x="290" y="102"/>
                    <a:pt x="290" y="103"/>
                    <a:pt x="290" y="104"/>
                  </a:cubicBezTo>
                  <a:close/>
                  <a:moveTo>
                    <a:pt x="176" y="144"/>
                  </a:moveTo>
                  <a:cubicBezTo>
                    <a:pt x="176" y="197"/>
                    <a:pt x="212" y="240"/>
                    <a:pt x="256" y="240"/>
                  </a:cubicBezTo>
                  <a:cubicBezTo>
                    <a:pt x="48" y="240"/>
                    <a:pt x="48" y="240"/>
                    <a:pt x="48" y="240"/>
                  </a:cubicBezTo>
                  <a:cubicBezTo>
                    <a:pt x="48" y="48"/>
                    <a:pt x="48" y="48"/>
                    <a:pt x="48" y="48"/>
                  </a:cubicBezTo>
                  <a:cubicBezTo>
                    <a:pt x="256" y="48"/>
                    <a:pt x="256" y="48"/>
                    <a:pt x="256" y="48"/>
                  </a:cubicBezTo>
                  <a:cubicBezTo>
                    <a:pt x="212" y="48"/>
                    <a:pt x="176" y="91"/>
                    <a:pt x="176" y="144"/>
                  </a:cubicBezTo>
                  <a:close/>
                  <a:moveTo>
                    <a:pt x="112" y="112"/>
                  </a:moveTo>
                  <a:cubicBezTo>
                    <a:pt x="99" y="112"/>
                    <a:pt x="88" y="126"/>
                    <a:pt x="88" y="144"/>
                  </a:cubicBezTo>
                  <a:cubicBezTo>
                    <a:pt x="88" y="162"/>
                    <a:pt x="99" y="176"/>
                    <a:pt x="112" y="176"/>
                  </a:cubicBezTo>
                  <a:cubicBezTo>
                    <a:pt x="125" y="176"/>
                    <a:pt x="136" y="162"/>
                    <a:pt x="136" y="144"/>
                  </a:cubicBezTo>
                  <a:cubicBezTo>
                    <a:pt x="136" y="126"/>
                    <a:pt x="125" y="112"/>
                    <a:pt x="112"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5"/>
            <p:cNvSpPr>
              <a:spLocks noEditPoints="1"/>
            </p:cNvSpPr>
            <p:nvPr/>
          </p:nvSpPr>
          <p:spPr bwMode="auto">
            <a:xfrm>
              <a:off x="7358568" y="1306391"/>
              <a:ext cx="658466" cy="416066"/>
            </a:xfrm>
            <a:custGeom>
              <a:avLst/>
              <a:gdLst>
                <a:gd name="T0" fmla="*/ 80 w 608"/>
                <a:gd name="T1" fmla="*/ 31 h 384"/>
                <a:gd name="T2" fmla="*/ 608 w 608"/>
                <a:gd name="T3" fmla="*/ 304 h 384"/>
                <a:gd name="T4" fmla="*/ 528 w 608"/>
                <a:gd name="T5" fmla="*/ 352 h 384"/>
                <a:gd name="T6" fmla="*/ 32 w 608"/>
                <a:gd name="T7" fmla="*/ 48 h 384"/>
                <a:gd name="T8" fmla="*/ 513 w 608"/>
                <a:gd name="T9" fmla="*/ 384 h 384"/>
                <a:gd name="T10" fmla="*/ 513 w 608"/>
                <a:gd name="T11" fmla="*/ 96 h 384"/>
                <a:gd name="T12" fmla="*/ 32 w 608"/>
                <a:gd name="T13" fmla="*/ 127 h 384"/>
                <a:gd name="T14" fmla="*/ 481 w 608"/>
                <a:gd name="T15" fmla="*/ 127 h 384"/>
                <a:gd name="T16" fmla="*/ 256 w 608"/>
                <a:gd name="T17" fmla="*/ 336 h 384"/>
                <a:gd name="T18" fmla="*/ 434 w 608"/>
                <a:gd name="T19" fmla="*/ 144 h 384"/>
                <a:gd name="T20" fmla="*/ 465 w 608"/>
                <a:gd name="T21" fmla="*/ 174 h 384"/>
                <a:gd name="T22" fmla="*/ 433 w 608"/>
                <a:gd name="T23" fmla="*/ 328 h 384"/>
                <a:gd name="T24" fmla="*/ 401 w 608"/>
                <a:gd name="T25" fmla="*/ 271 h 384"/>
                <a:gd name="T26" fmla="*/ 290 w 608"/>
                <a:gd name="T27" fmla="*/ 182 h 384"/>
                <a:gd name="T28" fmla="*/ 291 w 608"/>
                <a:gd name="T29" fmla="*/ 191 h 384"/>
                <a:gd name="T30" fmla="*/ 289 w 608"/>
                <a:gd name="T31" fmla="*/ 202 h 384"/>
                <a:gd name="T32" fmla="*/ 278 w 608"/>
                <a:gd name="T33" fmla="*/ 198 h 384"/>
                <a:gd name="T34" fmla="*/ 252 w 608"/>
                <a:gd name="T35" fmla="*/ 194 h 384"/>
                <a:gd name="T36" fmla="*/ 243 w 608"/>
                <a:gd name="T37" fmla="*/ 207 h 384"/>
                <a:gd name="T38" fmla="*/ 260 w 608"/>
                <a:gd name="T39" fmla="*/ 225 h 384"/>
                <a:gd name="T40" fmla="*/ 290 w 608"/>
                <a:gd name="T41" fmla="*/ 242 h 384"/>
                <a:gd name="T42" fmla="*/ 295 w 608"/>
                <a:gd name="T43" fmla="*/ 284 h 384"/>
                <a:gd name="T44" fmla="*/ 267 w 608"/>
                <a:gd name="T45" fmla="*/ 305 h 384"/>
                <a:gd name="T46" fmla="*/ 251 w 608"/>
                <a:gd name="T47" fmla="*/ 307 h 384"/>
                <a:gd name="T48" fmla="*/ 228 w 608"/>
                <a:gd name="T49" fmla="*/ 303 h 384"/>
                <a:gd name="T50" fmla="*/ 214 w 608"/>
                <a:gd name="T51" fmla="*/ 293 h 384"/>
                <a:gd name="T52" fmla="*/ 215 w 608"/>
                <a:gd name="T53" fmla="*/ 278 h 384"/>
                <a:gd name="T54" fmla="*/ 222 w 608"/>
                <a:gd name="T55" fmla="*/ 277 h 384"/>
                <a:gd name="T56" fmla="*/ 251 w 608"/>
                <a:gd name="T57" fmla="*/ 286 h 384"/>
                <a:gd name="T58" fmla="*/ 270 w 608"/>
                <a:gd name="T59" fmla="*/ 276 h 384"/>
                <a:gd name="T60" fmla="*/ 263 w 608"/>
                <a:gd name="T61" fmla="*/ 256 h 384"/>
                <a:gd name="T62" fmla="*/ 234 w 608"/>
                <a:gd name="T63" fmla="*/ 242 h 384"/>
                <a:gd name="T64" fmla="*/ 216 w 608"/>
                <a:gd name="T65" fmla="*/ 210 h 384"/>
                <a:gd name="T66" fmla="*/ 243 w 608"/>
                <a:gd name="T67" fmla="*/ 175 h 384"/>
                <a:gd name="T68" fmla="*/ 267 w 608"/>
                <a:gd name="T69" fmla="*/ 157 h 384"/>
                <a:gd name="T70" fmla="*/ 277 w 608"/>
                <a:gd name="T71" fmla="*/ 176 h 384"/>
                <a:gd name="T72" fmla="*/ 290 w 608"/>
                <a:gd name="T73" fmla="*/ 182 h 384"/>
                <a:gd name="T74" fmla="*/ 79 w 608"/>
                <a:gd name="T75" fmla="*/ 336 h 384"/>
                <a:gd name="T76" fmla="*/ 48 w 608"/>
                <a:gd name="T77" fmla="*/ 306 h 384"/>
                <a:gd name="T78" fmla="*/ 80 w 608"/>
                <a:gd name="T79" fmla="*/ 152 h 384"/>
                <a:gd name="T80" fmla="*/ 176 w 608"/>
                <a:gd name="T81" fmla="*/ 240 h 384"/>
                <a:gd name="T82" fmla="*/ 112 w 608"/>
                <a:gd name="T83" fmla="*/ 271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08" h="384">
                  <a:moveTo>
                    <a:pt x="576" y="304"/>
                  </a:moveTo>
                  <a:cubicBezTo>
                    <a:pt x="577" y="31"/>
                    <a:pt x="577" y="31"/>
                    <a:pt x="577" y="31"/>
                  </a:cubicBezTo>
                  <a:cubicBezTo>
                    <a:pt x="80" y="31"/>
                    <a:pt x="80" y="31"/>
                    <a:pt x="80" y="31"/>
                  </a:cubicBezTo>
                  <a:cubicBezTo>
                    <a:pt x="80" y="0"/>
                    <a:pt x="80" y="0"/>
                    <a:pt x="80" y="0"/>
                  </a:cubicBezTo>
                  <a:cubicBezTo>
                    <a:pt x="608" y="0"/>
                    <a:pt x="608" y="0"/>
                    <a:pt x="608" y="0"/>
                  </a:cubicBezTo>
                  <a:cubicBezTo>
                    <a:pt x="608" y="304"/>
                    <a:pt x="608" y="304"/>
                    <a:pt x="608" y="304"/>
                  </a:cubicBezTo>
                  <a:lnTo>
                    <a:pt x="576" y="304"/>
                  </a:lnTo>
                  <a:close/>
                  <a:moveTo>
                    <a:pt x="560" y="352"/>
                  </a:moveTo>
                  <a:cubicBezTo>
                    <a:pt x="528" y="352"/>
                    <a:pt x="528" y="352"/>
                    <a:pt x="528" y="352"/>
                  </a:cubicBezTo>
                  <a:cubicBezTo>
                    <a:pt x="529" y="79"/>
                    <a:pt x="529" y="79"/>
                    <a:pt x="529" y="79"/>
                  </a:cubicBezTo>
                  <a:cubicBezTo>
                    <a:pt x="32" y="79"/>
                    <a:pt x="32" y="79"/>
                    <a:pt x="32" y="79"/>
                  </a:cubicBezTo>
                  <a:cubicBezTo>
                    <a:pt x="32" y="48"/>
                    <a:pt x="32" y="48"/>
                    <a:pt x="32" y="48"/>
                  </a:cubicBezTo>
                  <a:cubicBezTo>
                    <a:pt x="560" y="48"/>
                    <a:pt x="560" y="48"/>
                    <a:pt x="560" y="48"/>
                  </a:cubicBezTo>
                  <a:cubicBezTo>
                    <a:pt x="560" y="352"/>
                    <a:pt x="560" y="352"/>
                    <a:pt x="560" y="352"/>
                  </a:cubicBezTo>
                  <a:close/>
                  <a:moveTo>
                    <a:pt x="513" y="384"/>
                  </a:moveTo>
                  <a:cubicBezTo>
                    <a:pt x="0" y="384"/>
                    <a:pt x="0" y="384"/>
                    <a:pt x="0" y="384"/>
                  </a:cubicBezTo>
                  <a:cubicBezTo>
                    <a:pt x="0" y="96"/>
                    <a:pt x="0" y="96"/>
                    <a:pt x="0" y="96"/>
                  </a:cubicBezTo>
                  <a:cubicBezTo>
                    <a:pt x="513" y="96"/>
                    <a:pt x="513" y="96"/>
                    <a:pt x="513" y="96"/>
                  </a:cubicBezTo>
                  <a:lnTo>
                    <a:pt x="513" y="384"/>
                  </a:lnTo>
                  <a:close/>
                  <a:moveTo>
                    <a:pt x="481" y="127"/>
                  </a:moveTo>
                  <a:cubicBezTo>
                    <a:pt x="32" y="127"/>
                    <a:pt x="32" y="127"/>
                    <a:pt x="32" y="127"/>
                  </a:cubicBezTo>
                  <a:cubicBezTo>
                    <a:pt x="32" y="352"/>
                    <a:pt x="32" y="352"/>
                    <a:pt x="32" y="352"/>
                  </a:cubicBezTo>
                  <a:cubicBezTo>
                    <a:pt x="481" y="352"/>
                    <a:pt x="481" y="352"/>
                    <a:pt x="481" y="352"/>
                  </a:cubicBezTo>
                  <a:cubicBezTo>
                    <a:pt x="481" y="127"/>
                    <a:pt x="481" y="127"/>
                    <a:pt x="481" y="127"/>
                  </a:cubicBezTo>
                  <a:close/>
                  <a:moveTo>
                    <a:pt x="433" y="328"/>
                  </a:moveTo>
                  <a:cubicBezTo>
                    <a:pt x="433" y="331"/>
                    <a:pt x="433" y="334"/>
                    <a:pt x="434" y="336"/>
                  </a:cubicBezTo>
                  <a:cubicBezTo>
                    <a:pt x="256" y="336"/>
                    <a:pt x="256" y="336"/>
                    <a:pt x="256" y="336"/>
                  </a:cubicBezTo>
                  <a:cubicBezTo>
                    <a:pt x="301" y="336"/>
                    <a:pt x="337" y="293"/>
                    <a:pt x="337" y="240"/>
                  </a:cubicBezTo>
                  <a:cubicBezTo>
                    <a:pt x="337" y="187"/>
                    <a:pt x="301" y="144"/>
                    <a:pt x="256" y="144"/>
                  </a:cubicBezTo>
                  <a:cubicBezTo>
                    <a:pt x="434" y="144"/>
                    <a:pt x="434" y="144"/>
                    <a:pt x="434" y="144"/>
                  </a:cubicBezTo>
                  <a:cubicBezTo>
                    <a:pt x="433" y="146"/>
                    <a:pt x="433" y="149"/>
                    <a:pt x="433" y="152"/>
                  </a:cubicBezTo>
                  <a:cubicBezTo>
                    <a:pt x="433" y="165"/>
                    <a:pt x="443" y="176"/>
                    <a:pt x="457" y="176"/>
                  </a:cubicBezTo>
                  <a:cubicBezTo>
                    <a:pt x="460" y="176"/>
                    <a:pt x="462" y="175"/>
                    <a:pt x="465" y="174"/>
                  </a:cubicBezTo>
                  <a:cubicBezTo>
                    <a:pt x="465" y="306"/>
                    <a:pt x="465" y="306"/>
                    <a:pt x="465" y="306"/>
                  </a:cubicBezTo>
                  <a:cubicBezTo>
                    <a:pt x="462" y="305"/>
                    <a:pt x="460" y="304"/>
                    <a:pt x="457" y="304"/>
                  </a:cubicBezTo>
                  <a:cubicBezTo>
                    <a:pt x="443" y="304"/>
                    <a:pt x="433" y="315"/>
                    <a:pt x="433" y="328"/>
                  </a:cubicBezTo>
                  <a:close/>
                  <a:moveTo>
                    <a:pt x="401" y="207"/>
                  </a:moveTo>
                  <a:cubicBezTo>
                    <a:pt x="387" y="207"/>
                    <a:pt x="377" y="221"/>
                    <a:pt x="377" y="239"/>
                  </a:cubicBezTo>
                  <a:cubicBezTo>
                    <a:pt x="377" y="256"/>
                    <a:pt x="387" y="271"/>
                    <a:pt x="401" y="271"/>
                  </a:cubicBezTo>
                  <a:cubicBezTo>
                    <a:pt x="414" y="271"/>
                    <a:pt x="425" y="256"/>
                    <a:pt x="425" y="239"/>
                  </a:cubicBezTo>
                  <a:cubicBezTo>
                    <a:pt x="425" y="221"/>
                    <a:pt x="414" y="207"/>
                    <a:pt x="401" y="207"/>
                  </a:cubicBezTo>
                  <a:close/>
                  <a:moveTo>
                    <a:pt x="290" y="182"/>
                  </a:moveTo>
                  <a:cubicBezTo>
                    <a:pt x="290" y="183"/>
                    <a:pt x="290" y="183"/>
                    <a:pt x="291" y="184"/>
                  </a:cubicBezTo>
                  <a:cubicBezTo>
                    <a:pt x="291" y="185"/>
                    <a:pt x="291" y="186"/>
                    <a:pt x="291" y="187"/>
                  </a:cubicBezTo>
                  <a:cubicBezTo>
                    <a:pt x="291" y="188"/>
                    <a:pt x="291" y="190"/>
                    <a:pt x="291" y="191"/>
                  </a:cubicBezTo>
                  <a:cubicBezTo>
                    <a:pt x="291" y="193"/>
                    <a:pt x="291" y="195"/>
                    <a:pt x="291" y="196"/>
                  </a:cubicBezTo>
                  <a:cubicBezTo>
                    <a:pt x="291" y="198"/>
                    <a:pt x="291" y="199"/>
                    <a:pt x="290" y="200"/>
                  </a:cubicBezTo>
                  <a:cubicBezTo>
                    <a:pt x="290" y="201"/>
                    <a:pt x="290" y="201"/>
                    <a:pt x="289" y="202"/>
                  </a:cubicBezTo>
                  <a:cubicBezTo>
                    <a:pt x="289" y="202"/>
                    <a:pt x="288" y="202"/>
                    <a:pt x="288" y="202"/>
                  </a:cubicBezTo>
                  <a:cubicBezTo>
                    <a:pt x="287" y="202"/>
                    <a:pt x="286" y="202"/>
                    <a:pt x="284" y="201"/>
                  </a:cubicBezTo>
                  <a:cubicBezTo>
                    <a:pt x="282" y="200"/>
                    <a:pt x="281" y="199"/>
                    <a:pt x="278" y="198"/>
                  </a:cubicBezTo>
                  <a:cubicBezTo>
                    <a:pt x="276" y="197"/>
                    <a:pt x="273" y="196"/>
                    <a:pt x="270" y="195"/>
                  </a:cubicBezTo>
                  <a:cubicBezTo>
                    <a:pt x="267" y="194"/>
                    <a:pt x="264" y="193"/>
                    <a:pt x="260" y="193"/>
                  </a:cubicBezTo>
                  <a:cubicBezTo>
                    <a:pt x="257" y="193"/>
                    <a:pt x="255" y="194"/>
                    <a:pt x="252" y="194"/>
                  </a:cubicBezTo>
                  <a:cubicBezTo>
                    <a:pt x="250" y="195"/>
                    <a:pt x="249" y="196"/>
                    <a:pt x="247" y="197"/>
                  </a:cubicBezTo>
                  <a:cubicBezTo>
                    <a:pt x="246" y="199"/>
                    <a:pt x="245" y="200"/>
                    <a:pt x="244" y="202"/>
                  </a:cubicBezTo>
                  <a:cubicBezTo>
                    <a:pt x="243" y="204"/>
                    <a:pt x="243" y="205"/>
                    <a:pt x="243" y="207"/>
                  </a:cubicBezTo>
                  <a:cubicBezTo>
                    <a:pt x="243" y="210"/>
                    <a:pt x="244" y="213"/>
                    <a:pt x="245" y="215"/>
                  </a:cubicBezTo>
                  <a:cubicBezTo>
                    <a:pt x="247" y="217"/>
                    <a:pt x="249" y="219"/>
                    <a:pt x="252" y="220"/>
                  </a:cubicBezTo>
                  <a:cubicBezTo>
                    <a:pt x="254" y="222"/>
                    <a:pt x="257" y="224"/>
                    <a:pt x="260" y="225"/>
                  </a:cubicBezTo>
                  <a:cubicBezTo>
                    <a:pt x="264" y="226"/>
                    <a:pt x="267" y="228"/>
                    <a:pt x="271" y="230"/>
                  </a:cubicBezTo>
                  <a:cubicBezTo>
                    <a:pt x="274" y="231"/>
                    <a:pt x="278" y="233"/>
                    <a:pt x="281" y="235"/>
                  </a:cubicBezTo>
                  <a:cubicBezTo>
                    <a:pt x="284" y="237"/>
                    <a:pt x="287" y="239"/>
                    <a:pt x="290" y="242"/>
                  </a:cubicBezTo>
                  <a:cubicBezTo>
                    <a:pt x="292" y="245"/>
                    <a:pt x="295" y="248"/>
                    <a:pt x="296" y="252"/>
                  </a:cubicBezTo>
                  <a:cubicBezTo>
                    <a:pt x="298" y="256"/>
                    <a:pt x="299" y="261"/>
                    <a:pt x="299" y="266"/>
                  </a:cubicBezTo>
                  <a:cubicBezTo>
                    <a:pt x="299" y="273"/>
                    <a:pt x="297" y="279"/>
                    <a:pt x="295" y="284"/>
                  </a:cubicBezTo>
                  <a:cubicBezTo>
                    <a:pt x="292" y="289"/>
                    <a:pt x="289" y="293"/>
                    <a:pt x="284" y="297"/>
                  </a:cubicBezTo>
                  <a:cubicBezTo>
                    <a:pt x="280" y="300"/>
                    <a:pt x="275" y="303"/>
                    <a:pt x="269" y="304"/>
                  </a:cubicBezTo>
                  <a:cubicBezTo>
                    <a:pt x="268" y="305"/>
                    <a:pt x="268" y="305"/>
                    <a:pt x="267" y="305"/>
                  </a:cubicBezTo>
                  <a:cubicBezTo>
                    <a:pt x="267" y="322"/>
                    <a:pt x="267" y="322"/>
                    <a:pt x="267" y="322"/>
                  </a:cubicBezTo>
                  <a:cubicBezTo>
                    <a:pt x="251" y="322"/>
                    <a:pt x="251" y="322"/>
                    <a:pt x="251" y="322"/>
                  </a:cubicBezTo>
                  <a:cubicBezTo>
                    <a:pt x="251" y="307"/>
                    <a:pt x="251" y="307"/>
                    <a:pt x="251" y="307"/>
                  </a:cubicBezTo>
                  <a:cubicBezTo>
                    <a:pt x="251" y="307"/>
                    <a:pt x="251" y="307"/>
                    <a:pt x="251" y="307"/>
                  </a:cubicBezTo>
                  <a:cubicBezTo>
                    <a:pt x="246" y="307"/>
                    <a:pt x="242" y="307"/>
                    <a:pt x="238" y="306"/>
                  </a:cubicBezTo>
                  <a:cubicBezTo>
                    <a:pt x="234" y="305"/>
                    <a:pt x="231" y="304"/>
                    <a:pt x="228" y="303"/>
                  </a:cubicBezTo>
                  <a:cubicBezTo>
                    <a:pt x="225" y="302"/>
                    <a:pt x="223" y="301"/>
                    <a:pt x="221" y="300"/>
                  </a:cubicBezTo>
                  <a:cubicBezTo>
                    <a:pt x="219" y="299"/>
                    <a:pt x="217" y="298"/>
                    <a:pt x="216" y="297"/>
                  </a:cubicBezTo>
                  <a:cubicBezTo>
                    <a:pt x="215" y="296"/>
                    <a:pt x="215" y="295"/>
                    <a:pt x="214" y="293"/>
                  </a:cubicBezTo>
                  <a:cubicBezTo>
                    <a:pt x="214" y="292"/>
                    <a:pt x="214" y="289"/>
                    <a:pt x="214" y="286"/>
                  </a:cubicBezTo>
                  <a:cubicBezTo>
                    <a:pt x="214" y="284"/>
                    <a:pt x="214" y="282"/>
                    <a:pt x="214" y="281"/>
                  </a:cubicBezTo>
                  <a:cubicBezTo>
                    <a:pt x="214" y="280"/>
                    <a:pt x="214" y="279"/>
                    <a:pt x="215" y="278"/>
                  </a:cubicBezTo>
                  <a:cubicBezTo>
                    <a:pt x="215" y="277"/>
                    <a:pt x="215" y="276"/>
                    <a:pt x="216" y="276"/>
                  </a:cubicBezTo>
                  <a:cubicBezTo>
                    <a:pt x="216" y="275"/>
                    <a:pt x="217" y="275"/>
                    <a:pt x="218" y="275"/>
                  </a:cubicBezTo>
                  <a:cubicBezTo>
                    <a:pt x="219" y="275"/>
                    <a:pt x="220" y="276"/>
                    <a:pt x="222" y="277"/>
                  </a:cubicBezTo>
                  <a:cubicBezTo>
                    <a:pt x="223" y="278"/>
                    <a:pt x="226" y="279"/>
                    <a:pt x="228" y="281"/>
                  </a:cubicBezTo>
                  <a:cubicBezTo>
                    <a:pt x="231" y="282"/>
                    <a:pt x="234" y="283"/>
                    <a:pt x="238" y="284"/>
                  </a:cubicBezTo>
                  <a:cubicBezTo>
                    <a:pt x="242" y="285"/>
                    <a:pt x="246" y="286"/>
                    <a:pt x="251" y="286"/>
                  </a:cubicBezTo>
                  <a:cubicBezTo>
                    <a:pt x="254" y="286"/>
                    <a:pt x="257" y="285"/>
                    <a:pt x="259" y="285"/>
                  </a:cubicBezTo>
                  <a:cubicBezTo>
                    <a:pt x="262" y="284"/>
                    <a:pt x="264" y="283"/>
                    <a:pt x="266" y="281"/>
                  </a:cubicBezTo>
                  <a:cubicBezTo>
                    <a:pt x="268" y="280"/>
                    <a:pt x="269" y="278"/>
                    <a:pt x="270" y="276"/>
                  </a:cubicBezTo>
                  <a:cubicBezTo>
                    <a:pt x="271" y="274"/>
                    <a:pt x="271" y="272"/>
                    <a:pt x="271" y="269"/>
                  </a:cubicBezTo>
                  <a:cubicBezTo>
                    <a:pt x="271" y="266"/>
                    <a:pt x="270" y="264"/>
                    <a:pt x="269" y="262"/>
                  </a:cubicBezTo>
                  <a:cubicBezTo>
                    <a:pt x="267" y="260"/>
                    <a:pt x="265" y="258"/>
                    <a:pt x="263" y="256"/>
                  </a:cubicBezTo>
                  <a:cubicBezTo>
                    <a:pt x="260" y="254"/>
                    <a:pt x="257" y="253"/>
                    <a:pt x="254" y="252"/>
                  </a:cubicBezTo>
                  <a:cubicBezTo>
                    <a:pt x="251" y="250"/>
                    <a:pt x="247" y="249"/>
                    <a:pt x="244" y="247"/>
                  </a:cubicBezTo>
                  <a:cubicBezTo>
                    <a:pt x="240" y="245"/>
                    <a:pt x="237" y="244"/>
                    <a:pt x="234" y="242"/>
                  </a:cubicBezTo>
                  <a:cubicBezTo>
                    <a:pt x="230" y="239"/>
                    <a:pt x="227" y="237"/>
                    <a:pt x="225" y="234"/>
                  </a:cubicBezTo>
                  <a:cubicBezTo>
                    <a:pt x="222" y="231"/>
                    <a:pt x="220" y="228"/>
                    <a:pt x="219" y="224"/>
                  </a:cubicBezTo>
                  <a:cubicBezTo>
                    <a:pt x="217" y="220"/>
                    <a:pt x="216" y="216"/>
                    <a:pt x="216" y="210"/>
                  </a:cubicBezTo>
                  <a:cubicBezTo>
                    <a:pt x="216" y="204"/>
                    <a:pt x="217" y="199"/>
                    <a:pt x="220" y="194"/>
                  </a:cubicBezTo>
                  <a:cubicBezTo>
                    <a:pt x="222" y="189"/>
                    <a:pt x="225" y="185"/>
                    <a:pt x="229" y="182"/>
                  </a:cubicBezTo>
                  <a:cubicBezTo>
                    <a:pt x="233" y="179"/>
                    <a:pt x="237" y="177"/>
                    <a:pt x="243" y="175"/>
                  </a:cubicBezTo>
                  <a:cubicBezTo>
                    <a:pt x="245" y="174"/>
                    <a:pt x="248" y="174"/>
                    <a:pt x="251" y="173"/>
                  </a:cubicBezTo>
                  <a:cubicBezTo>
                    <a:pt x="251" y="157"/>
                    <a:pt x="251" y="157"/>
                    <a:pt x="251" y="157"/>
                  </a:cubicBezTo>
                  <a:cubicBezTo>
                    <a:pt x="267" y="157"/>
                    <a:pt x="267" y="157"/>
                    <a:pt x="267" y="157"/>
                  </a:cubicBezTo>
                  <a:cubicBezTo>
                    <a:pt x="267" y="173"/>
                    <a:pt x="267" y="173"/>
                    <a:pt x="267" y="173"/>
                  </a:cubicBezTo>
                  <a:cubicBezTo>
                    <a:pt x="268" y="174"/>
                    <a:pt x="268" y="174"/>
                    <a:pt x="269" y="174"/>
                  </a:cubicBezTo>
                  <a:cubicBezTo>
                    <a:pt x="272" y="174"/>
                    <a:pt x="275" y="175"/>
                    <a:pt x="277" y="176"/>
                  </a:cubicBezTo>
                  <a:cubicBezTo>
                    <a:pt x="280" y="176"/>
                    <a:pt x="282" y="177"/>
                    <a:pt x="285" y="178"/>
                  </a:cubicBezTo>
                  <a:cubicBezTo>
                    <a:pt x="287" y="179"/>
                    <a:pt x="288" y="180"/>
                    <a:pt x="289" y="181"/>
                  </a:cubicBezTo>
                  <a:cubicBezTo>
                    <a:pt x="289" y="181"/>
                    <a:pt x="290" y="182"/>
                    <a:pt x="290" y="182"/>
                  </a:cubicBezTo>
                  <a:close/>
                  <a:moveTo>
                    <a:pt x="176" y="240"/>
                  </a:moveTo>
                  <a:cubicBezTo>
                    <a:pt x="176" y="293"/>
                    <a:pt x="212" y="336"/>
                    <a:pt x="256" y="336"/>
                  </a:cubicBezTo>
                  <a:cubicBezTo>
                    <a:pt x="79" y="336"/>
                    <a:pt x="79" y="336"/>
                    <a:pt x="79" y="336"/>
                  </a:cubicBezTo>
                  <a:cubicBezTo>
                    <a:pt x="79" y="334"/>
                    <a:pt x="80" y="331"/>
                    <a:pt x="80" y="328"/>
                  </a:cubicBezTo>
                  <a:cubicBezTo>
                    <a:pt x="80" y="315"/>
                    <a:pt x="69" y="304"/>
                    <a:pt x="56" y="304"/>
                  </a:cubicBezTo>
                  <a:cubicBezTo>
                    <a:pt x="53" y="304"/>
                    <a:pt x="51" y="305"/>
                    <a:pt x="48" y="306"/>
                  </a:cubicBezTo>
                  <a:cubicBezTo>
                    <a:pt x="48" y="174"/>
                    <a:pt x="48" y="174"/>
                    <a:pt x="48" y="174"/>
                  </a:cubicBezTo>
                  <a:cubicBezTo>
                    <a:pt x="51" y="175"/>
                    <a:pt x="53" y="176"/>
                    <a:pt x="56" y="176"/>
                  </a:cubicBezTo>
                  <a:cubicBezTo>
                    <a:pt x="69" y="176"/>
                    <a:pt x="80" y="165"/>
                    <a:pt x="80" y="152"/>
                  </a:cubicBezTo>
                  <a:cubicBezTo>
                    <a:pt x="80" y="149"/>
                    <a:pt x="79" y="146"/>
                    <a:pt x="79" y="144"/>
                  </a:cubicBezTo>
                  <a:cubicBezTo>
                    <a:pt x="256" y="144"/>
                    <a:pt x="256" y="144"/>
                    <a:pt x="256" y="144"/>
                  </a:cubicBezTo>
                  <a:cubicBezTo>
                    <a:pt x="212" y="144"/>
                    <a:pt x="176" y="187"/>
                    <a:pt x="176" y="240"/>
                  </a:cubicBezTo>
                  <a:close/>
                  <a:moveTo>
                    <a:pt x="112" y="207"/>
                  </a:moveTo>
                  <a:cubicBezTo>
                    <a:pt x="99" y="207"/>
                    <a:pt x="88" y="221"/>
                    <a:pt x="88" y="239"/>
                  </a:cubicBezTo>
                  <a:cubicBezTo>
                    <a:pt x="88" y="256"/>
                    <a:pt x="99" y="271"/>
                    <a:pt x="112" y="271"/>
                  </a:cubicBezTo>
                  <a:cubicBezTo>
                    <a:pt x="125" y="271"/>
                    <a:pt x="136" y="256"/>
                    <a:pt x="136" y="239"/>
                  </a:cubicBezTo>
                  <a:cubicBezTo>
                    <a:pt x="136" y="221"/>
                    <a:pt x="125" y="207"/>
                    <a:pt x="112" y="2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16"/>
            <p:cNvSpPr>
              <a:spLocks noEditPoints="1"/>
            </p:cNvSpPr>
            <p:nvPr/>
          </p:nvSpPr>
          <p:spPr bwMode="auto">
            <a:xfrm>
              <a:off x="8627014" y="1341216"/>
              <a:ext cx="467846" cy="346417"/>
            </a:xfrm>
            <a:custGeom>
              <a:avLst/>
              <a:gdLst>
                <a:gd name="T0" fmla="*/ 220 w 432"/>
                <a:gd name="T1" fmla="*/ 272 h 320"/>
                <a:gd name="T2" fmla="*/ 416 w 432"/>
                <a:gd name="T3" fmla="*/ 240 h 320"/>
                <a:gd name="T4" fmla="*/ 416 w 432"/>
                <a:gd name="T5" fmla="*/ 272 h 320"/>
                <a:gd name="T6" fmla="*/ 236 w 432"/>
                <a:gd name="T7" fmla="*/ 224 h 320"/>
                <a:gd name="T8" fmla="*/ 236 w 432"/>
                <a:gd name="T9" fmla="*/ 192 h 320"/>
                <a:gd name="T10" fmla="*/ 432 w 432"/>
                <a:gd name="T11" fmla="*/ 208 h 320"/>
                <a:gd name="T12" fmla="*/ 416 w 432"/>
                <a:gd name="T13" fmla="*/ 176 h 320"/>
                <a:gd name="T14" fmla="*/ 220 w 432"/>
                <a:gd name="T15" fmla="*/ 144 h 320"/>
                <a:gd name="T16" fmla="*/ 432 w 432"/>
                <a:gd name="T17" fmla="*/ 160 h 320"/>
                <a:gd name="T18" fmla="*/ 416 w 432"/>
                <a:gd name="T19" fmla="*/ 128 h 320"/>
                <a:gd name="T20" fmla="*/ 171 w 432"/>
                <a:gd name="T21" fmla="*/ 96 h 320"/>
                <a:gd name="T22" fmla="*/ 432 w 432"/>
                <a:gd name="T23" fmla="*/ 112 h 320"/>
                <a:gd name="T24" fmla="*/ 416 w 432"/>
                <a:gd name="T25" fmla="*/ 80 h 320"/>
                <a:gd name="T26" fmla="*/ 144 w 432"/>
                <a:gd name="T27" fmla="*/ 64 h 320"/>
                <a:gd name="T28" fmla="*/ 416 w 432"/>
                <a:gd name="T29" fmla="*/ 48 h 320"/>
                <a:gd name="T30" fmla="*/ 416 w 432"/>
                <a:gd name="T31" fmla="*/ 80 h 320"/>
                <a:gd name="T32" fmla="*/ 160 w 432"/>
                <a:gd name="T33" fmla="*/ 32 h 320"/>
                <a:gd name="T34" fmla="*/ 160 w 432"/>
                <a:gd name="T35" fmla="*/ 0 h 320"/>
                <a:gd name="T36" fmla="*/ 432 w 432"/>
                <a:gd name="T37" fmla="*/ 16 h 320"/>
                <a:gd name="T38" fmla="*/ 224 w 432"/>
                <a:gd name="T39" fmla="*/ 208 h 320"/>
                <a:gd name="T40" fmla="*/ 0 w 432"/>
                <a:gd name="T41" fmla="*/ 208 h 320"/>
                <a:gd name="T42" fmla="*/ 224 w 432"/>
                <a:gd name="T43" fmla="*/ 208 h 320"/>
                <a:gd name="T44" fmla="*/ 145 w 432"/>
                <a:gd name="T45" fmla="*/ 210 h 320"/>
                <a:gd name="T46" fmla="*/ 126 w 432"/>
                <a:gd name="T47" fmla="*/ 197 h 320"/>
                <a:gd name="T48" fmla="*/ 107 w 432"/>
                <a:gd name="T49" fmla="*/ 188 h 320"/>
                <a:gd name="T50" fmla="*/ 98 w 432"/>
                <a:gd name="T51" fmla="*/ 175 h 320"/>
                <a:gd name="T52" fmla="*/ 103 w 432"/>
                <a:gd name="T53" fmla="*/ 165 h 320"/>
                <a:gd name="T54" fmla="*/ 116 w 432"/>
                <a:gd name="T55" fmla="*/ 161 h 320"/>
                <a:gd name="T56" fmla="*/ 134 w 432"/>
                <a:gd name="T57" fmla="*/ 166 h 320"/>
                <a:gd name="T58" fmla="*/ 143 w 432"/>
                <a:gd name="T59" fmla="*/ 170 h 320"/>
                <a:gd name="T60" fmla="*/ 146 w 432"/>
                <a:gd name="T61" fmla="*/ 168 h 320"/>
                <a:gd name="T62" fmla="*/ 147 w 432"/>
                <a:gd name="T63" fmla="*/ 159 h 320"/>
                <a:gd name="T64" fmla="*/ 146 w 432"/>
                <a:gd name="T65" fmla="*/ 152 h 320"/>
                <a:gd name="T66" fmla="*/ 144 w 432"/>
                <a:gd name="T67" fmla="*/ 149 h 320"/>
                <a:gd name="T68" fmla="*/ 133 w 432"/>
                <a:gd name="T69" fmla="*/ 143 h 320"/>
                <a:gd name="T70" fmla="*/ 122 w 432"/>
                <a:gd name="T71" fmla="*/ 141 h 320"/>
                <a:gd name="T72" fmla="*/ 107 w 432"/>
                <a:gd name="T73" fmla="*/ 125 h 320"/>
                <a:gd name="T74" fmla="*/ 98 w 432"/>
                <a:gd name="T75" fmla="*/ 143 h 320"/>
                <a:gd name="T76" fmla="*/ 75 w 432"/>
                <a:gd name="T77" fmla="*/ 162 h 320"/>
                <a:gd name="T78" fmla="*/ 74 w 432"/>
                <a:gd name="T79" fmla="*/ 192 h 320"/>
                <a:gd name="T80" fmla="*/ 89 w 432"/>
                <a:gd name="T81" fmla="*/ 209 h 320"/>
                <a:gd name="T82" fmla="*/ 109 w 432"/>
                <a:gd name="T83" fmla="*/ 219 h 320"/>
                <a:gd name="T84" fmla="*/ 124 w 432"/>
                <a:gd name="T85" fmla="*/ 230 h 320"/>
                <a:gd name="T86" fmla="*/ 125 w 432"/>
                <a:gd name="T87" fmla="*/ 244 h 320"/>
                <a:gd name="T88" fmla="*/ 115 w 432"/>
                <a:gd name="T89" fmla="*/ 252 h 320"/>
                <a:gd name="T90" fmla="*/ 93 w 432"/>
                <a:gd name="T91" fmla="*/ 252 h 320"/>
                <a:gd name="T92" fmla="*/ 77 w 432"/>
                <a:gd name="T93" fmla="*/ 245 h 320"/>
                <a:gd name="T94" fmla="*/ 72 w 432"/>
                <a:gd name="T95" fmla="*/ 244 h 320"/>
                <a:gd name="T96" fmla="*/ 70 w 432"/>
                <a:gd name="T97" fmla="*/ 249 h 320"/>
                <a:gd name="T98" fmla="*/ 70 w 432"/>
                <a:gd name="T99" fmla="*/ 261 h 320"/>
                <a:gd name="T100" fmla="*/ 76 w 432"/>
                <a:gd name="T101" fmla="*/ 268 h 320"/>
                <a:gd name="T102" fmla="*/ 94 w 432"/>
                <a:gd name="T103" fmla="*/ 274 h 320"/>
                <a:gd name="T104" fmla="*/ 107 w 432"/>
                <a:gd name="T105" fmla="*/ 275 h 320"/>
                <a:gd name="T106" fmla="*/ 122 w 432"/>
                <a:gd name="T107" fmla="*/ 290 h 320"/>
                <a:gd name="T108" fmla="*/ 125 w 432"/>
                <a:gd name="T109" fmla="*/ 272 h 320"/>
                <a:gd name="T110" fmla="*/ 150 w 432"/>
                <a:gd name="T111" fmla="*/ 252 h 320"/>
                <a:gd name="T112" fmla="*/ 152 w 432"/>
                <a:gd name="T113" fmla="*/ 220 h 320"/>
                <a:gd name="T114" fmla="*/ 416 w 432"/>
                <a:gd name="T115" fmla="*/ 288 h 320"/>
                <a:gd name="T116" fmla="*/ 416 w 432"/>
                <a:gd name="T117" fmla="*/ 320 h 320"/>
                <a:gd name="T118" fmla="*/ 209 w 432"/>
                <a:gd name="T119" fmla="*/ 28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32" h="320">
                  <a:moveTo>
                    <a:pt x="416" y="272"/>
                  </a:moveTo>
                  <a:cubicBezTo>
                    <a:pt x="220" y="272"/>
                    <a:pt x="220" y="272"/>
                    <a:pt x="220" y="272"/>
                  </a:cubicBezTo>
                  <a:cubicBezTo>
                    <a:pt x="226" y="262"/>
                    <a:pt x="230" y="251"/>
                    <a:pt x="233" y="240"/>
                  </a:cubicBezTo>
                  <a:cubicBezTo>
                    <a:pt x="416" y="240"/>
                    <a:pt x="416" y="240"/>
                    <a:pt x="416" y="240"/>
                  </a:cubicBezTo>
                  <a:cubicBezTo>
                    <a:pt x="425" y="240"/>
                    <a:pt x="432" y="247"/>
                    <a:pt x="432" y="256"/>
                  </a:cubicBezTo>
                  <a:cubicBezTo>
                    <a:pt x="432" y="265"/>
                    <a:pt x="425" y="272"/>
                    <a:pt x="416" y="272"/>
                  </a:cubicBezTo>
                  <a:close/>
                  <a:moveTo>
                    <a:pt x="416" y="224"/>
                  </a:moveTo>
                  <a:cubicBezTo>
                    <a:pt x="236" y="224"/>
                    <a:pt x="236" y="224"/>
                    <a:pt x="236" y="224"/>
                  </a:cubicBezTo>
                  <a:cubicBezTo>
                    <a:pt x="237" y="219"/>
                    <a:pt x="237" y="213"/>
                    <a:pt x="237" y="208"/>
                  </a:cubicBezTo>
                  <a:cubicBezTo>
                    <a:pt x="237" y="203"/>
                    <a:pt x="237" y="197"/>
                    <a:pt x="236" y="192"/>
                  </a:cubicBezTo>
                  <a:cubicBezTo>
                    <a:pt x="416" y="192"/>
                    <a:pt x="416" y="192"/>
                    <a:pt x="416" y="192"/>
                  </a:cubicBezTo>
                  <a:cubicBezTo>
                    <a:pt x="425" y="192"/>
                    <a:pt x="432" y="199"/>
                    <a:pt x="432" y="208"/>
                  </a:cubicBezTo>
                  <a:cubicBezTo>
                    <a:pt x="432" y="217"/>
                    <a:pt x="425" y="224"/>
                    <a:pt x="416" y="224"/>
                  </a:cubicBezTo>
                  <a:close/>
                  <a:moveTo>
                    <a:pt x="416" y="176"/>
                  </a:moveTo>
                  <a:cubicBezTo>
                    <a:pt x="233" y="176"/>
                    <a:pt x="233" y="176"/>
                    <a:pt x="233" y="176"/>
                  </a:cubicBezTo>
                  <a:cubicBezTo>
                    <a:pt x="230" y="165"/>
                    <a:pt x="226" y="154"/>
                    <a:pt x="220" y="144"/>
                  </a:cubicBezTo>
                  <a:cubicBezTo>
                    <a:pt x="416" y="144"/>
                    <a:pt x="416" y="144"/>
                    <a:pt x="416" y="144"/>
                  </a:cubicBezTo>
                  <a:cubicBezTo>
                    <a:pt x="425" y="144"/>
                    <a:pt x="432" y="151"/>
                    <a:pt x="432" y="160"/>
                  </a:cubicBezTo>
                  <a:cubicBezTo>
                    <a:pt x="432" y="169"/>
                    <a:pt x="425" y="176"/>
                    <a:pt x="416" y="176"/>
                  </a:cubicBezTo>
                  <a:close/>
                  <a:moveTo>
                    <a:pt x="416" y="128"/>
                  </a:moveTo>
                  <a:cubicBezTo>
                    <a:pt x="209" y="128"/>
                    <a:pt x="209" y="128"/>
                    <a:pt x="209" y="128"/>
                  </a:cubicBezTo>
                  <a:cubicBezTo>
                    <a:pt x="199" y="115"/>
                    <a:pt x="186" y="104"/>
                    <a:pt x="171" y="96"/>
                  </a:cubicBezTo>
                  <a:cubicBezTo>
                    <a:pt x="416" y="96"/>
                    <a:pt x="416" y="96"/>
                    <a:pt x="416" y="96"/>
                  </a:cubicBezTo>
                  <a:cubicBezTo>
                    <a:pt x="425" y="96"/>
                    <a:pt x="432" y="103"/>
                    <a:pt x="432" y="112"/>
                  </a:cubicBezTo>
                  <a:cubicBezTo>
                    <a:pt x="432" y="121"/>
                    <a:pt x="425" y="128"/>
                    <a:pt x="416" y="128"/>
                  </a:cubicBezTo>
                  <a:close/>
                  <a:moveTo>
                    <a:pt x="416" y="80"/>
                  </a:moveTo>
                  <a:cubicBezTo>
                    <a:pt x="160" y="80"/>
                    <a:pt x="160" y="80"/>
                    <a:pt x="160" y="80"/>
                  </a:cubicBezTo>
                  <a:cubicBezTo>
                    <a:pt x="151" y="80"/>
                    <a:pt x="144" y="73"/>
                    <a:pt x="144" y="64"/>
                  </a:cubicBezTo>
                  <a:cubicBezTo>
                    <a:pt x="144" y="55"/>
                    <a:pt x="151" y="48"/>
                    <a:pt x="160" y="48"/>
                  </a:cubicBezTo>
                  <a:cubicBezTo>
                    <a:pt x="416" y="48"/>
                    <a:pt x="416" y="48"/>
                    <a:pt x="416" y="48"/>
                  </a:cubicBezTo>
                  <a:cubicBezTo>
                    <a:pt x="425" y="48"/>
                    <a:pt x="432" y="55"/>
                    <a:pt x="432" y="64"/>
                  </a:cubicBezTo>
                  <a:cubicBezTo>
                    <a:pt x="432" y="73"/>
                    <a:pt x="425" y="80"/>
                    <a:pt x="416" y="80"/>
                  </a:cubicBezTo>
                  <a:close/>
                  <a:moveTo>
                    <a:pt x="416" y="32"/>
                  </a:moveTo>
                  <a:cubicBezTo>
                    <a:pt x="160" y="32"/>
                    <a:pt x="160" y="32"/>
                    <a:pt x="160" y="32"/>
                  </a:cubicBezTo>
                  <a:cubicBezTo>
                    <a:pt x="151" y="32"/>
                    <a:pt x="144" y="25"/>
                    <a:pt x="144" y="16"/>
                  </a:cubicBezTo>
                  <a:cubicBezTo>
                    <a:pt x="144" y="7"/>
                    <a:pt x="151" y="0"/>
                    <a:pt x="160" y="0"/>
                  </a:cubicBezTo>
                  <a:cubicBezTo>
                    <a:pt x="416" y="0"/>
                    <a:pt x="416" y="0"/>
                    <a:pt x="416" y="0"/>
                  </a:cubicBezTo>
                  <a:cubicBezTo>
                    <a:pt x="425" y="0"/>
                    <a:pt x="432" y="7"/>
                    <a:pt x="432" y="16"/>
                  </a:cubicBezTo>
                  <a:cubicBezTo>
                    <a:pt x="432" y="25"/>
                    <a:pt x="425" y="32"/>
                    <a:pt x="416" y="32"/>
                  </a:cubicBezTo>
                  <a:close/>
                  <a:moveTo>
                    <a:pt x="224" y="208"/>
                  </a:moveTo>
                  <a:cubicBezTo>
                    <a:pt x="224" y="270"/>
                    <a:pt x="174" y="320"/>
                    <a:pt x="112" y="320"/>
                  </a:cubicBezTo>
                  <a:cubicBezTo>
                    <a:pt x="50" y="320"/>
                    <a:pt x="0" y="270"/>
                    <a:pt x="0" y="208"/>
                  </a:cubicBezTo>
                  <a:cubicBezTo>
                    <a:pt x="0" y="146"/>
                    <a:pt x="50" y="96"/>
                    <a:pt x="112" y="96"/>
                  </a:cubicBezTo>
                  <a:cubicBezTo>
                    <a:pt x="174" y="96"/>
                    <a:pt x="224" y="146"/>
                    <a:pt x="224" y="208"/>
                  </a:cubicBezTo>
                  <a:close/>
                  <a:moveTo>
                    <a:pt x="152" y="220"/>
                  </a:moveTo>
                  <a:cubicBezTo>
                    <a:pt x="150" y="216"/>
                    <a:pt x="148" y="213"/>
                    <a:pt x="145" y="210"/>
                  </a:cubicBezTo>
                  <a:cubicBezTo>
                    <a:pt x="143" y="207"/>
                    <a:pt x="140" y="205"/>
                    <a:pt x="136" y="203"/>
                  </a:cubicBezTo>
                  <a:cubicBezTo>
                    <a:pt x="133" y="201"/>
                    <a:pt x="130" y="199"/>
                    <a:pt x="126" y="197"/>
                  </a:cubicBezTo>
                  <a:cubicBezTo>
                    <a:pt x="123" y="196"/>
                    <a:pt x="119" y="194"/>
                    <a:pt x="116" y="193"/>
                  </a:cubicBezTo>
                  <a:cubicBezTo>
                    <a:pt x="113" y="191"/>
                    <a:pt x="110" y="190"/>
                    <a:pt x="107" y="188"/>
                  </a:cubicBezTo>
                  <a:cubicBezTo>
                    <a:pt x="104" y="187"/>
                    <a:pt x="102" y="185"/>
                    <a:pt x="101" y="183"/>
                  </a:cubicBezTo>
                  <a:cubicBezTo>
                    <a:pt x="99" y="181"/>
                    <a:pt x="98" y="178"/>
                    <a:pt x="98" y="175"/>
                  </a:cubicBezTo>
                  <a:cubicBezTo>
                    <a:pt x="98" y="173"/>
                    <a:pt x="99" y="172"/>
                    <a:pt x="100" y="170"/>
                  </a:cubicBezTo>
                  <a:cubicBezTo>
                    <a:pt x="100" y="168"/>
                    <a:pt x="101" y="167"/>
                    <a:pt x="103" y="165"/>
                  </a:cubicBezTo>
                  <a:cubicBezTo>
                    <a:pt x="104" y="164"/>
                    <a:pt x="106" y="163"/>
                    <a:pt x="108" y="162"/>
                  </a:cubicBezTo>
                  <a:cubicBezTo>
                    <a:pt x="110" y="162"/>
                    <a:pt x="113" y="161"/>
                    <a:pt x="116" y="161"/>
                  </a:cubicBezTo>
                  <a:cubicBezTo>
                    <a:pt x="119" y="161"/>
                    <a:pt x="123" y="162"/>
                    <a:pt x="126" y="163"/>
                  </a:cubicBezTo>
                  <a:cubicBezTo>
                    <a:pt x="129" y="164"/>
                    <a:pt x="131" y="165"/>
                    <a:pt x="134" y="166"/>
                  </a:cubicBezTo>
                  <a:cubicBezTo>
                    <a:pt x="136" y="167"/>
                    <a:pt x="138" y="168"/>
                    <a:pt x="140" y="169"/>
                  </a:cubicBezTo>
                  <a:cubicBezTo>
                    <a:pt x="141" y="170"/>
                    <a:pt x="142" y="170"/>
                    <a:pt x="143" y="170"/>
                  </a:cubicBezTo>
                  <a:cubicBezTo>
                    <a:pt x="144" y="170"/>
                    <a:pt x="144" y="170"/>
                    <a:pt x="145" y="170"/>
                  </a:cubicBezTo>
                  <a:cubicBezTo>
                    <a:pt x="145" y="169"/>
                    <a:pt x="146" y="169"/>
                    <a:pt x="146" y="168"/>
                  </a:cubicBezTo>
                  <a:cubicBezTo>
                    <a:pt x="146" y="167"/>
                    <a:pt x="146" y="166"/>
                    <a:pt x="146" y="164"/>
                  </a:cubicBezTo>
                  <a:cubicBezTo>
                    <a:pt x="146" y="163"/>
                    <a:pt x="147" y="161"/>
                    <a:pt x="147" y="159"/>
                  </a:cubicBezTo>
                  <a:cubicBezTo>
                    <a:pt x="147" y="158"/>
                    <a:pt x="146" y="156"/>
                    <a:pt x="146" y="155"/>
                  </a:cubicBezTo>
                  <a:cubicBezTo>
                    <a:pt x="146" y="154"/>
                    <a:pt x="146" y="153"/>
                    <a:pt x="146" y="152"/>
                  </a:cubicBezTo>
                  <a:cubicBezTo>
                    <a:pt x="146" y="151"/>
                    <a:pt x="146" y="151"/>
                    <a:pt x="146" y="150"/>
                  </a:cubicBezTo>
                  <a:cubicBezTo>
                    <a:pt x="145" y="150"/>
                    <a:pt x="145" y="149"/>
                    <a:pt x="144" y="149"/>
                  </a:cubicBezTo>
                  <a:cubicBezTo>
                    <a:pt x="143" y="148"/>
                    <a:pt x="142" y="147"/>
                    <a:pt x="140" y="146"/>
                  </a:cubicBezTo>
                  <a:cubicBezTo>
                    <a:pt x="138" y="145"/>
                    <a:pt x="136" y="144"/>
                    <a:pt x="133" y="143"/>
                  </a:cubicBezTo>
                  <a:cubicBezTo>
                    <a:pt x="130" y="143"/>
                    <a:pt x="127" y="142"/>
                    <a:pt x="124" y="142"/>
                  </a:cubicBezTo>
                  <a:cubicBezTo>
                    <a:pt x="124" y="142"/>
                    <a:pt x="123" y="142"/>
                    <a:pt x="122" y="141"/>
                  </a:cubicBezTo>
                  <a:cubicBezTo>
                    <a:pt x="122" y="125"/>
                    <a:pt x="122" y="125"/>
                    <a:pt x="122" y="125"/>
                  </a:cubicBezTo>
                  <a:cubicBezTo>
                    <a:pt x="107" y="125"/>
                    <a:pt x="107" y="125"/>
                    <a:pt x="107" y="125"/>
                  </a:cubicBezTo>
                  <a:cubicBezTo>
                    <a:pt x="107" y="141"/>
                    <a:pt x="107" y="141"/>
                    <a:pt x="107" y="141"/>
                  </a:cubicBezTo>
                  <a:cubicBezTo>
                    <a:pt x="104" y="142"/>
                    <a:pt x="101" y="142"/>
                    <a:pt x="98" y="143"/>
                  </a:cubicBezTo>
                  <a:cubicBezTo>
                    <a:pt x="93" y="145"/>
                    <a:pt x="88" y="147"/>
                    <a:pt x="85" y="150"/>
                  </a:cubicBezTo>
                  <a:cubicBezTo>
                    <a:pt x="81" y="153"/>
                    <a:pt x="78" y="157"/>
                    <a:pt x="75" y="162"/>
                  </a:cubicBezTo>
                  <a:cubicBezTo>
                    <a:pt x="73" y="167"/>
                    <a:pt x="72" y="172"/>
                    <a:pt x="72" y="178"/>
                  </a:cubicBezTo>
                  <a:cubicBezTo>
                    <a:pt x="72" y="184"/>
                    <a:pt x="73" y="188"/>
                    <a:pt x="74" y="192"/>
                  </a:cubicBezTo>
                  <a:cubicBezTo>
                    <a:pt x="76" y="196"/>
                    <a:pt x="78" y="199"/>
                    <a:pt x="80" y="202"/>
                  </a:cubicBezTo>
                  <a:cubicBezTo>
                    <a:pt x="83" y="205"/>
                    <a:pt x="86" y="207"/>
                    <a:pt x="89" y="209"/>
                  </a:cubicBezTo>
                  <a:cubicBezTo>
                    <a:pt x="92" y="211"/>
                    <a:pt x="96" y="213"/>
                    <a:pt x="99" y="215"/>
                  </a:cubicBezTo>
                  <a:cubicBezTo>
                    <a:pt x="103" y="216"/>
                    <a:pt x="106" y="218"/>
                    <a:pt x="109" y="219"/>
                  </a:cubicBezTo>
                  <a:cubicBezTo>
                    <a:pt x="113" y="221"/>
                    <a:pt x="116" y="222"/>
                    <a:pt x="118" y="224"/>
                  </a:cubicBezTo>
                  <a:cubicBezTo>
                    <a:pt x="121" y="226"/>
                    <a:pt x="123" y="227"/>
                    <a:pt x="124" y="230"/>
                  </a:cubicBezTo>
                  <a:cubicBezTo>
                    <a:pt x="126" y="232"/>
                    <a:pt x="127" y="234"/>
                    <a:pt x="127" y="237"/>
                  </a:cubicBezTo>
                  <a:cubicBezTo>
                    <a:pt x="127" y="240"/>
                    <a:pt x="126" y="242"/>
                    <a:pt x="125" y="244"/>
                  </a:cubicBezTo>
                  <a:cubicBezTo>
                    <a:pt x="124" y="246"/>
                    <a:pt x="123" y="248"/>
                    <a:pt x="121" y="249"/>
                  </a:cubicBezTo>
                  <a:cubicBezTo>
                    <a:pt x="120" y="251"/>
                    <a:pt x="117" y="252"/>
                    <a:pt x="115" y="252"/>
                  </a:cubicBezTo>
                  <a:cubicBezTo>
                    <a:pt x="112" y="253"/>
                    <a:pt x="109" y="254"/>
                    <a:pt x="106" y="254"/>
                  </a:cubicBezTo>
                  <a:cubicBezTo>
                    <a:pt x="101" y="254"/>
                    <a:pt x="97" y="253"/>
                    <a:pt x="93" y="252"/>
                  </a:cubicBezTo>
                  <a:cubicBezTo>
                    <a:pt x="90" y="251"/>
                    <a:pt x="87" y="250"/>
                    <a:pt x="84" y="248"/>
                  </a:cubicBezTo>
                  <a:cubicBezTo>
                    <a:pt x="81" y="247"/>
                    <a:pt x="79" y="246"/>
                    <a:pt x="77" y="245"/>
                  </a:cubicBezTo>
                  <a:cubicBezTo>
                    <a:pt x="76" y="244"/>
                    <a:pt x="74" y="243"/>
                    <a:pt x="73" y="243"/>
                  </a:cubicBezTo>
                  <a:cubicBezTo>
                    <a:pt x="73" y="243"/>
                    <a:pt x="72" y="243"/>
                    <a:pt x="72" y="244"/>
                  </a:cubicBezTo>
                  <a:cubicBezTo>
                    <a:pt x="71" y="244"/>
                    <a:pt x="71" y="245"/>
                    <a:pt x="70" y="245"/>
                  </a:cubicBezTo>
                  <a:cubicBezTo>
                    <a:pt x="70" y="246"/>
                    <a:pt x="70" y="247"/>
                    <a:pt x="70" y="249"/>
                  </a:cubicBezTo>
                  <a:cubicBezTo>
                    <a:pt x="70" y="250"/>
                    <a:pt x="70" y="252"/>
                    <a:pt x="70" y="254"/>
                  </a:cubicBezTo>
                  <a:cubicBezTo>
                    <a:pt x="70" y="257"/>
                    <a:pt x="70" y="259"/>
                    <a:pt x="70" y="261"/>
                  </a:cubicBezTo>
                  <a:cubicBezTo>
                    <a:pt x="70" y="263"/>
                    <a:pt x="71" y="264"/>
                    <a:pt x="72" y="265"/>
                  </a:cubicBezTo>
                  <a:cubicBezTo>
                    <a:pt x="73" y="266"/>
                    <a:pt x="74" y="267"/>
                    <a:pt x="76" y="268"/>
                  </a:cubicBezTo>
                  <a:cubicBezTo>
                    <a:pt x="78" y="269"/>
                    <a:pt x="81" y="270"/>
                    <a:pt x="84" y="271"/>
                  </a:cubicBezTo>
                  <a:cubicBezTo>
                    <a:pt x="86" y="272"/>
                    <a:pt x="90" y="273"/>
                    <a:pt x="94" y="274"/>
                  </a:cubicBezTo>
                  <a:cubicBezTo>
                    <a:pt x="98" y="274"/>
                    <a:pt x="102" y="275"/>
                    <a:pt x="106" y="275"/>
                  </a:cubicBezTo>
                  <a:cubicBezTo>
                    <a:pt x="106" y="275"/>
                    <a:pt x="107" y="275"/>
                    <a:pt x="107" y="275"/>
                  </a:cubicBezTo>
                  <a:cubicBezTo>
                    <a:pt x="107" y="290"/>
                    <a:pt x="107" y="290"/>
                    <a:pt x="107" y="290"/>
                  </a:cubicBezTo>
                  <a:cubicBezTo>
                    <a:pt x="122" y="290"/>
                    <a:pt x="122" y="290"/>
                    <a:pt x="122" y="290"/>
                  </a:cubicBezTo>
                  <a:cubicBezTo>
                    <a:pt x="122" y="273"/>
                    <a:pt x="122" y="273"/>
                    <a:pt x="122" y="273"/>
                  </a:cubicBezTo>
                  <a:cubicBezTo>
                    <a:pt x="123" y="272"/>
                    <a:pt x="124" y="272"/>
                    <a:pt x="125" y="272"/>
                  </a:cubicBezTo>
                  <a:cubicBezTo>
                    <a:pt x="131" y="270"/>
                    <a:pt x="136" y="268"/>
                    <a:pt x="140" y="264"/>
                  </a:cubicBezTo>
                  <a:cubicBezTo>
                    <a:pt x="144" y="261"/>
                    <a:pt x="148" y="257"/>
                    <a:pt x="150" y="252"/>
                  </a:cubicBezTo>
                  <a:cubicBezTo>
                    <a:pt x="153" y="246"/>
                    <a:pt x="154" y="240"/>
                    <a:pt x="154" y="234"/>
                  </a:cubicBezTo>
                  <a:cubicBezTo>
                    <a:pt x="154" y="229"/>
                    <a:pt x="153" y="224"/>
                    <a:pt x="152" y="220"/>
                  </a:cubicBezTo>
                  <a:close/>
                  <a:moveTo>
                    <a:pt x="209" y="288"/>
                  </a:moveTo>
                  <a:cubicBezTo>
                    <a:pt x="416" y="288"/>
                    <a:pt x="416" y="288"/>
                    <a:pt x="416" y="288"/>
                  </a:cubicBezTo>
                  <a:cubicBezTo>
                    <a:pt x="425" y="288"/>
                    <a:pt x="432" y="295"/>
                    <a:pt x="432" y="304"/>
                  </a:cubicBezTo>
                  <a:cubicBezTo>
                    <a:pt x="432" y="313"/>
                    <a:pt x="425" y="320"/>
                    <a:pt x="416" y="320"/>
                  </a:cubicBezTo>
                  <a:cubicBezTo>
                    <a:pt x="171" y="320"/>
                    <a:pt x="171" y="320"/>
                    <a:pt x="171" y="320"/>
                  </a:cubicBezTo>
                  <a:cubicBezTo>
                    <a:pt x="186" y="312"/>
                    <a:pt x="199" y="301"/>
                    <a:pt x="209" y="2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17"/>
            <p:cNvSpPr>
              <a:spLocks noEditPoints="1"/>
            </p:cNvSpPr>
            <p:nvPr/>
          </p:nvSpPr>
          <p:spPr bwMode="auto">
            <a:xfrm>
              <a:off x="9704840" y="1341216"/>
              <a:ext cx="485258" cy="346417"/>
            </a:xfrm>
            <a:custGeom>
              <a:avLst/>
              <a:gdLst>
                <a:gd name="T0" fmla="*/ 530 w 1059"/>
                <a:gd name="T1" fmla="*/ 487 h 756"/>
                <a:gd name="T2" fmla="*/ 376 w 1059"/>
                <a:gd name="T3" fmla="*/ 359 h 756"/>
                <a:gd name="T4" fmla="*/ 40 w 1059"/>
                <a:gd name="T5" fmla="*/ 756 h 756"/>
                <a:gd name="T6" fmla="*/ 1019 w 1059"/>
                <a:gd name="T7" fmla="*/ 756 h 756"/>
                <a:gd name="T8" fmla="*/ 686 w 1059"/>
                <a:gd name="T9" fmla="*/ 357 h 756"/>
                <a:gd name="T10" fmla="*/ 530 w 1059"/>
                <a:gd name="T11" fmla="*/ 487 h 756"/>
                <a:gd name="T12" fmla="*/ 1057 w 1059"/>
                <a:gd name="T13" fmla="*/ 0 h 756"/>
                <a:gd name="T14" fmla="*/ 5 w 1059"/>
                <a:gd name="T15" fmla="*/ 0 h 756"/>
                <a:gd name="T16" fmla="*/ 530 w 1059"/>
                <a:gd name="T17" fmla="*/ 442 h 756"/>
                <a:gd name="T18" fmla="*/ 1057 w 1059"/>
                <a:gd name="T19" fmla="*/ 0 h 756"/>
                <a:gd name="T20" fmla="*/ 707 w 1059"/>
                <a:gd name="T21" fmla="*/ 335 h 756"/>
                <a:gd name="T22" fmla="*/ 1059 w 1059"/>
                <a:gd name="T23" fmla="*/ 756 h 756"/>
                <a:gd name="T24" fmla="*/ 1059 w 1059"/>
                <a:gd name="T25" fmla="*/ 38 h 756"/>
                <a:gd name="T26" fmla="*/ 707 w 1059"/>
                <a:gd name="T27" fmla="*/ 335 h 756"/>
                <a:gd name="T28" fmla="*/ 0 w 1059"/>
                <a:gd name="T29" fmla="*/ 38 h 756"/>
                <a:gd name="T30" fmla="*/ 0 w 1059"/>
                <a:gd name="T31" fmla="*/ 756 h 756"/>
                <a:gd name="T32" fmla="*/ 352 w 1059"/>
                <a:gd name="T33" fmla="*/ 335 h 756"/>
                <a:gd name="T34" fmla="*/ 0 w 1059"/>
                <a:gd name="T35" fmla="*/ 38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9" h="756">
                  <a:moveTo>
                    <a:pt x="530" y="487"/>
                  </a:moveTo>
                  <a:lnTo>
                    <a:pt x="376" y="359"/>
                  </a:lnTo>
                  <a:lnTo>
                    <a:pt x="40" y="756"/>
                  </a:lnTo>
                  <a:lnTo>
                    <a:pt x="1019" y="756"/>
                  </a:lnTo>
                  <a:lnTo>
                    <a:pt x="686" y="357"/>
                  </a:lnTo>
                  <a:lnTo>
                    <a:pt x="530" y="487"/>
                  </a:lnTo>
                  <a:close/>
                  <a:moveTo>
                    <a:pt x="1057" y="0"/>
                  </a:moveTo>
                  <a:lnTo>
                    <a:pt x="5" y="0"/>
                  </a:lnTo>
                  <a:lnTo>
                    <a:pt x="530" y="442"/>
                  </a:lnTo>
                  <a:lnTo>
                    <a:pt x="1057" y="0"/>
                  </a:lnTo>
                  <a:close/>
                  <a:moveTo>
                    <a:pt x="707" y="335"/>
                  </a:moveTo>
                  <a:lnTo>
                    <a:pt x="1059" y="756"/>
                  </a:lnTo>
                  <a:lnTo>
                    <a:pt x="1059" y="38"/>
                  </a:lnTo>
                  <a:lnTo>
                    <a:pt x="707" y="335"/>
                  </a:lnTo>
                  <a:close/>
                  <a:moveTo>
                    <a:pt x="0" y="38"/>
                  </a:moveTo>
                  <a:lnTo>
                    <a:pt x="0" y="756"/>
                  </a:lnTo>
                  <a:lnTo>
                    <a:pt x="352" y="335"/>
                  </a:lnTo>
                  <a:lnTo>
                    <a:pt x="0" y="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8"/>
            <p:cNvSpPr>
              <a:spLocks noEditPoints="1"/>
            </p:cNvSpPr>
            <p:nvPr/>
          </p:nvSpPr>
          <p:spPr bwMode="auto">
            <a:xfrm>
              <a:off x="10800080" y="1256445"/>
              <a:ext cx="485258" cy="515959"/>
            </a:xfrm>
            <a:custGeom>
              <a:avLst/>
              <a:gdLst>
                <a:gd name="T0" fmla="*/ 685 w 1059"/>
                <a:gd name="T1" fmla="*/ 674 h 1126"/>
                <a:gd name="T2" fmla="*/ 1056 w 1059"/>
                <a:gd name="T3" fmla="*/ 372 h 1126"/>
                <a:gd name="T4" fmla="*/ 529 w 1059"/>
                <a:gd name="T5" fmla="*/ 0 h 1126"/>
                <a:gd name="T6" fmla="*/ 4 w 1059"/>
                <a:gd name="T7" fmla="*/ 372 h 1126"/>
                <a:gd name="T8" fmla="*/ 376 w 1059"/>
                <a:gd name="T9" fmla="*/ 674 h 1126"/>
                <a:gd name="T10" fmla="*/ 685 w 1059"/>
                <a:gd name="T11" fmla="*/ 674 h 1126"/>
                <a:gd name="T12" fmla="*/ 392 w 1059"/>
                <a:gd name="T13" fmla="*/ 712 h 1126"/>
                <a:gd name="T14" fmla="*/ 40 w 1059"/>
                <a:gd name="T15" fmla="*/ 1126 h 1126"/>
                <a:gd name="T16" fmla="*/ 1018 w 1059"/>
                <a:gd name="T17" fmla="*/ 1126 h 1126"/>
                <a:gd name="T18" fmla="*/ 666 w 1059"/>
                <a:gd name="T19" fmla="*/ 714 h 1126"/>
                <a:gd name="T20" fmla="*/ 392 w 1059"/>
                <a:gd name="T21" fmla="*/ 712 h 1126"/>
                <a:gd name="T22" fmla="*/ 706 w 1059"/>
                <a:gd name="T23" fmla="*/ 707 h 1126"/>
                <a:gd name="T24" fmla="*/ 1059 w 1059"/>
                <a:gd name="T25" fmla="*/ 1126 h 1126"/>
                <a:gd name="T26" fmla="*/ 1059 w 1059"/>
                <a:gd name="T27" fmla="*/ 409 h 1126"/>
                <a:gd name="T28" fmla="*/ 706 w 1059"/>
                <a:gd name="T29" fmla="*/ 707 h 1126"/>
                <a:gd name="T30" fmla="*/ 0 w 1059"/>
                <a:gd name="T31" fmla="*/ 409 h 1126"/>
                <a:gd name="T32" fmla="*/ 0 w 1059"/>
                <a:gd name="T33" fmla="*/ 1126 h 1126"/>
                <a:gd name="T34" fmla="*/ 352 w 1059"/>
                <a:gd name="T35" fmla="*/ 707 h 1126"/>
                <a:gd name="T36" fmla="*/ 0 w 1059"/>
                <a:gd name="T37" fmla="*/ 409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9" h="1126">
                  <a:moveTo>
                    <a:pt x="685" y="674"/>
                  </a:moveTo>
                  <a:lnTo>
                    <a:pt x="1056" y="372"/>
                  </a:lnTo>
                  <a:lnTo>
                    <a:pt x="529" y="0"/>
                  </a:lnTo>
                  <a:lnTo>
                    <a:pt x="4" y="372"/>
                  </a:lnTo>
                  <a:lnTo>
                    <a:pt x="376" y="674"/>
                  </a:lnTo>
                  <a:lnTo>
                    <a:pt x="685" y="674"/>
                  </a:lnTo>
                  <a:close/>
                  <a:moveTo>
                    <a:pt x="392" y="712"/>
                  </a:moveTo>
                  <a:lnTo>
                    <a:pt x="40" y="1126"/>
                  </a:lnTo>
                  <a:lnTo>
                    <a:pt x="1018" y="1126"/>
                  </a:lnTo>
                  <a:lnTo>
                    <a:pt x="666" y="714"/>
                  </a:lnTo>
                  <a:lnTo>
                    <a:pt x="392" y="712"/>
                  </a:lnTo>
                  <a:close/>
                  <a:moveTo>
                    <a:pt x="706" y="707"/>
                  </a:moveTo>
                  <a:lnTo>
                    <a:pt x="1059" y="1126"/>
                  </a:lnTo>
                  <a:lnTo>
                    <a:pt x="1059" y="409"/>
                  </a:lnTo>
                  <a:lnTo>
                    <a:pt x="706" y="707"/>
                  </a:lnTo>
                  <a:close/>
                  <a:moveTo>
                    <a:pt x="0" y="409"/>
                  </a:moveTo>
                  <a:lnTo>
                    <a:pt x="0" y="1126"/>
                  </a:lnTo>
                  <a:lnTo>
                    <a:pt x="352" y="707"/>
                  </a:lnTo>
                  <a:lnTo>
                    <a:pt x="0" y="40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7" name="组合 106"/>
          <p:cNvGrpSpPr/>
          <p:nvPr/>
        </p:nvGrpSpPr>
        <p:grpSpPr>
          <a:xfrm>
            <a:off x="842356" y="2197581"/>
            <a:ext cx="10502781" cy="604854"/>
            <a:chOff x="820132" y="1855572"/>
            <a:chExt cx="10502781" cy="604854"/>
          </a:xfrm>
          <a:solidFill>
            <a:schemeClr val="accent1"/>
          </a:solidFill>
        </p:grpSpPr>
        <p:sp>
          <p:nvSpPr>
            <p:cNvPr id="53" name="Freeform 19"/>
            <p:cNvSpPr>
              <a:spLocks noEditPoints="1"/>
            </p:cNvSpPr>
            <p:nvPr/>
          </p:nvSpPr>
          <p:spPr bwMode="auto">
            <a:xfrm>
              <a:off x="820132" y="1889251"/>
              <a:ext cx="433021" cy="537496"/>
            </a:xfrm>
            <a:custGeom>
              <a:avLst/>
              <a:gdLst>
                <a:gd name="T0" fmla="*/ 16 w 400"/>
                <a:gd name="T1" fmla="*/ 64 h 496"/>
                <a:gd name="T2" fmla="*/ 16 w 400"/>
                <a:gd name="T3" fmla="*/ 32 h 496"/>
                <a:gd name="T4" fmla="*/ 185 w 400"/>
                <a:gd name="T5" fmla="*/ 16 h 496"/>
                <a:gd name="T6" fmla="*/ 216 w 400"/>
                <a:gd name="T7" fmla="*/ 16 h 496"/>
                <a:gd name="T8" fmla="*/ 384 w 400"/>
                <a:gd name="T9" fmla="*/ 32 h 496"/>
                <a:gd name="T10" fmla="*/ 384 w 400"/>
                <a:gd name="T11" fmla="*/ 64 h 496"/>
                <a:gd name="T12" fmla="*/ 16 w 400"/>
                <a:gd name="T13" fmla="*/ 320 h 496"/>
                <a:gd name="T14" fmla="*/ 384 w 400"/>
                <a:gd name="T15" fmla="*/ 80 h 496"/>
                <a:gd name="T16" fmla="*/ 64 w 400"/>
                <a:gd name="T17" fmla="*/ 193 h 496"/>
                <a:gd name="T18" fmla="*/ 192 w 400"/>
                <a:gd name="T19" fmla="*/ 193 h 496"/>
                <a:gd name="T20" fmla="*/ 128 w 400"/>
                <a:gd name="T21" fmla="*/ 128 h 496"/>
                <a:gd name="T22" fmla="*/ 240 w 400"/>
                <a:gd name="T23" fmla="*/ 128 h 496"/>
                <a:gd name="T24" fmla="*/ 224 w 400"/>
                <a:gd name="T25" fmla="*/ 144 h 496"/>
                <a:gd name="T26" fmla="*/ 240 w 400"/>
                <a:gd name="T27" fmla="*/ 128 h 496"/>
                <a:gd name="T28" fmla="*/ 224 w 400"/>
                <a:gd name="T29" fmla="*/ 160 h 496"/>
                <a:gd name="T30" fmla="*/ 240 w 400"/>
                <a:gd name="T31" fmla="*/ 176 h 496"/>
                <a:gd name="T32" fmla="*/ 240 w 400"/>
                <a:gd name="T33" fmla="*/ 192 h 496"/>
                <a:gd name="T34" fmla="*/ 224 w 400"/>
                <a:gd name="T35" fmla="*/ 208 h 496"/>
                <a:gd name="T36" fmla="*/ 240 w 400"/>
                <a:gd name="T37" fmla="*/ 192 h 496"/>
                <a:gd name="T38" fmla="*/ 224 w 400"/>
                <a:gd name="T39" fmla="*/ 224 h 496"/>
                <a:gd name="T40" fmla="*/ 240 w 400"/>
                <a:gd name="T41" fmla="*/ 240 h 496"/>
                <a:gd name="T42" fmla="*/ 240 w 400"/>
                <a:gd name="T43" fmla="*/ 256 h 496"/>
                <a:gd name="T44" fmla="*/ 224 w 400"/>
                <a:gd name="T45" fmla="*/ 272 h 496"/>
                <a:gd name="T46" fmla="*/ 240 w 400"/>
                <a:gd name="T47" fmla="*/ 256 h 496"/>
                <a:gd name="T48" fmla="*/ 256 w 400"/>
                <a:gd name="T49" fmla="*/ 128 h 496"/>
                <a:gd name="T50" fmla="*/ 336 w 400"/>
                <a:gd name="T51" fmla="*/ 144 h 496"/>
                <a:gd name="T52" fmla="*/ 336 w 400"/>
                <a:gd name="T53" fmla="*/ 160 h 496"/>
                <a:gd name="T54" fmla="*/ 256 w 400"/>
                <a:gd name="T55" fmla="*/ 176 h 496"/>
                <a:gd name="T56" fmla="*/ 336 w 400"/>
                <a:gd name="T57" fmla="*/ 160 h 496"/>
                <a:gd name="T58" fmla="*/ 256 w 400"/>
                <a:gd name="T59" fmla="*/ 192 h 496"/>
                <a:gd name="T60" fmla="*/ 336 w 400"/>
                <a:gd name="T61" fmla="*/ 208 h 496"/>
                <a:gd name="T62" fmla="*/ 336 w 400"/>
                <a:gd name="T63" fmla="*/ 224 h 496"/>
                <a:gd name="T64" fmla="*/ 256 w 400"/>
                <a:gd name="T65" fmla="*/ 240 h 496"/>
                <a:gd name="T66" fmla="*/ 336 w 400"/>
                <a:gd name="T67" fmla="*/ 224 h 496"/>
                <a:gd name="T68" fmla="*/ 256 w 400"/>
                <a:gd name="T69" fmla="*/ 256 h 496"/>
                <a:gd name="T70" fmla="*/ 336 w 400"/>
                <a:gd name="T71" fmla="*/ 272 h 496"/>
                <a:gd name="T72" fmla="*/ 156 w 400"/>
                <a:gd name="T73" fmla="*/ 400 h 496"/>
                <a:gd name="T74" fmla="*/ 193 w 400"/>
                <a:gd name="T75" fmla="*/ 320 h 496"/>
                <a:gd name="T76" fmla="*/ 208 w 400"/>
                <a:gd name="T77" fmla="*/ 400 h 496"/>
                <a:gd name="T78" fmla="*/ 208 w 400"/>
                <a:gd name="T79" fmla="*/ 320 h 496"/>
                <a:gd name="T80" fmla="*/ 304 w 400"/>
                <a:gd name="T81" fmla="*/ 464 h 496"/>
                <a:gd name="T82" fmla="*/ 251 w 400"/>
                <a:gd name="T83" fmla="*/ 416 h 496"/>
                <a:gd name="T84" fmla="*/ 208 w 400"/>
                <a:gd name="T85" fmla="*/ 496 h 496"/>
                <a:gd name="T86" fmla="*/ 193 w 400"/>
                <a:gd name="T87" fmla="*/ 416 h 496"/>
                <a:gd name="T88" fmla="*/ 128 w 400"/>
                <a:gd name="T89" fmla="*/ 464 h 496"/>
                <a:gd name="T90" fmla="*/ 161 w 400"/>
                <a:gd name="T91" fmla="*/ 320 h 496"/>
                <a:gd name="T92" fmla="*/ 156 w 400"/>
                <a:gd name="T93" fmla="*/ 400 h 496"/>
                <a:gd name="T94" fmla="*/ 208 w 400"/>
                <a:gd name="T95" fmla="*/ 320 h 496"/>
                <a:gd name="T96" fmla="*/ 193 w 400"/>
                <a:gd name="T97" fmla="*/ 320 h 496"/>
                <a:gd name="T98" fmla="*/ 193 w 400"/>
                <a:gd name="T99" fmla="*/ 32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00" h="496">
                  <a:moveTo>
                    <a:pt x="384" y="64"/>
                  </a:moveTo>
                  <a:cubicBezTo>
                    <a:pt x="16" y="64"/>
                    <a:pt x="16" y="64"/>
                    <a:pt x="16" y="64"/>
                  </a:cubicBezTo>
                  <a:cubicBezTo>
                    <a:pt x="7" y="64"/>
                    <a:pt x="0" y="57"/>
                    <a:pt x="0" y="48"/>
                  </a:cubicBezTo>
                  <a:cubicBezTo>
                    <a:pt x="0" y="39"/>
                    <a:pt x="7" y="32"/>
                    <a:pt x="16" y="32"/>
                  </a:cubicBezTo>
                  <a:cubicBezTo>
                    <a:pt x="185" y="32"/>
                    <a:pt x="185" y="32"/>
                    <a:pt x="185" y="32"/>
                  </a:cubicBezTo>
                  <a:cubicBezTo>
                    <a:pt x="185" y="16"/>
                    <a:pt x="185" y="16"/>
                    <a:pt x="185" y="16"/>
                  </a:cubicBezTo>
                  <a:cubicBezTo>
                    <a:pt x="185" y="7"/>
                    <a:pt x="192" y="0"/>
                    <a:pt x="200" y="0"/>
                  </a:cubicBezTo>
                  <a:cubicBezTo>
                    <a:pt x="209" y="0"/>
                    <a:pt x="216" y="7"/>
                    <a:pt x="216" y="16"/>
                  </a:cubicBezTo>
                  <a:cubicBezTo>
                    <a:pt x="216" y="32"/>
                    <a:pt x="216" y="32"/>
                    <a:pt x="216" y="32"/>
                  </a:cubicBezTo>
                  <a:cubicBezTo>
                    <a:pt x="384" y="32"/>
                    <a:pt x="384" y="32"/>
                    <a:pt x="384" y="32"/>
                  </a:cubicBezTo>
                  <a:cubicBezTo>
                    <a:pt x="393" y="32"/>
                    <a:pt x="400" y="39"/>
                    <a:pt x="400" y="48"/>
                  </a:cubicBezTo>
                  <a:cubicBezTo>
                    <a:pt x="400" y="57"/>
                    <a:pt x="393" y="64"/>
                    <a:pt x="384" y="64"/>
                  </a:cubicBezTo>
                  <a:close/>
                  <a:moveTo>
                    <a:pt x="384" y="320"/>
                  </a:moveTo>
                  <a:cubicBezTo>
                    <a:pt x="16" y="320"/>
                    <a:pt x="16" y="320"/>
                    <a:pt x="16" y="320"/>
                  </a:cubicBezTo>
                  <a:cubicBezTo>
                    <a:pt x="16" y="80"/>
                    <a:pt x="16" y="80"/>
                    <a:pt x="16" y="80"/>
                  </a:cubicBezTo>
                  <a:cubicBezTo>
                    <a:pt x="384" y="80"/>
                    <a:pt x="384" y="80"/>
                    <a:pt x="384" y="80"/>
                  </a:cubicBezTo>
                  <a:lnTo>
                    <a:pt x="384" y="320"/>
                  </a:lnTo>
                  <a:close/>
                  <a:moveTo>
                    <a:pt x="64" y="193"/>
                  </a:moveTo>
                  <a:cubicBezTo>
                    <a:pt x="64" y="228"/>
                    <a:pt x="93" y="257"/>
                    <a:pt x="128" y="257"/>
                  </a:cubicBezTo>
                  <a:cubicBezTo>
                    <a:pt x="163" y="257"/>
                    <a:pt x="192" y="228"/>
                    <a:pt x="192" y="193"/>
                  </a:cubicBezTo>
                  <a:cubicBezTo>
                    <a:pt x="128" y="193"/>
                    <a:pt x="128" y="193"/>
                    <a:pt x="128" y="193"/>
                  </a:cubicBezTo>
                  <a:cubicBezTo>
                    <a:pt x="128" y="128"/>
                    <a:pt x="128" y="128"/>
                    <a:pt x="128" y="128"/>
                  </a:cubicBezTo>
                  <a:cubicBezTo>
                    <a:pt x="93" y="128"/>
                    <a:pt x="64" y="157"/>
                    <a:pt x="64" y="193"/>
                  </a:cubicBezTo>
                  <a:close/>
                  <a:moveTo>
                    <a:pt x="240" y="128"/>
                  </a:moveTo>
                  <a:cubicBezTo>
                    <a:pt x="224" y="128"/>
                    <a:pt x="224" y="128"/>
                    <a:pt x="224" y="128"/>
                  </a:cubicBezTo>
                  <a:cubicBezTo>
                    <a:pt x="224" y="144"/>
                    <a:pt x="224" y="144"/>
                    <a:pt x="224" y="144"/>
                  </a:cubicBezTo>
                  <a:cubicBezTo>
                    <a:pt x="240" y="144"/>
                    <a:pt x="240" y="144"/>
                    <a:pt x="240" y="144"/>
                  </a:cubicBezTo>
                  <a:lnTo>
                    <a:pt x="240" y="128"/>
                  </a:lnTo>
                  <a:close/>
                  <a:moveTo>
                    <a:pt x="240" y="160"/>
                  </a:moveTo>
                  <a:cubicBezTo>
                    <a:pt x="224" y="160"/>
                    <a:pt x="224" y="160"/>
                    <a:pt x="224" y="160"/>
                  </a:cubicBezTo>
                  <a:cubicBezTo>
                    <a:pt x="224" y="176"/>
                    <a:pt x="224" y="176"/>
                    <a:pt x="224" y="176"/>
                  </a:cubicBezTo>
                  <a:cubicBezTo>
                    <a:pt x="240" y="176"/>
                    <a:pt x="240" y="176"/>
                    <a:pt x="240" y="176"/>
                  </a:cubicBezTo>
                  <a:lnTo>
                    <a:pt x="240" y="160"/>
                  </a:lnTo>
                  <a:close/>
                  <a:moveTo>
                    <a:pt x="240" y="192"/>
                  </a:moveTo>
                  <a:cubicBezTo>
                    <a:pt x="224" y="192"/>
                    <a:pt x="224" y="192"/>
                    <a:pt x="224" y="192"/>
                  </a:cubicBezTo>
                  <a:cubicBezTo>
                    <a:pt x="224" y="208"/>
                    <a:pt x="224" y="208"/>
                    <a:pt x="224" y="208"/>
                  </a:cubicBezTo>
                  <a:cubicBezTo>
                    <a:pt x="240" y="208"/>
                    <a:pt x="240" y="208"/>
                    <a:pt x="240" y="208"/>
                  </a:cubicBezTo>
                  <a:lnTo>
                    <a:pt x="240" y="192"/>
                  </a:lnTo>
                  <a:close/>
                  <a:moveTo>
                    <a:pt x="240" y="224"/>
                  </a:moveTo>
                  <a:cubicBezTo>
                    <a:pt x="224" y="224"/>
                    <a:pt x="224" y="224"/>
                    <a:pt x="224" y="224"/>
                  </a:cubicBezTo>
                  <a:cubicBezTo>
                    <a:pt x="224" y="240"/>
                    <a:pt x="224" y="240"/>
                    <a:pt x="224" y="240"/>
                  </a:cubicBezTo>
                  <a:cubicBezTo>
                    <a:pt x="240" y="240"/>
                    <a:pt x="240" y="240"/>
                    <a:pt x="240" y="240"/>
                  </a:cubicBezTo>
                  <a:lnTo>
                    <a:pt x="240" y="224"/>
                  </a:lnTo>
                  <a:close/>
                  <a:moveTo>
                    <a:pt x="240" y="256"/>
                  </a:moveTo>
                  <a:cubicBezTo>
                    <a:pt x="224" y="256"/>
                    <a:pt x="224" y="256"/>
                    <a:pt x="224" y="256"/>
                  </a:cubicBezTo>
                  <a:cubicBezTo>
                    <a:pt x="224" y="272"/>
                    <a:pt x="224" y="272"/>
                    <a:pt x="224" y="272"/>
                  </a:cubicBezTo>
                  <a:cubicBezTo>
                    <a:pt x="240" y="272"/>
                    <a:pt x="240" y="272"/>
                    <a:pt x="240" y="272"/>
                  </a:cubicBezTo>
                  <a:lnTo>
                    <a:pt x="240" y="256"/>
                  </a:lnTo>
                  <a:close/>
                  <a:moveTo>
                    <a:pt x="336" y="128"/>
                  </a:moveTo>
                  <a:cubicBezTo>
                    <a:pt x="256" y="128"/>
                    <a:pt x="256" y="128"/>
                    <a:pt x="256" y="128"/>
                  </a:cubicBezTo>
                  <a:cubicBezTo>
                    <a:pt x="256" y="144"/>
                    <a:pt x="256" y="144"/>
                    <a:pt x="256" y="144"/>
                  </a:cubicBezTo>
                  <a:cubicBezTo>
                    <a:pt x="336" y="144"/>
                    <a:pt x="336" y="144"/>
                    <a:pt x="336" y="144"/>
                  </a:cubicBezTo>
                  <a:lnTo>
                    <a:pt x="336" y="128"/>
                  </a:lnTo>
                  <a:close/>
                  <a:moveTo>
                    <a:pt x="336" y="160"/>
                  </a:moveTo>
                  <a:cubicBezTo>
                    <a:pt x="256" y="160"/>
                    <a:pt x="256" y="160"/>
                    <a:pt x="256" y="160"/>
                  </a:cubicBezTo>
                  <a:cubicBezTo>
                    <a:pt x="256" y="176"/>
                    <a:pt x="256" y="176"/>
                    <a:pt x="256" y="176"/>
                  </a:cubicBezTo>
                  <a:cubicBezTo>
                    <a:pt x="336" y="176"/>
                    <a:pt x="336" y="176"/>
                    <a:pt x="336" y="176"/>
                  </a:cubicBezTo>
                  <a:lnTo>
                    <a:pt x="336" y="160"/>
                  </a:lnTo>
                  <a:close/>
                  <a:moveTo>
                    <a:pt x="336" y="192"/>
                  </a:moveTo>
                  <a:cubicBezTo>
                    <a:pt x="256" y="192"/>
                    <a:pt x="256" y="192"/>
                    <a:pt x="256" y="192"/>
                  </a:cubicBezTo>
                  <a:cubicBezTo>
                    <a:pt x="256" y="208"/>
                    <a:pt x="256" y="208"/>
                    <a:pt x="256" y="208"/>
                  </a:cubicBezTo>
                  <a:cubicBezTo>
                    <a:pt x="336" y="208"/>
                    <a:pt x="336" y="208"/>
                    <a:pt x="336" y="208"/>
                  </a:cubicBezTo>
                  <a:lnTo>
                    <a:pt x="336" y="192"/>
                  </a:lnTo>
                  <a:close/>
                  <a:moveTo>
                    <a:pt x="336" y="224"/>
                  </a:moveTo>
                  <a:cubicBezTo>
                    <a:pt x="256" y="224"/>
                    <a:pt x="256" y="224"/>
                    <a:pt x="256" y="224"/>
                  </a:cubicBezTo>
                  <a:cubicBezTo>
                    <a:pt x="256" y="240"/>
                    <a:pt x="256" y="240"/>
                    <a:pt x="256" y="240"/>
                  </a:cubicBezTo>
                  <a:cubicBezTo>
                    <a:pt x="336" y="240"/>
                    <a:pt x="336" y="240"/>
                    <a:pt x="336" y="240"/>
                  </a:cubicBezTo>
                  <a:lnTo>
                    <a:pt x="336" y="224"/>
                  </a:lnTo>
                  <a:close/>
                  <a:moveTo>
                    <a:pt x="336" y="256"/>
                  </a:moveTo>
                  <a:cubicBezTo>
                    <a:pt x="256" y="256"/>
                    <a:pt x="256" y="256"/>
                    <a:pt x="256" y="256"/>
                  </a:cubicBezTo>
                  <a:cubicBezTo>
                    <a:pt x="256" y="272"/>
                    <a:pt x="256" y="272"/>
                    <a:pt x="256" y="272"/>
                  </a:cubicBezTo>
                  <a:cubicBezTo>
                    <a:pt x="336" y="272"/>
                    <a:pt x="336" y="272"/>
                    <a:pt x="336" y="272"/>
                  </a:cubicBezTo>
                  <a:lnTo>
                    <a:pt x="336" y="256"/>
                  </a:lnTo>
                  <a:close/>
                  <a:moveTo>
                    <a:pt x="156" y="400"/>
                  </a:moveTo>
                  <a:cubicBezTo>
                    <a:pt x="193" y="400"/>
                    <a:pt x="193" y="400"/>
                    <a:pt x="193" y="400"/>
                  </a:cubicBezTo>
                  <a:cubicBezTo>
                    <a:pt x="193" y="320"/>
                    <a:pt x="193" y="320"/>
                    <a:pt x="193" y="320"/>
                  </a:cubicBezTo>
                  <a:cubicBezTo>
                    <a:pt x="208" y="320"/>
                    <a:pt x="208" y="320"/>
                    <a:pt x="208" y="320"/>
                  </a:cubicBezTo>
                  <a:cubicBezTo>
                    <a:pt x="208" y="400"/>
                    <a:pt x="208" y="400"/>
                    <a:pt x="208" y="400"/>
                  </a:cubicBezTo>
                  <a:cubicBezTo>
                    <a:pt x="244" y="400"/>
                    <a:pt x="244" y="400"/>
                    <a:pt x="244" y="400"/>
                  </a:cubicBezTo>
                  <a:cubicBezTo>
                    <a:pt x="208" y="320"/>
                    <a:pt x="208" y="320"/>
                    <a:pt x="208" y="320"/>
                  </a:cubicBezTo>
                  <a:cubicBezTo>
                    <a:pt x="240" y="320"/>
                    <a:pt x="240" y="320"/>
                    <a:pt x="240" y="320"/>
                  </a:cubicBezTo>
                  <a:cubicBezTo>
                    <a:pt x="304" y="464"/>
                    <a:pt x="304" y="464"/>
                    <a:pt x="304" y="464"/>
                  </a:cubicBezTo>
                  <a:cubicBezTo>
                    <a:pt x="272" y="464"/>
                    <a:pt x="272" y="464"/>
                    <a:pt x="272" y="464"/>
                  </a:cubicBezTo>
                  <a:cubicBezTo>
                    <a:pt x="251" y="416"/>
                    <a:pt x="251" y="416"/>
                    <a:pt x="251" y="416"/>
                  </a:cubicBezTo>
                  <a:cubicBezTo>
                    <a:pt x="208" y="416"/>
                    <a:pt x="208" y="416"/>
                    <a:pt x="208" y="416"/>
                  </a:cubicBezTo>
                  <a:cubicBezTo>
                    <a:pt x="208" y="496"/>
                    <a:pt x="208" y="496"/>
                    <a:pt x="208" y="496"/>
                  </a:cubicBezTo>
                  <a:cubicBezTo>
                    <a:pt x="193" y="496"/>
                    <a:pt x="193" y="496"/>
                    <a:pt x="193" y="496"/>
                  </a:cubicBezTo>
                  <a:cubicBezTo>
                    <a:pt x="193" y="416"/>
                    <a:pt x="193" y="416"/>
                    <a:pt x="193" y="416"/>
                  </a:cubicBezTo>
                  <a:cubicBezTo>
                    <a:pt x="149" y="416"/>
                    <a:pt x="149" y="416"/>
                    <a:pt x="149" y="416"/>
                  </a:cubicBezTo>
                  <a:cubicBezTo>
                    <a:pt x="128" y="464"/>
                    <a:pt x="128" y="464"/>
                    <a:pt x="128" y="464"/>
                  </a:cubicBezTo>
                  <a:cubicBezTo>
                    <a:pt x="96" y="464"/>
                    <a:pt x="96" y="464"/>
                    <a:pt x="96" y="464"/>
                  </a:cubicBezTo>
                  <a:cubicBezTo>
                    <a:pt x="161" y="320"/>
                    <a:pt x="161" y="320"/>
                    <a:pt x="161" y="320"/>
                  </a:cubicBezTo>
                  <a:cubicBezTo>
                    <a:pt x="193" y="320"/>
                    <a:pt x="193" y="320"/>
                    <a:pt x="193" y="320"/>
                  </a:cubicBezTo>
                  <a:lnTo>
                    <a:pt x="156" y="400"/>
                  </a:lnTo>
                  <a:close/>
                  <a:moveTo>
                    <a:pt x="208" y="320"/>
                  </a:moveTo>
                  <a:cubicBezTo>
                    <a:pt x="208" y="320"/>
                    <a:pt x="208" y="320"/>
                    <a:pt x="208" y="320"/>
                  </a:cubicBezTo>
                  <a:cubicBezTo>
                    <a:pt x="208" y="320"/>
                    <a:pt x="208" y="320"/>
                    <a:pt x="208" y="320"/>
                  </a:cubicBezTo>
                  <a:close/>
                  <a:moveTo>
                    <a:pt x="193" y="320"/>
                  </a:moveTo>
                  <a:cubicBezTo>
                    <a:pt x="193" y="320"/>
                    <a:pt x="193" y="320"/>
                    <a:pt x="193" y="320"/>
                  </a:cubicBezTo>
                  <a:cubicBezTo>
                    <a:pt x="193" y="320"/>
                    <a:pt x="193" y="320"/>
                    <a:pt x="193" y="3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0"/>
            <p:cNvSpPr>
              <a:spLocks noEditPoints="1"/>
            </p:cNvSpPr>
            <p:nvPr/>
          </p:nvSpPr>
          <p:spPr bwMode="auto">
            <a:xfrm>
              <a:off x="1898875" y="1976085"/>
              <a:ext cx="363829" cy="363829"/>
            </a:xfrm>
            <a:custGeom>
              <a:avLst/>
              <a:gdLst>
                <a:gd name="T0" fmla="*/ 190 w 336"/>
                <a:gd name="T1" fmla="*/ 0 h 336"/>
                <a:gd name="T2" fmla="*/ 336 w 336"/>
                <a:gd name="T3" fmla="*/ 0 h 336"/>
                <a:gd name="T4" fmla="*/ 336 w 336"/>
                <a:gd name="T5" fmla="*/ 148 h 336"/>
                <a:gd name="T6" fmla="*/ 286 w 336"/>
                <a:gd name="T7" fmla="*/ 98 h 336"/>
                <a:gd name="T8" fmla="*/ 239 w 336"/>
                <a:gd name="T9" fmla="*/ 145 h 336"/>
                <a:gd name="T10" fmla="*/ 256 w 336"/>
                <a:gd name="T11" fmla="*/ 208 h 336"/>
                <a:gd name="T12" fmla="*/ 128 w 336"/>
                <a:gd name="T13" fmla="*/ 336 h 336"/>
                <a:gd name="T14" fmla="*/ 0 w 336"/>
                <a:gd name="T15" fmla="*/ 208 h 336"/>
                <a:gd name="T16" fmla="*/ 128 w 336"/>
                <a:gd name="T17" fmla="*/ 80 h 336"/>
                <a:gd name="T18" fmla="*/ 194 w 336"/>
                <a:gd name="T19" fmla="*/ 99 h 336"/>
                <a:gd name="T20" fmla="*/ 241 w 336"/>
                <a:gd name="T21" fmla="*/ 51 h 336"/>
                <a:gd name="T22" fmla="*/ 190 w 336"/>
                <a:gd name="T23" fmla="*/ 0 h 336"/>
                <a:gd name="T24" fmla="*/ 64 w 336"/>
                <a:gd name="T25" fmla="*/ 208 h 336"/>
                <a:gd name="T26" fmla="*/ 128 w 336"/>
                <a:gd name="T27" fmla="*/ 272 h 336"/>
                <a:gd name="T28" fmla="*/ 192 w 336"/>
                <a:gd name="T29" fmla="*/ 208 h 336"/>
                <a:gd name="T30" fmla="*/ 128 w 336"/>
                <a:gd name="T31" fmla="*/ 144 h 336"/>
                <a:gd name="T32" fmla="*/ 64 w 336"/>
                <a:gd name="T33" fmla="*/ 2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6" h="336">
                  <a:moveTo>
                    <a:pt x="190" y="0"/>
                  </a:moveTo>
                  <a:cubicBezTo>
                    <a:pt x="336" y="0"/>
                    <a:pt x="336" y="0"/>
                    <a:pt x="336" y="0"/>
                  </a:cubicBezTo>
                  <a:cubicBezTo>
                    <a:pt x="336" y="148"/>
                    <a:pt x="336" y="148"/>
                    <a:pt x="336" y="148"/>
                  </a:cubicBezTo>
                  <a:cubicBezTo>
                    <a:pt x="286" y="98"/>
                    <a:pt x="286" y="98"/>
                    <a:pt x="286" y="98"/>
                  </a:cubicBezTo>
                  <a:cubicBezTo>
                    <a:pt x="239" y="145"/>
                    <a:pt x="239" y="145"/>
                    <a:pt x="239" y="145"/>
                  </a:cubicBezTo>
                  <a:cubicBezTo>
                    <a:pt x="249" y="163"/>
                    <a:pt x="256" y="185"/>
                    <a:pt x="256" y="208"/>
                  </a:cubicBezTo>
                  <a:cubicBezTo>
                    <a:pt x="256" y="279"/>
                    <a:pt x="198" y="336"/>
                    <a:pt x="128" y="336"/>
                  </a:cubicBezTo>
                  <a:cubicBezTo>
                    <a:pt x="57" y="336"/>
                    <a:pt x="0" y="279"/>
                    <a:pt x="0" y="208"/>
                  </a:cubicBezTo>
                  <a:cubicBezTo>
                    <a:pt x="0" y="137"/>
                    <a:pt x="57" y="80"/>
                    <a:pt x="128" y="80"/>
                  </a:cubicBezTo>
                  <a:cubicBezTo>
                    <a:pt x="152" y="80"/>
                    <a:pt x="175" y="87"/>
                    <a:pt x="194" y="99"/>
                  </a:cubicBezTo>
                  <a:cubicBezTo>
                    <a:pt x="241" y="51"/>
                    <a:pt x="241" y="51"/>
                    <a:pt x="241" y="51"/>
                  </a:cubicBezTo>
                  <a:lnTo>
                    <a:pt x="190" y="0"/>
                  </a:lnTo>
                  <a:close/>
                  <a:moveTo>
                    <a:pt x="64" y="208"/>
                  </a:moveTo>
                  <a:cubicBezTo>
                    <a:pt x="64" y="243"/>
                    <a:pt x="92" y="272"/>
                    <a:pt x="128" y="272"/>
                  </a:cubicBezTo>
                  <a:cubicBezTo>
                    <a:pt x="163" y="272"/>
                    <a:pt x="192" y="243"/>
                    <a:pt x="192" y="208"/>
                  </a:cubicBezTo>
                  <a:cubicBezTo>
                    <a:pt x="192" y="173"/>
                    <a:pt x="163" y="144"/>
                    <a:pt x="128" y="144"/>
                  </a:cubicBezTo>
                  <a:cubicBezTo>
                    <a:pt x="92" y="144"/>
                    <a:pt x="64" y="173"/>
                    <a:pt x="64" y="2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1"/>
            <p:cNvSpPr>
              <a:spLocks noEditPoints="1"/>
            </p:cNvSpPr>
            <p:nvPr/>
          </p:nvSpPr>
          <p:spPr bwMode="auto">
            <a:xfrm>
              <a:off x="2908426" y="1923847"/>
              <a:ext cx="277225" cy="468304"/>
            </a:xfrm>
            <a:custGeom>
              <a:avLst/>
              <a:gdLst>
                <a:gd name="T0" fmla="*/ 161 w 256"/>
                <a:gd name="T1" fmla="*/ 252 h 432"/>
                <a:gd name="T2" fmla="*/ 161 w 256"/>
                <a:gd name="T3" fmla="*/ 304 h 432"/>
                <a:gd name="T4" fmla="*/ 225 w 256"/>
                <a:gd name="T5" fmla="*/ 304 h 432"/>
                <a:gd name="T6" fmla="*/ 225 w 256"/>
                <a:gd name="T7" fmla="*/ 368 h 432"/>
                <a:gd name="T8" fmla="*/ 161 w 256"/>
                <a:gd name="T9" fmla="*/ 368 h 432"/>
                <a:gd name="T10" fmla="*/ 161 w 256"/>
                <a:gd name="T11" fmla="*/ 432 h 432"/>
                <a:gd name="T12" fmla="*/ 96 w 256"/>
                <a:gd name="T13" fmla="*/ 432 h 432"/>
                <a:gd name="T14" fmla="*/ 96 w 256"/>
                <a:gd name="T15" fmla="*/ 368 h 432"/>
                <a:gd name="T16" fmla="*/ 32 w 256"/>
                <a:gd name="T17" fmla="*/ 368 h 432"/>
                <a:gd name="T18" fmla="*/ 32 w 256"/>
                <a:gd name="T19" fmla="*/ 304 h 432"/>
                <a:gd name="T20" fmla="*/ 96 w 256"/>
                <a:gd name="T21" fmla="*/ 304 h 432"/>
                <a:gd name="T22" fmla="*/ 96 w 256"/>
                <a:gd name="T23" fmla="*/ 251 h 432"/>
                <a:gd name="T24" fmla="*/ 0 w 256"/>
                <a:gd name="T25" fmla="*/ 128 h 432"/>
                <a:gd name="T26" fmla="*/ 128 w 256"/>
                <a:gd name="T27" fmla="*/ 0 h 432"/>
                <a:gd name="T28" fmla="*/ 256 w 256"/>
                <a:gd name="T29" fmla="*/ 128 h 432"/>
                <a:gd name="T30" fmla="*/ 161 w 256"/>
                <a:gd name="T31" fmla="*/ 252 h 432"/>
                <a:gd name="T32" fmla="*/ 128 w 256"/>
                <a:gd name="T33" fmla="*/ 64 h 432"/>
                <a:gd name="T34" fmla="*/ 64 w 256"/>
                <a:gd name="T35" fmla="*/ 128 h 432"/>
                <a:gd name="T36" fmla="*/ 128 w 256"/>
                <a:gd name="T37" fmla="*/ 192 h 432"/>
                <a:gd name="T38" fmla="*/ 192 w 256"/>
                <a:gd name="T39" fmla="*/ 128 h 432"/>
                <a:gd name="T40" fmla="*/ 128 w 256"/>
                <a:gd name="T41" fmla="*/ 64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6" h="432">
                  <a:moveTo>
                    <a:pt x="161" y="252"/>
                  </a:moveTo>
                  <a:cubicBezTo>
                    <a:pt x="161" y="304"/>
                    <a:pt x="161" y="304"/>
                    <a:pt x="161" y="304"/>
                  </a:cubicBezTo>
                  <a:cubicBezTo>
                    <a:pt x="225" y="304"/>
                    <a:pt x="225" y="304"/>
                    <a:pt x="225" y="304"/>
                  </a:cubicBezTo>
                  <a:cubicBezTo>
                    <a:pt x="225" y="368"/>
                    <a:pt x="225" y="368"/>
                    <a:pt x="225" y="368"/>
                  </a:cubicBezTo>
                  <a:cubicBezTo>
                    <a:pt x="161" y="368"/>
                    <a:pt x="161" y="368"/>
                    <a:pt x="161" y="368"/>
                  </a:cubicBezTo>
                  <a:cubicBezTo>
                    <a:pt x="161" y="432"/>
                    <a:pt x="161" y="432"/>
                    <a:pt x="161" y="432"/>
                  </a:cubicBezTo>
                  <a:cubicBezTo>
                    <a:pt x="96" y="432"/>
                    <a:pt x="96" y="432"/>
                    <a:pt x="96" y="432"/>
                  </a:cubicBezTo>
                  <a:cubicBezTo>
                    <a:pt x="96" y="368"/>
                    <a:pt x="96" y="368"/>
                    <a:pt x="96" y="368"/>
                  </a:cubicBezTo>
                  <a:cubicBezTo>
                    <a:pt x="32" y="368"/>
                    <a:pt x="32" y="368"/>
                    <a:pt x="32" y="368"/>
                  </a:cubicBezTo>
                  <a:cubicBezTo>
                    <a:pt x="32" y="304"/>
                    <a:pt x="32" y="304"/>
                    <a:pt x="32" y="304"/>
                  </a:cubicBezTo>
                  <a:cubicBezTo>
                    <a:pt x="96" y="304"/>
                    <a:pt x="96" y="304"/>
                    <a:pt x="96" y="304"/>
                  </a:cubicBezTo>
                  <a:cubicBezTo>
                    <a:pt x="96" y="251"/>
                    <a:pt x="96" y="251"/>
                    <a:pt x="96" y="251"/>
                  </a:cubicBezTo>
                  <a:cubicBezTo>
                    <a:pt x="41" y="237"/>
                    <a:pt x="0" y="187"/>
                    <a:pt x="0" y="128"/>
                  </a:cubicBezTo>
                  <a:cubicBezTo>
                    <a:pt x="0" y="57"/>
                    <a:pt x="57" y="0"/>
                    <a:pt x="128" y="0"/>
                  </a:cubicBezTo>
                  <a:cubicBezTo>
                    <a:pt x="199" y="0"/>
                    <a:pt x="256" y="57"/>
                    <a:pt x="256" y="128"/>
                  </a:cubicBezTo>
                  <a:cubicBezTo>
                    <a:pt x="256" y="187"/>
                    <a:pt x="216" y="237"/>
                    <a:pt x="161" y="252"/>
                  </a:cubicBezTo>
                  <a:close/>
                  <a:moveTo>
                    <a:pt x="128" y="64"/>
                  </a:moveTo>
                  <a:cubicBezTo>
                    <a:pt x="93" y="64"/>
                    <a:pt x="64" y="92"/>
                    <a:pt x="64" y="128"/>
                  </a:cubicBezTo>
                  <a:cubicBezTo>
                    <a:pt x="64" y="163"/>
                    <a:pt x="93" y="192"/>
                    <a:pt x="128" y="192"/>
                  </a:cubicBezTo>
                  <a:cubicBezTo>
                    <a:pt x="163" y="192"/>
                    <a:pt x="192" y="163"/>
                    <a:pt x="192" y="128"/>
                  </a:cubicBezTo>
                  <a:cubicBezTo>
                    <a:pt x="192" y="92"/>
                    <a:pt x="163" y="64"/>
                    <a:pt x="128" y="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2"/>
            <p:cNvSpPr/>
            <p:nvPr/>
          </p:nvSpPr>
          <p:spPr bwMode="auto">
            <a:xfrm>
              <a:off x="3831373" y="1951112"/>
              <a:ext cx="483425" cy="413775"/>
            </a:xfrm>
            <a:custGeom>
              <a:avLst/>
              <a:gdLst>
                <a:gd name="T0" fmla="*/ 224 w 446"/>
                <a:gd name="T1" fmla="*/ 69 h 382"/>
                <a:gd name="T2" fmla="*/ 120 w 446"/>
                <a:gd name="T3" fmla="*/ 0 h 382"/>
                <a:gd name="T4" fmla="*/ 0 w 446"/>
                <a:gd name="T5" fmla="*/ 134 h 382"/>
                <a:gd name="T6" fmla="*/ 224 w 446"/>
                <a:gd name="T7" fmla="*/ 382 h 382"/>
                <a:gd name="T8" fmla="*/ 446 w 446"/>
                <a:gd name="T9" fmla="*/ 134 h 382"/>
                <a:gd name="T10" fmla="*/ 328 w 446"/>
                <a:gd name="T11" fmla="*/ 0 h 382"/>
                <a:gd name="T12" fmla="*/ 224 w 446"/>
                <a:gd name="T13" fmla="*/ 69 h 382"/>
              </a:gdLst>
              <a:ahLst/>
              <a:cxnLst>
                <a:cxn ang="0">
                  <a:pos x="T0" y="T1"/>
                </a:cxn>
                <a:cxn ang="0">
                  <a:pos x="T2" y="T3"/>
                </a:cxn>
                <a:cxn ang="0">
                  <a:pos x="T4" y="T5"/>
                </a:cxn>
                <a:cxn ang="0">
                  <a:pos x="T6" y="T7"/>
                </a:cxn>
                <a:cxn ang="0">
                  <a:pos x="T8" y="T9"/>
                </a:cxn>
                <a:cxn ang="0">
                  <a:pos x="T10" y="T11"/>
                </a:cxn>
                <a:cxn ang="0">
                  <a:pos x="T12" y="T13"/>
                </a:cxn>
              </a:cxnLst>
              <a:rect l="0" t="0" r="r" b="b"/>
              <a:pathLst>
                <a:path w="446" h="382">
                  <a:moveTo>
                    <a:pt x="224" y="69"/>
                  </a:moveTo>
                  <a:cubicBezTo>
                    <a:pt x="224" y="69"/>
                    <a:pt x="192" y="0"/>
                    <a:pt x="120" y="0"/>
                  </a:cubicBezTo>
                  <a:cubicBezTo>
                    <a:pt x="41" y="0"/>
                    <a:pt x="0" y="67"/>
                    <a:pt x="0" y="134"/>
                  </a:cubicBezTo>
                  <a:cubicBezTo>
                    <a:pt x="0" y="244"/>
                    <a:pt x="224" y="382"/>
                    <a:pt x="224" y="382"/>
                  </a:cubicBezTo>
                  <a:cubicBezTo>
                    <a:pt x="224" y="382"/>
                    <a:pt x="446" y="246"/>
                    <a:pt x="446" y="134"/>
                  </a:cubicBezTo>
                  <a:cubicBezTo>
                    <a:pt x="446" y="66"/>
                    <a:pt x="404" y="0"/>
                    <a:pt x="328" y="0"/>
                  </a:cubicBezTo>
                  <a:cubicBezTo>
                    <a:pt x="252" y="0"/>
                    <a:pt x="224" y="69"/>
                    <a:pt x="224"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3"/>
            <p:cNvSpPr>
              <a:spLocks noEditPoints="1"/>
            </p:cNvSpPr>
            <p:nvPr/>
          </p:nvSpPr>
          <p:spPr bwMode="auto">
            <a:xfrm>
              <a:off x="4960520" y="1855572"/>
              <a:ext cx="417899" cy="604854"/>
            </a:xfrm>
            <a:custGeom>
              <a:avLst/>
              <a:gdLst>
                <a:gd name="T0" fmla="*/ 311 w 386"/>
                <a:gd name="T1" fmla="*/ 518 h 558"/>
                <a:gd name="T2" fmla="*/ 283 w 386"/>
                <a:gd name="T3" fmla="*/ 447 h 558"/>
                <a:gd name="T4" fmla="*/ 320 w 386"/>
                <a:gd name="T5" fmla="*/ 275 h 558"/>
                <a:gd name="T6" fmla="*/ 386 w 386"/>
                <a:gd name="T7" fmla="*/ 355 h 558"/>
                <a:gd name="T8" fmla="*/ 311 w 386"/>
                <a:gd name="T9" fmla="*/ 518 h 558"/>
                <a:gd name="T10" fmla="*/ 129 w 386"/>
                <a:gd name="T11" fmla="*/ 479 h 558"/>
                <a:gd name="T12" fmla="*/ 84 w 386"/>
                <a:gd name="T13" fmla="*/ 278 h 558"/>
                <a:gd name="T14" fmla="*/ 92 w 386"/>
                <a:gd name="T15" fmla="*/ 207 h 558"/>
                <a:gd name="T16" fmla="*/ 294 w 386"/>
                <a:gd name="T17" fmla="*/ 207 h 558"/>
                <a:gd name="T18" fmla="*/ 301 w 386"/>
                <a:gd name="T19" fmla="*/ 278 h 558"/>
                <a:gd name="T20" fmla="*/ 257 w 386"/>
                <a:gd name="T21" fmla="*/ 479 h 558"/>
                <a:gd name="T22" fmla="*/ 129 w 386"/>
                <a:gd name="T23" fmla="*/ 479 h 558"/>
                <a:gd name="T24" fmla="*/ 193 w 386"/>
                <a:gd name="T25" fmla="*/ 239 h 558"/>
                <a:gd name="T26" fmla="*/ 152 w 386"/>
                <a:gd name="T27" fmla="*/ 280 h 558"/>
                <a:gd name="T28" fmla="*/ 193 w 386"/>
                <a:gd name="T29" fmla="*/ 321 h 558"/>
                <a:gd name="T30" fmla="*/ 234 w 386"/>
                <a:gd name="T31" fmla="*/ 280 h 558"/>
                <a:gd name="T32" fmla="*/ 193 w 386"/>
                <a:gd name="T33" fmla="*/ 239 h 558"/>
                <a:gd name="T34" fmla="*/ 184 w 386"/>
                <a:gd name="T35" fmla="*/ 56 h 558"/>
                <a:gd name="T36" fmla="*/ 184 w 386"/>
                <a:gd name="T37" fmla="*/ 0 h 558"/>
                <a:gd name="T38" fmla="*/ 200 w 386"/>
                <a:gd name="T39" fmla="*/ 0 h 558"/>
                <a:gd name="T40" fmla="*/ 200 w 386"/>
                <a:gd name="T41" fmla="*/ 54 h 558"/>
                <a:gd name="T42" fmla="*/ 290 w 386"/>
                <a:gd name="T43" fmla="*/ 191 h 558"/>
                <a:gd name="T44" fmla="*/ 96 w 386"/>
                <a:gd name="T45" fmla="*/ 191 h 558"/>
                <a:gd name="T46" fmla="*/ 184 w 386"/>
                <a:gd name="T47" fmla="*/ 56 h 558"/>
                <a:gd name="T48" fmla="*/ 75 w 386"/>
                <a:gd name="T49" fmla="*/ 518 h 558"/>
                <a:gd name="T50" fmla="*/ 0 w 386"/>
                <a:gd name="T51" fmla="*/ 355 h 558"/>
                <a:gd name="T52" fmla="*/ 66 w 386"/>
                <a:gd name="T53" fmla="*/ 275 h 558"/>
                <a:gd name="T54" fmla="*/ 103 w 386"/>
                <a:gd name="T55" fmla="*/ 447 h 558"/>
                <a:gd name="T56" fmla="*/ 75 w 386"/>
                <a:gd name="T57" fmla="*/ 518 h 558"/>
                <a:gd name="T58" fmla="*/ 220 w 386"/>
                <a:gd name="T59" fmla="*/ 527 h 558"/>
                <a:gd name="T60" fmla="*/ 207 w 386"/>
                <a:gd name="T61" fmla="*/ 513 h 558"/>
                <a:gd name="T62" fmla="*/ 192 w 386"/>
                <a:gd name="T63" fmla="*/ 558 h 558"/>
                <a:gd name="T64" fmla="*/ 175 w 386"/>
                <a:gd name="T65" fmla="*/ 513 h 558"/>
                <a:gd name="T66" fmla="*/ 164 w 386"/>
                <a:gd name="T67" fmla="*/ 537 h 558"/>
                <a:gd name="T68" fmla="*/ 147 w 386"/>
                <a:gd name="T69" fmla="*/ 495 h 558"/>
                <a:gd name="T70" fmla="*/ 239 w 386"/>
                <a:gd name="T71" fmla="*/ 495 h 558"/>
                <a:gd name="T72" fmla="*/ 220 w 386"/>
                <a:gd name="T73" fmla="*/ 52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6" h="558">
                  <a:moveTo>
                    <a:pt x="311" y="518"/>
                  </a:moveTo>
                  <a:cubicBezTo>
                    <a:pt x="311" y="518"/>
                    <a:pt x="316" y="486"/>
                    <a:pt x="283" y="447"/>
                  </a:cubicBezTo>
                  <a:cubicBezTo>
                    <a:pt x="315" y="357"/>
                    <a:pt x="320" y="275"/>
                    <a:pt x="320" y="275"/>
                  </a:cubicBezTo>
                  <a:cubicBezTo>
                    <a:pt x="320" y="275"/>
                    <a:pt x="386" y="290"/>
                    <a:pt x="386" y="355"/>
                  </a:cubicBezTo>
                  <a:cubicBezTo>
                    <a:pt x="386" y="467"/>
                    <a:pt x="311" y="518"/>
                    <a:pt x="311" y="518"/>
                  </a:cubicBezTo>
                  <a:close/>
                  <a:moveTo>
                    <a:pt x="129" y="479"/>
                  </a:moveTo>
                  <a:cubicBezTo>
                    <a:pt x="129" y="479"/>
                    <a:pt x="84" y="337"/>
                    <a:pt x="84" y="278"/>
                  </a:cubicBezTo>
                  <a:cubicBezTo>
                    <a:pt x="84" y="252"/>
                    <a:pt x="87" y="228"/>
                    <a:pt x="92" y="207"/>
                  </a:cubicBezTo>
                  <a:cubicBezTo>
                    <a:pt x="294" y="207"/>
                    <a:pt x="294" y="207"/>
                    <a:pt x="294" y="207"/>
                  </a:cubicBezTo>
                  <a:cubicBezTo>
                    <a:pt x="298" y="228"/>
                    <a:pt x="301" y="252"/>
                    <a:pt x="301" y="278"/>
                  </a:cubicBezTo>
                  <a:cubicBezTo>
                    <a:pt x="301" y="336"/>
                    <a:pt x="257" y="479"/>
                    <a:pt x="257" y="479"/>
                  </a:cubicBezTo>
                  <a:lnTo>
                    <a:pt x="129" y="479"/>
                  </a:lnTo>
                  <a:close/>
                  <a:moveTo>
                    <a:pt x="193" y="239"/>
                  </a:moveTo>
                  <a:cubicBezTo>
                    <a:pt x="170" y="239"/>
                    <a:pt x="152" y="258"/>
                    <a:pt x="152" y="280"/>
                  </a:cubicBezTo>
                  <a:cubicBezTo>
                    <a:pt x="152" y="303"/>
                    <a:pt x="170" y="321"/>
                    <a:pt x="193" y="321"/>
                  </a:cubicBezTo>
                  <a:cubicBezTo>
                    <a:pt x="216" y="321"/>
                    <a:pt x="234" y="303"/>
                    <a:pt x="234" y="280"/>
                  </a:cubicBezTo>
                  <a:cubicBezTo>
                    <a:pt x="234" y="258"/>
                    <a:pt x="216" y="239"/>
                    <a:pt x="193" y="239"/>
                  </a:cubicBezTo>
                  <a:close/>
                  <a:moveTo>
                    <a:pt x="184" y="56"/>
                  </a:moveTo>
                  <a:cubicBezTo>
                    <a:pt x="184" y="0"/>
                    <a:pt x="184" y="0"/>
                    <a:pt x="184" y="0"/>
                  </a:cubicBezTo>
                  <a:cubicBezTo>
                    <a:pt x="200" y="0"/>
                    <a:pt x="200" y="0"/>
                    <a:pt x="200" y="0"/>
                  </a:cubicBezTo>
                  <a:cubicBezTo>
                    <a:pt x="200" y="54"/>
                    <a:pt x="200" y="54"/>
                    <a:pt x="200" y="54"/>
                  </a:cubicBezTo>
                  <a:cubicBezTo>
                    <a:pt x="218" y="67"/>
                    <a:pt x="268" y="110"/>
                    <a:pt x="290" y="191"/>
                  </a:cubicBezTo>
                  <a:cubicBezTo>
                    <a:pt x="96" y="191"/>
                    <a:pt x="96" y="191"/>
                    <a:pt x="96" y="191"/>
                  </a:cubicBezTo>
                  <a:cubicBezTo>
                    <a:pt x="117" y="112"/>
                    <a:pt x="164" y="70"/>
                    <a:pt x="184" y="56"/>
                  </a:cubicBezTo>
                  <a:close/>
                  <a:moveTo>
                    <a:pt x="75" y="518"/>
                  </a:moveTo>
                  <a:cubicBezTo>
                    <a:pt x="75" y="518"/>
                    <a:pt x="0" y="467"/>
                    <a:pt x="0" y="355"/>
                  </a:cubicBezTo>
                  <a:cubicBezTo>
                    <a:pt x="0" y="290"/>
                    <a:pt x="66" y="275"/>
                    <a:pt x="66" y="275"/>
                  </a:cubicBezTo>
                  <a:cubicBezTo>
                    <a:pt x="66" y="275"/>
                    <a:pt x="71" y="357"/>
                    <a:pt x="103" y="447"/>
                  </a:cubicBezTo>
                  <a:cubicBezTo>
                    <a:pt x="70" y="486"/>
                    <a:pt x="75" y="518"/>
                    <a:pt x="75" y="518"/>
                  </a:cubicBezTo>
                  <a:close/>
                  <a:moveTo>
                    <a:pt x="220" y="527"/>
                  </a:moveTo>
                  <a:cubicBezTo>
                    <a:pt x="207" y="513"/>
                    <a:pt x="207" y="513"/>
                    <a:pt x="207" y="513"/>
                  </a:cubicBezTo>
                  <a:cubicBezTo>
                    <a:pt x="192" y="558"/>
                    <a:pt x="192" y="558"/>
                    <a:pt x="192" y="558"/>
                  </a:cubicBezTo>
                  <a:cubicBezTo>
                    <a:pt x="175" y="513"/>
                    <a:pt x="175" y="513"/>
                    <a:pt x="175" y="513"/>
                  </a:cubicBezTo>
                  <a:cubicBezTo>
                    <a:pt x="164" y="537"/>
                    <a:pt x="164" y="537"/>
                    <a:pt x="164" y="537"/>
                  </a:cubicBezTo>
                  <a:cubicBezTo>
                    <a:pt x="147" y="495"/>
                    <a:pt x="147" y="495"/>
                    <a:pt x="147" y="495"/>
                  </a:cubicBezTo>
                  <a:cubicBezTo>
                    <a:pt x="239" y="495"/>
                    <a:pt x="239" y="495"/>
                    <a:pt x="239" y="495"/>
                  </a:cubicBezTo>
                  <a:lnTo>
                    <a:pt x="220" y="5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24"/>
            <p:cNvSpPr>
              <a:spLocks noEditPoints="1"/>
            </p:cNvSpPr>
            <p:nvPr/>
          </p:nvSpPr>
          <p:spPr bwMode="auto">
            <a:xfrm>
              <a:off x="6024141" y="1941260"/>
              <a:ext cx="537037" cy="433479"/>
            </a:xfrm>
            <a:custGeom>
              <a:avLst/>
              <a:gdLst>
                <a:gd name="T0" fmla="*/ 240 w 496"/>
                <a:gd name="T1" fmla="*/ 350 h 400"/>
                <a:gd name="T2" fmla="*/ 240 w 496"/>
                <a:gd name="T3" fmla="*/ 36 h 400"/>
                <a:gd name="T4" fmla="*/ 136 w 496"/>
                <a:gd name="T5" fmla="*/ 0 h 400"/>
                <a:gd name="T6" fmla="*/ 32 w 496"/>
                <a:gd name="T7" fmla="*/ 32 h 400"/>
                <a:gd name="T8" fmla="*/ 32 w 496"/>
                <a:gd name="T9" fmla="*/ 350 h 400"/>
                <a:gd name="T10" fmla="*/ 136 w 496"/>
                <a:gd name="T11" fmla="*/ 319 h 400"/>
                <a:gd name="T12" fmla="*/ 240 w 496"/>
                <a:gd name="T13" fmla="*/ 350 h 400"/>
                <a:gd name="T14" fmla="*/ 464 w 496"/>
                <a:gd name="T15" fmla="*/ 350 h 400"/>
                <a:gd name="T16" fmla="*/ 464 w 496"/>
                <a:gd name="T17" fmla="*/ 36 h 400"/>
                <a:gd name="T18" fmla="*/ 360 w 496"/>
                <a:gd name="T19" fmla="*/ 0 h 400"/>
                <a:gd name="T20" fmla="*/ 256 w 496"/>
                <a:gd name="T21" fmla="*/ 32 h 400"/>
                <a:gd name="T22" fmla="*/ 256 w 496"/>
                <a:gd name="T23" fmla="*/ 350 h 400"/>
                <a:gd name="T24" fmla="*/ 360 w 496"/>
                <a:gd name="T25" fmla="*/ 319 h 400"/>
                <a:gd name="T26" fmla="*/ 464 w 496"/>
                <a:gd name="T27" fmla="*/ 350 h 400"/>
                <a:gd name="T28" fmla="*/ 496 w 496"/>
                <a:gd name="T29" fmla="*/ 64 h 400"/>
                <a:gd name="T30" fmla="*/ 480 w 496"/>
                <a:gd name="T31" fmla="*/ 64 h 400"/>
                <a:gd name="T32" fmla="*/ 480 w 496"/>
                <a:gd name="T33" fmla="*/ 368 h 400"/>
                <a:gd name="T34" fmla="*/ 288 w 496"/>
                <a:gd name="T35" fmla="*/ 368 h 400"/>
                <a:gd name="T36" fmla="*/ 288 w 496"/>
                <a:gd name="T37" fmla="*/ 384 h 400"/>
                <a:gd name="T38" fmla="*/ 208 w 496"/>
                <a:gd name="T39" fmla="*/ 384 h 400"/>
                <a:gd name="T40" fmla="*/ 208 w 496"/>
                <a:gd name="T41" fmla="*/ 368 h 400"/>
                <a:gd name="T42" fmla="*/ 16 w 496"/>
                <a:gd name="T43" fmla="*/ 368 h 400"/>
                <a:gd name="T44" fmla="*/ 16 w 496"/>
                <a:gd name="T45" fmla="*/ 64 h 400"/>
                <a:gd name="T46" fmla="*/ 0 w 496"/>
                <a:gd name="T47" fmla="*/ 64 h 400"/>
                <a:gd name="T48" fmla="*/ 0 w 496"/>
                <a:gd name="T49" fmla="*/ 384 h 400"/>
                <a:gd name="T50" fmla="*/ 192 w 496"/>
                <a:gd name="T51" fmla="*/ 384 h 400"/>
                <a:gd name="T52" fmla="*/ 192 w 496"/>
                <a:gd name="T53" fmla="*/ 400 h 400"/>
                <a:gd name="T54" fmla="*/ 305 w 496"/>
                <a:gd name="T55" fmla="*/ 400 h 400"/>
                <a:gd name="T56" fmla="*/ 304 w 496"/>
                <a:gd name="T57" fmla="*/ 384 h 400"/>
                <a:gd name="T58" fmla="*/ 496 w 496"/>
                <a:gd name="T59" fmla="*/ 384 h 400"/>
                <a:gd name="T60" fmla="*/ 496 w 496"/>
                <a:gd name="T61" fmla="*/ 64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6" h="400">
                  <a:moveTo>
                    <a:pt x="240" y="350"/>
                  </a:moveTo>
                  <a:cubicBezTo>
                    <a:pt x="240" y="36"/>
                    <a:pt x="240" y="36"/>
                    <a:pt x="240" y="36"/>
                  </a:cubicBezTo>
                  <a:cubicBezTo>
                    <a:pt x="240" y="36"/>
                    <a:pt x="197" y="0"/>
                    <a:pt x="136" y="0"/>
                  </a:cubicBezTo>
                  <a:cubicBezTo>
                    <a:pt x="75" y="0"/>
                    <a:pt x="32" y="32"/>
                    <a:pt x="32" y="32"/>
                  </a:cubicBezTo>
                  <a:cubicBezTo>
                    <a:pt x="32" y="350"/>
                    <a:pt x="32" y="350"/>
                    <a:pt x="32" y="350"/>
                  </a:cubicBezTo>
                  <a:cubicBezTo>
                    <a:pt x="32" y="350"/>
                    <a:pt x="75" y="319"/>
                    <a:pt x="136" y="319"/>
                  </a:cubicBezTo>
                  <a:cubicBezTo>
                    <a:pt x="197" y="319"/>
                    <a:pt x="240" y="350"/>
                    <a:pt x="240" y="350"/>
                  </a:cubicBezTo>
                  <a:close/>
                  <a:moveTo>
                    <a:pt x="464" y="350"/>
                  </a:moveTo>
                  <a:cubicBezTo>
                    <a:pt x="464" y="36"/>
                    <a:pt x="464" y="36"/>
                    <a:pt x="464" y="36"/>
                  </a:cubicBezTo>
                  <a:cubicBezTo>
                    <a:pt x="464" y="36"/>
                    <a:pt x="421" y="0"/>
                    <a:pt x="360" y="0"/>
                  </a:cubicBezTo>
                  <a:cubicBezTo>
                    <a:pt x="299" y="0"/>
                    <a:pt x="256" y="32"/>
                    <a:pt x="256" y="32"/>
                  </a:cubicBezTo>
                  <a:cubicBezTo>
                    <a:pt x="256" y="350"/>
                    <a:pt x="256" y="350"/>
                    <a:pt x="256" y="350"/>
                  </a:cubicBezTo>
                  <a:cubicBezTo>
                    <a:pt x="256" y="350"/>
                    <a:pt x="299" y="319"/>
                    <a:pt x="360" y="319"/>
                  </a:cubicBezTo>
                  <a:cubicBezTo>
                    <a:pt x="421" y="319"/>
                    <a:pt x="464" y="350"/>
                    <a:pt x="464" y="350"/>
                  </a:cubicBezTo>
                  <a:close/>
                  <a:moveTo>
                    <a:pt x="496" y="64"/>
                  </a:moveTo>
                  <a:cubicBezTo>
                    <a:pt x="480" y="64"/>
                    <a:pt x="480" y="64"/>
                    <a:pt x="480" y="64"/>
                  </a:cubicBezTo>
                  <a:cubicBezTo>
                    <a:pt x="480" y="368"/>
                    <a:pt x="480" y="368"/>
                    <a:pt x="480" y="368"/>
                  </a:cubicBezTo>
                  <a:cubicBezTo>
                    <a:pt x="288" y="368"/>
                    <a:pt x="288" y="368"/>
                    <a:pt x="288" y="368"/>
                  </a:cubicBezTo>
                  <a:cubicBezTo>
                    <a:pt x="288" y="384"/>
                    <a:pt x="288" y="384"/>
                    <a:pt x="288" y="384"/>
                  </a:cubicBezTo>
                  <a:cubicBezTo>
                    <a:pt x="208" y="384"/>
                    <a:pt x="208" y="384"/>
                    <a:pt x="208" y="384"/>
                  </a:cubicBezTo>
                  <a:cubicBezTo>
                    <a:pt x="208" y="368"/>
                    <a:pt x="208" y="368"/>
                    <a:pt x="208" y="368"/>
                  </a:cubicBezTo>
                  <a:cubicBezTo>
                    <a:pt x="16" y="368"/>
                    <a:pt x="16" y="368"/>
                    <a:pt x="16" y="368"/>
                  </a:cubicBezTo>
                  <a:cubicBezTo>
                    <a:pt x="16" y="64"/>
                    <a:pt x="16" y="64"/>
                    <a:pt x="16" y="64"/>
                  </a:cubicBezTo>
                  <a:cubicBezTo>
                    <a:pt x="0" y="64"/>
                    <a:pt x="0" y="64"/>
                    <a:pt x="0" y="64"/>
                  </a:cubicBezTo>
                  <a:cubicBezTo>
                    <a:pt x="0" y="384"/>
                    <a:pt x="0" y="384"/>
                    <a:pt x="0" y="384"/>
                  </a:cubicBezTo>
                  <a:cubicBezTo>
                    <a:pt x="192" y="384"/>
                    <a:pt x="192" y="384"/>
                    <a:pt x="192" y="384"/>
                  </a:cubicBezTo>
                  <a:cubicBezTo>
                    <a:pt x="192" y="400"/>
                    <a:pt x="192" y="400"/>
                    <a:pt x="192" y="400"/>
                  </a:cubicBezTo>
                  <a:cubicBezTo>
                    <a:pt x="305" y="400"/>
                    <a:pt x="305" y="400"/>
                    <a:pt x="305" y="400"/>
                  </a:cubicBezTo>
                  <a:cubicBezTo>
                    <a:pt x="304" y="384"/>
                    <a:pt x="304" y="384"/>
                    <a:pt x="304" y="384"/>
                  </a:cubicBezTo>
                  <a:cubicBezTo>
                    <a:pt x="496" y="384"/>
                    <a:pt x="496" y="384"/>
                    <a:pt x="496" y="384"/>
                  </a:cubicBezTo>
                  <a:lnTo>
                    <a:pt x="496"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25"/>
            <p:cNvSpPr>
              <a:spLocks noEditPoints="1"/>
            </p:cNvSpPr>
            <p:nvPr/>
          </p:nvSpPr>
          <p:spPr bwMode="auto">
            <a:xfrm>
              <a:off x="7206900" y="1921785"/>
              <a:ext cx="472428" cy="472428"/>
            </a:xfrm>
            <a:custGeom>
              <a:avLst/>
              <a:gdLst>
                <a:gd name="T0" fmla="*/ 254 w 436"/>
                <a:gd name="T1" fmla="*/ 168 h 436"/>
                <a:gd name="T2" fmla="*/ 242 w 436"/>
                <a:gd name="T3" fmla="*/ 67 h 436"/>
                <a:gd name="T4" fmla="*/ 66 w 436"/>
                <a:gd name="T5" fmla="*/ 243 h 436"/>
                <a:gd name="T6" fmla="*/ 166 w 436"/>
                <a:gd name="T7" fmla="*/ 256 h 436"/>
                <a:gd name="T8" fmla="*/ 254 w 436"/>
                <a:gd name="T9" fmla="*/ 168 h 436"/>
                <a:gd name="T10" fmla="*/ 223 w 436"/>
                <a:gd name="T11" fmla="*/ 39 h 436"/>
                <a:gd name="T12" fmla="*/ 130 w 436"/>
                <a:gd name="T13" fmla="*/ 0 h 436"/>
                <a:gd name="T14" fmla="*/ 0 w 436"/>
                <a:gd name="T15" fmla="*/ 131 h 436"/>
                <a:gd name="T16" fmla="*/ 39 w 436"/>
                <a:gd name="T17" fmla="*/ 224 h 436"/>
                <a:gd name="T18" fmla="*/ 223 w 436"/>
                <a:gd name="T19" fmla="*/ 39 h 436"/>
                <a:gd name="T20" fmla="*/ 407 w 436"/>
                <a:gd name="T21" fmla="*/ 385 h 436"/>
                <a:gd name="T22" fmla="*/ 401 w 436"/>
                <a:gd name="T23" fmla="*/ 338 h 436"/>
                <a:gd name="T24" fmla="*/ 278 w 436"/>
                <a:gd name="T25" fmla="*/ 189 h 436"/>
                <a:gd name="T26" fmla="*/ 188 w 436"/>
                <a:gd name="T27" fmla="*/ 279 h 436"/>
                <a:gd name="T28" fmla="*/ 336 w 436"/>
                <a:gd name="T29" fmla="*/ 402 h 436"/>
                <a:gd name="T30" fmla="*/ 384 w 436"/>
                <a:gd name="T31" fmla="*/ 408 h 436"/>
                <a:gd name="T32" fmla="*/ 415 w 436"/>
                <a:gd name="T33" fmla="*/ 436 h 436"/>
                <a:gd name="T34" fmla="*/ 436 w 436"/>
                <a:gd name="T35" fmla="*/ 414 h 436"/>
                <a:gd name="T36" fmla="*/ 407 w 436"/>
                <a:gd name="T37" fmla="*/ 38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6" h="436">
                  <a:moveTo>
                    <a:pt x="254" y="168"/>
                  </a:moveTo>
                  <a:cubicBezTo>
                    <a:pt x="264" y="135"/>
                    <a:pt x="260" y="98"/>
                    <a:pt x="242" y="67"/>
                  </a:cubicBezTo>
                  <a:cubicBezTo>
                    <a:pt x="242" y="68"/>
                    <a:pt x="67" y="244"/>
                    <a:pt x="66" y="243"/>
                  </a:cubicBezTo>
                  <a:cubicBezTo>
                    <a:pt x="97" y="260"/>
                    <a:pt x="133" y="266"/>
                    <a:pt x="166" y="256"/>
                  </a:cubicBezTo>
                  <a:cubicBezTo>
                    <a:pt x="166" y="255"/>
                    <a:pt x="253" y="168"/>
                    <a:pt x="254" y="168"/>
                  </a:cubicBezTo>
                  <a:close/>
                  <a:moveTo>
                    <a:pt x="223" y="39"/>
                  </a:moveTo>
                  <a:cubicBezTo>
                    <a:pt x="199" y="16"/>
                    <a:pt x="166" y="0"/>
                    <a:pt x="130" y="0"/>
                  </a:cubicBezTo>
                  <a:cubicBezTo>
                    <a:pt x="58" y="0"/>
                    <a:pt x="0" y="59"/>
                    <a:pt x="0" y="131"/>
                  </a:cubicBezTo>
                  <a:cubicBezTo>
                    <a:pt x="0" y="166"/>
                    <a:pt x="16" y="200"/>
                    <a:pt x="39" y="224"/>
                  </a:cubicBezTo>
                  <a:cubicBezTo>
                    <a:pt x="39" y="224"/>
                    <a:pt x="222" y="41"/>
                    <a:pt x="223" y="39"/>
                  </a:cubicBezTo>
                  <a:close/>
                  <a:moveTo>
                    <a:pt x="407" y="385"/>
                  </a:moveTo>
                  <a:cubicBezTo>
                    <a:pt x="407" y="385"/>
                    <a:pt x="411" y="349"/>
                    <a:pt x="401" y="338"/>
                  </a:cubicBezTo>
                  <a:cubicBezTo>
                    <a:pt x="400" y="337"/>
                    <a:pt x="278" y="189"/>
                    <a:pt x="278" y="189"/>
                  </a:cubicBezTo>
                  <a:cubicBezTo>
                    <a:pt x="188" y="279"/>
                    <a:pt x="188" y="279"/>
                    <a:pt x="188" y="279"/>
                  </a:cubicBezTo>
                  <a:cubicBezTo>
                    <a:pt x="336" y="402"/>
                    <a:pt x="336" y="402"/>
                    <a:pt x="336" y="402"/>
                  </a:cubicBezTo>
                  <a:cubicBezTo>
                    <a:pt x="346" y="414"/>
                    <a:pt x="384" y="408"/>
                    <a:pt x="384" y="408"/>
                  </a:cubicBezTo>
                  <a:cubicBezTo>
                    <a:pt x="415" y="436"/>
                    <a:pt x="415" y="436"/>
                    <a:pt x="415" y="436"/>
                  </a:cubicBezTo>
                  <a:cubicBezTo>
                    <a:pt x="436" y="414"/>
                    <a:pt x="436" y="414"/>
                    <a:pt x="436" y="414"/>
                  </a:cubicBezTo>
                  <a:lnTo>
                    <a:pt x="407" y="3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26"/>
            <p:cNvSpPr>
              <a:spLocks noEditPoints="1"/>
            </p:cNvSpPr>
            <p:nvPr/>
          </p:nvSpPr>
          <p:spPr bwMode="auto">
            <a:xfrm>
              <a:off x="8325050" y="1904831"/>
              <a:ext cx="586984" cy="506336"/>
            </a:xfrm>
            <a:custGeom>
              <a:avLst/>
              <a:gdLst>
                <a:gd name="T0" fmla="*/ 482 w 542"/>
                <a:gd name="T1" fmla="*/ 58 h 467"/>
                <a:gd name="T2" fmla="*/ 271 w 542"/>
                <a:gd name="T3" fmla="*/ 54 h 467"/>
                <a:gd name="T4" fmla="*/ 60 w 542"/>
                <a:gd name="T5" fmla="*/ 58 h 467"/>
                <a:gd name="T6" fmla="*/ 60 w 542"/>
                <a:gd name="T7" fmla="*/ 273 h 467"/>
                <a:gd name="T8" fmla="*/ 237 w 542"/>
                <a:gd name="T9" fmla="*/ 448 h 467"/>
                <a:gd name="T10" fmla="*/ 305 w 542"/>
                <a:gd name="T11" fmla="*/ 448 h 467"/>
                <a:gd name="T12" fmla="*/ 482 w 542"/>
                <a:gd name="T13" fmla="*/ 273 h 467"/>
                <a:gd name="T14" fmla="*/ 482 w 542"/>
                <a:gd name="T15" fmla="*/ 58 h 467"/>
                <a:gd name="T16" fmla="*/ 459 w 542"/>
                <a:gd name="T17" fmla="*/ 250 h 467"/>
                <a:gd name="T18" fmla="*/ 282 w 542"/>
                <a:gd name="T19" fmla="*/ 425 h 467"/>
                <a:gd name="T20" fmla="*/ 260 w 542"/>
                <a:gd name="T21" fmla="*/ 425 h 467"/>
                <a:gd name="T22" fmla="*/ 83 w 542"/>
                <a:gd name="T23" fmla="*/ 250 h 467"/>
                <a:gd name="T24" fmla="*/ 83 w 542"/>
                <a:gd name="T25" fmla="*/ 81 h 467"/>
                <a:gd name="T26" fmla="*/ 249 w 542"/>
                <a:gd name="T27" fmla="*/ 77 h 467"/>
                <a:gd name="T28" fmla="*/ 271 w 542"/>
                <a:gd name="T29" fmla="*/ 97 h 467"/>
                <a:gd name="T30" fmla="*/ 293 w 542"/>
                <a:gd name="T31" fmla="*/ 77 h 467"/>
                <a:gd name="T32" fmla="*/ 459 w 542"/>
                <a:gd name="T33" fmla="*/ 81 h 467"/>
                <a:gd name="T34" fmla="*/ 459 w 542"/>
                <a:gd name="T35" fmla="*/ 250 h 467"/>
                <a:gd name="T36" fmla="*/ 163 w 542"/>
                <a:gd name="T37" fmla="*/ 94 h 467"/>
                <a:gd name="T38" fmla="*/ 171 w 542"/>
                <a:gd name="T39" fmla="*/ 102 h 467"/>
                <a:gd name="T40" fmla="*/ 163 w 542"/>
                <a:gd name="T41" fmla="*/ 110 h 467"/>
                <a:gd name="T42" fmla="*/ 163 w 542"/>
                <a:gd name="T43" fmla="*/ 110 h 467"/>
                <a:gd name="T44" fmla="*/ 111 w 542"/>
                <a:gd name="T45" fmla="*/ 162 h 467"/>
                <a:gd name="T46" fmla="*/ 111 w 542"/>
                <a:gd name="T47" fmla="*/ 162 h 467"/>
                <a:gd name="T48" fmla="*/ 103 w 542"/>
                <a:gd name="T49" fmla="*/ 170 h 467"/>
                <a:gd name="T50" fmla="*/ 95 w 542"/>
                <a:gd name="T51" fmla="*/ 162 h 467"/>
                <a:gd name="T52" fmla="*/ 95 w 542"/>
                <a:gd name="T53" fmla="*/ 162 h 467"/>
                <a:gd name="T54" fmla="*/ 163 w 542"/>
                <a:gd name="T55" fmla="*/ 94 h 467"/>
                <a:gd name="T56" fmla="*/ 163 w 542"/>
                <a:gd name="T57" fmla="*/ 94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2" h="467">
                  <a:moveTo>
                    <a:pt x="482" y="58"/>
                  </a:moveTo>
                  <a:cubicBezTo>
                    <a:pt x="424" y="1"/>
                    <a:pt x="331" y="0"/>
                    <a:pt x="271" y="54"/>
                  </a:cubicBezTo>
                  <a:cubicBezTo>
                    <a:pt x="211" y="0"/>
                    <a:pt x="118" y="1"/>
                    <a:pt x="60" y="58"/>
                  </a:cubicBezTo>
                  <a:cubicBezTo>
                    <a:pt x="0" y="118"/>
                    <a:pt x="0" y="214"/>
                    <a:pt x="60" y="273"/>
                  </a:cubicBezTo>
                  <a:cubicBezTo>
                    <a:pt x="77" y="290"/>
                    <a:pt x="237" y="448"/>
                    <a:pt x="237" y="448"/>
                  </a:cubicBezTo>
                  <a:cubicBezTo>
                    <a:pt x="256" y="467"/>
                    <a:pt x="286" y="467"/>
                    <a:pt x="305" y="448"/>
                  </a:cubicBezTo>
                  <a:cubicBezTo>
                    <a:pt x="305" y="448"/>
                    <a:pt x="480" y="275"/>
                    <a:pt x="482" y="273"/>
                  </a:cubicBezTo>
                  <a:cubicBezTo>
                    <a:pt x="542" y="214"/>
                    <a:pt x="542" y="118"/>
                    <a:pt x="482" y="58"/>
                  </a:cubicBezTo>
                  <a:close/>
                  <a:moveTo>
                    <a:pt x="459" y="250"/>
                  </a:moveTo>
                  <a:cubicBezTo>
                    <a:pt x="282" y="425"/>
                    <a:pt x="282" y="425"/>
                    <a:pt x="282" y="425"/>
                  </a:cubicBezTo>
                  <a:cubicBezTo>
                    <a:pt x="276" y="432"/>
                    <a:pt x="266" y="432"/>
                    <a:pt x="260" y="425"/>
                  </a:cubicBezTo>
                  <a:cubicBezTo>
                    <a:pt x="83" y="250"/>
                    <a:pt x="83" y="250"/>
                    <a:pt x="83" y="250"/>
                  </a:cubicBezTo>
                  <a:cubicBezTo>
                    <a:pt x="36" y="204"/>
                    <a:pt x="36" y="128"/>
                    <a:pt x="83" y="81"/>
                  </a:cubicBezTo>
                  <a:cubicBezTo>
                    <a:pt x="128" y="36"/>
                    <a:pt x="201" y="34"/>
                    <a:pt x="249" y="77"/>
                  </a:cubicBezTo>
                  <a:cubicBezTo>
                    <a:pt x="271" y="97"/>
                    <a:pt x="271" y="97"/>
                    <a:pt x="271" y="97"/>
                  </a:cubicBezTo>
                  <a:cubicBezTo>
                    <a:pt x="293" y="77"/>
                    <a:pt x="293" y="77"/>
                    <a:pt x="293" y="77"/>
                  </a:cubicBezTo>
                  <a:cubicBezTo>
                    <a:pt x="341" y="34"/>
                    <a:pt x="414" y="36"/>
                    <a:pt x="459" y="81"/>
                  </a:cubicBezTo>
                  <a:cubicBezTo>
                    <a:pt x="506" y="128"/>
                    <a:pt x="506" y="204"/>
                    <a:pt x="459" y="250"/>
                  </a:cubicBezTo>
                  <a:close/>
                  <a:moveTo>
                    <a:pt x="163" y="94"/>
                  </a:moveTo>
                  <a:cubicBezTo>
                    <a:pt x="167" y="94"/>
                    <a:pt x="171" y="98"/>
                    <a:pt x="171" y="102"/>
                  </a:cubicBezTo>
                  <a:cubicBezTo>
                    <a:pt x="171" y="106"/>
                    <a:pt x="167" y="110"/>
                    <a:pt x="163" y="110"/>
                  </a:cubicBezTo>
                  <a:cubicBezTo>
                    <a:pt x="163" y="110"/>
                    <a:pt x="163" y="110"/>
                    <a:pt x="163" y="110"/>
                  </a:cubicBezTo>
                  <a:cubicBezTo>
                    <a:pt x="134" y="110"/>
                    <a:pt x="111" y="133"/>
                    <a:pt x="111" y="162"/>
                  </a:cubicBezTo>
                  <a:cubicBezTo>
                    <a:pt x="111" y="162"/>
                    <a:pt x="111" y="162"/>
                    <a:pt x="111" y="162"/>
                  </a:cubicBezTo>
                  <a:cubicBezTo>
                    <a:pt x="111" y="166"/>
                    <a:pt x="107" y="170"/>
                    <a:pt x="103" y="170"/>
                  </a:cubicBezTo>
                  <a:cubicBezTo>
                    <a:pt x="99" y="170"/>
                    <a:pt x="95" y="166"/>
                    <a:pt x="95" y="162"/>
                  </a:cubicBezTo>
                  <a:cubicBezTo>
                    <a:pt x="95" y="162"/>
                    <a:pt x="95" y="162"/>
                    <a:pt x="95" y="162"/>
                  </a:cubicBezTo>
                  <a:cubicBezTo>
                    <a:pt x="95" y="124"/>
                    <a:pt x="125" y="94"/>
                    <a:pt x="163" y="94"/>
                  </a:cubicBezTo>
                  <a:cubicBezTo>
                    <a:pt x="163" y="94"/>
                    <a:pt x="163" y="94"/>
                    <a:pt x="163"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27"/>
            <p:cNvSpPr>
              <a:spLocks noEditPoints="1"/>
            </p:cNvSpPr>
            <p:nvPr/>
          </p:nvSpPr>
          <p:spPr bwMode="auto">
            <a:xfrm>
              <a:off x="9557756" y="1889251"/>
              <a:ext cx="558574" cy="537496"/>
            </a:xfrm>
            <a:custGeom>
              <a:avLst/>
              <a:gdLst>
                <a:gd name="T0" fmla="*/ 512 w 516"/>
                <a:gd name="T1" fmla="*/ 185 h 496"/>
                <a:gd name="T2" fmla="*/ 483 w 516"/>
                <a:gd name="T3" fmla="*/ 161 h 496"/>
                <a:gd name="T4" fmla="*/ 349 w 516"/>
                <a:gd name="T5" fmla="*/ 141 h 496"/>
                <a:gd name="T6" fmla="*/ 291 w 516"/>
                <a:gd name="T7" fmla="*/ 21 h 496"/>
                <a:gd name="T8" fmla="*/ 258 w 516"/>
                <a:gd name="T9" fmla="*/ 0 h 496"/>
                <a:gd name="T10" fmla="*/ 225 w 516"/>
                <a:gd name="T11" fmla="*/ 21 h 496"/>
                <a:gd name="T12" fmla="*/ 167 w 516"/>
                <a:gd name="T13" fmla="*/ 141 h 496"/>
                <a:gd name="T14" fmla="*/ 33 w 516"/>
                <a:gd name="T15" fmla="*/ 161 h 496"/>
                <a:gd name="T16" fmla="*/ 4 w 516"/>
                <a:gd name="T17" fmla="*/ 185 h 496"/>
                <a:gd name="T18" fmla="*/ 13 w 516"/>
                <a:gd name="T19" fmla="*/ 221 h 496"/>
                <a:gd name="T20" fmla="*/ 110 w 516"/>
                <a:gd name="T21" fmla="*/ 319 h 496"/>
                <a:gd name="T22" fmla="*/ 88 w 516"/>
                <a:gd name="T23" fmla="*/ 454 h 496"/>
                <a:gd name="T24" fmla="*/ 103 w 516"/>
                <a:gd name="T25" fmla="*/ 489 h 496"/>
                <a:gd name="T26" fmla="*/ 124 w 516"/>
                <a:gd name="T27" fmla="*/ 496 h 496"/>
                <a:gd name="T28" fmla="*/ 142 w 516"/>
                <a:gd name="T29" fmla="*/ 492 h 496"/>
                <a:gd name="T30" fmla="*/ 258 w 516"/>
                <a:gd name="T31" fmla="*/ 429 h 496"/>
                <a:gd name="T32" fmla="*/ 374 w 516"/>
                <a:gd name="T33" fmla="*/ 492 h 496"/>
                <a:gd name="T34" fmla="*/ 392 w 516"/>
                <a:gd name="T35" fmla="*/ 496 h 496"/>
                <a:gd name="T36" fmla="*/ 413 w 516"/>
                <a:gd name="T37" fmla="*/ 489 h 496"/>
                <a:gd name="T38" fmla="*/ 428 w 516"/>
                <a:gd name="T39" fmla="*/ 454 h 496"/>
                <a:gd name="T40" fmla="*/ 406 w 516"/>
                <a:gd name="T41" fmla="*/ 319 h 496"/>
                <a:gd name="T42" fmla="*/ 504 w 516"/>
                <a:gd name="T43" fmla="*/ 221 h 496"/>
                <a:gd name="T44" fmla="*/ 512 w 516"/>
                <a:gd name="T45" fmla="*/ 185 h 496"/>
                <a:gd name="T46" fmla="*/ 379 w 516"/>
                <a:gd name="T47" fmla="*/ 294 h 496"/>
                <a:gd name="T48" fmla="*/ 369 w 516"/>
                <a:gd name="T49" fmla="*/ 325 h 496"/>
                <a:gd name="T50" fmla="*/ 392 w 516"/>
                <a:gd name="T51" fmla="*/ 460 h 496"/>
                <a:gd name="T52" fmla="*/ 276 w 516"/>
                <a:gd name="T53" fmla="*/ 397 h 496"/>
                <a:gd name="T54" fmla="*/ 258 w 516"/>
                <a:gd name="T55" fmla="*/ 393 h 496"/>
                <a:gd name="T56" fmla="*/ 240 w 516"/>
                <a:gd name="T57" fmla="*/ 397 h 496"/>
                <a:gd name="T58" fmla="*/ 124 w 516"/>
                <a:gd name="T59" fmla="*/ 460 h 496"/>
                <a:gd name="T60" fmla="*/ 147 w 516"/>
                <a:gd name="T61" fmla="*/ 325 h 496"/>
                <a:gd name="T62" fmla="*/ 137 w 516"/>
                <a:gd name="T63" fmla="*/ 294 h 496"/>
                <a:gd name="T64" fmla="*/ 39 w 516"/>
                <a:gd name="T65" fmla="*/ 196 h 496"/>
                <a:gd name="T66" fmla="*/ 172 w 516"/>
                <a:gd name="T67" fmla="*/ 176 h 496"/>
                <a:gd name="T68" fmla="*/ 200 w 516"/>
                <a:gd name="T69" fmla="*/ 156 h 496"/>
                <a:gd name="T70" fmla="*/ 258 w 516"/>
                <a:gd name="T71" fmla="*/ 36 h 496"/>
                <a:gd name="T72" fmla="*/ 316 w 516"/>
                <a:gd name="T73" fmla="*/ 156 h 496"/>
                <a:gd name="T74" fmla="*/ 344 w 516"/>
                <a:gd name="T75" fmla="*/ 177 h 496"/>
                <a:gd name="T76" fmla="*/ 477 w 516"/>
                <a:gd name="T77" fmla="*/ 196 h 496"/>
                <a:gd name="T78" fmla="*/ 379 w 516"/>
                <a:gd name="T79" fmla="*/ 294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6" h="496">
                  <a:moveTo>
                    <a:pt x="512" y="185"/>
                  </a:moveTo>
                  <a:cubicBezTo>
                    <a:pt x="508" y="172"/>
                    <a:pt x="496" y="163"/>
                    <a:pt x="483" y="161"/>
                  </a:cubicBezTo>
                  <a:cubicBezTo>
                    <a:pt x="349" y="141"/>
                    <a:pt x="349" y="141"/>
                    <a:pt x="349" y="141"/>
                  </a:cubicBezTo>
                  <a:cubicBezTo>
                    <a:pt x="291" y="21"/>
                    <a:pt x="291" y="21"/>
                    <a:pt x="291" y="21"/>
                  </a:cubicBezTo>
                  <a:cubicBezTo>
                    <a:pt x="285" y="8"/>
                    <a:pt x="272" y="0"/>
                    <a:pt x="258" y="0"/>
                  </a:cubicBezTo>
                  <a:cubicBezTo>
                    <a:pt x="244" y="0"/>
                    <a:pt x="231" y="8"/>
                    <a:pt x="225" y="21"/>
                  </a:cubicBezTo>
                  <a:cubicBezTo>
                    <a:pt x="167" y="141"/>
                    <a:pt x="167" y="141"/>
                    <a:pt x="167" y="141"/>
                  </a:cubicBezTo>
                  <a:cubicBezTo>
                    <a:pt x="33" y="161"/>
                    <a:pt x="33" y="161"/>
                    <a:pt x="33" y="161"/>
                  </a:cubicBezTo>
                  <a:cubicBezTo>
                    <a:pt x="20" y="163"/>
                    <a:pt x="8" y="172"/>
                    <a:pt x="4" y="185"/>
                  </a:cubicBezTo>
                  <a:cubicBezTo>
                    <a:pt x="0" y="198"/>
                    <a:pt x="3" y="212"/>
                    <a:pt x="13" y="221"/>
                  </a:cubicBezTo>
                  <a:cubicBezTo>
                    <a:pt x="110" y="319"/>
                    <a:pt x="110" y="319"/>
                    <a:pt x="110" y="319"/>
                  </a:cubicBezTo>
                  <a:cubicBezTo>
                    <a:pt x="88" y="454"/>
                    <a:pt x="88" y="454"/>
                    <a:pt x="88" y="454"/>
                  </a:cubicBezTo>
                  <a:cubicBezTo>
                    <a:pt x="85" y="468"/>
                    <a:pt x="91" y="481"/>
                    <a:pt x="103" y="489"/>
                  </a:cubicBezTo>
                  <a:cubicBezTo>
                    <a:pt x="109" y="494"/>
                    <a:pt x="116" y="496"/>
                    <a:pt x="124" y="496"/>
                  </a:cubicBezTo>
                  <a:cubicBezTo>
                    <a:pt x="130" y="496"/>
                    <a:pt x="136" y="494"/>
                    <a:pt x="142" y="492"/>
                  </a:cubicBezTo>
                  <a:cubicBezTo>
                    <a:pt x="258" y="429"/>
                    <a:pt x="258" y="429"/>
                    <a:pt x="258" y="429"/>
                  </a:cubicBezTo>
                  <a:cubicBezTo>
                    <a:pt x="374" y="492"/>
                    <a:pt x="374" y="492"/>
                    <a:pt x="374" y="492"/>
                  </a:cubicBezTo>
                  <a:cubicBezTo>
                    <a:pt x="380" y="494"/>
                    <a:pt x="386" y="496"/>
                    <a:pt x="392" y="496"/>
                  </a:cubicBezTo>
                  <a:cubicBezTo>
                    <a:pt x="400" y="496"/>
                    <a:pt x="407" y="494"/>
                    <a:pt x="413" y="489"/>
                  </a:cubicBezTo>
                  <a:cubicBezTo>
                    <a:pt x="425" y="481"/>
                    <a:pt x="431" y="468"/>
                    <a:pt x="428" y="454"/>
                  </a:cubicBezTo>
                  <a:cubicBezTo>
                    <a:pt x="406" y="319"/>
                    <a:pt x="406" y="319"/>
                    <a:pt x="406" y="319"/>
                  </a:cubicBezTo>
                  <a:cubicBezTo>
                    <a:pt x="504" y="221"/>
                    <a:pt x="504" y="221"/>
                    <a:pt x="504" y="221"/>
                  </a:cubicBezTo>
                  <a:cubicBezTo>
                    <a:pt x="513" y="212"/>
                    <a:pt x="516" y="198"/>
                    <a:pt x="512" y="185"/>
                  </a:cubicBezTo>
                  <a:close/>
                  <a:moveTo>
                    <a:pt x="379" y="294"/>
                  </a:moveTo>
                  <a:cubicBezTo>
                    <a:pt x="371" y="302"/>
                    <a:pt x="368" y="313"/>
                    <a:pt x="369" y="325"/>
                  </a:cubicBezTo>
                  <a:cubicBezTo>
                    <a:pt x="392" y="460"/>
                    <a:pt x="392" y="460"/>
                    <a:pt x="392" y="460"/>
                  </a:cubicBezTo>
                  <a:cubicBezTo>
                    <a:pt x="276" y="397"/>
                    <a:pt x="276" y="397"/>
                    <a:pt x="276" y="397"/>
                  </a:cubicBezTo>
                  <a:cubicBezTo>
                    <a:pt x="270" y="394"/>
                    <a:pt x="264" y="393"/>
                    <a:pt x="258" y="393"/>
                  </a:cubicBezTo>
                  <a:cubicBezTo>
                    <a:pt x="252" y="393"/>
                    <a:pt x="246" y="394"/>
                    <a:pt x="240" y="397"/>
                  </a:cubicBezTo>
                  <a:cubicBezTo>
                    <a:pt x="124" y="460"/>
                    <a:pt x="124" y="460"/>
                    <a:pt x="124" y="460"/>
                  </a:cubicBezTo>
                  <a:cubicBezTo>
                    <a:pt x="147" y="325"/>
                    <a:pt x="147" y="325"/>
                    <a:pt x="147" y="325"/>
                  </a:cubicBezTo>
                  <a:cubicBezTo>
                    <a:pt x="148" y="313"/>
                    <a:pt x="145" y="302"/>
                    <a:pt x="137" y="294"/>
                  </a:cubicBezTo>
                  <a:cubicBezTo>
                    <a:pt x="39" y="196"/>
                    <a:pt x="39" y="196"/>
                    <a:pt x="39" y="196"/>
                  </a:cubicBezTo>
                  <a:cubicBezTo>
                    <a:pt x="172" y="176"/>
                    <a:pt x="172" y="176"/>
                    <a:pt x="172" y="176"/>
                  </a:cubicBezTo>
                  <a:cubicBezTo>
                    <a:pt x="184" y="175"/>
                    <a:pt x="195" y="167"/>
                    <a:pt x="200" y="156"/>
                  </a:cubicBezTo>
                  <a:cubicBezTo>
                    <a:pt x="258" y="36"/>
                    <a:pt x="258" y="36"/>
                    <a:pt x="258" y="36"/>
                  </a:cubicBezTo>
                  <a:cubicBezTo>
                    <a:pt x="316" y="156"/>
                    <a:pt x="316" y="156"/>
                    <a:pt x="316" y="156"/>
                  </a:cubicBezTo>
                  <a:cubicBezTo>
                    <a:pt x="321" y="167"/>
                    <a:pt x="332" y="175"/>
                    <a:pt x="344" y="177"/>
                  </a:cubicBezTo>
                  <a:cubicBezTo>
                    <a:pt x="477" y="196"/>
                    <a:pt x="477" y="196"/>
                    <a:pt x="477" y="196"/>
                  </a:cubicBezTo>
                  <a:lnTo>
                    <a:pt x="379"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8"/>
            <p:cNvSpPr>
              <a:spLocks noEditPoints="1"/>
            </p:cNvSpPr>
            <p:nvPr/>
          </p:nvSpPr>
          <p:spPr bwMode="auto">
            <a:xfrm>
              <a:off x="10762048" y="1880545"/>
              <a:ext cx="560865" cy="554908"/>
            </a:xfrm>
            <a:custGeom>
              <a:avLst/>
              <a:gdLst>
                <a:gd name="T0" fmla="*/ 501 w 518"/>
                <a:gd name="T1" fmla="*/ 453 h 512"/>
                <a:gd name="T2" fmla="*/ 352 w 518"/>
                <a:gd name="T3" fmla="*/ 394 h 512"/>
                <a:gd name="T4" fmla="*/ 413 w 518"/>
                <a:gd name="T5" fmla="*/ 263 h 512"/>
                <a:gd name="T6" fmla="*/ 373 w 518"/>
                <a:gd name="T7" fmla="*/ 54 h 512"/>
                <a:gd name="T8" fmla="*/ 259 w 518"/>
                <a:gd name="T9" fmla="*/ 0 h 512"/>
                <a:gd name="T10" fmla="*/ 145 w 518"/>
                <a:gd name="T11" fmla="*/ 54 h 512"/>
                <a:gd name="T12" fmla="*/ 105 w 518"/>
                <a:gd name="T13" fmla="*/ 263 h 512"/>
                <a:gd name="T14" fmla="*/ 166 w 518"/>
                <a:gd name="T15" fmla="*/ 394 h 512"/>
                <a:gd name="T16" fmla="*/ 17 w 518"/>
                <a:gd name="T17" fmla="*/ 453 h 512"/>
                <a:gd name="T18" fmla="*/ 4 w 518"/>
                <a:gd name="T19" fmla="*/ 489 h 512"/>
                <a:gd name="T20" fmla="*/ 35 w 518"/>
                <a:gd name="T21" fmla="*/ 512 h 512"/>
                <a:gd name="T22" fmla="*/ 483 w 518"/>
                <a:gd name="T23" fmla="*/ 512 h 512"/>
                <a:gd name="T24" fmla="*/ 514 w 518"/>
                <a:gd name="T25" fmla="*/ 489 h 512"/>
                <a:gd name="T26" fmla="*/ 501 w 518"/>
                <a:gd name="T27" fmla="*/ 453 h 512"/>
                <a:gd name="T28" fmla="*/ 327 w 518"/>
                <a:gd name="T29" fmla="*/ 374 h 512"/>
                <a:gd name="T30" fmla="*/ 322 w 518"/>
                <a:gd name="T31" fmla="*/ 381 h 512"/>
                <a:gd name="T32" fmla="*/ 196 w 518"/>
                <a:gd name="T33" fmla="*/ 381 h 512"/>
                <a:gd name="T34" fmla="*/ 191 w 518"/>
                <a:gd name="T35" fmla="*/ 374 h 512"/>
                <a:gd name="T36" fmla="*/ 134 w 518"/>
                <a:gd name="T37" fmla="*/ 172 h 512"/>
                <a:gd name="T38" fmla="*/ 259 w 518"/>
                <a:gd name="T39" fmla="*/ 32 h 512"/>
                <a:gd name="T40" fmla="*/ 384 w 518"/>
                <a:gd name="T41" fmla="*/ 172 h 512"/>
                <a:gd name="T42" fmla="*/ 327 w 518"/>
                <a:gd name="T43" fmla="*/ 374 h 512"/>
                <a:gd name="T44" fmla="*/ 35 w 518"/>
                <a:gd name="T45" fmla="*/ 480 h 512"/>
                <a:gd name="T46" fmla="*/ 172 w 518"/>
                <a:gd name="T47" fmla="*/ 425 h 512"/>
                <a:gd name="T48" fmla="*/ 212 w 518"/>
                <a:gd name="T49" fmla="*/ 417 h 512"/>
                <a:gd name="T50" fmla="*/ 259 w 518"/>
                <a:gd name="T51" fmla="*/ 432 h 512"/>
                <a:gd name="T52" fmla="*/ 306 w 518"/>
                <a:gd name="T53" fmla="*/ 417 h 512"/>
                <a:gd name="T54" fmla="*/ 346 w 518"/>
                <a:gd name="T55" fmla="*/ 425 h 512"/>
                <a:gd name="T56" fmla="*/ 483 w 518"/>
                <a:gd name="T57" fmla="*/ 480 h 512"/>
                <a:gd name="T58" fmla="*/ 35 w 518"/>
                <a:gd name="T5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8" h="512">
                  <a:moveTo>
                    <a:pt x="501" y="453"/>
                  </a:moveTo>
                  <a:cubicBezTo>
                    <a:pt x="498" y="451"/>
                    <a:pt x="439" y="413"/>
                    <a:pt x="352" y="394"/>
                  </a:cubicBezTo>
                  <a:cubicBezTo>
                    <a:pt x="384" y="354"/>
                    <a:pt x="405" y="300"/>
                    <a:pt x="413" y="263"/>
                  </a:cubicBezTo>
                  <a:cubicBezTo>
                    <a:pt x="425" y="213"/>
                    <a:pt x="421" y="116"/>
                    <a:pt x="373" y="54"/>
                  </a:cubicBezTo>
                  <a:cubicBezTo>
                    <a:pt x="345" y="19"/>
                    <a:pt x="305" y="0"/>
                    <a:pt x="259" y="0"/>
                  </a:cubicBezTo>
                  <a:cubicBezTo>
                    <a:pt x="213" y="0"/>
                    <a:pt x="173" y="19"/>
                    <a:pt x="145" y="54"/>
                  </a:cubicBezTo>
                  <a:cubicBezTo>
                    <a:pt x="97" y="116"/>
                    <a:pt x="93" y="213"/>
                    <a:pt x="105" y="263"/>
                  </a:cubicBezTo>
                  <a:cubicBezTo>
                    <a:pt x="113" y="300"/>
                    <a:pt x="134" y="354"/>
                    <a:pt x="166" y="394"/>
                  </a:cubicBezTo>
                  <a:cubicBezTo>
                    <a:pt x="79" y="413"/>
                    <a:pt x="20" y="451"/>
                    <a:pt x="17" y="453"/>
                  </a:cubicBezTo>
                  <a:cubicBezTo>
                    <a:pt x="6" y="461"/>
                    <a:pt x="0" y="476"/>
                    <a:pt x="4" y="489"/>
                  </a:cubicBezTo>
                  <a:cubicBezTo>
                    <a:pt x="8" y="503"/>
                    <a:pt x="21" y="512"/>
                    <a:pt x="35" y="512"/>
                  </a:cubicBezTo>
                  <a:cubicBezTo>
                    <a:pt x="483" y="512"/>
                    <a:pt x="483" y="512"/>
                    <a:pt x="483" y="512"/>
                  </a:cubicBezTo>
                  <a:cubicBezTo>
                    <a:pt x="497" y="512"/>
                    <a:pt x="510" y="503"/>
                    <a:pt x="514" y="489"/>
                  </a:cubicBezTo>
                  <a:cubicBezTo>
                    <a:pt x="518" y="476"/>
                    <a:pt x="512" y="461"/>
                    <a:pt x="501" y="453"/>
                  </a:cubicBezTo>
                  <a:close/>
                  <a:moveTo>
                    <a:pt x="327" y="374"/>
                  </a:moveTo>
                  <a:cubicBezTo>
                    <a:pt x="322" y="381"/>
                    <a:pt x="322" y="381"/>
                    <a:pt x="322" y="381"/>
                  </a:cubicBezTo>
                  <a:cubicBezTo>
                    <a:pt x="284" y="425"/>
                    <a:pt x="234" y="425"/>
                    <a:pt x="196" y="381"/>
                  </a:cubicBezTo>
                  <a:cubicBezTo>
                    <a:pt x="191" y="374"/>
                    <a:pt x="191" y="374"/>
                    <a:pt x="191" y="374"/>
                  </a:cubicBezTo>
                  <a:cubicBezTo>
                    <a:pt x="146" y="318"/>
                    <a:pt x="124" y="243"/>
                    <a:pt x="134" y="172"/>
                  </a:cubicBezTo>
                  <a:cubicBezTo>
                    <a:pt x="142" y="104"/>
                    <a:pt x="182" y="32"/>
                    <a:pt x="259" y="32"/>
                  </a:cubicBezTo>
                  <a:cubicBezTo>
                    <a:pt x="336" y="32"/>
                    <a:pt x="376" y="104"/>
                    <a:pt x="384" y="172"/>
                  </a:cubicBezTo>
                  <a:cubicBezTo>
                    <a:pt x="394" y="243"/>
                    <a:pt x="372" y="318"/>
                    <a:pt x="327" y="374"/>
                  </a:cubicBezTo>
                  <a:close/>
                  <a:moveTo>
                    <a:pt x="35" y="480"/>
                  </a:moveTo>
                  <a:cubicBezTo>
                    <a:pt x="37" y="479"/>
                    <a:pt x="91" y="443"/>
                    <a:pt x="172" y="425"/>
                  </a:cubicBezTo>
                  <a:cubicBezTo>
                    <a:pt x="212" y="417"/>
                    <a:pt x="212" y="417"/>
                    <a:pt x="212" y="417"/>
                  </a:cubicBezTo>
                  <a:cubicBezTo>
                    <a:pt x="226" y="426"/>
                    <a:pt x="242" y="432"/>
                    <a:pt x="259" y="432"/>
                  </a:cubicBezTo>
                  <a:cubicBezTo>
                    <a:pt x="276" y="432"/>
                    <a:pt x="292" y="426"/>
                    <a:pt x="306" y="417"/>
                  </a:cubicBezTo>
                  <a:cubicBezTo>
                    <a:pt x="346" y="425"/>
                    <a:pt x="346" y="425"/>
                    <a:pt x="346" y="425"/>
                  </a:cubicBezTo>
                  <a:cubicBezTo>
                    <a:pt x="426" y="443"/>
                    <a:pt x="480" y="478"/>
                    <a:pt x="483" y="480"/>
                  </a:cubicBezTo>
                  <a:lnTo>
                    <a:pt x="35" y="4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5" name="组合 104"/>
          <p:cNvGrpSpPr/>
          <p:nvPr/>
        </p:nvGrpSpPr>
        <p:grpSpPr>
          <a:xfrm>
            <a:off x="826089" y="3227612"/>
            <a:ext cx="10535315" cy="559490"/>
            <a:chOff x="837544" y="2579106"/>
            <a:chExt cx="10535315" cy="559490"/>
          </a:xfrm>
          <a:solidFill>
            <a:schemeClr val="accent1"/>
          </a:solidFill>
        </p:grpSpPr>
        <p:sp>
          <p:nvSpPr>
            <p:cNvPr id="39" name="Freeform 5"/>
            <p:cNvSpPr>
              <a:spLocks noEditPoints="1"/>
            </p:cNvSpPr>
            <p:nvPr/>
          </p:nvSpPr>
          <p:spPr bwMode="auto">
            <a:xfrm>
              <a:off x="8428455" y="2599955"/>
              <a:ext cx="517334" cy="517792"/>
            </a:xfrm>
            <a:custGeom>
              <a:avLst/>
              <a:gdLst>
                <a:gd name="T0" fmla="*/ 456 w 478"/>
                <a:gd name="T1" fmla="*/ 478 h 478"/>
                <a:gd name="T2" fmla="*/ 478 w 478"/>
                <a:gd name="T3" fmla="*/ 22 h 478"/>
                <a:gd name="T4" fmla="*/ 22 w 478"/>
                <a:gd name="T5" fmla="*/ 0 h 478"/>
                <a:gd name="T6" fmla="*/ 0 w 478"/>
                <a:gd name="T7" fmla="*/ 456 h 478"/>
                <a:gd name="T8" fmla="*/ 15 w 478"/>
                <a:gd name="T9" fmla="*/ 22 h 478"/>
                <a:gd name="T10" fmla="*/ 456 w 478"/>
                <a:gd name="T11" fmla="*/ 15 h 478"/>
                <a:gd name="T12" fmla="*/ 463 w 478"/>
                <a:gd name="T13" fmla="*/ 456 h 478"/>
                <a:gd name="T14" fmla="*/ 22 w 478"/>
                <a:gd name="T15" fmla="*/ 463 h 478"/>
                <a:gd name="T16" fmla="*/ 15 w 478"/>
                <a:gd name="T17" fmla="*/ 22 h 478"/>
                <a:gd name="T18" fmla="*/ 62 w 478"/>
                <a:gd name="T19" fmla="*/ 425 h 478"/>
                <a:gd name="T20" fmla="*/ 214 w 478"/>
                <a:gd name="T21" fmla="*/ 379 h 478"/>
                <a:gd name="T22" fmla="*/ 366 w 478"/>
                <a:gd name="T23" fmla="*/ 225 h 478"/>
                <a:gd name="T24" fmla="*/ 421 w 478"/>
                <a:gd name="T25" fmla="*/ 138 h 478"/>
                <a:gd name="T26" fmla="*/ 310 w 478"/>
                <a:gd name="T27" fmla="*/ 59 h 478"/>
                <a:gd name="T28" fmla="*/ 253 w 478"/>
                <a:gd name="T29" fmla="*/ 116 h 478"/>
                <a:gd name="T30" fmla="*/ 100 w 478"/>
                <a:gd name="T31" fmla="*/ 271 h 478"/>
                <a:gd name="T32" fmla="*/ 54 w 478"/>
                <a:gd name="T33" fmla="*/ 423 h 478"/>
                <a:gd name="T34" fmla="*/ 259 w 478"/>
                <a:gd name="T35" fmla="*/ 131 h 478"/>
                <a:gd name="T36" fmla="*/ 148 w 478"/>
                <a:gd name="T37" fmla="*/ 275 h 478"/>
                <a:gd name="T38" fmla="*/ 259 w 478"/>
                <a:gd name="T39" fmla="*/ 131 h 478"/>
                <a:gd name="T40" fmla="*/ 286 w 478"/>
                <a:gd name="T41" fmla="*/ 157 h 478"/>
                <a:gd name="T42" fmla="*/ 191 w 478"/>
                <a:gd name="T43" fmla="*/ 321 h 478"/>
                <a:gd name="T44" fmla="*/ 157 w 478"/>
                <a:gd name="T45" fmla="*/ 286 h 478"/>
                <a:gd name="T46" fmla="*/ 211 w 478"/>
                <a:gd name="T47" fmla="*/ 361 h 478"/>
                <a:gd name="T48" fmla="*/ 332 w 478"/>
                <a:gd name="T49" fmla="*/ 204 h 478"/>
                <a:gd name="T50" fmla="*/ 112 w 478"/>
                <a:gd name="T51" fmla="*/ 282 h 478"/>
                <a:gd name="T52" fmla="*/ 142 w 478"/>
                <a:gd name="T53" fmla="*/ 329 h 478"/>
                <a:gd name="T54" fmla="*/ 189 w 478"/>
                <a:gd name="T55" fmla="*/ 336 h 478"/>
                <a:gd name="T56" fmla="*/ 71 w 478"/>
                <a:gd name="T57" fmla="*/ 407 h 478"/>
                <a:gd name="T58" fmla="*/ 320 w 478"/>
                <a:gd name="T59" fmla="*/ 70 h 478"/>
                <a:gd name="T60" fmla="*/ 410 w 478"/>
                <a:gd name="T61" fmla="*/ 148 h 478"/>
                <a:gd name="T62" fmla="*/ 360 w 478"/>
                <a:gd name="T63" fmla="*/ 210 h 478"/>
                <a:gd name="T64" fmla="*/ 320 w 478"/>
                <a:gd name="T65" fmla="*/ 7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8" h="478">
                  <a:moveTo>
                    <a:pt x="22" y="478"/>
                  </a:moveTo>
                  <a:cubicBezTo>
                    <a:pt x="456" y="478"/>
                    <a:pt x="456" y="478"/>
                    <a:pt x="456" y="478"/>
                  </a:cubicBezTo>
                  <a:cubicBezTo>
                    <a:pt x="468" y="478"/>
                    <a:pt x="478" y="468"/>
                    <a:pt x="478" y="456"/>
                  </a:cubicBezTo>
                  <a:cubicBezTo>
                    <a:pt x="478" y="22"/>
                    <a:pt x="478" y="22"/>
                    <a:pt x="478" y="22"/>
                  </a:cubicBezTo>
                  <a:cubicBezTo>
                    <a:pt x="478" y="10"/>
                    <a:pt x="468" y="0"/>
                    <a:pt x="456" y="0"/>
                  </a:cubicBezTo>
                  <a:cubicBezTo>
                    <a:pt x="22" y="0"/>
                    <a:pt x="22" y="0"/>
                    <a:pt x="22" y="0"/>
                  </a:cubicBezTo>
                  <a:cubicBezTo>
                    <a:pt x="10" y="0"/>
                    <a:pt x="0" y="10"/>
                    <a:pt x="0" y="22"/>
                  </a:cubicBezTo>
                  <a:cubicBezTo>
                    <a:pt x="0" y="456"/>
                    <a:pt x="0" y="456"/>
                    <a:pt x="0" y="456"/>
                  </a:cubicBezTo>
                  <a:cubicBezTo>
                    <a:pt x="0" y="468"/>
                    <a:pt x="10" y="478"/>
                    <a:pt x="22" y="478"/>
                  </a:cubicBezTo>
                  <a:close/>
                  <a:moveTo>
                    <a:pt x="15" y="22"/>
                  </a:moveTo>
                  <a:cubicBezTo>
                    <a:pt x="15" y="18"/>
                    <a:pt x="18" y="15"/>
                    <a:pt x="22" y="15"/>
                  </a:cubicBezTo>
                  <a:cubicBezTo>
                    <a:pt x="456" y="15"/>
                    <a:pt x="456" y="15"/>
                    <a:pt x="456" y="15"/>
                  </a:cubicBezTo>
                  <a:cubicBezTo>
                    <a:pt x="460" y="15"/>
                    <a:pt x="463" y="18"/>
                    <a:pt x="463" y="22"/>
                  </a:cubicBezTo>
                  <a:cubicBezTo>
                    <a:pt x="463" y="456"/>
                    <a:pt x="463" y="456"/>
                    <a:pt x="463" y="456"/>
                  </a:cubicBezTo>
                  <a:cubicBezTo>
                    <a:pt x="463" y="460"/>
                    <a:pt x="460" y="463"/>
                    <a:pt x="456" y="463"/>
                  </a:cubicBezTo>
                  <a:cubicBezTo>
                    <a:pt x="22" y="463"/>
                    <a:pt x="22" y="463"/>
                    <a:pt x="22" y="463"/>
                  </a:cubicBezTo>
                  <a:cubicBezTo>
                    <a:pt x="18" y="463"/>
                    <a:pt x="15" y="460"/>
                    <a:pt x="15" y="456"/>
                  </a:cubicBezTo>
                  <a:lnTo>
                    <a:pt x="15" y="22"/>
                  </a:lnTo>
                  <a:close/>
                  <a:moveTo>
                    <a:pt x="60" y="426"/>
                  </a:moveTo>
                  <a:cubicBezTo>
                    <a:pt x="60" y="426"/>
                    <a:pt x="61" y="426"/>
                    <a:pt x="62" y="425"/>
                  </a:cubicBezTo>
                  <a:cubicBezTo>
                    <a:pt x="211" y="381"/>
                    <a:pt x="211" y="381"/>
                    <a:pt x="211" y="381"/>
                  </a:cubicBezTo>
                  <a:cubicBezTo>
                    <a:pt x="213" y="381"/>
                    <a:pt x="214" y="380"/>
                    <a:pt x="214" y="379"/>
                  </a:cubicBezTo>
                  <a:cubicBezTo>
                    <a:pt x="365" y="226"/>
                    <a:pt x="365" y="226"/>
                    <a:pt x="365" y="226"/>
                  </a:cubicBezTo>
                  <a:cubicBezTo>
                    <a:pt x="366" y="226"/>
                    <a:pt x="366" y="226"/>
                    <a:pt x="366" y="225"/>
                  </a:cubicBezTo>
                  <a:cubicBezTo>
                    <a:pt x="421" y="171"/>
                    <a:pt x="421" y="171"/>
                    <a:pt x="421" y="171"/>
                  </a:cubicBezTo>
                  <a:cubicBezTo>
                    <a:pt x="430" y="161"/>
                    <a:pt x="430" y="147"/>
                    <a:pt x="421" y="138"/>
                  </a:cubicBezTo>
                  <a:cubicBezTo>
                    <a:pt x="343" y="59"/>
                    <a:pt x="343" y="59"/>
                    <a:pt x="343" y="59"/>
                  </a:cubicBezTo>
                  <a:cubicBezTo>
                    <a:pt x="333" y="50"/>
                    <a:pt x="319" y="50"/>
                    <a:pt x="310" y="59"/>
                  </a:cubicBezTo>
                  <a:cubicBezTo>
                    <a:pt x="254" y="115"/>
                    <a:pt x="254" y="115"/>
                    <a:pt x="254" y="115"/>
                  </a:cubicBezTo>
                  <a:cubicBezTo>
                    <a:pt x="253" y="116"/>
                    <a:pt x="253" y="116"/>
                    <a:pt x="253" y="116"/>
                  </a:cubicBezTo>
                  <a:cubicBezTo>
                    <a:pt x="102" y="268"/>
                    <a:pt x="102" y="268"/>
                    <a:pt x="102" y="268"/>
                  </a:cubicBezTo>
                  <a:cubicBezTo>
                    <a:pt x="101" y="269"/>
                    <a:pt x="100" y="270"/>
                    <a:pt x="100" y="271"/>
                  </a:cubicBezTo>
                  <a:cubicBezTo>
                    <a:pt x="53" y="416"/>
                    <a:pt x="53" y="416"/>
                    <a:pt x="53" y="416"/>
                  </a:cubicBezTo>
                  <a:cubicBezTo>
                    <a:pt x="52" y="419"/>
                    <a:pt x="52" y="421"/>
                    <a:pt x="54" y="423"/>
                  </a:cubicBezTo>
                  <a:cubicBezTo>
                    <a:pt x="56" y="425"/>
                    <a:pt x="58" y="426"/>
                    <a:pt x="60" y="426"/>
                  </a:cubicBezTo>
                  <a:close/>
                  <a:moveTo>
                    <a:pt x="259" y="131"/>
                  </a:moveTo>
                  <a:cubicBezTo>
                    <a:pt x="275" y="147"/>
                    <a:pt x="275" y="147"/>
                    <a:pt x="275" y="147"/>
                  </a:cubicBezTo>
                  <a:cubicBezTo>
                    <a:pt x="148" y="275"/>
                    <a:pt x="148" y="275"/>
                    <a:pt x="148" y="275"/>
                  </a:cubicBezTo>
                  <a:cubicBezTo>
                    <a:pt x="122" y="269"/>
                    <a:pt x="122" y="269"/>
                    <a:pt x="122" y="269"/>
                  </a:cubicBezTo>
                  <a:lnTo>
                    <a:pt x="259" y="131"/>
                  </a:lnTo>
                  <a:close/>
                  <a:moveTo>
                    <a:pt x="157" y="286"/>
                  </a:moveTo>
                  <a:cubicBezTo>
                    <a:pt x="286" y="157"/>
                    <a:pt x="286" y="157"/>
                    <a:pt x="286" y="157"/>
                  </a:cubicBezTo>
                  <a:cubicBezTo>
                    <a:pt x="322" y="194"/>
                    <a:pt x="322" y="194"/>
                    <a:pt x="322" y="194"/>
                  </a:cubicBezTo>
                  <a:cubicBezTo>
                    <a:pt x="191" y="321"/>
                    <a:pt x="191" y="321"/>
                    <a:pt x="191" y="321"/>
                  </a:cubicBezTo>
                  <a:cubicBezTo>
                    <a:pt x="157" y="321"/>
                    <a:pt x="157" y="321"/>
                    <a:pt x="157" y="321"/>
                  </a:cubicBezTo>
                  <a:lnTo>
                    <a:pt x="157" y="286"/>
                  </a:lnTo>
                  <a:close/>
                  <a:moveTo>
                    <a:pt x="349" y="221"/>
                  </a:moveTo>
                  <a:cubicBezTo>
                    <a:pt x="211" y="361"/>
                    <a:pt x="211" y="361"/>
                    <a:pt x="211" y="361"/>
                  </a:cubicBezTo>
                  <a:cubicBezTo>
                    <a:pt x="203" y="331"/>
                    <a:pt x="203" y="331"/>
                    <a:pt x="203" y="331"/>
                  </a:cubicBezTo>
                  <a:cubicBezTo>
                    <a:pt x="332" y="204"/>
                    <a:pt x="332" y="204"/>
                    <a:pt x="332" y="204"/>
                  </a:cubicBezTo>
                  <a:lnTo>
                    <a:pt x="349" y="221"/>
                  </a:lnTo>
                  <a:close/>
                  <a:moveTo>
                    <a:pt x="112" y="282"/>
                  </a:moveTo>
                  <a:cubicBezTo>
                    <a:pt x="142" y="289"/>
                    <a:pt x="142" y="289"/>
                    <a:pt x="142" y="289"/>
                  </a:cubicBezTo>
                  <a:cubicBezTo>
                    <a:pt x="142" y="329"/>
                    <a:pt x="142" y="329"/>
                    <a:pt x="142" y="329"/>
                  </a:cubicBezTo>
                  <a:cubicBezTo>
                    <a:pt x="142" y="333"/>
                    <a:pt x="145" y="336"/>
                    <a:pt x="149" y="336"/>
                  </a:cubicBezTo>
                  <a:cubicBezTo>
                    <a:pt x="189" y="336"/>
                    <a:pt x="189" y="336"/>
                    <a:pt x="189" y="336"/>
                  </a:cubicBezTo>
                  <a:cubicBezTo>
                    <a:pt x="198" y="369"/>
                    <a:pt x="198" y="369"/>
                    <a:pt x="198" y="369"/>
                  </a:cubicBezTo>
                  <a:cubicBezTo>
                    <a:pt x="71" y="407"/>
                    <a:pt x="71" y="407"/>
                    <a:pt x="71" y="407"/>
                  </a:cubicBezTo>
                  <a:lnTo>
                    <a:pt x="112" y="282"/>
                  </a:lnTo>
                  <a:close/>
                  <a:moveTo>
                    <a:pt x="320" y="70"/>
                  </a:moveTo>
                  <a:cubicBezTo>
                    <a:pt x="323" y="67"/>
                    <a:pt x="329" y="67"/>
                    <a:pt x="332" y="70"/>
                  </a:cubicBezTo>
                  <a:cubicBezTo>
                    <a:pt x="410" y="148"/>
                    <a:pt x="410" y="148"/>
                    <a:pt x="410" y="148"/>
                  </a:cubicBezTo>
                  <a:cubicBezTo>
                    <a:pt x="413" y="151"/>
                    <a:pt x="413" y="157"/>
                    <a:pt x="410" y="160"/>
                  </a:cubicBezTo>
                  <a:cubicBezTo>
                    <a:pt x="360" y="210"/>
                    <a:pt x="360" y="210"/>
                    <a:pt x="360" y="210"/>
                  </a:cubicBezTo>
                  <a:cubicBezTo>
                    <a:pt x="270" y="120"/>
                    <a:pt x="270" y="120"/>
                    <a:pt x="270" y="120"/>
                  </a:cubicBezTo>
                  <a:lnTo>
                    <a:pt x="320" y="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6"/>
            <p:cNvSpPr>
              <a:spLocks noEditPoints="1"/>
            </p:cNvSpPr>
            <p:nvPr/>
          </p:nvSpPr>
          <p:spPr bwMode="auto">
            <a:xfrm>
              <a:off x="9518959" y="2599955"/>
              <a:ext cx="665798" cy="517792"/>
            </a:xfrm>
            <a:custGeom>
              <a:avLst/>
              <a:gdLst>
                <a:gd name="T0" fmla="*/ 140 w 615"/>
                <a:gd name="T1" fmla="*/ 477 h 478"/>
                <a:gd name="T2" fmla="*/ 145 w 615"/>
                <a:gd name="T3" fmla="*/ 478 h 478"/>
                <a:gd name="T4" fmla="*/ 470 w 615"/>
                <a:gd name="T5" fmla="*/ 478 h 478"/>
                <a:gd name="T6" fmla="*/ 475 w 615"/>
                <a:gd name="T7" fmla="*/ 477 h 478"/>
                <a:gd name="T8" fmla="*/ 610 w 615"/>
                <a:gd name="T9" fmla="*/ 395 h 478"/>
                <a:gd name="T10" fmla="*/ 539 w 615"/>
                <a:gd name="T11" fmla="*/ 125 h 478"/>
                <a:gd name="T12" fmla="*/ 528 w 615"/>
                <a:gd name="T13" fmla="*/ 121 h 478"/>
                <a:gd name="T14" fmla="*/ 451 w 615"/>
                <a:gd name="T15" fmla="*/ 172 h 478"/>
                <a:gd name="T16" fmla="*/ 527 w 615"/>
                <a:gd name="T17" fmla="*/ 138 h 478"/>
                <a:gd name="T18" fmla="*/ 478 w 615"/>
                <a:gd name="T19" fmla="*/ 458 h 478"/>
                <a:gd name="T20" fmla="*/ 441 w 615"/>
                <a:gd name="T21" fmla="*/ 224 h 478"/>
                <a:gd name="T22" fmla="*/ 463 w 615"/>
                <a:gd name="T23" fmla="*/ 461 h 478"/>
                <a:gd name="T24" fmla="*/ 315 w 615"/>
                <a:gd name="T25" fmla="*/ 379 h 478"/>
                <a:gd name="T26" fmla="*/ 300 w 615"/>
                <a:gd name="T27" fmla="*/ 379 h 478"/>
                <a:gd name="T28" fmla="*/ 152 w 615"/>
                <a:gd name="T29" fmla="*/ 461 h 478"/>
                <a:gd name="T30" fmla="*/ 174 w 615"/>
                <a:gd name="T31" fmla="*/ 224 h 478"/>
                <a:gd name="T32" fmla="*/ 137 w 615"/>
                <a:gd name="T33" fmla="*/ 458 h 478"/>
                <a:gd name="T34" fmla="*/ 88 w 615"/>
                <a:gd name="T35" fmla="*/ 138 h 478"/>
                <a:gd name="T36" fmla="*/ 164 w 615"/>
                <a:gd name="T37" fmla="*/ 172 h 478"/>
                <a:gd name="T38" fmla="*/ 87 w 615"/>
                <a:gd name="T39" fmla="*/ 121 h 478"/>
                <a:gd name="T40" fmla="*/ 76 w 615"/>
                <a:gd name="T41" fmla="*/ 125 h 478"/>
                <a:gd name="T42" fmla="*/ 5 w 615"/>
                <a:gd name="T43" fmla="*/ 395 h 478"/>
                <a:gd name="T44" fmla="*/ 302 w 615"/>
                <a:gd name="T45" fmla="*/ 349 h 478"/>
                <a:gd name="T46" fmla="*/ 313 w 615"/>
                <a:gd name="T47" fmla="*/ 349 h 478"/>
                <a:gd name="T48" fmla="*/ 308 w 615"/>
                <a:gd name="T49" fmla="*/ 0 h 478"/>
                <a:gd name="T50" fmla="*/ 302 w 615"/>
                <a:gd name="T51" fmla="*/ 349 h 478"/>
                <a:gd name="T52" fmla="*/ 420 w 615"/>
                <a:gd name="T53" fmla="*/ 127 h 478"/>
                <a:gd name="T54" fmla="*/ 195 w 615"/>
                <a:gd name="T55" fmla="*/ 127 h 478"/>
                <a:gd name="T56" fmla="*/ 375 w 615"/>
                <a:gd name="T57" fmla="*/ 127 h 478"/>
                <a:gd name="T58" fmla="*/ 240 w 615"/>
                <a:gd name="T59" fmla="*/ 127 h 478"/>
                <a:gd name="T60" fmla="*/ 375 w 615"/>
                <a:gd name="T61" fmla="*/ 127 h 478"/>
                <a:gd name="T62" fmla="*/ 255 w 615"/>
                <a:gd name="T63" fmla="*/ 127 h 478"/>
                <a:gd name="T64" fmla="*/ 360 w 615"/>
                <a:gd name="T65" fmla="*/ 127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5" h="478">
                  <a:moveTo>
                    <a:pt x="139" y="477"/>
                  </a:moveTo>
                  <a:cubicBezTo>
                    <a:pt x="139" y="477"/>
                    <a:pt x="139" y="477"/>
                    <a:pt x="140" y="477"/>
                  </a:cubicBezTo>
                  <a:cubicBezTo>
                    <a:pt x="141" y="478"/>
                    <a:pt x="142" y="478"/>
                    <a:pt x="143" y="478"/>
                  </a:cubicBezTo>
                  <a:cubicBezTo>
                    <a:pt x="144" y="478"/>
                    <a:pt x="144" y="478"/>
                    <a:pt x="145" y="478"/>
                  </a:cubicBezTo>
                  <a:cubicBezTo>
                    <a:pt x="308" y="434"/>
                    <a:pt x="308" y="434"/>
                    <a:pt x="308" y="434"/>
                  </a:cubicBezTo>
                  <a:cubicBezTo>
                    <a:pt x="470" y="478"/>
                    <a:pt x="470" y="478"/>
                    <a:pt x="470" y="478"/>
                  </a:cubicBezTo>
                  <a:cubicBezTo>
                    <a:pt x="471" y="478"/>
                    <a:pt x="471" y="478"/>
                    <a:pt x="472" y="478"/>
                  </a:cubicBezTo>
                  <a:cubicBezTo>
                    <a:pt x="473" y="478"/>
                    <a:pt x="474" y="478"/>
                    <a:pt x="475" y="477"/>
                  </a:cubicBezTo>
                  <a:cubicBezTo>
                    <a:pt x="476" y="477"/>
                    <a:pt x="476" y="477"/>
                    <a:pt x="476" y="477"/>
                  </a:cubicBezTo>
                  <a:cubicBezTo>
                    <a:pt x="610" y="395"/>
                    <a:pt x="610" y="395"/>
                    <a:pt x="610" y="395"/>
                  </a:cubicBezTo>
                  <a:cubicBezTo>
                    <a:pt x="613" y="393"/>
                    <a:pt x="615" y="390"/>
                    <a:pt x="614" y="387"/>
                  </a:cubicBezTo>
                  <a:cubicBezTo>
                    <a:pt x="539" y="125"/>
                    <a:pt x="539" y="125"/>
                    <a:pt x="539" y="125"/>
                  </a:cubicBezTo>
                  <a:cubicBezTo>
                    <a:pt x="539" y="123"/>
                    <a:pt x="537" y="121"/>
                    <a:pt x="535" y="120"/>
                  </a:cubicBezTo>
                  <a:cubicBezTo>
                    <a:pt x="533" y="119"/>
                    <a:pt x="530" y="119"/>
                    <a:pt x="528" y="121"/>
                  </a:cubicBezTo>
                  <a:cubicBezTo>
                    <a:pt x="454" y="162"/>
                    <a:pt x="454" y="162"/>
                    <a:pt x="454" y="162"/>
                  </a:cubicBezTo>
                  <a:cubicBezTo>
                    <a:pt x="451" y="164"/>
                    <a:pt x="449" y="169"/>
                    <a:pt x="451" y="172"/>
                  </a:cubicBezTo>
                  <a:cubicBezTo>
                    <a:pt x="453" y="176"/>
                    <a:pt x="458" y="177"/>
                    <a:pt x="461" y="175"/>
                  </a:cubicBezTo>
                  <a:cubicBezTo>
                    <a:pt x="527" y="138"/>
                    <a:pt x="527" y="138"/>
                    <a:pt x="527" y="138"/>
                  </a:cubicBezTo>
                  <a:cubicBezTo>
                    <a:pt x="598" y="385"/>
                    <a:pt x="598" y="385"/>
                    <a:pt x="598" y="385"/>
                  </a:cubicBezTo>
                  <a:cubicBezTo>
                    <a:pt x="478" y="458"/>
                    <a:pt x="478" y="458"/>
                    <a:pt x="478" y="458"/>
                  </a:cubicBezTo>
                  <a:cubicBezTo>
                    <a:pt x="449" y="231"/>
                    <a:pt x="449" y="231"/>
                    <a:pt x="449" y="231"/>
                  </a:cubicBezTo>
                  <a:cubicBezTo>
                    <a:pt x="449" y="227"/>
                    <a:pt x="445" y="224"/>
                    <a:pt x="441" y="224"/>
                  </a:cubicBezTo>
                  <a:cubicBezTo>
                    <a:pt x="437" y="225"/>
                    <a:pt x="434" y="229"/>
                    <a:pt x="435" y="233"/>
                  </a:cubicBezTo>
                  <a:cubicBezTo>
                    <a:pt x="463" y="461"/>
                    <a:pt x="463" y="461"/>
                    <a:pt x="463" y="461"/>
                  </a:cubicBezTo>
                  <a:cubicBezTo>
                    <a:pt x="315" y="420"/>
                    <a:pt x="315" y="420"/>
                    <a:pt x="315" y="420"/>
                  </a:cubicBezTo>
                  <a:cubicBezTo>
                    <a:pt x="315" y="379"/>
                    <a:pt x="315" y="379"/>
                    <a:pt x="315" y="379"/>
                  </a:cubicBezTo>
                  <a:cubicBezTo>
                    <a:pt x="315" y="375"/>
                    <a:pt x="312" y="372"/>
                    <a:pt x="308" y="372"/>
                  </a:cubicBezTo>
                  <a:cubicBezTo>
                    <a:pt x="303" y="372"/>
                    <a:pt x="300" y="375"/>
                    <a:pt x="300" y="379"/>
                  </a:cubicBezTo>
                  <a:cubicBezTo>
                    <a:pt x="300" y="420"/>
                    <a:pt x="300" y="420"/>
                    <a:pt x="300" y="420"/>
                  </a:cubicBezTo>
                  <a:cubicBezTo>
                    <a:pt x="152" y="461"/>
                    <a:pt x="152" y="461"/>
                    <a:pt x="152" y="461"/>
                  </a:cubicBezTo>
                  <a:cubicBezTo>
                    <a:pt x="180" y="233"/>
                    <a:pt x="180" y="233"/>
                    <a:pt x="180" y="233"/>
                  </a:cubicBezTo>
                  <a:cubicBezTo>
                    <a:pt x="181" y="229"/>
                    <a:pt x="178" y="225"/>
                    <a:pt x="174" y="224"/>
                  </a:cubicBezTo>
                  <a:cubicBezTo>
                    <a:pt x="170" y="224"/>
                    <a:pt x="166" y="227"/>
                    <a:pt x="166" y="231"/>
                  </a:cubicBezTo>
                  <a:cubicBezTo>
                    <a:pt x="137" y="458"/>
                    <a:pt x="137" y="458"/>
                    <a:pt x="137" y="458"/>
                  </a:cubicBezTo>
                  <a:cubicBezTo>
                    <a:pt x="17" y="385"/>
                    <a:pt x="17" y="385"/>
                    <a:pt x="17" y="385"/>
                  </a:cubicBezTo>
                  <a:cubicBezTo>
                    <a:pt x="88" y="138"/>
                    <a:pt x="88" y="138"/>
                    <a:pt x="88" y="138"/>
                  </a:cubicBezTo>
                  <a:cubicBezTo>
                    <a:pt x="154" y="175"/>
                    <a:pt x="154" y="175"/>
                    <a:pt x="154" y="175"/>
                  </a:cubicBezTo>
                  <a:cubicBezTo>
                    <a:pt x="157" y="177"/>
                    <a:pt x="162" y="176"/>
                    <a:pt x="164" y="172"/>
                  </a:cubicBezTo>
                  <a:cubicBezTo>
                    <a:pt x="166" y="169"/>
                    <a:pt x="164" y="164"/>
                    <a:pt x="161" y="162"/>
                  </a:cubicBezTo>
                  <a:cubicBezTo>
                    <a:pt x="87" y="121"/>
                    <a:pt x="87" y="121"/>
                    <a:pt x="87" y="121"/>
                  </a:cubicBezTo>
                  <a:cubicBezTo>
                    <a:pt x="85" y="119"/>
                    <a:pt x="82" y="119"/>
                    <a:pt x="80" y="120"/>
                  </a:cubicBezTo>
                  <a:cubicBezTo>
                    <a:pt x="78" y="121"/>
                    <a:pt x="76" y="123"/>
                    <a:pt x="76" y="125"/>
                  </a:cubicBezTo>
                  <a:cubicBezTo>
                    <a:pt x="1" y="387"/>
                    <a:pt x="1" y="387"/>
                    <a:pt x="1" y="387"/>
                  </a:cubicBezTo>
                  <a:cubicBezTo>
                    <a:pt x="0" y="390"/>
                    <a:pt x="2" y="393"/>
                    <a:pt x="5" y="395"/>
                  </a:cubicBezTo>
                  <a:lnTo>
                    <a:pt x="139" y="477"/>
                  </a:lnTo>
                  <a:close/>
                  <a:moveTo>
                    <a:pt x="302" y="349"/>
                  </a:moveTo>
                  <a:cubicBezTo>
                    <a:pt x="304" y="351"/>
                    <a:pt x="306" y="351"/>
                    <a:pt x="308" y="351"/>
                  </a:cubicBezTo>
                  <a:cubicBezTo>
                    <a:pt x="309" y="351"/>
                    <a:pt x="311" y="351"/>
                    <a:pt x="313" y="349"/>
                  </a:cubicBezTo>
                  <a:cubicBezTo>
                    <a:pt x="318" y="345"/>
                    <a:pt x="435" y="237"/>
                    <a:pt x="435" y="127"/>
                  </a:cubicBezTo>
                  <a:cubicBezTo>
                    <a:pt x="435" y="56"/>
                    <a:pt x="379" y="0"/>
                    <a:pt x="308" y="0"/>
                  </a:cubicBezTo>
                  <a:cubicBezTo>
                    <a:pt x="236" y="0"/>
                    <a:pt x="180" y="56"/>
                    <a:pt x="180" y="127"/>
                  </a:cubicBezTo>
                  <a:cubicBezTo>
                    <a:pt x="180" y="235"/>
                    <a:pt x="297" y="345"/>
                    <a:pt x="302" y="349"/>
                  </a:cubicBezTo>
                  <a:close/>
                  <a:moveTo>
                    <a:pt x="308" y="15"/>
                  </a:moveTo>
                  <a:cubicBezTo>
                    <a:pt x="371" y="15"/>
                    <a:pt x="420" y="63"/>
                    <a:pt x="420" y="127"/>
                  </a:cubicBezTo>
                  <a:cubicBezTo>
                    <a:pt x="420" y="218"/>
                    <a:pt x="330" y="311"/>
                    <a:pt x="308" y="333"/>
                  </a:cubicBezTo>
                  <a:cubicBezTo>
                    <a:pt x="285" y="311"/>
                    <a:pt x="195" y="217"/>
                    <a:pt x="195" y="127"/>
                  </a:cubicBezTo>
                  <a:cubicBezTo>
                    <a:pt x="195" y="63"/>
                    <a:pt x="244" y="15"/>
                    <a:pt x="308" y="15"/>
                  </a:cubicBezTo>
                  <a:close/>
                  <a:moveTo>
                    <a:pt x="375" y="127"/>
                  </a:moveTo>
                  <a:cubicBezTo>
                    <a:pt x="375" y="90"/>
                    <a:pt x="345" y="60"/>
                    <a:pt x="308" y="60"/>
                  </a:cubicBezTo>
                  <a:cubicBezTo>
                    <a:pt x="270" y="60"/>
                    <a:pt x="240" y="90"/>
                    <a:pt x="240" y="127"/>
                  </a:cubicBezTo>
                  <a:cubicBezTo>
                    <a:pt x="240" y="164"/>
                    <a:pt x="270" y="194"/>
                    <a:pt x="308" y="194"/>
                  </a:cubicBezTo>
                  <a:cubicBezTo>
                    <a:pt x="345" y="194"/>
                    <a:pt x="375" y="164"/>
                    <a:pt x="375" y="127"/>
                  </a:cubicBezTo>
                  <a:close/>
                  <a:moveTo>
                    <a:pt x="308" y="179"/>
                  </a:moveTo>
                  <a:cubicBezTo>
                    <a:pt x="279" y="179"/>
                    <a:pt x="255" y="156"/>
                    <a:pt x="255" y="127"/>
                  </a:cubicBezTo>
                  <a:cubicBezTo>
                    <a:pt x="255" y="98"/>
                    <a:pt x="279" y="75"/>
                    <a:pt x="308" y="75"/>
                  </a:cubicBezTo>
                  <a:cubicBezTo>
                    <a:pt x="336" y="75"/>
                    <a:pt x="360" y="98"/>
                    <a:pt x="360" y="127"/>
                  </a:cubicBezTo>
                  <a:cubicBezTo>
                    <a:pt x="360" y="156"/>
                    <a:pt x="336" y="179"/>
                    <a:pt x="308" y="1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7"/>
            <p:cNvSpPr>
              <a:spLocks noEditPoints="1"/>
            </p:cNvSpPr>
            <p:nvPr/>
          </p:nvSpPr>
          <p:spPr bwMode="auto">
            <a:xfrm>
              <a:off x="10757924" y="2598810"/>
              <a:ext cx="614935" cy="520083"/>
            </a:xfrm>
            <a:custGeom>
              <a:avLst/>
              <a:gdLst>
                <a:gd name="T0" fmla="*/ 300 w 568"/>
                <a:gd name="T1" fmla="*/ 8 h 480"/>
                <a:gd name="T2" fmla="*/ 269 w 568"/>
                <a:gd name="T3" fmla="*/ 8 h 480"/>
                <a:gd name="T4" fmla="*/ 4 w 568"/>
                <a:gd name="T5" fmla="*/ 168 h 480"/>
                <a:gd name="T6" fmla="*/ 0 w 568"/>
                <a:gd name="T7" fmla="*/ 174 h 480"/>
                <a:gd name="T8" fmla="*/ 0 w 568"/>
                <a:gd name="T9" fmla="*/ 457 h 480"/>
                <a:gd name="T10" fmla="*/ 24 w 568"/>
                <a:gd name="T11" fmla="*/ 480 h 480"/>
                <a:gd name="T12" fmla="*/ 545 w 568"/>
                <a:gd name="T13" fmla="*/ 480 h 480"/>
                <a:gd name="T14" fmla="*/ 568 w 568"/>
                <a:gd name="T15" fmla="*/ 457 h 480"/>
                <a:gd name="T16" fmla="*/ 568 w 568"/>
                <a:gd name="T17" fmla="*/ 174 h 480"/>
                <a:gd name="T18" fmla="*/ 565 w 568"/>
                <a:gd name="T19" fmla="*/ 168 h 480"/>
                <a:gd name="T20" fmla="*/ 300 w 568"/>
                <a:gd name="T21" fmla="*/ 8 h 480"/>
                <a:gd name="T22" fmla="*/ 277 w 568"/>
                <a:gd name="T23" fmla="*/ 21 h 480"/>
                <a:gd name="T24" fmla="*/ 278 w 568"/>
                <a:gd name="T25" fmla="*/ 19 h 480"/>
                <a:gd name="T26" fmla="*/ 284 w 568"/>
                <a:gd name="T27" fmla="*/ 17 h 480"/>
                <a:gd name="T28" fmla="*/ 290 w 568"/>
                <a:gd name="T29" fmla="*/ 19 h 480"/>
                <a:gd name="T30" fmla="*/ 292 w 568"/>
                <a:gd name="T31" fmla="*/ 21 h 480"/>
                <a:gd name="T32" fmla="*/ 549 w 568"/>
                <a:gd name="T33" fmla="*/ 176 h 480"/>
                <a:gd name="T34" fmla="*/ 363 w 568"/>
                <a:gd name="T35" fmla="*/ 287 h 480"/>
                <a:gd name="T36" fmla="*/ 360 w 568"/>
                <a:gd name="T37" fmla="*/ 297 h 480"/>
                <a:gd name="T38" fmla="*/ 367 w 568"/>
                <a:gd name="T39" fmla="*/ 301 h 480"/>
                <a:gd name="T40" fmla="*/ 370 w 568"/>
                <a:gd name="T41" fmla="*/ 300 h 480"/>
                <a:gd name="T42" fmla="*/ 553 w 568"/>
                <a:gd name="T43" fmla="*/ 191 h 480"/>
                <a:gd name="T44" fmla="*/ 553 w 568"/>
                <a:gd name="T45" fmla="*/ 456 h 480"/>
                <a:gd name="T46" fmla="*/ 300 w 568"/>
                <a:gd name="T47" fmla="*/ 288 h 480"/>
                <a:gd name="T48" fmla="*/ 269 w 568"/>
                <a:gd name="T49" fmla="*/ 288 h 480"/>
                <a:gd name="T50" fmla="*/ 15 w 568"/>
                <a:gd name="T51" fmla="*/ 456 h 480"/>
                <a:gd name="T52" fmla="*/ 15 w 568"/>
                <a:gd name="T53" fmla="*/ 191 h 480"/>
                <a:gd name="T54" fmla="*/ 198 w 568"/>
                <a:gd name="T55" fmla="*/ 300 h 480"/>
                <a:gd name="T56" fmla="*/ 202 w 568"/>
                <a:gd name="T57" fmla="*/ 301 h 480"/>
                <a:gd name="T58" fmla="*/ 209 w 568"/>
                <a:gd name="T59" fmla="*/ 297 h 480"/>
                <a:gd name="T60" fmla="*/ 206 w 568"/>
                <a:gd name="T61" fmla="*/ 287 h 480"/>
                <a:gd name="T62" fmla="*/ 19 w 568"/>
                <a:gd name="T63" fmla="*/ 176 h 480"/>
                <a:gd name="T64" fmla="*/ 277 w 568"/>
                <a:gd name="T65" fmla="*/ 21 h 480"/>
                <a:gd name="T66" fmla="*/ 540 w 568"/>
                <a:gd name="T67" fmla="*/ 465 h 480"/>
                <a:gd name="T68" fmla="*/ 29 w 568"/>
                <a:gd name="T69" fmla="*/ 465 h 480"/>
                <a:gd name="T70" fmla="*/ 278 w 568"/>
                <a:gd name="T71" fmla="*/ 300 h 480"/>
                <a:gd name="T72" fmla="*/ 291 w 568"/>
                <a:gd name="T73" fmla="*/ 300 h 480"/>
                <a:gd name="T74" fmla="*/ 540 w 568"/>
                <a:gd name="T75" fmla="*/ 465 h 480"/>
                <a:gd name="T76" fmla="*/ 97 w 568"/>
                <a:gd name="T77" fmla="*/ 196 h 480"/>
                <a:gd name="T78" fmla="*/ 471 w 568"/>
                <a:gd name="T79" fmla="*/ 196 h 480"/>
                <a:gd name="T80" fmla="*/ 479 w 568"/>
                <a:gd name="T81" fmla="*/ 189 h 480"/>
                <a:gd name="T82" fmla="*/ 471 w 568"/>
                <a:gd name="T83" fmla="*/ 181 h 480"/>
                <a:gd name="T84" fmla="*/ 97 w 568"/>
                <a:gd name="T85" fmla="*/ 181 h 480"/>
                <a:gd name="T86" fmla="*/ 90 w 568"/>
                <a:gd name="T87" fmla="*/ 189 h 480"/>
                <a:gd name="T88" fmla="*/ 97 w 568"/>
                <a:gd name="T89" fmla="*/ 196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8" h="480">
                  <a:moveTo>
                    <a:pt x="300" y="8"/>
                  </a:moveTo>
                  <a:cubicBezTo>
                    <a:pt x="292" y="0"/>
                    <a:pt x="277" y="0"/>
                    <a:pt x="269" y="8"/>
                  </a:cubicBezTo>
                  <a:cubicBezTo>
                    <a:pt x="4" y="168"/>
                    <a:pt x="4" y="168"/>
                    <a:pt x="4" y="168"/>
                  </a:cubicBezTo>
                  <a:cubicBezTo>
                    <a:pt x="2" y="169"/>
                    <a:pt x="0" y="171"/>
                    <a:pt x="0" y="174"/>
                  </a:cubicBezTo>
                  <a:cubicBezTo>
                    <a:pt x="0" y="457"/>
                    <a:pt x="0" y="457"/>
                    <a:pt x="0" y="457"/>
                  </a:cubicBezTo>
                  <a:cubicBezTo>
                    <a:pt x="0" y="470"/>
                    <a:pt x="11" y="480"/>
                    <a:pt x="24" y="480"/>
                  </a:cubicBezTo>
                  <a:cubicBezTo>
                    <a:pt x="545" y="480"/>
                    <a:pt x="545" y="480"/>
                    <a:pt x="545" y="480"/>
                  </a:cubicBezTo>
                  <a:cubicBezTo>
                    <a:pt x="558" y="480"/>
                    <a:pt x="568" y="470"/>
                    <a:pt x="568" y="457"/>
                  </a:cubicBezTo>
                  <a:cubicBezTo>
                    <a:pt x="568" y="174"/>
                    <a:pt x="568" y="174"/>
                    <a:pt x="568" y="174"/>
                  </a:cubicBezTo>
                  <a:cubicBezTo>
                    <a:pt x="568" y="171"/>
                    <a:pt x="567" y="169"/>
                    <a:pt x="565" y="168"/>
                  </a:cubicBezTo>
                  <a:lnTo>
                    <a:pt x="300" y="8"/>
                  </a:lnTo>
                  <a:close/>
                  <a:moveTo>
                    <a:pt x="277" y="21"/>
                  </a:moveTo>
                  <a:cubicBezTo>
                    <a:pt x="277" y="20"/>
                    <a:pt x="278" y="20"/>
                    <a:pt x="278" y="19"/>
                  </a:cubicBezTo>
                  <a:cubicBezTo>
                    <a:pt x="280" y="18"/>
                    <a:pt x="282" y="17"/>
                    <a:pt x="284" y="17"/>
                  </a:cubicBezTo>
                  <a:cubicBezTo>
                    <a:pt x="287" y="17"/>
                    <a:pt x="289" y="18"/>
                    <a:pt x="290" y="19"/>
                  </a:cubicBezTo>
                  <a:cubicBezTo>
                    <a:pt x="291" y="20"/>
                    <a:pt x="291" y="20"/>
                    <a:pt x="292" y="21"/>
                  </a:cubicBezTo>
                  <a:cubicBezTo>
                    <a:pt x="549" y="176"/>
                    <a:pt x="549" y="176"/>
                    <a:pt x="549" y="176"/>
                  </a:cubicBezTo>
                  <a:cubicBezTo>
                    <a:pt x="363" y="287"/>
                    <a:pt x="363" y="287"/>
                    <a:pt x="363" y="287"/>
                  </a:cubicBezTo>
                  <a:cubicBezTo>
                    <a:pt x="359" y="289"/>
                    <a:pt x="358" y="294"/>
                    <a:pt x="360" y="297"/>
                  </a:cubicBezTo>
                  <a:cubicBezTo>
                    <a:pt x="362" y="300"/>
                    <a:pt x="364" y="301"/>
                    <a:pt x="367" y="301"/>
                  </a:cubicBezTo>
                  <a:cubicBezTo>
                    <a:pt x="368" y="301"/>
                    <a:pt x="369" y="301"/>
                    <a:pt x="370" y="300"/>
                  </a:cubicBezTo>
                  <a:cubicBezTo>
                    <a:pt x="553" y="191"/>
                    <a:pt x="553" y="191"/>
                    <a:pt x="553" y="191"/>
                  </a:cubicBezTo>
                  <a:cubicBezTo>
                    <a:pt x="553" y="456"/>
                    <a:pt x="553" y="456"/>
                    <a:pt x="553" y="456"/>
                  </a:cubicBezTo>
                  <a:cubicBezTo>
                    <a:pt x="300" y="288"/>
                    <a:pt x="300" y="288"/>
                    <a:pt x="300" y="288"/>
                  </a:cubicBezTo>
                  <a:cubicBezTo>
                    <a:pt x="292" y="282"/>
                    <a:pt x="276" y="282"/>
                    <a:pt x="269" y="288"/>
                  </a:cubicBezTo>
                  <a:cubicBezTo>
                    <a:pt x="15" y="456"/>
                    <a:pt x="15" y="456"/>
                    <a:pt x="15" y="456"/>
                  </a:cubicBezTo>
                  <a:cubicBezTo>
                    <a:pt x="15" y="191"/>
                    <a:pt x="15" y="191"/>
                    <a:pt x="15" y="191"/>
                  </a:cubicBezTo>
                  <a:cubicBezTo>
                    <a:pt x="198" y="300"/>
                    <a:pt x="198" y="300"/>
                    <a:pt x="198" y="300"/>
                  </a:cubicBezTo>
                  <a:cubicBezTo>
                    <a:pt x="199" y="301"/>
                    <a:pt x="201" y="301"/>
                    <a:pt x="202" y="301"/>
                  </a:cubicBezTo>
                  <a:cubicBezTo>
                    <a:pt x="205" y="301"/>
                    <a:pt x="207" y="300"/>
                    <a:pt x="209" y="297"/>
                  </a:cubicBezTo>
                  <a:cubicBezTo>
                    <a:pt x="211" y="294"/>
                    <a:pt x="209" y="289"/>
                    <a:pt x="206" y="287"/>
                  </a:cubicBezTo>
                  <a:cubicBezTo>
                    <a:pt x="19" y="176"/>
                    <a:pt x="19" y="176"/>
                    <a:pt x="19" y="176"/>
                  </a:cubicBezTo>
                  <a:cubicBezTo>
                    <a:pt x="277" y="21"/>
                    <a:pt x="277" y="21"/>
                    <a:pt x="277" y="21"/>
                  </a:cubicBezTo>
                  <a:close/>
                  <a:moveTo>
                    <a:pt x="540" y="465"/>
                  </a:moveTo>
                  <a:cubicBezTo>
                    <a:pt x="29" y="465"/>
                    <a:pt x="29" y="465"/>
                    <a:pt x="29" y="465"/>
                  </a:cubicBezTo>
                  <a:cubicBezTo>
                    <a:pt x="278" y="300"/>
                    <a:pt x="278" y="300"/>
                    <a:pt x="278" y="300"/>
                  </a:cubicBezTo>
                  <a:cubicBezTo>
                    <a:pt x="280" y="298"/>
                    <a:pt x="288" y="298"/>
                    <a:pt x="291" y="300"/>
                  </a:cubicBezTo>
                  <a:cubicBezTo>
                    <a:pt x="540" y="465"/>
                    <a:pt x="540" y="465"/>
                    <a:pt x="540" y="465"/>
                  </a:cubicBezTo>
                  <a:close/>
                  <a:moveTo>
                    <a:pt x="97" y="196"/>
                  </a:moveTo>
                  <a:cubicBezTo>
                    <a:pt x="471" y="196"/>
                    <a:pt x="471" y="196"/>
                    <a:pt x="471" y="196"/>
                  </a:cubicBezTo>
                  <a:cubicBezTo>
                    <a:pt x="475" y="196"/>
                    <a:pt x="479" y="193"/>
                    <a:pt x="479" y="189"/>
                  </a:cubicBezTo>
                  <a:cubicBezTo>
                    <a:pt x="479" y="185"/>
                    <a:pt x="475" y="181"/>
                    <a:pt x="471" y="181"/>
                  </a:cubicBezTo>
                  <a:cubicBezTo>
                    <a:pt x="97" y="181"/>
                    <a:pt x="97" y="181"/>
                    <a:pt x="97" y="181"/>
                  </a:cubicBezTo>
                  <a:cubicBezTo>
                    <a:pt x="93" y="181"/>
                    <a:pt x="90" y="185"/>
                    <a:pt x="90" y="189"/>
                  </a:cubicBezTo>
                  <a:cubicBezTo>
                    <a:pt x="90" y="193"/>
                    <a:pt x="93" y="196"/>
                    <a:pt x="97"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29"/>
            <p:cNvSpPr>
              <a:spLocks noEditPoints="1"/>
            </p:cNvSpPr>
            <p:nvPr/>
          </p:nvSpPr>
          <p:spPr bwMode="auto">
            <a:xfrm>
              <a:off x="837544" y="2581397"/>
              <a:ext cx="415608" cy="554908"/>
            </a:xfrm>
            <a:custGeom>
              <a:avLst/>
              <a:gdLst>
                <a:gd name="T0" fmla="*/ 192 w 384"/>
                <a:gd name="T1" fmla="*/ 284 h 512"/>
                <a:gd name="T2" fmla="*/ 288 w 384"/>
                <a:gd name="T3" fmla="*/ 188 h 512"/>
                <a:gd name="T4" fmla="*/ 192 w 384"/>
                <a:gd name="T5" fmla="*/ 92 h 512"/>
                <a:gd name="T6" fmla="*/ 96 w 384"/>
                <a:gd name="T7" fmla="*/ 188 h 512"/>
                <a:gd name="T8" fmla="*/ 192 w 384"/>
                <a:gd name="T9" fmla="*/ 284 h 512"/>
                <a:gd name="T10" fmla="*/ 192 w 384"/>
                <a:gd name="T11" fmla="*/ 108 h 512"/>
                <a:gd name="T12" fmla="*/ 272 w 384"/>
                <a:gd name="T13" fmla="*/ 188 h 512"/>
                <a:gd name="T14" fmla="*/ 192 w 384"/>
                <a:gd name="T15" fmla="*/ 268 h 512"/>
                <a:gd name="T16" fmla="*/ 112 w 384"/>
                <a:gd name="T17" fmla="*/ 188 h 512"/>
                <a:gd name="T18" fmla="*/ 192 w 384"/>
                <a:gd name="T19" fmla="*/ 108 h 512"/>
                <a:gd name="T20" fmla="*/ 192 w 384"/>
                <a:gd name="T21" fmla="*/ 0 h 512"/>
                <a:gd name="T22" fmla="*/ 0 w 384"/>
                <a:gd name="T23" fmla="*/ 192 h 512"/>
                <a:gd name="T24" fmla="*/ 166 w 384"/>
                <a:gd name="T25" fmla="*/ 499 h 512"/>
                <a:gd name="T26" fmla="*/ 191 w 384"/>
                <a:gd name="T27" fmla="*/ 512 h 512"/>
                <a:gd name="T28" fmla="*/ 193 w 384"/>
                <a:gd name="T29" fmla="*/ 512 h 512"/>
                <a:gd name="T30" fmla="*/ 218 w 384"/>
                <a:gd name="T31" fmla="*/ 499 h 512"/>
                <a:gd name="T32" fmla="*/ 384 w 384"/>
                <a:gd name="T33" fmla="*/ 192 h 512"/>
                <a:gd name="T34" fmla="*/ 192 w 384"/>
                <a:gd name="T35" fmla="*/ 0 h 512"/>
                <a:gd name="T36" fmla="*/ 194 w 384"/>
                <a:gd name="T37" fmla="*/ 478 h 512"/>
                <a:gd name="T38" fmla="*/ 192 w 384"/>
                <a:gd name="T39" fmla="*/ 480 h 512"/>
                <a:gd name="T40" fmla="*/ 190 w 384"/>
                <a:gd name="T41" fmla="*/ 478 h 512"/>
                <a:gd name="T42" fmla="*/ 32 w 384"/>
                <a:gd name="T43" fmla="*/ 192 h 512"/>
                <a:gd name="T44" fmla="*/ 192 w 384"/>
                <a:gd name="T45" fmla="*/ 32 h 512"/>
                <a:gd name="T46" fmla="*/ 352 w 384"/>
                <a:gd name="T47" fmla="*/ 192 h 512"/>
                <a:gd name="T48" fmla="*/ 194 w 384"/>
                <a:gd name="T49" fmla="*/ 47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4" h="512">
                  <a:moveTo>
                    <a:pt x="192" y="284"/>
                  </a:moveTo>
                  <a:cubicBezTo>
                    <a:pt x="245" y="284"/>
                    <a:pt x="288" y="241"/>
                    <a:pt x="288" y="188"/>
                  </a:cubicBezTo>
                  <a:cubicBezTo>
                    <a:pt x="288" y="135"/>
                    <a:pt x="245" y="92"/>
                    <a:pt x="192" y="92"/>
                  </a:cubicBezTo>
                  <a:cubicBezTo>
                    <a:pt x="139" y="92"/>
                    <a:pt x="96" y="135"/>
                    <a:pt x="96" y="188"/>
                  </a:cubicBezTo>
                  <a:cubicBezTo>
                    <a:pt x="96" y="241"/>
                    <a:pt x="139" y="284"/>
                    <a:pt x="192" y="284"/>
                  </a:cubicBezTo>
                  <a:close/>
                  <a:moveTo>
                    <a:pt x="192" y="108"/>
                  </a:moveTo>
                  <a:cubicBezTo>
                    <a:pt x="236" y="108"/>
                    <a:pt x="272" y="144"/>
                    <a:pt x="272" y="188"/>
                  </a:cubicBezTo>
                  <a:cubicBezTo>
                    <a:pt x="272" y="232"/>
                    <a:pt x="236" y="268"/>
                    <a:pt x="192" y="268"/>
                  </a:cubicBezTo>
                  <a:cubicBezTo>
                    <a:pt x="148" y="268"/>
                    <a:pt x="112" y="232"/>
                    <a:pt x="112" y="188"/>
                  </a:cubicBezTo>
                  <a:cubicBezTo>
                    <a:pt x="112" y="144"/>
                    <a:pt x="148" y="108"/>
                    <a:pt x="192" y="108"/>
                  </a:cubicBezTo>
                  <a:close/>
                  <a:moveTo>
                    <a:pt x="192" y="0"/>
                  </a:moveTo>
                  <a:cubicBezTo>
                    <a:pt x="86" y="0"/>
                    <a:pt x="0" y="85"/>
                    <a:pt x="0" y="192"/>
                  </a:cubicBezTo>
                  <a:cubicBezTo>
                    <a:pt x="0" y="304"/>
                    <a:pt x="96" y="419"/>
                    <a:pt x="166" y="499"/>
                  </a:cubicBezTo>
                  <a:cubicBezTo>
                    <a:pt x="166" y="499"/>
                    <a:pt x="178" y="512"/>
                    <a:pt x="191" y="512"/>
                  </a:cubicBezTo>
                  <a:cubicBezTo>
                    <a:pt x="191" y="512"/>
                    <a:pt x="193" y="512"/>
                    <a:pt x="193" y="512"/>
                  </a:cubicBezTo>
                  <a:cubicBezTo>
                    <a:pt x="206" y="512"/>
                    <a:pt x="218" y="499"/>
                    <a:pt x="218" y="499"/>
                  </a:cubicBezTo>
                  <a:cubicBezTo>
                    <a:pt x="288" y="419"/>
                    <a:pt x="384" y="304"/>
                    <a:pt x="384" y="192"/>
                  </a:cubicBezTo>
                  <a:cubicBezTo>
                    <a:pt x="384" y="85"/>
                    <a:pt x="298" y="0"/>
                    <a:pt x="192" y="0"/>
                  </a:cubicBezTo>
                  <a:close/>
                  <a:moveTo>
                    <a:pt x="194" y="478"/>
                  </a:moveTo>
                  <a:cubicBezTo>
                    <a:pt x="194" y="478"/>
                    <a:pt x="193" y="479"/>
                    <a:pt x="192" y="480"/>
                  </a:cubicBezTo>
                  <a:cubicBezTo>
                    <a:pt x="192" y="479"/>
                    <a:pt x="190" y="478"/>
                    <a:pt x="190" y="478"/>
                  </a:cubicBezTo>
                  <a:cubicBezTo>
                    <a:pt x="131" y="410"/>
                    <a:pt x="32" y="296"/>
                    <a:pt x="32" y="192"/>
                  </a:cubicBezTo>
                  <a:cubicBezTo>
                    <a:pt x="32" y="104"/>
                    <a:pt x="104" y="32"/>
                    <a:pt x="192" y="32"/>
                  </a:cubicBezTo>
                  <a:cubicBezTo>
                    <a:pt x="280" y="32"/>
                    <a:pt x="352" y="104"/>
                    <a:pt x="352" y="192"/>
                  </a:cubicBezTo>
                  <a:cubicBezTo>
                    <a:pt x="352" y="296"/>
                    <a:pt x="253" y="410"/>
                    <a:pt x="194" y="4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0"/>
            <p:cNvSpPr>
              <a:spLocks noEditPoints="1"/>
            </p:cNvSpPr>
            <p:nvPr/>
          </p:nvSpPr>
          <p:spPr bwMode="auto">
            <a:xfrm>
              <a:off x="1826322" y="2685414"/>
              <a:ext cx="553075" cy="346875"/>
            </a:xfrm>
            <a:custGeom>
              <a:avLst/>
              <a:gdLst>
                <a:gd name="T0" fmla="*/ 510 w 511"/>
                <a:gd name="T1" fmla="*/ 156 h 320"/>
                <a:gd name="T2" fmla="*/ 510 w 511"/>
                <a:gd name="T3" fmla="*/ 154 h 320"/>
                <a:gd name="T4" fmla="*/ 510 w 511"/>
                <a:gd name="T5" fmla="*/ 154 h 320"/>
                <a:gd name="T6" fmla="*/ 509 w 511"/>
                <a:gd name="T7" fmla="*/ 153 h 320"/>
                <a:gd name="T8" fmla="*/ 255 w 511"/>
                <a:gd name="T9" fmla="*/ 0 h 320"/>
                <a:gd name="T10" fmla="*/ 1 w 511"/>
                <a:gd name="T11" fmla="*/ 152 h 320"/>
                <a:gd name="T12" fmla="*/ 1 w 511"/>
                <a:gd name="T13" fmla="*/ 154 h 320"/>
                <a:gd name="T14" fmla="*/ 1 w 511"/>
                <a:gd name="T15" fmla="*/ 154 h 320"/>
                <a:gd name="T16" fmla="*/ 0 w 511"/>
                <a:gd name="T17" fmla="*/ 156 h 320"/>
                <a:gd name="T18" fmla="*/ 0 w 511"/>
                <a:gd name="T19" fmla="*/ 160 h 320"/>
                <a:gd name="T20" fmla="*/ 0 w 511"/>
                <a:gd name="T21" fmla="*/ 163 h 320"/>
                <a:gd name="T22" fmla="*/ 1 w 511"/>
                <a:gd name="T23" fmla="*/ 166 h 320"/>
                <a:gd name="T24" fmla="*/ 1 w 511"/>
                <a:gd name="T25" fmla="*/ 166 h 320"/>
                <a:gd name="T26" fmla="*/ 1 w 511"/>
                <a:gd name="T27" fmla="*/ 167 h 320"/>
                <a:gd name="T28" fmla="*/ 255 w 511"/>
                <a:gd name="T29" fmla="*/ 320 h 320"/>
                <a:gd name="T30" fmla="*/ 509 w 511"/>
                <a:gd name="T31" fmla="*/ 167 h 320"/>
                <a:gd name="T32" fmla="*/ 510 w 511"/>
                <a:gd name="T33" fmla="*/ 166 h 320"/>
                <a:gd name="T34" fmla="*/ 510 w 511"/>
                <a:gd name="T35" fmla="*/ 166 h 320"/>
                <a:gd name="T36" fmla="*/ 510 w 511"/>
                <a:gd name="T37" fmla="*/ 164 h 320"/>
                <a:gd name="T38" fmla="*/ 511 w 511"/>
                <a:gd name="T39" fmla="*/ 160 h 320"/>
                <a:gd name="T40" fmla="*/ 510 w 511"/>
                <a:gd name="T41" fmla="*/ 156 h 320"/>
                <a:gd name="T42" fmla="*/ 255 w 511"/>
                <a:gd name="T43" fmla="*/ 288 h 320"/>
                <a:gd name="T44" fmla="*/ 34 w 511"/>
                <a:gd name="T45" fmla="*/ 160 h 320"/>
                <a:gd name="T46" fmla="*/ 255 w 511"/>
                <a:gd name="T47" fmla="*/ 32 h 320"/>
                <a:gd name="T48" fmla="*/ 477 w 511"/>
                <a:gd name="T49" fmla="*/ 160 h 320"/>
                <a:gd name="T50" fmla="*/ 255 w 511"/>
                <a:gd name="T51" fmla="*/ 288 h 320"/>
                <a:gd name="T52" fmla="*/ 255 w 511"/>
                <a:gd name="T53" fmla="*/ 96 h 320"/>
                <a:gd name="T54" fmla="*/ 263 w 511"/>
                <a:gd name="T55" fmla="*/ 104 h 320"/>
                <a:gd name="T56" fmla="*/ 255 w 511"/>
                <a:gd name="T57" fmla="*/ 112 h 320"/>
                <a:gd name="T58" fmla="*/ 255 w 511"/>
                <a:gd name="T59" fmla="*/ 112 h 320"/>
                <a:gd name="T60" fmla="*/ 207 w 511"/>
                <a:gd name="T61" fmla="*/ 160 h 320"/>
                <a:gd name="T62" fmla="*/ 199 w 511"/>
                <a:gd name="T63" fmla="*/ 168 h 320"/>
                <a:gd name="T64" fmla="*/ 191 w 511"/>
                <a:gd name="T65" fmla="*/ 160 h 320"/>
                <a:gd name="T66" fmla="*/ 255 w 511"/>
                <a:gd name="T67" fmla="*/ 96 h 320"/>
                <a:gd name="T68" fmla="*/ 255 w 511"/>
                <a:gd name="T69" fmla="*/ 96 h 320"/>
                <a:gd name="T70" fmla="*/ 255 w 511"/>
                <a:gd name="T71" fmla="*/ 48 h 320"/>
                <a:gd name="T72" fmla="*/ 143 w 511"/>
                <a:gd name="T73" fmla="*/ 160 h 320"/>
                <a:gd name="T74" fmla="*/ 255 w 511"/>
                <a:gd name="T75" fmla="*/ 272 h 320"/>
                <a:gd name="T76" fmla="*/ 367 w 511"/>
                <a:gd name="T77" fmla="*/ 160 h 320"/>
                <a:gd name="T78" fmla="*/ 255 w 511"/>
                <a:gd name="T79" fmla="*/ 48 h 320"/>
                <a:gd name="T80" fmla="*/ 255 w 511"/>
                <a:gd name="T81" fmla="*/ 256 h 320"/>
                <a:gd name="T82" fmla="*/ 159 w 511"/>
                <a:gd name="T83" fmla="*/ 160 h 320"/>
                <a:gd name="T84" fmla="*/ 255 w 511"/>
                <a:gd name="T85" fmla="*/ 64 h 320"/>
                <a:gd name="T86" fmla="*/ 351 w 511"/>
                <a:gd name="T87" fmla="*/ 160 h 320"/>
                <a:gd name="T88" fmla="*/ 255 w 511"/>
                <a:gd name="T89"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320">
                  <a:moveTo>
                    <a:pt x="510" y="156"/>
                  </a:moveTo>
                  <a:cubicBezTo>
                    <a:pt x="510" y="156"/>
                    <a:pt x="510" y="155"/>
                    <a:pt x="510" y="154"/>
                  </a:cubicBezTo>
                  <a:cubicBezTo>
                    <a:pt x="510" y="154"/>
                    <a:pt x="510" y="154"/>
                    <a:pt x="510" y="154"/>
                  </a:cubicBezTo>
                  <a:cubicBezTo>
                    <a:pt x="510" y="153"/>
                    <a:pt x="510" y="153"/>
                    <a:pt x="509" y="153"/>
                  </a:cubicBezTo>
                  <a:cubicBezTo>
                    <a:pt x="463" y="64"/>
                    <a:pt x="362" y="0"/>
                    <a:pt x="255" y="0"/>
                  </a:cubicBezTo>
                  <a:cubicBezTo>
                    <a:pt x="149" y="0"/>
                    <a:pt x="48" y="64"/>
                    <a:pt x="1" y="152"/>
                  </a:cubicBezTo>
                  <a:cubicBezTo>
                    <a:pt x="1" y="153"/>
                    <a:pt x="1" y="153"/>
                    <a:pt x="1" y="154"/>
                  </a:cubicBezTo>
                  <a:cubicBezTo>
                    <a:pt x="1" y="154"/>
                    <a:pt x="1" y="154"/>
                    <a:pt x="1" y="154"/>
                  </a:cubicBezTo>
                  <a:cubicBezTo>
                    <a:pt x="0" y="155"/>
                    <a:pt x="0" y="156"/>
                    <a:pt x="0" y="156"/>
                  </a:cubicBezTo>
                  <a:cubicBezTo>
                    <a:pt x="0" y="158"/>
                    <a:pt x="0" y="159"/>
                    <a:pt x="0" y="160"/>
                  </a:cubicBezTo>
                  <a:cubicBezTo>
                    <a:pt x="0" y="161"/>
                    <a:pt x="0" y="162"/>
                    <a:pt x="0" y="163"/>
                  </a:cubicBezTo>
                  <a:cubicBezTo>
                    <a:pt x="0" y="164"/>
                    <a:pt x="0" y="165"/>
                    <a:pt x="1" y="166"/>
                  </a:cubicBezTo>
                  <a:cubicBezTo>
                    <a:pt x="1" y="166"/>
                    <a:pt x="1" y="166"/>
                    <a:pt x="1" y="166"/>
                  </a:cubicBezTo>
                  <a:cubicBezTo>
                    <a:pt x="1" y="167"/>
                    <a:pt x="1" y="167"/>
                    <a:pt x="1" y="167"/>
                  </a:cubicBezTo>
                  <a:cubicBezTo>
                    <a:pt x="48" y="256"/>
                    <a:pt x="149" y="320"/>
                    <a:pt x="255" y="320"/>
                  </a:cubicBezTo>
                  <a:cubicBezTo>
                    <a:pt x="362" y="320"/>
                    <a:pt x="463" y="256"/>
                    <a:pt x="509" y="167"/>
                  </a:cubicBezTo>
                  <a:cubicBezTo>
                    <a:pt x="510" y="167"/>
                    <a:pt x="510" y="167"/>
                    <a:pt x="510" y="166"/>
                  </a:cubicBezTo>
                  <a:cubicBezTo>
                    <a:pt x="510" y="166"/>
                    <a:pt x="510" y="166"/>
                    <a:pt x="510" y="166"/>
                  </a:cubicBezTo>
                  <a:cubicBezTo>
                    <a:pt x="510" y="165"/>
                    <a:pt x="510" y="164"/>
                    <a:pt x="510" y="164"/>
                  </a:cubicBezTo>
                  <a:cubicBezTo>
                    <a:pt x="511" y="162"/>
                    <a:pt x="511" y="161"/>
                    <a:pt x="511" y="160"/>
                  </a:cubicBezTo>
                  <a:cubicBezTo>
                    <a:pt x="511" y="159"/>
                    <a:pt x="511" y="158"/>
                    <a:pt x="510" y="156"/>
                  </a:cubicBezTo>
                  <a:close/>
                  <a:moveTo>
                    <a:pt x="255" y="288"/>
                  </a:moveTo>
                  <a:cubicBezTo>
                    <a:pt x="166" y="288"/>
                    <a:pt x="78" y="237"/>
                    <a:pt x="34" y="160"/>
                  </a:cubicBezTo>
                  <a:cubicBezTo>
                    <a:pt x="78" y="83"/>
                    <a:pt x="166" y="32"/>
                    <a:pt x="255" y="32"/>
                  </a:cubicBezTo>
                  <a:cubicBezTo>
                    <a:pt x="345" y="32"/>
                    <a:pt x="433" y="83"/>
                    <a:pt x="477" y="160"/>
                  </a:cubicBezTo>
                  <a:cubicBezTo>
                    <a:pt x="433" y="237"/>
                    <a:pt x="345" y="288"/>
                    <a:pt x="255" y="288"/>
                  </a:cubicBezTo>
                  <a:close/>
                  <a:moveTo>
                    <a:pt x="255" y="96"/>
                  </a:moveTo>
                  <a:cubicBezTo>
                    <a:pt x="260" y="96"/>
                    <a:pt x="263" y="100"/>
                    <a:pt x="263" y="104"/>
                  </a:cubicBezTo>
                  <a:cubicBezTo>
                    <a:pt x="263" y="108"/>
                    <a:pt x="260" y="112"/>
                    <a:pt x="255" y="112"/>
                  </a:cubicBezTo>
                  <a:cubicBezTo>
                    <a:pt x="255" y="112"/>
                    <a:pt x="255" y="112"/>
                    <a:pt x="255" y="112"/>
                  </a:cubicBezTo>
                  <a:cubicBezTo>
                    <a:pt x="229" y="112"/>
                    <a:pt x="207" y="134"/>
                    <a:pt x="207" y="160"/>
                  </a:cubicBezTo>
                  <a:cubicBezTo>
                    <a:pt x="207" y="164"/>
                    <a:pt x="204" y="168"/>
                    <a:pt x="199" y="168"/>
                  </a:cubicBezTo>
                  <a:cubicBezTo>
                    <a:pt x="195" y="168"/>
                    <a:pt x="191" y="164"/>
                    <a:pt x="191" y="160"/>
                  </a:cubicBezTo>
                  <a:cubicBezTo>
                    <a:pt x="191" y="125"/>
                    <a:pt x="220" y="96"/>
                    <a:pt x="255" y="96"/>
                  </a:cubicBezTo>
                  <a:cubicBezTo>
                    <a:pt x="255" y="96"/>
                    <a:pt x="255" y="96"/>
                    <a:pt x="255" y="96"/>
                  </a:cubicBezTo>
                  <a:close/>
                  <a:moveTo>
                    <a:pt x="255" y="48"/>
                  </a:moveTo>
                  <a:cubicBezTo>
                    <a:pt x="193" y="48"/>
                    <a:pt x="143" y="98"/>
                    <a:pt x="143" y="160"/>
                  </a:cubicBezTo>
                  <a:cubicBezTo>
                    <a:pt x="143" y="222"/>
                    <a:pt x="193" y="272"/>
                    <a:pt x="255" y="272"/>
                  </a:cubicBezTo>
                  <a:cubicBezTo>
                    <a:pt x="317" y="272"/>
                    <a:pt x="367" y="222"/>
                    <a:pt x="367" y="160"/>
                  </a:cubicBezTo>
                  <a:cubicBezTo>
                    <a:pt x="367" y="98"/>
                    <a:pt x="317" y="48"/>
                    <a:pt x="255" y="48"/>
                  </a:cubicBezTo>
                  <a:close/>
                  <a:moveTo>
                    <a:pt x="255" y="256"/>
                  </a:moveTo>
                  <a:cubicBezTo>
                    <a:pt x="202" y="256"/>
                    <a:pt x="159" y="213"/>
                    <a:pt x="159" y="160"/>
                  </a:cubicBezTo>
                  <a:cubicBezTo>
                    <a:pt x="159" y="107"/>
                    <a:pt x="202" y="64"/>
                    <a:pt x="255" y="64"/>
                  </a:cubicBezTo>
                  <a:cubicBezTo>
                    <a:pt x="308" y="64"/>
                    <a:pt x="351" y="107"/>
                    <a:pt x="351" y="160"/>
                  </a:cubicBezTo>
                  <a:cubicBezTo>
                    <a:pt x="351" y="213"/>
                    <a:pt x="308" y="256"/>
                    <a:pt x="255" y="2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1"/>
            <p:cNvSpPr>
              <a:spLocks noEditPoints="1"/>
            </p:cNvSpPr>
            <p:nvPr/>
          </p:nvSpPr>
          <p:spPr bwMode="auto">
            <a:xfrm>
              <a:off x="2952567" y="2581397"/>
              <a:ext cx="381241" cy="554908"/>
            </a:xfrm>
            <a:custGeom>
              <a:avLst/>
              <a:gdLst>
                <a:gd name="T0" fmla="*/ 304 w 352"/>
                <a:gd name="T1" fmla="*/ 0 h 512"/>
                <a:gd name="T2" fmla="*/ 48 w 352"/>
                <a:gd name="T3" fmla="*/ 0 h 512"/>
                <a:gd name="T4" fmla="*/ 0 w 352"/>
                <a:gd name="T5" fmla="*/ 48 h 512"/>
                <a:gd name="T6" fmla="*/ 0 w 352"/>
                <a:gd name="T7" fmla="*/ 464 h 512"/>
                <a:gd name="T8" fmla="*/ 48 w 352"/>
                <a:gd name="T9" fmla="*/ 512 h 512"/>
                <a:gd name="T10" fmla="*/ 304 w 352"/>
                <a:gd name="T11" fmla="*/ 512 h 512"/>
                <a:gd name="T12" fmla="*/ 352 w 352"/>
                <a:gd name="T13" fmla="*/ 464 h 512"/>
                <a:gd name="T14" fmla="*/ 352 w 352"/>
                <a:gd name="T15" fmla="*/ 48 h 512"/>
                <a:gd name="T16" fmla="*/ 304 w 352"/>
                <a:gd name="T17" fmla="*/ 0 h 512"/>
                <a:gd name="T18" fmla="*/ 320 w 352"/>
                <a:gd name="T19" fmla="*/ 464 h 512"/>
                <a:gd name="T20" fmla="*/ 304 w 352"/>
                <a:gd name="T21" fmla="*/ 480 h 512"/>
                <a:gd name="T22" fmla="*/ 48 w 352"/>
                <a:gd name="T23" fmla="*/ 480 h 512"/>
                <a:gd name="T24" fmla="*/ 32 w 352"/>
                <a:gd name="T25" fmla="*/ 464 h 512"/>
                <a:gd name="T26" fmla="*/ 32 w 352"/>
                <a:gd name="T27" fmla="*/ 432 h 512"/>
                <a:gd name="T28" fmla="*/ 320 w 352"/>
                <a:gd name="T29" fmla="*/ 432 h 512"/>
                <a:gd name="T30" fmla="*/ 320 w 352"/>
                <a:gd name="T31" fmla="*/ 464 h 512"/>
                <a:gd name="T32" fmla="*/ 320 w 352"/>
                <a:gd name="T33" fmla="*/ 416 h 512"/>
                <a:gd name="T34" fmla="*/ 32 w 352"/>
                <a:gd name="T35" fmla="*/ 416 h 512"/>
                <a:gd name="T36" fmla="*/ 32 w 352"/>
                <a:gd name="T37" fmla="*/ 96 h 512"/>
                <a:gd name="T38" fmla="*/ 320 w 352"/>
                <a:gd name="T39" fmla="*/ 96 h 512"/>
                <a:gd name="T40" fmla="*/ 320 w 352"/>
                <a:gd name="T41" fmla="*/ 416 h 512"/>
                <a:gd name="T42" fmla="*/ 320 w 352"/>
                <a:gd name="T43" fmla="*/ 80 h 512"/>
                <a:gd name="T44" fmla="*/ 32 w 352"/>
                <a:gd name="T45" fmla="*/ 80 h 512"/>
                <a:gd name="T46" fmla="*/ 32 w 352"/>
                <a:gd name="T47" fmla="*/ 48 h 512"/>
                <a:gd name="T48" fmla="*/ 48 w 352"/>
                <a:gd name="T49" fmla="*/ 32 h 512"/>
                <a:gd name="T50" fmla="*/ 304 w 352"/>
                <a:gd name="T51" fmla="*/ 32 h 512"/>
                <a:gd name="T52" fmla="*/ 320 w 352"/>
                <a:gd name="T53" fmla="*/ 48 h 512"/>
                <a:gd name="T54" fmla="*/ 320 w 352"/>
                <a:gd name="T55" fmla="*/ 80 h 512"/>
                <a:gd name="T56" fmla="*/ 208 w 352"/>
                <a:gd name="T57" fmla="*/ 56 h 512"/>
                <a:gd name="T58" fmla="*/ 200 w 352"/>
                <a:gd name="T59" fmla="*/ 64 h 512"/>
                <a:gd name="T60" fmla="*/ 152 w 352"/>
                <a:gd name="T61" fmla="*/ 64 h 512"/>
                <a:gd name="T62" fmla="*/ 144 w 352"/>
                <a:gd name="T63" fmla="*/ 56 h 512"/>
                <a:gd name="T64" fmla="*/ 144 w 352"/>
                <a:gd name="T65" fmla="*/ 56 h 512"/>
                <a:gd name="T66" fmla="*/ 152 w 352"/>
                <a:gd name="T67" fmla="*/ 48 h 512"/>
                <a:gd name="T68" fmla="*/ 200 w 352"/>
                <a:gd name="T69" fmla="*/ 48 h 512"/>
                <a:gd name="T70" fmla="*/ 208 w 352"/>
                <a:gd name="T71" fmla="*/ 56 h 512"/>
                <a:gd name="T72" fmla="*/ 192 w 352"/>
                <a:gd name="T73" fmla="*/ 456 h 512"/>
                <a:gd name="T74" fmla="*/ 184 w 352"/>
                <a:gd name="T75" fmla="*/ 464 h 512"/>
                <a:gd name="T76" fmla="*/ 168 w 352"/>
                <a:gd name="T77" fmla="*/ 464 h 512"/>
                <a:gd name="T78" fmla="*/ 160 w 352"/>
                <a:gd name="T79" fmla="*/ 456 h 512"/>
                <a:gd name="T80" fmla="*/ 160 w 352"/>
                <a:gd name="T81" fmla="*/ 456 h 512"/>
                <a:gd name="T82" fmla="*/ 168 w 352"/>
                <a:gd name="T83" fmla="*/ 448 h 512"/>
                <a:gd name="T84" fmla="*/ 184 w 352"/>
                <a:gd name="T85" fmla="*/ 448 h 512"/>
                <a:gd name="T86" fmla="*/ 192 w 352"/>
                <a:gd name="T87" fmla="*/ 45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2" h="512">
                  <a:moveTo>
                    <a:pt x="304" y="0"/>
                  </a:moveTo>
                  <a:cubicBezTo>
                    <a:pt x="48" y="0"/>
                    <a:pt x="48" y="0"/>
                    <a:pt x="48" y="0"/>
                  </a:cubicBezTo>
                  <a:cubicBezTo>
                    <a:pt x="21" y="0"/>
                    <a:pt x="0" y="21"/>
                    <a:pt x="0" y="48"/>
                  </a:cubicBezTo>
                  <a:cubicBezTo>
                    <a:pt x="0" y="464"/>
                    <a:pt x="0" y="464"/>
                    <a:pt x="0" y="464"/>
                  </a:cubicBezTo>
                  <a:cubicBezTo>
                    <a:pt x="0" y="491"/>
                    <a:pt x="21" y="512"/>
                    <a:pt x="48" y="512"/>
                  </a:cubicBezTo>
                  <a:cubicBezTo>
                    <a:pt x="304" y="512"/>
                    <a:pt x="304" y="512"/>
                    <a:pt x="304" y="512"/>
                  </a:cubicBezTo>
                  <a:cubicBezTo>
                    <a:pt x="330" y="512"/>
                    <a:pt x="352" y="490"/>
                    <a:pt x="352" y="464"/>
                  </a:cubicBezTo>
                  <a:cubicBezTo>
                    <a:pt x="352" y="48"/>
                    <a:pt x="352" y="48"/>
                    <a:pt x="352" y="48"/>
                  </a:cubicBezTo>
                  <a:cubicBezTo>
                    <a:pt x="352" y="21"/>
                    <a:pt x="330" y="0"/>
                    <a:pt x="304" y="0"/>
                  </a:cubicBezTo>
                  <a:close/>
                  <a:moveTo>
                    <a:pt x="320" y="464"/>
                  </a:moveTo>
                  <a:cubicBezTo>
                    <a:pt x="320" y="473"/>
                    <a:pt x="313" y="480"/>
                    <a:pt x="304" y="480"/>
                  </a:cubicBezTo>
                  <a:cubicBezTo>
                    <a:pt x="48" y="480"/>
                    <a:pt x="48" y="480"/>
                    <a:pt x="48" y="480"/>
                  </a:cubicBezTo>
                  <a:cubicBezTo>
                    <a:pt x="39" y="480"/>
                    <a:pt x="32" y="473"/>
                    <a:pt x="32" y="464"/>
                  </a:cubicBezTo>
                  <a:cubicBezTo>
                    <a:pt x="32" y="432"/>
                    <a:pt x="32" y="432"/>
                    <a:pt x="32" y="432"/>
                  </a:cubicBezTo>
                  <a:cubicBezTo>
                    <a:pt x="320" y="432"/>
                    <a:pt x="320" y="432"/>
                    <a:pt x="320" y="432"/>
                  </a:cubicBezTo>
                  <a:lnTo>
                    <a:pt x="320" y="464"/>
                  </a:lnTo>
                  <a:close/>
                  <a:moveTo>
                    <a:pt x="320" y="416"/>
                  </a:moveTo>
                  <a:cubicBezTo>
                    <a:pt x="32" y="416"/>
                    <a:pt x="32" y="416"/>
                    <a:pt x="32" y="416"/>
                  </a:cubicBezTo>
                  <a:cubicBezTo>
                    <a:pt x="32" y="96"/>
                    <a:pt x="32" y="96"/>
                    <a:pt x="32" y="96"/>
                  </a:cubicBezTo>
                  <a:cubicBezTo>
                    <a:pt x="320" y="96"/>
                    <a:pt x="320" y="96"/>
                    <a:pt x="320" y="96"/>
                  </a:cubicBezTo>
                  <a:lnTo>
                    <a:pt x="320" y="416"/>
                  </a:lnTo>
                  <a:close/>
                  <a:moveTo>
                    <a:pt x="320" y="80"/>
                  </a:moveTo>
                  <a:cubicBezTo>
                    <a:pt x="32" y="80"/>
                    <a:pt x="32" y="80"/>
                    <a:pt x="32" y="80"/>
                  </a:cubicBezTo>
                  <a:cubicBezTo>
                    <a:pt x="32" y="48"/>
                    <a:pt x="32" y="48"/>
                    <a:pt x="32" y="48"/>
                  </a:cubicBezTo>
                  <a:cubicBezTo>
                    <a:pt x="32" y="39"/>
                    <a:pt x="39" y="32"/>
                    <a:pt x="48" y="32"/>
                  </a:cubicBezTo>
                  <a:cubicBezTo>
                    <a:pt x="304" y="32"/>
                    <a:pt x="304" y="32"/>
                    <a:pt x="304" y="32"/>
                  </a:cubicBezTo>
                  <a:cubicBezTo>
                    <a:pt x="313" y="32"/>
                    <a:pt x="320" y="39"/>
                    <a:pt x="320" y="48"/>
                  </a:cubicBezTo>
                  <a:lnTo>
                    <a:pt x="320" y="80"/>
                  </a:lnTo>
                  <a:close/>
                  <a:moveTo>
                    <a:pt x="208" y="56"/>
                  </a:moveTo>
                  <a:cubicBezTo>
                    <a:pt x="208" y="60"/>
                    <a:pt x="204" y="64"/>
                    <a:pt x="200" y="64"/>
                  </a:cubicBezTo>
                  <a:cubicBezTo>
                    <a:pt x="152" y="64"/>
                    <a:pt x="152" y="64"/>
                    <a:pt x="152" y="64"/>
                  </a:cubicBezTo>
                  <a:cubicBezTo>
                    <a:pt x="148" y="64"/>
                    <a:pt x="144" y="60"/>
                    <a:pt x="144" y="56"/>
                  </a:cubicBezTo>
                  <a:cubicBezTo>
                    <a:pt x="144" y="56"/>
                    <a:pt x="144" y="56"/>
                    <a:pt x="144" y="56"/>
                  </a:cubicBezTo>
                  <a:cubicBezTo>
                    <a:pt x="144" y="52"/>
                    <a:pt x="148" y="48"/>
                    <a:pt x="152" y="48"/>
                  </a:cubicBezTo>
                  <a:cubicBezTo>
                    <a:pt x="200" y="48"/>
                    <a:pt x="200" y="48"/>
                    <a:pt x="200" y="48"/>
                  </a:cubicBezTo>
                  <a:cubicBezTo>
                    <a:pt x="204" y="48"/>
                    <a:pt x="208" y="52"/>
                    <a:pt x="208" y="56"/>
                  </a:cubicBezTo>
                  <a:close/>
                  <a:moveTo>
                    <a:pt x="192" y="456"/>
                  </a:moveTo>
                  <a:cubicBezTo>
                    <a:pt x="192" y="460"/>
                    <a:pt x="188" y="464"/>
                    <a:pt x="184" y="464"/>
                  </a:cubicBezTo>
                  <a:cubicBezTo>
                    <a:pt x="168" y="464"/>
                    <a:pt x="168" y="464"/>
                    <a:pt x="168" y="464"/>
                  </a:cubicBezTo>
                  <a:cubicBezTo>
                    <a:pt x="164" y="464"/>
                    <a:pt x="160" y="460"/>
                    <a:pt x="160" y="456"/>
                  </a:cubicBezTo>
                  <a:cubicBezTo>
                    <a:pt x="160" y="456"/>
                    <a:pt x="160" y="456"/>
                    <a:pt x="160" y="456"/>
                  </a:cubicBezTo>
                  <a:cubicBezTo>
                    <a:pt x="160" y="452"/>
                    <a:pt x="164" y="448"/>
                    <a:pt x="168" y="448"/>
                  </a:cubicBezTo>
                  <a:cubicBezTo>
                    <a:pt x="184" y="448"/>
                    <a:pt x="184" y="448"/>
                    <a:pt x="184" y="448"/>
                  </a:cubicBezTo>
                  <a:cubicBezTo>
                    <a:pt x="188" y="448"/>
                    <a:pt x="192" y="452"/>
                    <a:pt x="192" y="4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2"/>
            <p:cNvSpPr>
              <a:spLocks noEditPoints="1"/>
            </p:cNvSpPr>
            <p:nvPr/>
          </p:nvSpPr>
          <p:spPr bwMode="auto">
            <a:xfrm>
              <a:off x="3906978" y="2676708"/>
              <a:ext cx="554908" cy="364287"/>
            </a:xfrm>
            <a:custGeom>
              <a:avLst/>
              <a:gdLst>
                <a:gd name="T0" fmla="*/ 448 w 512"/>
                <a:gd name="T1" fmla="*/ 0 h 336"/>
                <a:gd name="T2" fmla="*/ 64 w 512"/>
                <a:gd name="T3" fmla="*/ 0 h 336"/>
                <a:gd name="T4" fmla="*/ 0 w 512"/>
                <a:gd name="T5" fmla="*/ 64 h 336"/>
                <a:gd name="T6" fmla="*/ 0 w 512"/>
                <a:gd name="T7" fmla="*/ 272 h 336"/>
                <a:gd name="T8" fmla="*/ 64 w 512"/>
                <a:gd name="T9" fmla="*/ 336 h 336"/>
                <a:gd name="T10" fmla="*/ 448 w 512"/>
                <a:gd name="T11" fmla="*/ 336 h 336"/>
                <a:gd name="T12" fmla="*/ 512 w 512"/>
                <a:gd name="T13" fmla="*/ 272 h 336"/>
                <a:gd name="T14" fmla="*/ 512 w 512"/>
                <a:gd name="T15" fmla="*/ 64 h 336"/>
                <a:gd name="T16" fmla="*/ 448 w 512"/>
                <a:gd name="T17" fmla="*/ 0 h 336"/>
                <a:gd name="T18" fmla="*/ 32 w 512"/>
                <a:gd name="T19" fmla="*/ 84 h 336"/>
                <a:gd name="T20" fmla="*/ 144 w 512"/>
                <a:gd name="T21" fmla="*/ 168 h 336"/>
                <a:gd name="T22" fmla="*/ 32 w 512"/>
                <a:gd name="T23" fmla="*/ 252 h 336"/>
                <a:gd name="T24" fmla="*/ 32 w 512"/>
                <a:gd name="T25" fmla="*/ 84 h 336"/>
                <a:gd name="T26" fmla="*/ 480 w 512"/>
                <a:gd name="T27" fmla="*/ 272 h 336"/>
                <a:gd name="T28" fmla="*/ 448 w 512"/>
                <a:gd name="T29" fmla="*/ 304 h 336"/>
                <a:gd name="T30" fmla="*/ 64 w 512"/>
                <a:gd name="T31" fmla="*/ 304 h 336"/>
                <a:gd name="T32" fmla="*/ 32 w 512"/>
                <a:gd name="T33" fmla="*/ 272 h 336"/>
                <a:gd name="T34" fmla="*/ 157 w 512"/>
                <a:gd name="T35" fmla="*/ 178 h 336"/>
                <a:gd name="T36" fmla="*/ 227 w 512"/>
                <a:gd name="T37" fmla="*/ 230 h 336"/>
                <a:gd name="T38" fmla="*/ 256 w 512"/>
                <a:gd name="T39" fmla="*/ 240 h 336"/>
                <a:gd name="T40" fmla="*/ 285 w 512"/>
                <a:gd name="T41" fmla="*/ 230 h 336"/>
                <a:gd name="T42" fmla="*/ 355 w 512"/>
                <a:gd name="T43" fmla="*/ 178 h 336"/>
                <a:gd name="T44" fmla="*/ 480 w 512"/>
                <a:gd name="T45" fmla="*/ 272 h 336"/>
                <a:gd name="T46" fmla="*/ 480 w 512"/>
                <a:gd name="T47" fmla="*/ 252 h 336"/>
                <a:gd name="T48" fmla="*/ 368 w 512"/>
                <a:gd name="T49" fmla="*/ 168 h 336"/>
                <a:gd name="T50" fmla="*/ 480 w 512"/>
                <a:gd name="T51" fmla="*/ 84 h 336"/>
                <a:gd name="T52" fmla="*/ 480 w 512"/>
                <a:gd name="T53" fmla="*/ 252 h 336"/>
                <a:gd name="T54" fmla="*/ 275 w 512"/>
                <a:gd name="T55" fmla="*/ 218 h 336"/>
                <a:gd name="T56" fmla="*/ 256 w 512"/>
                <a:gd name="T57" fmla="*/ 224 h 336"/>
                <a:gd name="T58" fmla="*/ 237 w 512"/>
                <a:gd name="T59" fmla="*/ 218 h 336"/>
                <a:gd name="T60" fmla="*/ 32 w 512"/>
                <a:gd name="T61" fmla="*/ 64 h 336"/>
                <a:gd name="T62" fmla="*/ 64 w 512"/>
                <a:gd name="T63" fmla="*/ 32 h 336"/>
                <a:gd name="T64" fmla="*/ 448 w 512"/>
                <a:gd name="T65" fmla="*/ 32 h 336"/>
                <a:gd name="T66" fmla="*/ 480 w 512"/>
                <a:gd name="T67" fmla="*/ 64 h 336"/>
                <a:gd name="T68" fmla="*/ 275 w 512"/>
                <a:gd name="T69" fmla="*/ 21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336">
                  <a:moveTo>
                    <a:pt x="448" y="0"/>
                  </a:moveTo>
                  <a:cubicBezTo>
                    <a:pt x="64" y="0"/>
                    <a:pt x="64" y="0"/>
                    <a:pt x="64" y="0"/>
                  </a:cubicBezTo>
                  <a:cubicBezTo>
                    <a:pt x="29" y="0"/>
                    <a:pt x="0" y="29"/>
                    <a:pt x="0" y="64"/>
                  </a:cubicBezTo>
                  <a:cubicBezTo>
                    <a:pt x="0" y="272"/>
                    <a:pt x="0" y="272"/>
                    <a:pt x="0" y="272"/>
                  </a:cubicBezTo>
                  <a:cubicBezTo>
                    <a:pt x="0" y="307"/>
                    <a:pt x="29" y="336"/>
                    <a:pt x="64" y="336"/>
                  </a:cubicBezTo>
                  <a:cubicBezTo>
                    <a:pt x="448" y="336"/>
                    <a:pt x="448" y="336"/>
                    <a:pt x="448" y="336"/>
                  </a:cubicBezTo>
                  <a:cubicBezTo>
                    <a:pt x="483" y="336"/>
                    <a:pt x="512" y="307"/>
                    <a:pt x="512" y="272"/>
                  </a:cubicBezTo>
                  <a:cubicBezTo>
                    <a:pt x="512" y="64"/>
                    <a:pt x="512" y="64"/>
                    <a:pt x="512" y="64"/>
                  </a:cubicBezTo>
                  <a:cubicBezTo>
                    <a:pt x="512" y="29"/>
                    <a:pt x="483" y="0"/>
                    <a:pt x="448" y="0"/>
                  </a:cubicBezTo>
                  <a:close/>
                  <a:moveTo>
                    <a:pt x="32" y="84"/>
                  </a:moveTo>
                  <a:cubicBezTo>
                    <a:pt x="144" y="168"/>
                    <a:pt x="144" y="168"/>
                    <a:pt x="144" y="168"/>
                  </a:cubicBezTo>
                  <a:cubicBezTo>
                    <a:pt x="32" y="252"/>
                    <a:pt x="32" y="252"/>
                    <a:pt x="32" y="252"/>
                  </a:cubicBezTo>
                  <a:lnTo>
                    <a:pt x="32" y="84"/>
                  </a:lnTo>
                  <a:close/>
                  <a:moveTo>
                    <a:pt x="480" y="272"/>
                  </a:moveTo>
                  <a:cubicBezTo>
                    <a:pt x="480" y="290"/>
                    <a:pt x="466" y="304"/>
                    <a:pt x="448" y="304"/>
                  </a:cubicBezTo>
                  <a:cubicBezTo>
                    <a:pt x="64" y="304"/>
                    <a:pt x="64" y="304"/>
                    <a:pt x="64" y="304"/>
                  </a:cubicBezTo>
                  <a:cubicBezTo>
                    <a:pt x="46" y="304"/>
                    <a:pt x="32" y="290"/>
                    <a:pt x="32" y="272"/>
                  </a:cubicBezTo>
                  <a:cubicBezTo>
                    <a:pt x="157" y="178"/>
                    <a:pt x="157" y="178"/>
                    <a:pt x="157" y="178"/>
                  </a:cubicBezTo>
                  <a:cubicBezTo>
                    <a:pt x="227" y="230"/>
                    <a:pt x="227" y="230"/>
                    <a:pt x="227" y="230"/>
                  </a:cubicBezTo>
                  <a:cubicBezTo>
                    <a:pt x="236" y="237"/>
                    <a:pt x="246" y="240"/>
                    <a:pt x="256" y="240"/>
                  </a:cubicBezTo>
                  <a:cubicBezTo>
                    <a:pt x="266" y="240"/>
                    <a:pt x="276" y="237"/>
                    <a:pt x="285" y="230"/>
                  </a:cubicBezTo>
                  <a:cubicBezTo>
                    <a:pt x="355" y="178"/>
                    <a:pt x="355" y="178"/>
                    <a:pt x="355" y="178"/>
                  </a:cubicBezTo>
                  <a:lnTo>
                    <a:pt x="480" y="272"/>
                  </a:lnTo>
                  <a:close/>
                  <a:moveTo>
                    <a:pt x="480" y="252"/>
                  </a:moveTo>
                  <a:cubicBezTo>
                    <a:pt x="368" y="168"/>
                    <a:pt x="368" y="168"/>
                    <a:pt x="368" y="168"/>
                  </a:cubicBezTo>
                  <a:cubicBezTo>
                    <a:pt x="480" y="84"/>
                    <a:pt x="480" y="84"/>
                    <a:pt x="480" y="84"/>
                  </a:cubicBezTo>
                  <a:lnTo>
                    <a:pt x="480" y="252"/>
                  </a:lnTo>
                  <a:close/>
                  <a:moveTo>
                    <a:pt x="275" y="218"/>
                  </a:moveTo>
                  <a:cubicBezTo>
                    <a:pt x="270" y="222"/>
                    <a:pt x="263" y="224"/>
                    <a:pt x="256" y="224"/>
                  </a:cubicBezTo>
                  <a:cubicBezTo>
                    <a:pt x="249" y="224"/>
                    <a:pt x="242" y="222"/>
                    <a:pt x="237" y="218"/>
                  </a:cubicBezTo>
                  <a:cubicBezTo>
                    <a:pt x="32" y="64"/>
                    <a:pt x="32" y="64"/>
                    <a:pt x="32" y="64"/>
                  </a:cubicBezTo>
                  <a:cubicBezTo>
                    <a:pt x="32" y="46"/>
                    <a:pt x="46" y="32"/>
                    <a:pt x="64" y="32"/>
                  </a:cubicBezTo>
                  <a:cubicBezTo>
                    <a:pt x="448" y="32"/>
                    <a:pt x="448" y="32"/>
                    <a:pt x="448" y="32"/>
                  </a:cubicBezTo>
                  <a:cubicBezTo>
                    <a:pt x="466" y="32"/>
                    <a:pt x="480" y="46"/>
                    <a:pt x="480" y="64"/>
                  </a:cubicBezTo>
                  <a:lnTo>
                    <a:pt x="275" y="2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3"/>
            <p:cNvSpPr>
              <a:spLocks noEditPoints="1"/>
            </p:cNvSpPr>
            <p:nvPr/>
          </p:nvSpPr>
          <p:spPr bwMode="auto">
            <a:xfrm>
              <a:off x="5035056" y="2581397"/>
              <a:ext cx="554450" cy="554908"/>
            </a:xfrm>
            <a:custGeom>
              <a:avLst/>
              <a:gdLst>
                <a:gd name="T0" fmla="*/ 331 w 512"/>
                <a:gd name="T1" fmla="*/ 161 h 512"/>
                <a:gd name="T2" fmla="*/ 256 w 512"/>
                <a:gd name="T3" fmla="*/ 0 h 512"/>
                <a:gd name="T4" fmla="*/ 144 w 512"/>
                <a:gd name="T5" fmla="*/ 164 h 512"/>
                <a:gd name="T6" fmla="*/ 128 w 512"/>
                <a:gd name="T7" fmla="*/ 173 h 512"/>
                <a:gd name="T8" fmla="*/ 48 w 512"/>
                <a:gd name="T9" fmla="*/ 160 h 512"/>
                <a:gd name="T10" fmla="*/ 0 w 512"/>
                <a:gd name="T11" fmla="*/ 464 h 512"/>
                <a:gd name="T12" fmla="*/ 96 w 512"/>
                <a:gd name="T13" fmla="*/ 512 h 512"/>
                <a:gd name="T14" fmla="*/ 139 w 512"/>
                <a:gd name="T15" fmla="*/ 485 h 512"/>
                <a:gd name="T16" fmla="*/ 144 w 512"/>
                <a:gd name="T17" fmla="*/ 486 h 512"/>
                <a:gd name="T18" fmla="*/ 304 w 512"/>
                <a:gd name="T19" fmla="*/ 512 h 512"/>
                <a:gd name="T20" fmla="*/ 449 w 512"/>
                <a:gd name="T21" fmla="*/ 481 h 512"/>
                <a:gd name="T22" fmla="*/ 456 w 512"/>
                <a:gd name="T23" fmla="*/ 436 h 512"/>
                <a:gd name="T24" fmla="*/ 483 w 512"/>
                <a:gd name="T25" fmla="*/ 351 h 512"/>
                <a:gd name="T26" fmla="*/ 498 w 512"/>
                <a:gd name="T27" fmla="*/ 269 h 512"/>
                <a:gd name="T28" fmla="*/ 512 w 512"/>
                <a:gd name="T29" fmla="*/ 230 h 512"/>
                <a:gd name="T30" fmla="*/ 467 w 512"/>
                <a:gd name="T31" fmla="*/ 168 h 512"/>
                <a:gd name="T32" fmla="*/ 96 w 512"/>
                <a:gd name="T33" fmla="*/ 480 h 512"/>
                <a:gd name="T34" fmla="*/ 32 w 512"/>
                <a:gd name="T35" fmla="*/ 464 h 512"/>
                <a:gd name="T36" fmla="*/ 48 w 512"/>
                <a:gd name="T37" fmla="*/ 192 h 512"/>
                <a:gd name="T38" fmla="*/ 112 w 512"/>
                <a:gd name="T39" fmla="*/ 208 h 512"/>
                <a:gd name="T40" fmla="*/ 480 w 512"/>
                <a:gd name="T41" fmla="*/ 233 h 512"/>
                <a:gd name="T42" fmla="*/ 416 w 512"/>
                <a:gd name="T43" fmla="*/ 256 h 512"/>
                <a:gd name="T44" fmla="*/ 416 w 512"/>
                <a:gd name="T45" fmla="*/ 272 h 512"/>
                <a:gd name="T46" fmla="*/ 473 w 512"/>
                <a:gd name="T47" fmla="*/ 302 h 512"/>
                <a:gd name="T48" fmla="*/ 400 w 512"/>
                <a:gd name="T49" fmla="*/ 336 h 512"/>
                <a:gd name="T50" fmla="*/ 400 w 512"/>
                <a:gd name="T51" fmla="*/ 352 h 512"/>
                <a:gd name="T52" fmla="*/ 452 w 512"/>
                <a:gd name="T53" fmla="*/ 385 h 512"/>
                <a:gd name="T54" fmla="*/ 384 w 512"/>
                <a:gd name="T55" fmla="*/ 416 h 512"/>
                <a:gd name="T56" fmla="*/ 384 w 512"/>
                <a:gd name="T57" fmla="*/ 432 h 512"/>
                <a:gd name="T58" fmla="*/ 425 w 512"/>
                <a:gd name="T59" fmla="*/ 454 h 512"/>
                <a:gd name="T60" fmla="*/ 392 w 512"/>
                <a:gd name="T61" fmla="*/ 480 h 512"/>
                <a:gd name="T62" fmla="*/ 216 w 512"/>
                <a:gd name="T63" fmla="*/ 470 h 512"/>
                <a:gd name="T64" fmla="*/ 128 w 512"/>
                <a:gd name="T65" fmla="*/ 438 h 512"/>
                <a:gd name="T66" fmla="*/ 141 w 512"/>
                <a:gd name="T67" fmla="*/ 200 h 512"/>
                <a:gd name="T68" fmla="*/ 240 w 512"/>
                <a:gd name="T69" fmla="*/ 48 h 512"/>
                <a:gd name="T70" fmla="*/ 303 w 512"/>
                <a:gd name="T71" fmla="*/ 108 h 512"/>
                <a:gd name="T72" fmla="*/ 461 w 512"/>
                <a:gd name="T73" fmla="*/ 198 h 512"/>
                <a:gd name="T74" fmla="*/ 480 w 512"/>
                <a:gd name="T75" fmla="*/ 233 h 512"/>
                <a:gd name="T76" fmla="*/ 48 w 512"/>
                <a:gd name="T77" fmla="*/ 440 h 512"/>
                <a:gd name="T78" fmla="*/ 96 w 512"/>
                <a:gd name="T79" fmla="*/ 440 h 512"/>
                <a:gd name="T80" fmla="*/ 72 w 512"/>
                <a:gd name="T81" fmla="*/ 448 h 512"/>
                <a:gd name="T82" fmla="*/ 72 w 512"/>
                <a:gd name="T83" fmla="*/ 432 h 512"/>
                <a:gd name="T84" fmla="*/ 72 w 512"/>
                <a:gd name="T85" fmla="*/ 4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2" h="512">
                  <a:moveTo>
                    <a:pt x="467" y="168"/>
                  </a:moveTo>
                  <a:cubicBezTo>
                    <a:pt x="447" y="162"/>
                    <a:pt x="400" y="162"/>
                    <a:pt x="331" y="161"/>
                  </a:cubicBezTo>
                  <a:cubicBezTo>
                    <a:pt x="334" y="146"/>
                    <a:pt x="335" y="132"/>
                    <a:pt x="335" y="108"/>
                  </a:cubicBezTo>
                  <a:cubicBezTo>
                    <a:pt x="335" y="51"/>
                    <a:pt x="293" y="0"/>
                    <a:pt x="256" y="0"/>
                  </a:cubicBezTo>
                  <a:cubicBezTo>
                    <a:pt x="230" y="0"/>
                    <a:pt x="208" y="21"/>
                    <a:pt x="208" y="48"/>
                  </a:cubicBezTo>
                  <a:cubicBezTo>
                    <a:pt x="208" y="80"/>
                    <a:pt x="198" y="136"/>
                    <a:pt x="144" y="164"/>
                  </a:cubicBezTo>
                  <a:cubicBezTo>
                    <a:pt x="140" y="166"/>
                    <a:pt x="129" y="171"/>
                    <a:pt x="127" y="172"/>
                  </a:cubicBezTo>
                  <a:cubicBezTo>
                    <a:pt x="128" y="173"/>
                    <a:pt x="128" y="173"/>
                    <a:pt x="128" y="173"/>
                  </a:cubicBezTo>
                  <a:cubicBezTo>
                    <a:pt x="120" y="166"/>
                    <a:pt x="108" y="160"/>
                    <a:pt x="96" y="160"/>
                  </a:cubicBezTo>
                  <a:cubicBezTo>
                    <a:pt x="48" y="160"/>
                    <a:pt x="48" y="160"/>
                    <a:pt x="48" y="160"/>
                  </a:cubicBezTo>
                  <a:cubicBezTo>
                    <a:pt x="22" y="160"/>
                    <a:pt x="0" y="182"/>
                    <a:pt x="0" y="208"/>
                  </a:cubicBezTo>
                  <a:cubicBezTo>
                    <a:pt x="0" y="464"/>
                    <a:pt x="0" y="464"/>
                    <a:pt x="0" y="464"/>
                  </a:cubicBezTo>
                  <a:cubicBezTo>
                    <a:pt x="0" y="490"/>
                    <a:pt x="22" y="512"/>
                    <a:pt x="48" y="512"/>
                  </a:cubicBezTo>
                  <a:cubicBezTo>
                    <a:pt x="96" y="512"/>
                    <a:pt x="96" y="512"/>
                    <a:pt x="96" y="512"/>
                  </a:cubicBezTo>
                  <a:cubicBezTo>
                    <a:pt x="115" y="512"/>
                    <a:pt x="131" y="500"/>
                    <a:pt x="139" y="484"/>
                  </a:cubicBezTo>
                  <a:cubicBezTo>
                    <a:pt x="139" y="484"/>
                    <a:pt x="139" y="485"/>
                    <a:pt x="139" y="485"/>
                  </a:cubicBezTo>
                  <a:cubicBezTo>
                    <a:pt x="140" y="485"/>
                    <a:pt x="142" y="485"/>
                    <a:pt x="143" y="486"/>
                  </a:cubicBezTo>
                  <a:cubicBezTo>
                    <a:pt x="144" y="486"/>
                    <a:pt x="144" y="486"/>
                    <a:pt x="144" y="486"/>
                  </a:cubicBezTo>
                  <a:cubicBezTo>
                    <a:pt x="153" y="488"/>
                    <a:pt x="171" y="492"/>
                    <a:pt x="209" y="501"/>
                  </a:cubicBezTo>
                  <a:cubicBezTo>
                    <a:pt x="217" y="503"/>
                    <a:pt x="260" y="512"/>
                    <a:pt x="304" y="512"/>
                  </a:cubicBezTo>
                  <a:cubicBezTo>
                    <a:pt x="392" y="512"/>
                    <a:pt x="392" y="512"/>
                    <a:pt x="392" y="512"/>
                  </a:cubicBezTo>
                  <a:cubicBezTo>
                    <a:pt x="419" y="512"/>
                    <a:pt x="438" y="502"/>
                    <a:pt x="449" y="481"/>
                  </a:cubicBezTo>
                  <a:cubicBezTo>
                    <a:pt x="449" y="481"/>
                    <a:pt x="453" y="474"/>
                    <a:pt x="456" y="464"/>
                  </a:cubicBezTo>
                  <a:cubicBezTo>
                    <a:pt x="458" y="457"/>
                    <a:pt x="459" y="446"/>
                    <a:pt x="456" y="436"/>
                  </a:cubicBezTo>
                  <a:cubicBezTo>
                    <a:pt x="474" y="424"/>
                    <a:pt x="479" y="406"/>
                    <a:pt x="483" y="394"/>
                  </a:cubicBezTo>
                  <a:cubicBezTo>
                    <a:pt x="489" y="375"/>
                    <a:pt x="487" y="361"/>
                    <a:pt x="483" y="351"/>
                  </a:cubicBezTo>
                  <a:cubicBezTo>
                    <a:pt x="492" y="342"/>
                    <a:pt x="501" y="328"/>
                    <a:pt x="504" y="307"/>
                  </a:cubicBezTo>
                  <a:cubicBezTo>
                    <a:pt x="506" y="293"/>
                    <a:pt x="504" y="280"/>
                    <a:pt x="498" y="269"/>
                  </a:cubicBezTo>
                  <a:cubicBezTo>
                    <a:pt x="507" y="258"/>
                    <a:pt x="511" y="246"/>
                    <a:pt x="512" y="234"/>
                  </a:cubicBezTo>
                  <a:cubicBezTo>
                    <a:pt x="512" y="230"/>
                    <a:pt x="512" y="230"/>
                    <a:pt x="512" y="230"/>
                  </a:cubicBezTo>
                  <a:cubicBezTo>
                    <a:pt x="512" y="228"/>
                    <a:pt x="512" y="227"/>
                    <a:pt x="512" y="222"/>
                  </a:cubicBezTo>
                  <a:cubicBezTo>
                    <a:pt x="512" y="202"/>
                    <a:pt x="498" y="177"/>
                    <a:pt x="467" y="168"/>
                  </a:cubicBezTo>
                  <a:close/>
                  <a:moveTo>
                    <a:pt x="112" y="464"/>
                  </a:moveTo>
                  <a:cubicBezTo>
                    <a:pt x="112" y="473"/>
                    <a:pt x="105" y="480"/>
                    <a:pt x="96" y="480"/>
                  </a:cubicBezTo>
                  <a:cubicBezTo>
                    <a:pt x="48" y="480"/>
                    <a:pt x="48" y="480"/>
                    <a:pt x="48" y="480"/>
                  </a:cubicBezTo>
                  <a:cubicBezTo>
                    <a:pt x="39" y="480"/>
                    <a:pt x="32" y="473"/>
                    <a:pt x="32" y="464"/>
                  </a:cubicBezTo>
                  <a:cubicBezTo>
                    <a:pt x="32" y="208"/>
                    <a:pt x="32" y="208"/>
                    <a:pt x="32" y="208"/>
                  </a:cubicBezTo>
                  <a:cubicBezTo>
                    <a:pt x="32" y="199"/>
                    <a:pt x="39" y="192"/>
                    <a:pt x="48" y="192"/>
                  </a:cubicBezTo>
                  <a:cubicBezTo>
                    <a:pt x="96" y="192"/>
                    <a:pt x="96" y="192"/>
                    <a:pt x="96" y="192"/>
                  </a:cubicBezTo>
                  <a:cubicBezTo>
                    <a:pt x="105" y="192"/>
                    <a:pt x="112" y="199"/>
                    <a:pt x="112" y="208"/>
                  </a:cubicBezTo>
                  <a:lnTo>
                    <a:pt x="112" y="464"/>
                  </a:lnTo>
                  <a:close/>
                  <a:moveTo>
                    <a:pt x="480" y="233"/>
                  </a:moveTo>
                  <a:cubicBezTo>
                    <a:pt x="479" y="240"/>
                    <a:pt x="476" y="256"/>
                    <a:pt x="448" y="256"/>
                  </a:cubicBezTo>
                  <a:cubicBezTo>
                    <a:pt x="424" y="256"/>
                    <a:pt x="416" y="256"/>
                    <a:pt x="416" y="256"/>
                  </a:cubicBezTo>
                  <a:cubicBezTo>
                    <a:pt x="412" y="256"/>
                    <a:pt x="408" y="260"/>
                    <a:pt x="408" y="264"/>
                  </a:cubicBezTo>
                  <a:cubicBezTo>
                    <a:pt x="408" y="268"/>
                    <a:pt x="412" y="272"/>
                    <a:pt x="416" y="272"/>
                  </a:cubicBezTo>
                  <a:cubicBezTo>
                    <a:pt x="416" y="272"/>
                    <a:pt x="423" y="272"/>
                    <a:pt x="447" y="272"/>
                  </a:cubicBezTo>
                  <a:cubicBezTo>
                    <a:pt x="471" y="272"/>
                    <a:pt x="474" y="292"/>
                    <a:pt x="473" y="302"/>
                  </a:cubicBezTo>
                  <a:cubicBezTo>
                    <a:pt x="471" y="313"/>
                    <a:pt x="465" y="336"/>
                    <a:pt x="438" y="336"/>
                  </a:cubicBezTo>
                  <a:cubicBezTo>
                    <a:pt x="411" y="336"/>
                    <a:pt x="400" y="336"/>
                    <a:pt x="400" y="336"/>
                  </a:cubicBezTo>
                  <a:cubicBezTo>
                    <a:pt x="396" y="336"/>
                    <a:pt x="392" y="340"/>
                    <a:pt x="392" y="344"/>
                  </a:cubicBezTo>
                  <a:cubicBezTo>
                    <a:pt x="392" y="348"/>
                    <a:pt x="396" y="352"/>
                    <a:pt x="400" y="352"/>
                  </a:cubicBezTo>
                  <a:cubicBezTo>
                    <a:pt x="400" y="352"/>
                    <a:pt x="419" y="352"/>
                    <a:pt x="432" y="352"/>
                  </a:cubicBezTo>
                  <a:cubicBezTo>
                    <a:pt x="459" y="352"/>
                    <a:pt x="456" y="373"/>
                    <a:pt x="452" y="385"/>
                  </a:cubicBezTo>
                  <a:cubicBezTo>
                    <a:pt x="447" y="401"/>
                    <a:pt x="444" y="416"/>
                    <a:pt x="410" y="416"/>
                  </a:cubicBezTo>
                  <a:cubicBezTo>
                    <a:pt x="398" y="416"/>
                    <a:pt x="384" y="416"/>
                    <a:pt x="384" y="416"/>
                  </a:cubicBezTo>
                  <a:cubicBezTo>
                    <a:pt x="379" y="416"/>
                    <a:pt x="376" y="420"/>
                    <a:pt x="376" y="424"/>
                  </a:cubicBezTo>
                  <a:cubicBezTo>
                    <a:pt x="376" y="428"/>
                    <a:pt x="379" y="432"/>
                    <a:pt x="384" y="432"/>
                  </a:cubicBezTo>
                  <a:cubicBezTo>
                    <a:pt x="384" y="432"/>
                    <a:pt x="395" y="432"/>
                    <a:pt x="409" y="432"/>
                  </a:cubicBezTo>
                  <a:cubicBezTo>
                    <a:pt x="426" y="432"/>
                    <a:pt x="427" y="449"/>
                    <a:pt x="425" y="454"/>
                  </a:cubicBezTo>
                  <a:cubicBezTo>
                    <a:pt x="423" y="461"/>
                    <a:pt x="421" y="466"/>
                    <a:pt x="421" y="466"/>
                  </a:cubicBezTo>
                  <a:cubicBezTo>
                    <a:pt x="416" y="475"/>
                    <a:pt x="408" y="480"/>
                    <a:pt x="392" y="480"/>
                  </a:cubicBezTo>
                  <a:cubicBezTo>
                    <a:pt x="304" y="480"/>
                    <a:pt x="304" y="480"/>
                    <a:pt x="304" y="480"/>
                  </a:cubicBezTo>
                  <a:cubicBezTo>
                    <a:pt x="260" y="480"/>
                    <a:pt x="217" y="470"/>
                    <a:pt x="216" y="470"/>
                  </a:cubicBezTo>
                  <a:cubicBezTo>
                    <a:pt x="149" y="454"/>
                    <a:pt x="146" y="453"/>
                    <a:pt x="142" y="452"/>
                  </a:cubicBezTo>
                  <a:cubicBezTo>
                    <a:pt x="142" y="452"/>
                    <a:pt x="128" y="450"/>
                    <a:pt x="128" y="438"/>
                  </a:cubicBezTo>
                  <a:cubicBezTo>
                    <a:pt x="128" y="217"/>
                    <a:pt x="128" y="217"/>
                    <a:pt x="128" y="217"/>
                  </a:cubicBezTo>
                  <a:cubicBezTo>
                    <a:pt x="128" y="210"/>
                    <a:pt x="133" y="203"/>
                    <a:pt x="141" y="200"/>
                  </a:cubicBezTo>
                  <a:cubicBezTo>
                    <a:pt x="142" y="200"/>
                    <a:pt x="143" y="200"/>
                    <a:pt x="144" y="199"/>
                  </a:cubicBezTo>
                  <a:cubicBezTo>
                    <a:pt x="217" y="169"/>
                    <a:pt x="239" y="102"/>
                    <a:pt x="240" y="48"/>
                  </a:cubicBezTo>
                  <a:cubicBezTo>
                    <a:pt x="240" y="40"/>
                    <a:pt x="246" y="32"/>
                    <a:pt x="256" y="32"/>
                  </a:cubicBezTo>
                  <a:cubicBezTo>
                    <a:pt x="273" y="32"/>
                    <a:pt x="303" y="66"/>
                    <a:pt x="303" y="108"/>
                  </a:cubicBezTo>
                  <a:cubicBezTo>
                    <a:pt x="303" y="146"/>
                    <a:pt x="301" y="152"/>
                    <a:pt x="288" y="192"/>
                  </a:cubicBezTo>
                  <a:cubicBezTo>
                    <a:pt x="448" y="192"/>
                    <a:pt x="447" y="194"/>
                    <a:pt x="461" y="198"/>
                  </a:cubicBezTo>
                  <a:cubicBezTo>
                    <a:pt x="478" y="203"/>
                    <a:pt x="480" y="218"/>
                    <a:pt x="480" y="222"/>
                  </a:cubicBezTo>
                  <a:cubicBezTo>
                    <a:pt x="480" y="228"/>
                    <a:pt x="480" y="227"/>
                    <a:pt x="480" y="233"/>
                  </a:cubicBezTo>
                  <a:close/>
                  <a:moveTo>
                    <a:pt x="72" y="416"/>
                  </a:moveTo>
                  <a:cubicBezTo>
                    <a:pt x="59" y="416"/>
                    <a:pt x="48" y="427"/>
                    <a:pt x="48" y="440"/>
                  </a:cubicBezTo>
                  <a:cubicBezTo>
                    <a:pt x="48" y="453"/>
                    <a:pt x="59" y="464"/>
                    <a:pt x="72" y="464"/>
                  </a:cubicBezTo>
                  <a:cubicBezTo>
                    <a:pt x="85" y="464"/>
                    <a:pt x="96" y="453"/>
                    <a:pt x="96" y="440"/>
                  </a:cubicBezTo>
                  <a:cubicBezTo>
                    <a:pt x="96" y="427"/>
                    <a:pt x="85" y="416"/>
                    <a:pt x="72" y="416"/>
                  </a:cubicBezTo>
                  <a:close/>
                  <a:moveTo>
                    <a:pt x="72" y="448"/>
                  </a:moveTo>
                  <a:cubicBezTo>
                    <a:pt x="68" y="448"/>
                    <a:pt x="64" y="444"/>
                    <a:pt x="64" y="440"/>
                  </a:cubicBezTo>
                  <a:cubicBezTo>
                    <a:pt x="64" y="436"/>
                    <a:pt x="68" y="432"/>
                    <a:pt x="72" y="432"/>
                  </a:cubicBezTo>
                  <a:cubicBezTo>
                    <a:pt x="76" y="432"/>
                    <a:pt x="80" y="436"/>
                    <a:pt x="80" y="440"/>
                  </a:cubicBezTo>
                  <a:cubicBezTo>
                    <a:pt x="80" y="444"/>
                    <a:pt x="76" y="448"/>
                    <a:pt x="72" y="4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4"/>
            <p:cNvSpPr>
              <a:spLocks noEditPoints="1"/>
            </p:cNvSpPr>
            <p:nvPr/>
          </p:nvSpPr>
          <p:spPr bwMode="auto">
            <a:xfrm>
              <a:off x="6162676" y="2579106"/>
              <a:ext cx="558574" cy="559490"/>
            </a:xfrm>
            <a:custGeom>
              <a:avLst/>
              <a:gdLst>
                <a:gd name="T0" fmla="*/ 345 w 516"/>
                <a:gd name="T1" fmla="*/ 11 h 516"/>
                <a:gd name="T2" fmla="*/ 299 w 516"/>
                <a:gd name="T3" fmla="*/ 11 h 516"/>
                <a:gd name="T4" fmla="*/ 253 w 516"/>
                <a:gd name="T5" fmla="*/ 87 h 516"/>
                <a:gd name="T6" fmla="*/ 58 w 516"/>
                <a:gd name="T7" fmla="*/ 224 h 516"/>
                <a:gd name="T8" fmla="*/ 11 w 516"/>
                <a:gd name="T9" fmla="*/ 345 h 516"/>
                <a:gd name="T10" fmla="*/ 202 w 516"/>
                <a:gd name="T11" fmla="*/ 513 h 516"/>
                <a:gd name="T12" fmla="*/ 225 w 516"/>
                <a:gd name="T13" fmla="*/ 491 h 516"/>
                <a:gd name="T14" fmla="*/ 354 w 516"/>
                <a:gd name="T15" fmla="*/ 366 h 516"/>
                <a:gd name="T16" fmla="*/ 513 w 516"/>
                <a:gd name="T17" fmla="*/ 203 h 516"/>
                <a:gd name="T18" fmla="*/ 194 w 516"/>
                <a:gd name="T19" fmla="*/ 482 h 516"/>
                <a:gd name="T20" fmla="*/ 322 w 516"/>
                <a:gd name="T21" fmla="*/ 34 h 516"/>
                <a:gd name="T22" fmla="*/ 194 w 516"/>
                <a:gd name="T23" fmla="*/ 482 h 516"/>
                <a:gd name="T24" fmla="*/ 299 w 516"/>
                <a:gd name="T25" fmla="*/ 232 h 516"/>
                <a:gd name="T26" fmla="*/ 267 w 516"/>
                <a:gd name="T27" fmla="*/ 234 h 516"/>
                <a:gd name="T28" fmla="*/ 225 w 516"/>
                <a:gd name="T29" fmla="*/ 212 h 516"/>
                <a:gd name="T30" fmla="*/ 247 w 516"/>
                <a:gd name="T31" fmla="*/ 208 h 516"/>
                <a:gd name="T32" fmla="*/ 264 w 516"/>
                <a:gd name="T33" fmla="*/ 208 h 516"/>
                <a:gd name="T34" fmla="*/ 264 w 516"/>
                <a:gd name="T35" fmla="*/ 191 h 516"/>
                <a:gd name="T36" fmla="*/ 237 w 516"/>
                <a:gd name="T37" fmla="*/ 184 h 516"/>
                <a:gd name="T38" fmla="*/ 212 w 516"/>
                <a:gd name="T39" fmla="*/ 198 h 516"/>
                <a:gd name="T40" fmla="*/ 204 w 516"/>
                <a:gd name="T41" fmla="*/ 193 h 516"/>
                <a:gd name="T42" fmla="*/ 198 w 516"/>
                <a:gd name="T43" fmla="*/ 200 h 516"/>
                <a:gd name="T44" fmla="*/ 203 w 516"/>
                <a:gd name="T45" fmla="*/ 207 h 516"/>
                <a:gd name="T46" fmla="*/ 188 w 516"/>
                <a:gd name="T47" fmla="*/ 240 h 516"/>
                <a:gd name="T48" fmla="*/ 200 w 516"/>
                <a:gd name="T49" fmla="*/ 268 h 516"/>
                <a:gd name="T50" fmla="*/ 259 w 516"/>
                <a:gd name="T51" fmla="*/ 266 h 516"/>
                <a:gd name="T52" fmla="*/ 277 w 516"/>
                <a:gd name="T53" fmla="*/ 304 h 516"/>
                <a:gd name="T54" fmla="*/ 262 w 516"/>
                <a:gd name="T55" fmla="*/ 301 h 516"/>
                <a:gd name="T56" fmla="*/ 249 w 516"/>
                <a:gd name="T57" fmla="*/ 295 h 516"/>
                <a:gd name="T58" fmla="*/ 238 w 516"/>
                <a:gd name="T59" fmla="*/ 306 h 516"/>
                <a:gd name="T60" fmla="*/ 253 w 516"/>
                <a:gd name="T61" fmla="*/ 323 h 516"/>
                <a:gd name="T62" fmla="*/ 284 w 516"/>
                <a:gd name="T63" fmla="*/ 324 h 516"/>
                <a:gd name="T64" fmla="*/ 310 w 516"/>
                <a:gd name="T65" fmla="*/ 320 h 516"/>
                <a:gd name="T66" fmla="*/ 319 w 516"/>
                <a:gd name="T67" fmla="*/ 319 h 516"/>
                <a:gd name="T68" fmla="*/ 318 w 516"/>
                <a:gd name="T69" fmla="*/ 311 h 516"/>
                <a:gd name="T70" fmla="*/ 321 w 516"/>
                <a:gd name="T71" fmla="*/ 285 h 516"/>
                <a:gd name="T72" fmla="*/ 325 w 516"/>
                <a:gd name="T73" fmla="*/ 253 h 516"/>
                <a:gd name="T74" fmla="*/ 226 w 516"/>
                <a:gd name="T75" fmla="*/ 251 h 516"/>
                <a:gd name="T76" fmla="*/ 210 w 516"/>
                <a:gd name="T77" fmla="*/ 241 h 516"/>
                <a:gd name="T78" fmla="*/ 212 w 516"/>
                <a:gd name="T79" fmla="*/ 227 h 516"/>
                <a:gd name="T80" fmla="*/ 242 w 516"/>
                <a:gd name="T81" fmla="*/ 246 h 516"/>
                <a:gd name="T82" fmla="*/ 301 w 516"/>
                <a:gd name="T83" fmla="*/ 283 h 516"/>
                <a:gd name="T84" fmla="*/ 269 w 516"/>
                <a:gd name="T85" fmla="*/ 261 h 516"/>
                <a:gd name="T86" fmla="*/ 284 w 516"/>
                <a:gd name="T87" fmla="*/ 256 h 516"/>
                <a:gd name="T88" fmla="*/ 299 w 516"/>
                <a:gd name="T89" fmla="*/ 260 h 516"/>
                <a:gd name="T90" fmla="*/ 304 w 516"/>
                <a:gd name="T91" fmla="*/ 275 h 516"/>
                <a:gd name="T92" fmla="*/ 237 w 516"/>
                <a:gd name="T93" fmla="*/ 357 h 516"/>
                <a:gd name="T94" fmla="*/ 248 w 516"/>
                <a:gd name="T95" fmla="*/ 369 h 516"/>
                <a:gd name="T96" fmla="*/ 247 w 516"/>
                <a:gd name="T97" fmla="*/ 369 h 516"/>
                <a:gd name="T98" fmla="*/ 198 w 516"/>
                <a:gd name="T99" fmla="*/ 418 h 516"/>
                <a:gd name="T100" fmla="*/ 187 w 516"/>
                <a:gd name="T101" fmla="*/ 434 h 516"/>
                <a:gd name="T102" fmla="*/ 174 w 516"/>
                <a:gd name="T103" fmla="*/ 424 h 516"/>
                <a:gd name="T104" fmla="*/ 185 w 516"/>
                <a:gd name="T105" fmla="*/ 409 h 516"/>
                <a:gd name="T106" fmla="*/ 237 w 516"/>
                <a:gd name="T107" fmla="*/ 357 h 516"/>
                <a:gd name="T108" fmla="*/ 318 w 516"/>
                <a:gd name="T109" fmla="*/ 100 h 516"/>
                <a:gd name="T110" fmla="*/ 330 w 516"/>
                <a:gd name="T111" fmla="*/ 84 h 516"/>
                <a:gd name="T112" fmla="*/ 342 w 516"/>
                <a:gd name="T113" fmla="*/ 95 h 516"/>
                <a:gd name="T114" fmla="*/ 331 w 516"/>
                <a:gd name="T115" fmla="*/ 110 h 516"/>
                <a:gd name="T116" fmla="*/ 279 w 516"/>
                <a:gd name="T117" fmla="*/ 162 h 516"/>
                <a:gd name="T118" fmla="*/ 267 w 516"/>
                <a:gd name="T119" fmla="*/ 161 h 516"/>
                <a:gd name="T120" fmla="*/ 269 w 516"/>
                <a:gd name="T121" fmla="*/ 149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6" h="516">
                  <a:moveTo>
                    <a:pt x="505" y="171"/>
                  </a:moveTo>
                  <a:cubicBezTo>
                    <a:pt x="345" y="11"/>
                    <a:pt x="345" y="11"/>
                    <a:pt x="345" y="11"/>
                  </a:cubicBezTo>
                  <a:cubicBezTo>
                    <a:pt x="337" y="3"/>
                    <a:pt x="325" y="0"/>
                    <a:pt x="314" y="3"/>
                  </a:cubicBezTo>
                  <a:cubicBezTo>
                    <a:pt x="309" y="4"/>
                    <a:pt x="303" y="7"/>
                    <a:pt x="299" y="11"/>
                  </a:cubicBezTo>
                  <a:cubicBezTo>
                    <a:pt x="296" y="15"/>
                    <a:pt x="293" y="20"/>
                    <a:pt x="291" y="25"/>
                  </a:cubicBezTo>
                  <a:cubicBezTo>
                    <a:pt x="284" y="48"/>
                    <a:pt x="272" y="68"/>
                    <a:pt x="253" y="87"/>
                  </a:cubicBezTo>
                  <a:cubicBezTo>
                    <a:pt x="228" y="112"/>
                    <a:pt x="196" y="130"/>
                    <a:pt x="162" y="150"/>
                  </a:cubicBezTo>
                  <a:cubicBezTo>
                    <a:pt x="126" y="171"/>
                    <a:pt x="88" y="193"/>
                    <a:pt x="58" y="224"/>
                  </a:cubicBezTo>
                  <a:cubicBezTo>
                    <a:pt x="32" y="250"/>
                    <a:pt x="14" y="279"/>
                    <a:pt x="3" y="313"/>
                  </a:cubicBezTo>
                  <a:cubicBezTo>
                    <a:pt x="0" y="324"/>
                    <a:pt x="3" y="336"/>
                    <a:pt x="11" y="345"/>
                  </a:cubicBezTo>
                  <a:cubicBezTo>
                    <a:pt x="171" y="505"/>
                    <a:pt x="171" y="505"/>
                    <a:pt x="171" y="505"/>
                  </a:cubicBezTo>
                  <a:cubicBezTo>
                    <a:pt x="179" y="513"/>
                    <a:pt x="191" y="516"/>
                    <a:pt x="202" y="513"/>
                  </a:cubicBezTo>
                  <a:cubicBezTo>
                    <a:pt x="207" y="512"/>
                    <a:pt x="213" y="509"/>
                    <a:pt x="217" y="505"/>
                  </a:cubicBezTo>
                  <a:cubicBezTo>
                    <a:pt x="220" y="501"/>
                    <a:pt x="223" y="497"/>
                    <a:pt x="225" y="491"/>
                  </a:cubicBezTo>
                  <a:cubicBezTo>
                    <a:pt x="232" y="468"/>
                    <a:pt x="244" y="448"/>
                    <a:pt x="263" y="429"/>
                  </a:cubicBezTo>
                  <a:cubicBezTo>
                    <a:pt x="288" y="404"/>
                    <a:pt x="320" y="386"/>
                    <a:pt x="354" y="366"/>
                  </a:cubicBezTo>
                  <a:cubicBezTo>
                    <a:pt x="390" y="345"/>
                    <a:pt x="428" y="323"/>
                    <a:pt x="458" y="292"/>
                  </a:cubicBezTo>
                  <a:cubicBezTo>
                    <a:pt x="484" y="266"/>
                    <a:pt x="502" y="237"/>
                    <a:pt x="513" y="203"/>
                  </a:cubicBezTo>
                  <a:cubicBezTo>
                    <a:pt x="516" y="192"/>
                    <a:pt x="513" y="180"/>
                    <a:pt x="505" y="171"/>
                  </a:cubicBezTo>
                  <a:close/>
                  <a:moveTo>
                    <a:pt x="194" y="482"/>
                  </a:moveTo>
                  <a:cubicBezTo>
                    <a:pt x="141" y="429"/>
                    <a:pt x="87" y="375"/>
                    <a:pt x="34" y="322"/>
                  </a:cubicBezTo>
                  <a:cubicBezTo>
                    <a:pt x="79" y="175"/>
                    <a:pt x="277" y="181"/>
                    <a:pt x="322" y="34"/>
                  </a:cubicBezTo>
                  <a:cubicBezTo>
                    <a:pt x="375" y="87"/>
                    <a:pt x="429" y="141"/>
                    <a:pt x="482" y="194"/>
                  </a:cubicBezTo>
                  <a:cubicBezTo>
                    <a:pt x="437" y="341"/>
                    <a:pt x="239" y="335"/>
                    <a:pt x="194" y="482"/>
                  </a:cubicBezTo>
                  <a:close/>
                  <a:moveTo>
                    <a:pt x="315" y="240"/>
                  </a:moveTo>
                  <a:cubicBezTo>
                    <a:pt x="310" y="236"/>
                    <a:pt x="305" y="233"/>
                    <a:pt x="299" y="232"/>
                  </a:cubicBezTo>
                  <a:cubicBezTo>
                    <a:pt x="294" y="230"/>
                    <a:pt x="289" y="230"/>
                    <a:pt x="283" y="230"/>
                  </a:cubicBezTo>
                  <a:cubicBezTo>
                    <a:pt x="278" y="230"/>
                    <a:pt x="273" y="232"/>
                    <a:pt x="267" y="234"/>
                  </a:cubicBezTo>
                  <a:cubicBezTo>
                    <a:pt x="262" y="236"/>
                    <a:pt x="257" y="238"/>
                    <a:pt x="251" y="241"/>
                  </a:cubicBezTo>
                  <a:cubicBezTo>
                    <a:pt x="243" y="231"/>
                    <a:pt x="234" y="221"/>
                    <a:pt x="225" y="212"/>
                  </a:cubicBezTo>
                  <a:cubicBezTo>
                    <a:pt x="229" y="208"/>
                    <a:pt x="233" y="207"/>
                    <a:pt x="237" y="206"/>
                  </a:cubicBezTo>
                  <a:cubicBezTo>
                    <a:pt x="240" y="206"/>
                    <a:pt x="244" y="207"/>
                    <a:pt x="247" y="208"/>
                  </a:cubicBezTo>
                  <a:cubicBezTo>
                    <a:pt x="250" y="208"/>
                    <a:pt x="254" y="209"/>
                    <a:pt x="256" y="210"/>
                  </a:cubicBezTo>
                  <a:cubicBezTo>
                    <a:pt x="259" y="210"/>
                    <a:pt x="262" y="210"/>
                    <a:pt x="264" y="208"/>
                  </a:cubicBezTo>
                  <a:cubicBezTo>
                    <a:pt x="266" y="206"/>
                    <a:pt x="268" y="203"/>
                    <a:pt x="268" y="200"/>
                  </a:cubicBezTo>
                  <a:cubicBezTo>
                    <a:pt x="268" y="197"/>
                    <a:pt x="267" y="194"/>
                    <a:pt x="264" y="191"/>
                  </a:cubicBezTo>
                  <a:cubicBezTo>
                    <a:pt x="261" y="187"/>
                    <a:pt x="257" y="185"/>
                    <a:pt x="252" y="184"/>
                  </a:cubicBezTo>
                  <a:cubicBezTo>
                    <a:pt x="247" y="183"/>
                    <a:pt x="242" y="183"/>
                    <a:pt x="237" y="184"/>
                  </a:cubicBezTo>
                  <a:cubicBezTo>
                    <a:pt x="232" y="185"/>
                    <a:pt x="227" y="187"/>
                    <a:pt x="222" y="190"/>
                  </a:cubicBezTo>
                  <a:cubicBezTo>
                    <a:pt x="218" y="193"/>
                    <a:pt x="214" y="195"/>
                    <a:pt x="212" y="198"/>
                  </a:cubicBezTo>
                  <a:cubicBezTo>
                    <a:pt x="210" y="197"/>
                    <a:pt x="209" y="196"/>
                    <a:pt x="208" y="195"/>
                  </a:cubicBezTo>
                  <a:cubicBezTo>
                    <a:pt x="207" y="194"/>
                    <a:pt x="206" y="193"/>
                    <a:pt x="204" y="193"/>
                  </a:cubicBezTo>
                  <a:cubicBezTo>
                    <a:pt x="202" y="193"/>
                    <a:pt x="201" y="194"/>
                    <a:pt x="200" y="196"/>
                  </a:cubicBezTo>
                  <a:cubicBezTo>
                    <a:pt x="199" y="197"/>
                    <a:pt x="198" y="198"/>
                    <a:pt x="198" y="200"/>
                  </a:cubicBezTo>
                  <a:cubicBezTo>
                    <a:pt x="198" y="202"/>
                    <a:pt x="199" y="203"/>
                    <a:pt x="200" y="204"/>
                  </a:cubicBezTo>
                  <a:cubicBezTo>
                    <a:pt x="201" y="205"/>
                    <a:pt x="202" y="206"/>
                    <a:pt x="203" y="207"/>
                  </a:cubicBezTo>
                  <a:cubicBezTo>
                    <a:pt x="199" y="212"/>
                    <a:pt x="196" y="217"/>
                    <a:pt x="193" y="223"/>
                  </a:cubicBezTo>
                  <a:cubicBezTo>
                    <a:pt x="191" y="229"/>
                    <a:pt x="189" y="234"/>
                    <a:pt x="188" y="240"/>
                  </a:cubicBezTo>
                  <a:cubicBezTo>
                    <a:pt x="188" y="246"/>
                    <a:pt x="188" y="251"/>
                    <a:pt x="190" y="255"/>
                  </a:cubicBezTo>
                  <a:cubicBezTo>
                    <a:pt x="192" y="260"/>
                    <a:pt x="195" y="264"/>
                    <a:pt x="200" y="268"/>
                  </a:cubicBezTo>
                  <a:cubicBezTo>
                    <a:pt x="207" y="274"/>
                    <a:pt x="216" y="277"/>
                    <a:pt x="226" y="276"/>
                  </a:cubicBezTo>
                  <a:cubicBezTo>
                    <a:pt x="237" y="276"/>
                    <a:pt x="248" y="273"/>
                    <a:pt x="259" y="266"/>
                  </a:cubicBezTo>
                  <a:cubicBezTo>
                    <a:pt x="269" y="277"/>
                    <a:pt x="278" y="288"/>
                    <a:pt x="288" y="298"/>
                  </a:cubicBezTo>
                  <a:cubicBezTo>
                    <a:pt x="284" y="302"/>
                    <a:pt x="280" y="304"/>
                    <a:pt x="277" y="304"/>
                  </a:cubicBezTo>
                  <a:cubicBezTo>
                    <a:pt x="274" y="305"/>
                    <a:pt x="271" y="305"/>
                    <a:pt x="269" y="304"/>
                  </a:cubicBezTo>
                  <a:cubicBezTo>
                    <a:pt x="266" y="303"/>
                    <a:pt x="264" y="302"/>
                    <a:pt x="262" y="301"/>
                  </a:cubicBezTo>
                  <a:cubicBezTo>
                    <a:pt x="260" y="299"/>
                    <a:pt x="258" y="298"/>
                    <a:pt x="256" y="297"/>
                  </a:cubicBezTo>
                  <a:cubicBezTo>
                    <a:pt x="254" y="296"/>
                    <a:pt x="251" y="295"/>
                    <a:pt x="249" y="295"/>
                  </a:cubicBezTo>
                  <a:cubicBezTo>
                    <a:pt x="247" y="295"/>
                    <a:pt x="245" y="296"/>
                    <a:pt x="242" y="298"/>
                  </a:cubicBezTo>
                  <a:cubicBezTo>
                    <a:pt x="240" y="301"/>
                    <a:pt x="238" y="303"/>
                    <a:pt x="238" y="306"/>
                  </a:cubicBezTo>
                  <a:cubicBezTo>
                    <a:pt x="238" y="309"/>
                    <a:pt x="240" y="312"/>
                    <a:pt x="242" y="315"/>
                  </a:cubicBezTo>
                  <a:cubicBezTo>
                    <a:pt x="245" y="319"/>
                    <a:pt x="249" y="321"/>
                    <a:pt x="253" y="323"/>
                  </a:cubicBezTo>
                  <a:cubicBezTo>
                    <a:pt x="257" y="325"/>
                    <a:pt x="262" y="326"/>
                    <a:pt x="267" y="327"/>
                  </a:cubicBezTo>
                  <a:cubicBezTo>
                    <a:pt x="273" y="327"/>
                    <a:pt x="278" y="326"/>
                    <a:pt x="284" y="324"/>
                  </a:cubicBezTo>
                  <a:cubicBezTo>
                    <a:pt x="290" y="322"/>
                    <a:pt x="296" y="318"/>
                    <a:pt x="302" y="312"/>
                  </a:cubicBezTo>
                  <a:cubicBezTo>
                    <a:pt x="304" y="315"/>
                    <a:pt x="307" y="318"/>
                    <a:pt x="310" y="320"/>
                  </a:cubicBezTo>
                  <a:cubicBezTo>
                    <a:pt x="311" y="321"/>
                    <a:pt x="313" y="322"/>
                    <a:pt x="314" y="322"/>
                  </a:cubicBezTo>
                  <a:cubicBezTo>
                    <a:pt x="316" y="321"/>
                    <a:pt x="318" y="321"/>
                    <a:pt x="319" y="319"/>
                  </a:cubicBezTo>
                  <a:cubicBezTo>
                    <a:pt x="320" y="318"/>
                    <a:pt x="320" y="316"/>
                    <a:pt x="320" y="315"/>
                  </a:cubicBezTo>
                  <a:cubicBezTo>
                    <a:pt x="320" y="313"/>
                    <a:pt x="319" y="312"/>
                    <a:pt x="318" y="311"/>
                  </a:cubicBezTo>
                  <a:cubicBezTo>
                    <a:pt x="315" y="308"/>
                    <a:pt x="313" y="306"/>
                    <a:pt x="310" y="304"/>
                  </a:cubicBezTo>
                  <a:cubicBezTo>
                    <a:pt x="315" y="298"/>
                    <a:pt x="318" y="292"/>
                    <a:pt x="321" y="285"/>
                  </a:cubicBezTo>
                  <a:cubicBezTo>
                    <a:pt x="324" y="279"/>
                    <a:pt x="326" y="273"/>
                    <a:pt x="326" y="268"/>
                  </a:cubicBezTo>
                  <a:cubicBezTo>
                    <a:pt x="327" y="262"/>
                    <a:pt x="326" y="257"/>
                    <a:pt x="325" y="253"/>
                  </a:cubicBezTo>
                  <a:cubicBezTo>
                    <a:pt x="323" y="248"/>
                    <a:pt x="320" y="244"/>
                    <a:pt x="315" y="240"/>
                  </a:cubicBezTo>
                  <a:close/>
                  <a:moveTo>
                    <a:pt x="226" y="251"/>
                  </a:moveTo>
                  <a:cubicBezTo>
                    <a:pt x="221" y="251"/>
                    <a:pt x="217" y="250"/>
                    <a:pt x="214" y="247"/>
                  </a:cubicBezTo>
                  <a:cubicBezTo>
                    <a:pt x="212" y="245"/>
                    <a:pt x="211" y="243"/>
                    <a:pt x="210" y="241"/>
                  </a:cubicBezTo>
                  <a:cubicBezTo>
                    <a:pt x="210" y="239"/>
                    <a:pt x="210" y="237"/>
                    <a:pt x="210" y="235"/>
                  </a:cubicBezTo>
                  <a:cubicBezTo>
                    <a:pt x="210" y="232"/>
                    <a:pt x="211" y="230"/>
                    <a:pt x="212" y="227"/>
                  </a:cubicBezTo>
                  <a:cubicBezTo>
                    <a:pt x="213" y="225"/>
                    <a:pt x="215" y="222"/>
                    <a:pt x="217" y="220"/>
                  </a:cubicBezTo>
                  <a:cubicBezTo>
                    <a:pt x="225" y="228"/>
                    <a:pt x="233" y="237"/>
                    <a:pt x="242" y="246"/>
                  </a:cubicBezTo>
                  <a:cubicBezTo>
                    <a:pt x="235" y="249"/>
                    <a:pt x="230" y="251"/>
                    <a:pt x="226" y="251"/>
                  </a:cubicBezTo>
                  <a:close/>
                  <a:moveTo>
                    <a:pt x="301" y="283"/>
                  </a:moveTo>
                  <a:cubicBezTo>
                    <a:pt x="300" y="286"/>
                    <a:pt x="298" y="288"/>
                    <a:pt x="296" y="290"/>
                  </a:cubicBezTo>
                  <a:cubicBezTo>
                    <a:pt x="287" y="281"/>
                    <a:pt x="278" y="271"/>
                    <a:pt x="269" y="261"/>
                  </a:cubicBezTo>
                  <a:cubicBezTo>
                    <a:pt x="271" y="260"/>
                    <a:pt x="274" y="259"/>
                    <a:pt x="276" y="258"/>
                  </a:cubicBezTo>
                  <a:cubicBezTo>
                    <a:pt x="279" y="257"/>
                    <a:pt x="282" y="256"/>
                    <a:pt x="284" y="256"/>
                  </a:cubicBezTo>
                  <a:cubicBezTo>
                    <a:pt x="287" y="255"/>
                    <a:pt x="289" y="255"/>
                    <a:pt x="292" y="256"/>
                  </a:cubicBezTo>
                  <a:cubicBezTo>
                    <a:pt x="295" y="257"/>
                    <a:pt x="297" y="258"/>
                    <a:pt x="299" y="260"/>
                  </a:cubicBezTo>
                  <a:cubicBezTo>
                    <a:pt x="302" y="263"/>
                    <a:pt x="303" y="265"/>
                    <a:pt x="304" y="267"/>
                  </a:cubicBezTo>
                  <a:cubicBezTo>
                    <a:pt x="304" y="270"/>
                    <a:pt x="304" y="273"/>
                    <a:pt x="304" y="275"/>
                  </a:cubicBezTo>
                  <a:cubicBezTo>
                    <a:pt x="303" y="278"/>
                    <a:pt x="302" y="281"/>
                    <a:pt x="301" y="283"/>
                  </a:cubicBezTo>
                  <a:close/>
                  <a:moveTo>
                    <a:pt x="237" y="357"/>
                  </a:moveTo>
                  <a:cubicBezTo>
                    <a:pt x="241" y="354"/>
                    <a:pt x="245" y="354"/>
                    <a:pt x="248" y="357"/>
                  </a:cubicBezTo>
                  <a:cubicBezTo>
                    <a:pt x="251" y="361"/>
                    <a:pt x="251" y="366"/>
                    <a:pt x="248" y="369"/>
                  </a:cubicBezTo>
                  <a:cubicBezTo>
                    <a:pt x="248" y="369"/>
                    <a:pt x="248" y="369"/>
                    <a:pt x="247" y="369"/>
                  </a:cubicBezTo>
                  <a:cubicBezTo>
                    <a:pt x="247" y="369"/>
                    <a:pt x="247" y="369"/>
                    <a:pt x="247" y="369"/>
                  </a:cubicBezTo>
                  <a:cubicBezTo>
                    <a:pt x="237" y="377"/>
                    <a:pt x="229" y="384"/>
                    <a:pt x="220" y="393"/>
                  </a:cubicBezTo>
                  <a:cubicBezTo>
                    <a:pt x="212" y="401"/>
                    <a:pt x="205" y="410"/>
                    <a:pt x="198" y="418"/>
                  </a:cubicBezTo>
                  <a:cubicBezTo>
                    <a:pt x="188" y="432"/>
                    <a:pt x="188" y="432"/>
                    <a:pt x="188" y="432"/>
                  </a:cubicBezTo>
                  <a:cubicBezTo>
                    <a:pt x="188" y="433"/>
                    <a:pt x="187" y="433"/>
                    <a:pt x="187" y="434"/>
                  </a:cubicBezTo>
                  <a:cubicBezTo>
                    <a:pt x="184" y="437"/>
                    <a:pt x="179" y="437"/>
                    <a:pt x="175" y="434"/>
                  </a:cubicBezTo>
                  <a:cubicBezTo>
                    <a:pt x="173" y="431"/>
                    <a:pt x="172" y="427"/>
                    <a:pt x="174" y="424"/>
                  </a:cubicBezTo>
                  <a:cubicBezTo>
                    <a:pt x="174" y="424"/>
                    <a:pt x="174" y="424"/>
                    <a:pt x="174" y="424"/>
                  </a:cubicBezTo>
                  <a:cubicBezTo>
                    <a:pt x="185" y="409"/>
                    <a:pt x="185" y="409"/>
                    <a:pt x="185" y="409"/>
                  </a:cubicBezTo>
                  <a:cubicBezTo>
                    <a:pt x="192" y="400"/>
                    <a:pt x="200" y="390"/>
                    <a:pt x="209" y="382"/>
                  </a:cubicBezTo>
                  <a:cubicBezTo>
                    <a:pt x="218" y="373"/>
                    <a:pt x="227" y="365"/>
                    <a:pt x="237" y="357"/>
                  </a:cubicBezTo>
                  <a:close/>
                  <a:moveTo>
                    <a:pt x="296" y="125"/>
                  </a:moveTo>
                  <a:cubicBezTo>
                    <a:pt x="304" y="117"/>
                    <a:pt x="311" y="109"/>
                    <a:pt x="318" y="100"/>
                  </a:cubicBezTo>
                  <a:cubicBezTo>
                    <a:pt x="328" y="86"/>
                    <a:pt x="328" y="86"/>
                    <a:pt x="328" y="86"/>
                  </a:cubicBezTo>
                  <a:cubicBezTo>
                    <a:pt x="329" y="85"/>
                    <a:pt x="329" y="84"/>
                    <a:pt x="330" y="84"/>
                  </a:cubicBezTo>
                  <a:cubicBezTo>
                    <a:pt x="333" y="80"/>
                    <a:pt x="338" y="80"/>
                    <a:pt x="341" y="84"/>
                  </a:cubicBezTo>
                  <a:cubicBezTo>
                    <a:pt x="344" y="87"/>
                    <a:pt x="344" y="91"/>
                    <a:pt x="342" y="95"/>
                  </a:cubicBezTo>
                  <a:cubicBezTo>
                    <a:pt x="342" y="95"/>
                    <a:pt x="342" y="95"/>
                    <a:pt x="342" y="95"/>
                  </a:cubicBezTo>
                  <a:cubicBezTo>
                    <a:pt x="331" y="110"/>
                    <a:pt x="331" y="110"/>
                    <a:pt x="331" y="110"/>
                  </a:cubicBezTo>
                  <a:cubicBezTo>
                    <a:pt x="324" y="119"/>
                    <a:pt x="316" y="128"/>
                    <a:pt x="307" y="137"/>
                  </a:cubicBezTo>
                  <a:cubicBezTo>
                    <a:pt x="298" y="146"/>
                    <a:pt x="289" y="154"/>
                    <a:pt x="279" y="162"/>
                  </a:cubicBezTo>
                  <a:cubicBezTo>
                    <a:pt x="279" y="162"/>
                    <a:pt x="279" y="162"/>
                    <a:pt x="279" y="162"/>
                  </a:cubicBezTo>
                  <a:cubicBezTo>
                    <a:pt x="275" y="164"/>
                    <a:pt x="270" y="164"/>
                    <a:pt x="267" y="161"/>
                  </a:cubicBezTo>
                  <a:cubicBezTo>
                    <a:pt x="264" y="158"/>
                    <a:pt x="264" y="153"/>
                    <a:pt x="267" y="150"/>
                  </a:cubicBezTo>
                  <a:cubicBezTo>
                    <a:pt x="268" y="149"/>
                    <a:pt x="269" y="149"/>
                    <a:pt x="269" y="149"/>
                  </a:cubicBezTo>
                  <a:cubicBezTo>
                    <a:pt x="279" y="141"/>
                    <a:pt x="288" y="134"/>
                    <a:pt x="296"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5"/>
            <p:cNvSpPr>
              <a:spLocks noEditPoints="1"/>
            </p:cNvSpPr>
            <p:nvPr/>
          </p:nvSpPr>
          <p:spPr bwMode="auto">
            <a:xfrm>
              <a:off x="7294420" y="2616222"/>
              <a:ext cx="560865" cy="485258"/>
            </a:xfrm>
            <a:custGeom>
              <a:avLst/>
              <a:gdLst>
                <a:gd name="T0" fmla="*/ 503 w 518"/>
                <a:gd name="T1" fmla="*/ 71 h 448"/>
                <a:gd name="T2" fmla="*/ 423 w 518"/>
                <a:gd name="T3" fmla="*/ 7 h 448"/>
                <a:gd name="T4" fmla="*/ 403 w 518"/>
                <a:gd name="T5" fmla="*/ 0 h 448"/>
                <a:gd name="T6" fmla="*/ 115 w 518"/>
                <a:gd name="T7" fmla="*/ 0 h 448"/>
                <a:gd name="T8" fmla="*/ 95 w 518"/>
                <a:gd name="T9" fmla="*/ 7 h 448"/>
                <a:gd name="T10" fmla="*/ 15 w 518"/>
                <a:gd name="T11" fmla="*/ 71 h 448"/>
                <a:gd name="T12" fmla="*/ 5 w 518"/>
                <a:gd name="T13" fmla="*/ 106 h 448"/>
                <a:gd name="T14" fmla="*/ 37 w 518"/>
                <a:gd name="T15" fmla="*/ 202 h 448"/>
                <a:gd name="T16" fmla="*/ 57 w 518"/>
                <a:gd name="T17" fmla="*/ 222 h 448"/>
                <a:gd name="T18" fmla="*/ 67 w 518"/>
                <a:gd name="T19" fmla="*/ 224 h 448"/>
                <a:gd name="T20" fmla="*/ 83 w 518"/>
                <a:gd name="T21" fmla="*/ 220 h 448"/>
                <a:gd name="T22" fmla="*/ 83 w 518"/>
                <a:gd name="T23" fmla="*/ 416 h 448"/>
                <a:gd name="T24" fmla="*/ 115 w 518"/>
                <a:gd name="T25" fmla="*/ 448 h 448"/>
                <a:gd name="T26" fmla="*/ 403 w 518"/>
                <a:gd name="T27" fmla="*/ 448 h 448"/>
                <a:gd name="T28" fmla="*/ 435 w 518"/>
                <a:gd name="T29" fmla="*/ 416 h 448"/>
                <a:gd name="T30" fmla="*/ 435 w 518"/>
                <a:gd name="T31" fmla="*/ 220 h 448"/>
                <a:gd name="T32" fmla="*/ 451 w 518"/>
                <a:gd name="T33" fmla="*/ 224 h 448"/>
                <a:gd name="T34" fmla="*/ 461 w 518"/>
                <a:gd name="T35" fmla="*/ 222 h 448"/>
                <a:gd name="T36" fmla="*/ 481 w 518"/>
                <a:gd name="T37" fmla="*/ 202 h 448"/>
                <a:gd name="T38" fmla="*/ 513 w 518"/>
                <a:gd name="T39" fmla="*/ 106 h 448"/>
                <a:gd name="T40" fmla="*/ 503 w 518"/>
                <a:gd name="T41" fmla="*/ 71 h 448"/>
                <a:gd name="T42" fmla="*/ 319 w 518"/>
                <a:gd name="T43" fmla="*/ 32 h 448"/>
                <a:gd name="T44" fmla="*/ 259 w 518"/>
                <a:gd name="T45" fmla="*/ 64 h 448"/>
                <a:gd name="T46" fmla="*/ 199 w 518"/>
                <a:gd name="T47" fmla="*/ 32 h 448"/>
                <a:gd name="T48" fmla="*/ 319 w 518"/>
                <a:gd name="T49" fmla="*/ 32 h 448"/>
                <a:gd name="T50" fmla="*/ 451 w 518"/>
                <a:gd name="T51" fmla="*/ 192 h 448"/>
                <a:gd name="T52" fmla="*/ 403 w 518"/>
                <a:gd name="T53" fmla="*/ 160 h 448"/>
                <a:gd name="T54" fmla="*/ 403 w 518"/>
                <a:gd name="T55" fmla="*/ 416 h 448"/>
                <a:gd name="T56" fmla="*/ 115 w 518"/>
                <a:gd name="T57" fmla="*/ 416 h 448"/>
                <a:gd name="T58" fmla="*/ 115 w 518"/>
                <a:gd name="T59" fmla="*/ 160 h 448"/>
                <a:gd name="T60" fmla="*/ 67 w 518"/>
                <a:gd name="T61" fmla="*/ 192 h 448"/>
                <a:gd name="T62" fmla="*/ 35 w 518"/>
                <a:gd name="T63" fmla="*/ 96 h 448"/>
                <a:gd name="T64" fmla="*/ 115 w 518"/>
                <a:gd name="T65" fmla="*/ 32 h 448"/>
                <a:gd name="T66" fmla="*/ 182 w 518"/>
                <a:gd name="T67" fmla="*/ 32 h 448"/>
                <a:gd name="T68" fmla="*/ 259 w 518"/>
                <a:gd name="T69" fmla="*/ 80 h 448"/>
                <a:gd name="T70" fmla="*/ 336 w 518"/>
                <a:gd name="T71" fmla="*/ 32 h 448"/>
                <a:gd name="T72" fmla="*/ 403 w 518"/>
                <a:gd name="T73" fmla="*/ 32 h 448"/>
                <a:gd name="T74" fmla="*/ 483 w 518"/>
                <a:gd name="T75" fmla="*/ 96 h 448"/>
                <a:gd name="T76" fmla="*/ 451 w 518"/>
                <a:gd name="T77" fmla="*/ 192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8" h="448">
                  <a:moveTo>
                    <a:pt x="503" y="71"/>
                  </a:moveTo>
                  <a:cubicBezTo>
                    <a:pt x="423" y="7"/>
                    <a:pt x="423" y="7"/>
                    <a:pt x="423" y="7"/>
                  </a:cubicBezTo>
                  <a:cubicBezTo>
                    <a:pt x="417" y="2"/>
                    <a:pt x="410" y="0"/>
                    <a:pt x="403" y="0"/>
                  </a:cubicBezTo>
                  <a:cubicBezTo>
                    <a:pt x="115" y="0"/>
                    <a:pt x="115" y="0"/>
                    <a:pt x="115" y="0"/>
                  </a:cubicBezTo>
                  <a:cubicBezTo>
                    <a:pt x="108" y="0"/>
                    <a:pt x="101" y="2"/>
                    <a:pt x="95" y="7"/>
                  </a:cubicBezTo>
                  <a:cubicBezTo>
                    <a:pt x="15" y="71"/>
                    <a:pt x="15" y="71"/>
                    <a:pt x="15" y="71"/>
                  </a:cubicBezTo>
                  <a:cubicBezTo>
                    <a:pt x="5" y="79"/>
                    <a:pt x="0" y="93"/>
                    <a:pt x="5" y="106"/>
                  </a:cubicBezTo>
                  <a:cubicBezTo>
                    <a:pt x="37" y="202"/>
                    <a:pt x="37" y="202"/>
                    <a:pt x="37" y="202"/>
                  </a:cubicBezTo>
                  <a:cubicBezTo>
                    <a:pt x="40" y="212"/>
                    <a:pt x="47" y="219"/>
                    <a:pt x="57" y="222"/>
                  </a:cubicBezTo>
                  <a:cubicBezTo>
                    <a:pt x="60" y="223"/>
                    <a:pt x="64" y="224"/>
                    <a:pt x="67" y="224"/>
                  </a:cubicBezTo>
                  <a:cubicBezTo>
                    <a:pt x="73" y="224"/>
                    <a:pt x="78" y="223"/>
                    <a:pt x="83" y="220"/>
                  </a:cubicBezTo>
                  <a:cubicBezTo>
                    <a:pt x="83" y="416"/>
                    <a:pt x="83" y="416"/>
                    <a:pt x="83" y="416"/>
                  </a:cubicBezTo>
                  <a:cubicBezTo>
                    <a:pt x="83" y="434"/>
                    <a:pt x="97" y="448"/>
                    <a:pt x="115" y="448"/>
                  </a:cubicBezTo>
                  <a:cubicBezTo>
                    <a:pt x="403" y="448"/>
                    <a:pt x="403" y="448"/>
                    <a:pt x="403" y="448"/>
                  </a:cubicBezTo>
                  <a:cubicBezTo>
                    <a:pt x="421" y="448"/>
                    <a:pt x="435" y="434"/>
                    <a:pt x="435" y="416"/>
                  </a:cubicBezTo>
                  <a:cubicBezTo>
                    <a:pt x="435" y="220"/>
                    <a:pt x="435" y="220"/>
                    <a:pt x="435" y="220"/>
                  </a:cubicBezTo>
                  <a:cubicBezTo>
                    <a:pt x="440" y="223"/>
                    <a:pt x="445" y="224"/>
                    <a:pt x="451" y="224"/>
                  </a:cubicBezTo>
                  <a:cubicBezTo>
                    <a:pt x="455" y="224"/>
                    <a:pt x="458" y="223"/>
                    <a:pt x="461" y="222"/>
                  </a:cubicBezTo>
                  <a:cubicBezTo>
                    <a:pt x="471" y="219"/>
                    <a:pt x="478" y="212"/>
                    <a:pt x="481" y="202"/>
                  </a:cubicBezTo>
                  <a:cubicBezTo>
                    <a:pt x="513" y="106"/>
                    <a:pt x="513" y="106"/>
                    <a:pt x="513" y="106"/>
                  </a:cubicBezTo>
                  <a:cubicBezTo>
                    <a:pt x="518" y="93"/>
                    <a:pt x="513" y="79"/>
                    <a:pt x="503" y="71"/>
                  </a:cubicBezTo>
                  <a:close/>
                  <a:moveTo>
                    <a:pt x="319" y="32"/>
                  </a:moveTo>
                  <a:cubicBezTo>
                    <a:pt x="310" y="51"/>
                    <a:pt x="287" y="64"/>
                    <a:pt x="259" y="64"/>
                  </a:cubicBezTo>
                  <a:cubicBezTo>
                    <a:pt x="231" y="64"/>
                    <a:pt x="208" y="51"/>
                    <a:pt x="199" y="32"/>
                  </a:cubicBezTo>
                  <a:lnTo>
                    <a:pt x="319" y="32"/>
                  </a:lnTo>
                  <a:close/>
                  <a:moveTo>
                    <a:pt x="451" y="192"/>
                  </a:moveTo>
                  <a:cubicBezTo>
                    <a:pt x="403" y="160"/>
                    <a:pt x="403" y="160"/>
                    <a:pt x="403" y="160"/>
                  </a:cubicBezTo>
                  <a:cubicBezTo>
                    <a:pt x="403" y="416"/>
                    <a:pt x="403" y="416"/>
                    <a:pt x="403" y="416"/>
                  </a:cubicBezTo>
                  <a:cubicBezTo>
                    <a:pt x="115" y="416"/>
                    <a:pt x="115" y="416"/>
                    <a:pt x="115" y="416"/>
                  </a:cubicBezTo>
                  <a:cubicBezTo>
                    <a:pt x="115" y="160"/>
                    <a:pt x="115" y="160"/>
                    <a:pt x="115" y="160"/>
                  </a:cubicBezTo>
                  <a:cubicBezTo>
                    <a:pt x="67" y="192"/>
                    <a:pt x="67" y="192"/>
                    <a:pt x="67" y="192"/>
                  </a:cubicBezTo>
                  <a:cubicBezTo>
                    <a:pt x="35" y="96"/>
                    <a:pt x="35" y="96"/>
                    <a:pt x="35" y="96"/>
                  </a:cubicBezTo>
                  <a:cubicBezTo>
                    <a:pt x="115" y="32"/>
                    <a:pt x="115" y="32"/>
                    <a:pt x="115" y="32"/>
                  </a:cubicBezTo>
                  <a:cubicBezTo>
                    <a:pt x="182" y="32"/>
                    <a:pt x="182" y="32"/>
                    <a:pt x="182" y="32"/>
                  </a:cubicBezTo>
                  <a:cubicBezTo>
                    <a:pt x="191" y="60"/>
                    <a:pt x="222" y="80"/>
                    <a:pt x="259" y="80"/>
                  </a:cubicBezTo>
                  <a:cubicBezTo>
                    <a:pt x="296" y="80"/>
                    <a:pt x="327" y="60"/>
                    <a:pt x="336" y="32"/>
                  </a:cubicBezTo>
                  <a:cubicBezTo>
                    <a:pt x="403" y="32"/>
                    <a:pt x="403" y="32"/>
                    <a:pt x="403" y="32"/>
                  </a:cubicBezTo>
                  <a:cubicBezTo>
                    <a:pt x="483" y="96"/>
                    <a:pt x="483" y="96"/>
                    <a:pt x="483" y="96"/>
                  </a:cubicBezTo>
                  <a:lnTo>
                    <a:pt x="451"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4" name="组合 103"/>
          <p:cNvGrpSpPr/>
          <p:nvPr/>
        </p:nvGrpSpPr>
        <p:grpSpPr>
          <a:xfrm>
            <a:off x="835711" y="4212279"/>
            <a:ext cx="10516070" cy="492131"/>
            <a:chOff x="814633" y="3310659"/>
            <a:chExt cx="10516070" cy="492131"/>
          </a:xfrm>
          <a:solidFill>
            <a:schemeClr val="accent1"/>
          </a:solidFill>
        </p:grpSpPr>
        <p:sp>
          <p:nvSpPr>
            <p:cNvPr id="42" name="Freeform 8"/>
            <p:cNvSpPr>
              <a:spLocks noEditPoints="1"/>
            </p:cNvSpPr>
            <p:nvPr/>
          </p:nvSpPr>
          <p:spPr bwMode="auto">
            <a:xfrm>
              <a:off x="10798706" y="3310659"/>
              <a:ext cx="531997" cy="492131"/>
            </a:xfrm>
            <a:custGeom>
              <a:avLst/>
              <a:gdLst>
                <a:gd name="T0" fmla="*/ 380 w 491"/>
                <a:gd name="T1" fmla="*/ 30 h 454"/>
                <a:gd name="T2" fmla="*/ 205 w 491"/>
                <a:gd name="T3" fmla="*/ 119 h 454"/>
                <a:gd name="T4" fmla="*/ 205 w 491"/>
                <a:gd name="T5" fmla="*/ 137 h 454"/>
                <a:gd name="T6" fmla="*/ 105 w 491"/>
                <a:gd name="T7" fmla="*/ 199 h 454"/>
                <a:gd name="T8" fmla="*/ 5 w 491"/>
                <a:gd name="T9" fmla="*/ 256 h 454"/>
                <a:gd name="T10" fmla="*/ 23 w 491"/>
                <a:gd name="T11" fmla="*/ 317 h 454"/>
                <a:gd name="T12" fmla="*/ 32 w 491"/>
                <a:gd name="T13" fmla="*/ 321 h 454"/>
                <a:gd name="T14" fmla="*/ 143 w 491"/>
                <a:gd name="T15" fmla="*/ 290 h 454"/>
                <a:gd name="T16" fmla="*/ 151 w 491"/>
                <a:gd name="T17" fmla="*/ 294 h 454"/>
                <a:gd name="T18" fmla="*/ 257 w 491"/>
                <a:gd name="T19" fmla="*/ 273 h 454"/>
                <a:gd name="T20" fmla="*/ 266 w 491"/>
                <a:gd name="T21" fmla="*/ 277 h 454"/>
                <a:gd name="T22" fmla="*/ 454 w 491"/>
                <a:gd name="T23" fmla="*/ 216 h 454"/>
                <a:gd name="T24" fmla="*/ 384 w 491"/>
                <a:gd name="T25" fmla="*/ 34 h 454"/>
                <a:gd name="T26" fmla="*/ 17 w 491"/>
                <a:gd name="T27" fmla="*/ 266 h 454"/>
                <a:gd name="T28" fmla="*/ 134 w 491"/>
                <a:gd name="T29" fmla="*/ 269 h 454"/>
                <a:gd name="T30" fmla="*/ 153 w 491"/>
                <a:gd name="T31" fmla="*/ 279 h 454"/>
                <a:gd name="T32" fmla="*/ 150 w 491"/>
                <a:gd name="T33" fmla="*/ 271 h 454"/>
                <a:gd name="T34" fmla="*/ 124 w 491"/>
                <a:gd name="T35" fmla="*/ 208 h 454"/>
                <a:gd name="T36" fmla="*/ 210 w 491"/>
                <a:gd name="T37" fmla="*/ 151 h 454"/>
                <a:gd name="T38" fmla="*/ 249 w 491"/>
                <a:gd name="T39" fmla="*/ 251 h 454"/>
                <a:gd name="T40" fmla="*/ 268 w 491"/>
                <a:gd name="T41" fmla="*/ 261 h 454"/>
                <a:gd name="T42" fmla="*/ 265 w 491"/>
                <a:gd name="T43" fmla="*/ 253 h 454"/>
                <a:gd name="T44" fmla="*/ 217 w 491"/>
                <a:gd name="T45" fmla="*/ 129 h 454"/>
                <a:gd name="T46" fmla="*/ 438 w 491"/>
                <a:gd name="T47" fmla="*/ 209 h 454"/>
                <a:gd name="T48" fmla="*/ 405 w 491"/>
                <a:gd name="T49" fmla="*/ 6 h 454"/>
                <a:gd name="T50" fmla="*/ 392 w 491"/>
                <a:gd name="T51" fmla="*/ 11 h 454"/>
                <a:gd name="T52" fmla="*/ 483 w 491"/>
                <a:gd name="T53" fmla="*/ 228 h 454"/>
                <a:gd name="T54" fmla="*/ 490 w 491"/>
                <a:gd name="T55" fmla="*/ 218 h 454"/>
                <a:gd name="T56" fmla="*/ 250 w 491"/>
                <a:gd name="T57" fmla="*/ 298 h 454"/>
                <a:gd name="T58" fmla="*/ 179 w 491"/>
                <a:gd name="T59" fmla="*/ 327 h 454"/>
                <a:gd name="T60" fmla="*/ 96 w 491"/>
                <a:gd name="T61" fmla="*/ 442 h 454"/>
                <a:gd name="T62" fmla="*/ 101 w 491"/>
                <a:gd name="T63" fmla="*/ 454 h 454"/>
                <a:gd name="T64" fmla="*/ 189 w 491"/>
                <a:gd name="T65" fmla="*/ 355 h 454"/>
                <a:gd name="T66" fmla="*/ 221 w 491"/>
                <a:gd name="T67" fmla="*/ 447 h 454"/>
                <a:gd name="T68" fmla="*/ 236 w 491"/>
                <a:gd name="T69" fmla="*/ 447 h 454"/>
                <a:gd name="T70" fmla="*/ 268 w 491"/>
                <a:gd name="T71" fmla="*/ 355 h 454"/>
                <a:gd name="T72" fmla="*/ 356 w 491"/>
                <a:gd name="T73" fmla="*/ 454 h 454"/>
                <a:gd name="T74" fmla="*/ 361 w 491"/>
                <a:gd name="T75" fmla="*/ 442 h 454"/>
                <a:gd name="T76" fmla="*/ 278 w 491"/>
                <a:gd name="T77" fmla="*/ 328 h 454"/>
                <a:gd name="T78" fmla="*/ 264 w 491"/>
                <a:gd name="T79" fmla="*/ 341 h 454"/>
                <a:gd name="T80" fmla="*/ 193 w 491"/>
                <a:gd name="T81" fmla="*/ 327 h 454"/>
                <a:gd name="T82" fmla="*/ 250 w 491"/>
                <a:gd name="T83" fmla="*/ 312 h 454"/>
                <a:gd name="T84" fmla="*/ 264 w 491"/>
                <a:gd name="T85" fmla="*/ 34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1" h="454">
                  <a:moveTo>
                    <a:pt x="384" y="34"/>
                  </a:moveTo>
                  <a:cubicBezTo>
                    <a:pt x="383" y="32"/>
                    <a:pt x="381" y="31"/>
                    <a:pt x="380" y="30"/>
                  </a:cubicBezTo>
                  <a:cubicBezTo>
                    <a:pt x="378" y="29"/>
                    <a:pt x="376" y="29"/>
                    <a:pt x="374" y="30"/>
                  </a:cubicBezTo>
                  <a:cubicBezTo>
                    <a:pt x="205" y="119"/>
                    <a:pt x="205" y="119"/>
                    <a:pt x="205" y="119"/>
                  </a:cubicBezTo>
                  <a:cubicBezTo>
                    <a:pt x="202" y="121"/>
                    <a:pt x="201" y="125"/>
                    <a:pt x="202" y="128"/>
                  </a:cubicBezTo>
                  <a:cubicBezTo>
                    <a:pt x="205" y="137"/>
                    <a:pt x="205" y="137"/>
                    <a:pt x="205" y="137"/>
                  </a:cubicBezTo>
                  <a:cubicBezTo>
                    <a:pt x="108" y="190"/>
                    <a:pt x="108" y="190"/>
                    <a:pt x="108" y="190"/>
                  </a:cubicBezTo>
                  <a:cubicBezTo>
                    <a:pt x="105" y="192"/>
                    <a:pt x="104" y="196"/>
                    <a:pt x="105" y="199"/>
                  </a:cubicBezTo>
                  <a:cubicBezTo>
                    <a:pt x="108" y="207"/>
                    <a:pt x="108" y="207"/>
                    <a:pt x="108" y="207"/>
                  </a:cubicBezTo>
                  <a:cubicBezTo>
                    <a:pt x="5" y="256"/>
                    <a:pt x="5" y="256"/>
                    <a:pt x="5" y="256"/>
                  </a:cubicBezTo>
                  <a:cubicBezTo>
                    <a:pt x="2" y="258"/>
                    <a:pt x="0" y="262"/>
                    <a:pt x="1" y="266"/>
                  </a:cubicBezTo>
                  <a:cubicBezTo>
                    <a:pt x="23" y="317"/>
                    <a:pt x="23" y="317"/>
                    <a:pt x="23" y="317"/>
                  </a:cubicBezTo>
                  <a:cubicBezTo>
                    <a:pt x="24" y="319"/>
                    <a:pt x="26" y="321"/>
                    <a:pt x="29" y="321"/>
                  </a:cubicBezTo>
                  <a:cubicBezTo>
                    <a:pt x="30" y="321"/>
                    <a:pt x="31" y="321"/>
                    <a:pt x="32" y="321"/>
                  </a:cubicBezTo>
                  <a:cubicBezTo>
                    <a:pt x="139" y="282"/>
                    <a:pt x="139" y="282"/>
                    <a:pt x="139" y="282"/>
                  </a:cubicBezTo>
                  <a:cubicBezTo>
                    <a:pt x="143" y="290"/>
                    <a:pt x="143" y="290"/>
                    <a:pt x="143" y="290"/>
                  </a:cubicBezTo>
                  <a:cubicBezTo>
                    <a:pt x="144" y="293"/>
                    <a:pt x="146" y="294"/>
                    <a:pt x="149" y="294"/>
                  </a:cubicBezTo>
                  <a:cubicBezTo>
                    <a:pt x="150" y="294"/>
                    <a:pt x="151" y="294"/>
                    <a:pt x="151" y="294"/>
                  </a:cubicBezTo>
                  <a:cubicBezTo>
                    <a:pt x="254" y="265"/>
                    <a:pt x="254" y="265"/>
                    <a:pt x="254" y="265"/>
                  </a:cubicBezTo>
                  <a:cubicBezTo>
                    <a:pt x="257" y="273"/>
                    <a:pt x="257" y="273"/>
                    <a:pt x="257" y="273"/>
                  </a:cubicBezTo>
                  <a:cubicBezTo>
                    <a:pt x="258" y="275"/>
                    <a:pt x="261" y="277"/>
                    <a:pt x="264" y="277"/>
                  </a:cubicBezTo>
                  <a:cubicBezTo>
                    <a:pt x="265" y="277"/>
                    <a:pt x="265" y="277"/>
                    <a:pt x="266" y="277"/>
                  </a:cubicBezTo>
                  <a:cubicBezTo>
                    <a:pt x="450" y="220"/>
                    <a:pt x="450" y="220"/>
                    <a:pt x="450" y="220"/>
                  </a:cubicBezTo>
                  <a:cubicBezTo>
                    <a:pt x="452" y="220"/>
                    <a:pt x="453" y="218"/>
                    <a:pt x="454" y="216"/>
                  </a:cubicBezTo>
                  <a:cubicBezTo>
                    <a:pt x="455" y="215"/>
                    <a:pt x="455" y="213"/>
                    <a:pt x="454" y="211"/>
                  </a:cubicBezTo>
                  <a:cubicBezTo>
                    <a:pt x="384" y="34"/>
                    <a:pt x="384" y="34"/>
                    <a:pt x="384" y="34"/>
                  </a:cubicBezTo>
                  <a:close/>
                  <a:moveTo>
                    <a:pt x="33" y="305"/>
                  </a:moveTo>
                  <a:cubicBezTo>
                    <a:pt x="17" y="266"/>
                    <a:pt x="17" y="266"/>
                    <a:pt x="17" y="266"/>
                  </a:cubicBezTo>
                  <a:cubicBezTo>
                    <a:pt x="114" y="220"/>
                    <a:pt x="114" y="220"/>
                    <a:pt x="114" y="220"/>
                  </a:cubicBezTo>
                  <a:cubicBezTo>
                    <a:pt x="134" y="269"/>
                    <a:pt x="134" y="269"/>
                    <a:pt x="134" y="269"/>
                  </a:cubicBezTo>
                  <a:lnTo>
                    <a:pt x="33" y="305"/>
                  </a:lnTo>
                  <a:close/>
                  <a:moveTo>
                    <a:pt x="153" y="279"/>
                  </a:moveTo>
                  <a:cubicBezTo>
                    <a:pt x="150" y="271"/>
                    <a:pt x="150" y="271"/>
                    <a:pt x="150" y="271"/>
                  </a:cubicBezTo>
                  <a:cubicBezTo>
                    <a:pt x="150" y="271"/>
                    <a:pt x="150" y="271"/>
                    <a:pt x="150" y="271"/>
                  </a:cubicBezTo>
                  <a:cubicBezTo>
                    <a:pt x="124" y="208"/>
                    <a:pt x="124" y="208"/>
                    <a:pt x="124" y="208"/>
                  </a:cubicBezTo>
                  <a:cubicBezTo>
                    <a:pt x="124" y="208"/>
                    <a:pt x="124" y="208"/>
                    <a:pt x="124" y="208"/>
                  </a:cubicBezTo>
                  <a:cubicBezTo>
                    <a:pt x="121" y="200"/>
                    <a:pt x="121" y="200"/>
                    <a:pt x="121" y="200"/>
                  </a:cubicBezTo>
                  <a:cubicBezTo>
                    <a:pt x="210" y="151"/>
                    <a:pt x="210" y="151"/>
                    <a:pt x="210" y="151"/>
                  </a:cubicBezTo>
                  <a:cubicBezTo>
                    <a:pt x="244" y="237"/>
                    <a:pt x="244" y="237"/>
                    <a:pt x="244" y="237"/>
                  </a:cubicBezTo>
                  <a:cubicBezTo>
                    <a:pt x="249" y="251"/>
                    <a:pt x="249" y="251"/>
                    <a:pt x="249" y="251"/>
                  </a:cubicBezTo>
                  <a:lnTo>
                    <a:pt x="153" y="279"/>
                  </a:lnTo>
                  <a:close/>
                  <a:moveTo>
                    <a:pt x="268" y="261"/>
                  </a:moveTo>
                  <a:cubicBezTo>
                    <a:pt x="265" y="254"/>
                    <a:pt x="265" y="254"/>
                    <a:pt x="265" y="254"/>
                  </a:cubicBezTo>
                  <a:cubicBezTo>
                    <a:pt x="265" y="254"/>
                    <a:pt x="265" y="253"/>
                    <a:pt x="265" y="253"/>
                  </a:cubicBezTo>
                  <a:cubicBezTo>
                    <a:pt x="256" y="231"/>
                    <a:pt x="256" y="231"/>
                    <a:pt x="256" y="231"/>
                  </a:cubicBezTo>
                  <a:cubicBezTo>
                    <a:pt x="217" y="129"/>
                    <a:pt x="217" y="129"/>
                    <a:pt x="217" y="129"/>
                  </a:cubicBezTo>
                  <a:cubicBezTo>
                    <a:pt x="373" y="46"/>
                    <a:pt x="373" y="46"/>
                    <a:pt x="373" y="46"/>
                  </a:cubicBezTo>
                  <a:cubicBezTo>
                    <a:pt x="438" y="209"/>
                    <a:pt x="438" y="209"/>
                    <a:pt x="438" y="209"/>
                  </a:cubicBezTo>
                  <a:lnTo>
                    <a:pt x="268" y="261"/>
                  </a:lnTo>
                  <a:close/>
                  <a:moveTo>
                    <a:pt x="405" y="6"/>
                  </a:moveTo>
                  <a:cubicBezTo>
                    <a:pt x="403" y="2"/>
                    <a:pt x="399" y="0"/>
                    <a:pt x="396" y="2"/>
                  </a:cubicBezTo>
                  <a:cubicBezTo>
                    <a:pt x="392" y="3"/>
                    <a:pt x="390" y="7"/>
                    <a:pt x="392" y="11"/>
                  </a:cubicBezTo>
                  <a:cubicBezTo>
                    <a:pt x="477" y="223"/>
                    <a:pt x="477" y="223"/>
                    <a:pt x="477" y="223"/>
                  </a:cubicBezTo>
                  <a:cubicBezTo>
                    <a:pt x="478" y="226"/>
                    <a:pt x="480" y="228"/>
                    <a:pt x="483" y="228"/>
                  </a:cubicBezTo>
                  <a:cubicBezTo>
                    <a:pt x="484" y="228"/>
                    <a:pt x="485" y="227"/>
                    <a:pt x="486" y="227"/>
                  </a:cubicBezTo>
                  <a:cubicBezTo>
                    <a:pt x="489" y="226"/>
                    <a:pt x="491" y="221"/>
                    <a:pt x="490" y="218"/>
                  </a:cubicBezTo>
                  <a:cubicBezTo>
                    <a:pt x="405" y="6"/>
                    <a:pt x="405" y="6"/>
                    <a:pt x="405" y="6"/>
                  </a:cubicBezTo>
                  <a:close/>
                  <a:moveTo>
                    <a:pt x="250" y="298"/>
                  </a:moveTo>
                  <a:cubicBezTo>
                    <a:pt x="207" y="298"/>
                    <a:pt x="207" y="298"/>
                    <a:pt x="207" y="298"/>
                  </a:cubicBezTo>
                  <a:cubicBezTo>
                    <a:pt x="191" y="298"/>
                    <a:pt x="179" y="311"/>
                    <a:pt x="179" y="327"/>
                  </a:cubicBezTo>
                  <a:cubicBezTo>
                    <a:pt x="179" y="345"/>
                    <a:pt x="179" y="345"/>
                    <a:pt x="179" y="345"/>
                  </a:cubicBezTo>
                  <a:cubicBezTo>
                    <a:pt x="96" y="442"/>
                    <a:pt x="96" y="442"/>
                    <a:pt x="96" y="442"/>
                  </a:cubicBezTo>
                  <a:cubicBezTo>
                    <a:pt x="93" y="445"/>
                    <a:pt x="94" y="450"/>
                    <a:pt x="96" y="452"/>
                  </a:cubicBezTo>
                  <a:cubicBezTo>
                    <a:pt x="98" y="453"/>
                    <a:pt x="99" y="454"/>
                    <a:pt x="101" y="454"/>
                  </a:cubicBezTo>
                  <a:cubicBezTo>
                    <a:pt x="103" y="454"/>
                    <a:pt x="105" y="453"/>
                    <a:pt x="106" y="452"/>
                  </a:cubicBezTo>
                  <a:cubicBezTo>
                    <a:pt x="189" y="355"/>
                    <a:pt x="189" y="355"/>
                    <a:pt x="189" y="355"/>
                  </a:cubicBezTo>
                  <a:cubicBezTo>
                    <a:pt x="221" y="355"/>
                    <a:pt x="221" y="355"/>
                    <a:pt x="221" y="355"/>
                  </a:cubicBezTo>
                  <a:cubicBezTo>
                    <a:pt x="221" y="447"/>
                    <a:pt x="221" y="447"/>
                    <a:pt x="221" y="447"/>
                  </a:cubicBezTo>
                  <a:cubicBezTo>
                    <a:pt x="221" y="451"/>
                    <a:pt x="225" y="454"/>
                    <a:pt x="228" y="454"/>
                  </a:cubicBezTo>
                  <a:cubicBezTo>
                    <a:pt x="232" y="454"/>
                    <a:pt x="236" y="451"/>
                    <a:pt x="236" y="447"/>
                  </a:cubicBezTo>
                  <a:cubicBezTo>
                    <a:pt x="236" y="355"/>
                    <a:pt x="236" y="355"/>
                    <a:pt x="236" y="355"/>
                  </a:cubicBezTo>
                  <a:cubicBezTo>
                    <a:pt x="268" y="355"/>
                    <a:pt x="268" y="355"/>
                    <a:pt x="268" y="355"/>
                  </a:cubicBezTo>
                  <a:cubicBezTo>
                    <a:pt x="350" y="452"/>
                    <a:pt x="350" y="452"/>
                    <a:pt x="350" y="452"/>
                  </a:cubicBezTo>
                  <a:cubicBezTo>
                    <a:pt x="352" y="453"/>
                    <a:pt x="354" y="454"/>
                    <a:pt x="356" y="454"/>
                  </a:cubicBezTo>
                  <a:cubicBezTo>
                    <a:pt x="357" y="454"/>
                    <a:pt x="359" y="453"/>
                    <a:pt x="360" y="452"/>
                  </a:cubicBezTo>
                  <a:cubicBezTo>
                    <a:pt x="363" y="450"/>
                    <a:pt x="364" y="445"/>
                    <a:pt x="361" y="442"/>
                  </a:cubicBezTo>
                  <a:cubicBezTo>
                    <a:pt x="278" y="345"/>
                    <a:pt x="278" y="345"/>
                    <a:pt x="278" y="345"/>
                  </a:cubicBezTo>
                  <a:cubicBezTo>
                    <a:pt x="278" y="328"/>
                    <a:pt x="278" y="328"/>
                    <a:pt x="278" y="328"/>
                  </a:cubicBezTo>
                  <a:cubicBezTo>
                    <a:pt x="278" y="311"/>
                    <a:pt x="266" y="298"/>
                    <a:pt x="250" y="298"/>
                  </a:cubicBezTo>
                  <a:close/>
                  <a:moveTo>
                    <a:pt x="264" y="341"/>
                  </a:moveTo>
                  <a:cubicBezTo>
                    <a:pt x="193" y="341"/>
                    <a:pt x="193" y="341"/>
                    <a:pt x="193" y="341"/>
                  </a:cubicBezTo>
                  <a:cubicBezTo>
                    <a:pt x="193" y="327"/>
                    <a:pt x="193" y="327"/>
                    <a:pt x="193" y="327"/>
                  </a:cubicBezTo>
                  <a:cubicBezTo>
                    <a:pt x="193" y="318"/>
                    <a:pt x="199" y="312"/>
                    <a:pt x="207" y="312"/>
                  </a:cubicBezTo>
                  <a:cubicBezTo>
                    <a:pt x="250" y="312"/>
                    <a:pt x="250" y="312"/>
                    <a:pt x="250" y="312"/>
                  </a:cubicBezTo>
                  <a:cubicBezTo>
                    <a:pt x="258" y="312"/>
                    <a:pt x="264" y="319"/>
                    <a:pt x="264" y="328"/>
                  </a:cubicBezTo>
                  <a:lnTo>
                    <a:pt x="264" y="3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6"/>
            <p:cNvSpPr/>
            <p:nvPr/>
          </p:nvSpPr>
          <p:spPr bwMode="auto">
            <a:xfrm>
              <a:off x="814633" y="3348691"/>
              <a:ext cx="461431" cy="416066"/>
            </a:xfrm>
            <a:custGeom>
              <a:avLst/>
              <a:gdLst>
                <a:gd name="T0" fmla="*/ 213 w 426"/>
                <a:gd name="T1" fmla="*/ 0 h 384"/>
                <a:gd name="T2" fmla="*/ 7 w 426"/>
                <a:gd name="T3" fmla="*/ 176 h 384"/>
                <a:gd name="T4" fmla="*/ 0 w 426"/>
                <a:gd name="T5" fmla="*/ 192 h 384"/>
                <a:gd name="T6" fmla="*/ 21 w 426"/>
                <a:gd name="T7" fmla="*/ 213 h 384"/>
                <a:gd name="T8" fmla="*/ 64 w 426"/>
                <a:gd name="T9" fmla="*/ 213 h 384"/>
                <a:gd name="T10" fmla="*/ 64 w 426"/>
                <a:gd name="T11" fmla="*/ 363 h 384"/>
                <a:gd name="T12" fmla="*/ 85 w 426"/>
                <a:gd name="T13" fmla="*/ 384 h 384"/>
                <a:gd name="T14" fmla="*/ 149 w 426"/>
                <a:gd name="T15" fmla="*/ 384 h 384"/>
                <a:gd name="T16" fmla="*/ 170 w 426"/>
                <a:gd name="T17" fmla="*/ 363 h 384"/>
                <a:gd name="T18" fmla="*/ 170 w 426"/>
                <a:gd name="T19" fmla="*/ 277 h 384"/>
                <a:gd name="T20" fmla="*/ 256 w 426"/>
                <a:gd name="T21" fmla="*/ 277 h 384"/>
                <a:gd name="T22" fmla="*/ 256 w 426"/>
                <a:gd name="T23" fmla="*/ 363 h 384"/>
                <a:gd name="T24" fmla="*/ 277 w 426"/>
                <a:gd name="T25" fmla="*/ 384 h 384"/>
                <a:gd name="T26" fmla="*/ 341 w 426"/>
                <a:gd name="T27" fmla="*/ 384 h 384"/>
                <a:gd name="T28" fmla="*/ 362 w 426"/>
                <a:gd name="T29" fmla="*/ 363 h 384"/>
                <a:gd name="T30" fmla="*/ 362 w 426"/>
                <a:gd name="T31" fmla="*/ 213 h 384"/>
                <a:gd name="T32" fmla="*/ 405 w 426"/>
                <a:gd name="T33" fmla="*/ 213 h 384"/>
                <a:gd name="T34" fmla="*/ 426 w 426"/>
                <a:gd name="T35" fmla="*/ 192 h 384"/>
                <a:gd name="T36" fmla="*/ 418 w 426"/>
                <a:gd name="T37" fmla="*/ 176 h 384"/>
                <a:gd name="T38" fmla="*/ 213 w 426"/>
                <a:gd name="T39"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6" h="384">
                  <a:moveTo>
                    <a:pt x="213" y="0"/>
                  </a:moveTo>
                  <a:cubicBezTo>
                    <a:pt x="213" y="0"/>
                    <a:pt x="81" y="114"/>
                    <a:pt x="7" y="176"/>
                  </a:cubicBezTo>
                  <a:cubicBezTo>
                    <a:pt x="3" y="180"/>
                    <a:pt x="0" y="185"/>
                    <a:pt x="0" y="192"/>
                  </a:cubicBezTo>
                  <a:cubicBezTo>
                    <a:pt x="0" y="204"/>
                    <a:pt x="9" y="213"/>
                    <a:pt x="21" y="213"/>
                  </a:cubicBezTo>
                  <a:cubicBezTo>
                    <a:pt x="64" y="213"/>
                    <a:pt x="64" y="213"/>
                    <a:pt x="64" y="213"/>
                  </a:cubicBezTo>
                  <a:cubicBezTo>
                    <a:pt x="64" y="363"/>
                    <a:pt x="64" y="363"/>
                    <a:pt x="64" y="363"/>
                  </a:cubicBezTo>
                  <a:cubicBezTo>
                    <a:pt x="64" y="374"/>
                    <a:pt x="73" y="384"/>
                    <a:pt x="85" y="384"/>
                  </a:cubicBezTo>
                  <a:cubicBezTo>
                    <a:pt x="149" y="384"/>
                    <a:pt x="149" y="384"/>
                    <a:pt x="149" y="384"/>
                  </a:cubicBezTo>
                  <a:cubicBezTo>
                    <a:pt x="161" y="384"/>
                    <a:pt x="170" y="374"/>
                    <a:pt x="170" y="363"/>
                  </a:cubicBezTo>
                  <a:cubicBezTo>
                    <a:pt x="170" y="277"/>
                    <a:pt x="170" y="277"/>
                    <a:pt x="170" y="277"/>
                  </a:cubicBezTo>
                  <a:cubicBezTo>
                    <a:pt x="256" y="277"/>
                    <a:pt x="256" y="277"/>
                    <a:pt x="256" y="277"/>
                  </a:cubicBezTo>
                  <a:cubicBezTo>
                    <a:pt x="256" y="363"/>
                    <a:pt x="256" y="363"/>
                    <a:pt x="256" y="363"/>
                  </a:cubicBezTo>
                  <a:cubicBezTo>
                    <a:pt x="256" y="374"/>
                    <a:pt x="265" y="384"/>
                    <a:pt x="277" y="384"/>
                  </a:cubicBezTo>
                  <a:cubicBezTo>
                    <a:pt x="341" y="384"/>
                    <a:pt x="341" y="384"/>
                    <a:pt x="341" y="384"/>
                  </a:cubicBezTo>
                  <a:cubicBezTo>
                    <a:pt x="353" y="384"/>
                    <a:pt x="362" y="374"/>
                    <a:pt x="362" y="363"/>
                  </a:cubicBezTo>
                  <a:cubicBezTo>
                    <a:pt x="362" y="213"/>
                    <a:pt x="362" y="213"/>
                    <a:pt x="362" y="213"/>
                  </a:cubicBezTo>
                  <a:cubicBezTo>
                    <a:pt x="405" y="213"/>
                    <a:pt x="405" y="213"/>
                    <a:pt x="405" y="213"/>
                  </a:cubicBezTo>
                  <a:cubicBezTo>
                    <a:pt x="417" y="213"/>
                    <a:pt x="426" y="204"/>
                    <a:pt x="426" y="192"/>
                  </a:cubicBezTo>
                  <a:cubicBezTo>
                    <a:pt x="426" y="185"/>
                    <a:pt x="423" y="180"/>
                    <a:pt x="418" y="176"/>
                  </a:cubicBezTo>
                  <a:cubicBezTo>
                    <a:pt x="345" y="114"/>
                    <a:pt x="213" y="0"/>
                    <a:pt x="2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7"/>
            <p:cNvSpPr>
              <a:spLocks noEditPoints="1"/>
            </p:cNvSpPr>
            <p:nvPr/>
          </p:nvSpPr>
          <p:spPr bwMode="auto">
            <a:xfrm>
              <a:off x="1962466" y="3328758"/>
              <a:ext cx="405069" cy="455932"/>
            </a:xfrm>
            <a:custGeom>
              <a:avLst/>
              <a:gdLst>
                <a:gd name="T0" fmla="*/ 308 w 374"/>
                <a:gd name="T1" fmla="*/ 65 h 421"/>
                <a:gd name="T2" fmla="*/ 66 w 374"/>
                <a:gd name="T3" fmla="*/ 65 h 421"/>
                <a:gd name="T4" fmla="*/ 66 w 374"/>
                <a:gd name="T5" fmla="*/ 303 h 421"/>
                <a:gd name="T6" fmla="*/ 187 w 374"/>
                <a:gd name="T7" fmla="*/ 421 h 421"/>
                <a:gd name="T8" fmla="*/ 308 w 374"/>
                <a:gd name="T9" fmla="*/ 303 h 421"/>
                <a:gd name="T10" fmla="*/ 308 w 374"/>
                <a:gd name="T11" fmla="*/ 65 h 421"/>
                <a:gd name="T12" fmla="*/ 187 w 374"/>
                <a:gd name="T13" fmla="*/ 240 h 421"/>
                <a:gd name="T14" fmla="*/ 149 w 374"/>
                <a:gd name="T15" fmla="*/ 224 h 421"/>
                <a:gd name="T16" fmla="*/ 149 w 374"/>
                <a:gd name="T17" fmla="*/ 149 h 421"/>
                <a:gd name="T18" fmla="*/ 187 w 374"/>
                <a:gd name="T19" fmla="*/ 133 h 421"/>
                <a:gd name="T20" fmla="*/ 225 w 374"/>
                <a:gd name="T21" fmla="*/ 149 h 421"/>
                <a:gd name="T22" fmla="*/ 225 w 374"/>
                <a:gd name="T23" fmla="*/ 224 h 421"/>
                <a:gd name="T24" fmla="*/ 187 w 374"/>
                <a:gd name="T25" fmla="*/ 240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421">
                  <a:moveTo>
                    <a:pt x="308" y="65"/>
                  </a:moveTo>
                  <a:cubicBezTo>
                    <a:pt x="241" y="0"/>
                    <a:pt x="133" y="0"/>
                    <a:pt x="66" y="65"/>
                  </a:cubicBezTo>
                  <a:cubicBezTo>
                    <a:pt x="0" y="131"/>
                    <a:pt x="0" y="237"/>
                    <a:pt x="66" y="303"/>
                  </a:cubicBezTo>
                  <a:cubicBezTo>
                    <a:pt x="187" y="421"/>
                    <a:pt x="187" y="421"/>
                    <a:pt x="187" y="421"/>
                  </a:cubicBezTo>
                  <a:cubicBezTo>
                    <a:pt x="308" y="303"/>
                    <a:pt x="308" y="303"/>
                    <a:pt x="308" y="303"/>
                  </a:cubicBezTo>
                  <a:cubicBezTo>
                    <a:pt x="374" y="237"/>
                    <a:pt x="374" y="131"/>
                    <a:pt x="308" y="65"/>
                  </a:cubicBezTo>
                  <a:close/>
                  <a:moveTo>
                    <a:pt x="187" y="240"/>
                  </a:moveTo>
                  <a:cubicBezTo>
                    <a:pt x="173" y="240"/>
                    <a:pt x="159" y="234"/>
                    <a:pt x="149" y="224"/>
                  </a:cubicBezTo>
                  <a:cubicBezTo>
                    <a:pt x="128" y="204"/>
                    <a:pt x="128" y="170"/>
                    <a:pt x="149" y="149"/>
                  </a:cubicBezTo>
                  <a:cubicBezTo>
                    <a:pt x="159" y="139"/>
                    <a:pt x="173" y="133"/>
                    <a:pt x="187" y="133"/>
                  </a:cubicBezTo>
                  <a:cubicBezTo>
                    <a:pt x="201" y="133"/>
                    <a:pt x="215" y="139"/>
                    <a:pt x="225" y="149"/>
                  </a:cubicBezTo>
                  <a:cubicBezTo>
                    <a:pt x="246" y="170"/>
                    <a:pt x="246" y="204"/>
                    <a:pt x="225" y="224"/>
                  </a:cubicBezTo>
                  <a:cubicBezTo>
                    <a:pt x="215" y="234"/>
                    <a:pt x="201" y="240"/>
                    <a:pt x="187" y="2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8"/>
            <p:cNvSpPr>
              <a:spLocks noEditPoints="1"/>
            </p:cNvSpPr>
            <p:nvPr/>
          </p:nvSpPr>
          <p:spPr bwMode="auto">
            <a:xfrm>
              <a:off x="3053937" y="3324405"/>
              <a:ext cx="461431" cy="464638"/>
            </a:xfrm>
            <a:custGeom>
              <a:avLst/>
              <a:gdLst>
                <a:gd name="T0" fmla="*/ 377 w 426"/>
                <a:gd name="T1" fmla="*/ 172 h 429"/>
                <a:gd name="T2" fmla="*/ 398 w 426"/>
                <a:gd name="T3" fmla="*/ 109 h 429"/>
                <a:gd name="T4" fmla="*/ 333 w 426"/>
                <a:gd name="T5" fmla="*/ 96 h 429"/>
                <a:gd name="T6" fmla="*/ 320 w 426"/>
                <a:gd name="T7" fmla="*/ 31 h 429"/>
                <a:gd name="T8" fmla="*/ 257 w 426"/>
                <a:gd name="T9" fmla="*/ 52 h 429"/>
                <a:gd name="T10" fmla="*/ 195 w 426"/>
                <a:gd name="T11" fmla="*/ 12 h 429"/>
                <a:gd name="T12" fmla="*/ 126 w 426"/>
                <a:gd name="T13" fmla="*/ 31 h 429"/>
                <a:gd name="T14" fmla="*/ 96 w 426"/>
                <a:gd name="T15" fmla="*/ 48 h 429"/>
                <a:gd name="T16" fmla="*/ 45 w 426"/>
                <a:gd name="T17" fmla="*/ 99 h 429"/>
                <a:gd name="T18" fmla="*/ 28 w 426"/>
                <a:gd name="T19" fmla="*/ 129 h 429"/>
                <a:gd name="T20" fmla="*/ 9 w 426"/>
                <a:gd name="T21" fmla="*/ 198 h 429"/>
                <a:gd name="T22" fmla="*/ 9 w 426"/>
                <a:gd name="T23" fmla="*/ 234 h 429"/>
                <a:gd name="T24" fmla="*/ 28 w 426"/>
                <a:gd name="T25" fmla="*/ 303 h 429"/>
                <a:gd name="T26" fmla="*/ 45 w 426"/>
                <a:gd name="T27" fmla="*/ 333 h 429"/>
                <a:gd name="T28" fmla="*/ 96 w 426"/>
                <a:gd name="T29" fmla="*/ 384 h 429"/>
                <a:gd name="T30" fmla="*/ 126 w 426"/>
                <a:gd name="T31" fmla="*/ 401 h 429"/>
                <a:gd name="T32" fmla="*/ 195 w 426"/>
                <a:gd name="T33" fmla="*/ 420 h 429"/>
                <a:gd name="T34" fmla="*/ 231 w 426"/>
                <a:gd name="T35" fmla="*/ 420 h 429"/>
                <a:gd name="T36" fmla="*/ 300 w 426"/>
                <a:gd name="T37" fmla="*/ 401 h 429"/>
                <a:gd name="T38" fmla="*/ 330 w 426"/>
                <a:gd name="T39" fmla="*/ 384 h 429"/>
                <a:gd name="T40" fmla="*/ 381 w 426"/>
                <a:gd name="T41" fmla="*/ 333 h 429"/>
                <a:gd name="T42" fmla="*/ 398 w 426"/>
                <a:gd name="T43" fmla="*/ 303 h 429"/>
                <a:gd name="T44" fmla="*/ 417 w 426"/>
                <a:gd name="T45" fmla="*/ 234 h 429"/>
                <a:gd name="T46" fmla="*/ 417 w 426"/>
                <a:gd name="T47" fmla="*/ 198 h 429"/>
                <a:gd name="T48" fmla="*/ 346 w 426"/>
                <a:gd name="T49" fmla="*/ 293 h 429"/>
                <a:gd name="T50" fmla="*/ 292 w 426"/>
                <a:gd name="T51" fmla="*/ 315 h 429"/>
                <a:gd name="T52" fmla="*/ 259 w 426"/>
                <a:gd name="T53" fmla="*/ 334 h 429"/>
                <a:gd name="T54" fmla="*/ 213 w 426"/>
                <a:gd name="T55" fmla="*/ 370 h 429"/>
                <a:gd name="T56" fmla="*/ 176 w 426"/>
                <a:gd name="T57" fmla="*/ 332 h 429"/>
                <a:gd name="T58" fmla="*/ 136 w 426"/>
                <a:gd name="T59" fmla="*/ 349 h 429"/>
                <a:gd name="T60" fmla="*/ 114 w 426"/>
                <a:gd name="T61" fmla="*/ 295 h 429"/>
                <a:gd name="T62" fmla="*/ 95 w 426"/>
                <a:gd name="T63" fmla="*/ 262 h 429"/>
                <a:gd name="T64" fmla="*/ 59 w 426"/>
                <a:gd name="T65" fmla="*/ 216 h 429"/>
                <a:gd name="T66" fmla="*/ 95 w 426"/>
                <a:gd name="T67" fmla="*/ 170 h 429"/>
                <a:gd name="T68" fmla="*/ 114 w 426"/>
                <a:gd name="T69" fmla="*/ 137 h 429"/>
                <a:gd name="T70" fmla="*/ 136 w 426"/>
                <a:gd name="T71" fmla="*/ 83 h 429"/>
                <a:gd name="T72" fmla="*/ 194 w 426"/>
                <a:gd name="T73" fmla="*/ 91 h 429"/>
                <a:gd name="T74" fmla="*/ 232 w 426"/>
                <a:gd name="T75" fmla="*/ 91 h 429"/>
                <a:gd name="T76" fmla="*/ 290 w 426"/>
                <a:gd name="T77" fmla="*/ 83 h 429"/>
                <a:gd name="T78" fmla="*/ 312 w 426"/>
                <a:gd name="T79" fmla="*/ 137 h 429"/>
                <a:gd name="T80" fmla="*/ 331 w 426"/>
                <a:gd name="T81" fmla="*/ 170 h 429"/>
                <a:gd name="T82" fmla="*/ 367 w 426"/>
                <a:gd name="T83" fmla="*/ 216 h 429"/>
                <a:gd name="T84" fmla="*/ 331 w 426"/>
                <a:gd name="T85" fmla="*/ 262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6" h="429">
                  <a:moveTo>
                    <a:pt x="417" y="198"/>
                  </a:moveTo>
                  <a:cubicBezTo>
                    <a:pt x="377" y="172"/>
                    <a:pt x="377" y="172"/>
                    <a:pt x="377" y="172"/>
                  </a:cubicBezTo>
                  <a:cubicBezTo>
                    <a:pt x="398" y="129"/>
                    <a:pt x="398" y="129"/>
                    <a:pt x="398" y="129"/>
                  </a:cubicBezTo>
                  <a:cubicBezTo>
                    <a:pt x="402" y="123"/>
                    <a:pt x="401" y="116"/>
                    <a:pt x="398" y="109"/>
                  </a:cubicBezTo>
                  <a:cubicBezTo>
                    <a:pt x="394" y="103"/>
                    <a:pt x="388" y="99"/>
                    <a:pt x="381" y="99"/>
                  </a:cubicBezTo>
                  <a:cubicBezTo>
                    <a:pt x="333" y="96"/>
                    <a:pt x="333" y="96"/>
                    <a:pt x="333" y="96"/>
                  </a:cubicBezTo>
                  <a:cubicBezTo>
                    <a:pt x="330" y="48"/>
                    <a:pt x="330" y="48"/>
                    <a:pt x="330" y="48"/>
                  </a:cubicBezTo>
                  <a:cubicBezTo>
                    <a:pt x="330" y="41"/>
                    <a:pt x="326" y="35"/>
                    <a:pt x="320" y="31"/>
                  </a:cubicBezTo>
                  <a:cubicBezTo>
                    <a:pt x="313" y="28"/>
                    <a:pt x="306" y="27"/>
                    <a:pt x="300" y="31"/>
                  </a:cubicBezTo>
                  <a:cubicBezTo>
                    <a:pt x="257" y="52"/>
                    <a:pt x="257" y="52"/>
                    <a:pt x="257" y="52"/>
                  </a:cubicBezTo>
                  <a:cubicBezTo>
                    <a:pt x="231" y="12"/>
                    <a:pt x="231" y="12"/>
                    <a:pt x="231" y="12"/>
                  </a:cubicBezTo>
                  <a:cubicBezTo>
                    <a:pt x="223" y="0"/>
                    <a:pt x="203" y="0"/>
                    <a:pt x="195" y="12"/>
                  </a:cubicBezTo>
                  <a:cubicBezTo>
                    <a:pt x="169" y="52"/>
                    <a:pt x="169" y="52"/>
                    <a:pt x="169" y="52"/>
                  </a:cubicBezTo>
                  <a:cubicBezTo>
                    <a:pt x="126" y="31"/>
                    <a:pt x="126" y="31"/>
                    <a:pt x="126" y="31"/>
                  </a:cubicBezTo>
                  <a:cubicBezTo>
                    <a:pt x="120" y="27"/>
                    <a:pt x="113" y="28"/>
                    <a:pt x="106" y="31"/>
                  </a:cubicBezTo>
                  <a:cubicBezTo>
                    <a:pt x="100" y="35"/>
                    <a:pt x="96" y="41"/>
                    <a:pt x="96" y="48"/>
                  </a:cubicBezTo>
                  <a:cubicBezTo>
                    <a:pt x="93" y="96"/>
                    <a:pt x="93" y="96"/>
                    <a:pt x="93" y="96"/>
                  </a:cubicBezTo>
                  <a:cubicBezTo>
                    <a:pt x="45" y="99"/>
                    <a:pt x="45" y="99"/>
                    <a:pt x="45" y="99"/>
                  </a:cubicBezTo>
                  <a:cubicBezTo>
                    <a:pt x="38" y="99"/>
                    <a:pt x="32" y="103"/>
                    <a:pt x="28" y="109"/>
                  </a:cubicBezTo>
                  <a:cubicBezTo>
                    <a:pt x="25" y="115"/>
                    <a:pt x="24" y="123"/>
                    <a:pt x="28" y="129"/>
                  </a:cubicBezTo>
                  <a:cubicBezTo>
                    <a:pt x="49" y="172"/>
                    <a:pt x="49" y="172"/>
                    <a:pt x="49" y="172"/>
                  </a:cubicBezTo>
                  <a:cubicBezTo>
                    <a:pt x="9" y="198"/>
                    <a:pt x="9" y="198"/>
                    <a:pt x="9" y="198"/>
                  </a:cubicBezTo>
                  <a:cubicBezTo>
                    <a:pt x="3" y="202"/>
                    <a:pt x="0" y="209"/>
                    <a:pt x="0" y="216"/>
                  </a:cubicBezTo>
                  <a:cubicBezTo>
                    <a:pt x="0" y="223"/>
                    <a:pt x="3" y="230"/>
                    <a:pt x="9" y="234"/>
                  </a:cubicBezTo>
                  <a:cubicBezTo>
                    <a:pt x="49" y="260"/>
                    <a:pt x="49" y="260"/>
                    <a:pt x="49" y="260"/>
                  </a:cubicBezTo>
                  <a:cubicBezTo>
                    <a:pt x="28" y="303"/>
                    <a:pt x="28" y="303"/>
                    <a:pt x="28" y="303"/>
                  </a:cubicBezTo>
                  <a:cubicBezTo>
                    <a:pt x="24" y="309"/>
                    <a:pt x="25" y="317"/>
                    <a:pt x="28" y="323"/>
                  </a:cubicBezTo>
                  <a:cubicBezTo>
                    <a:pt x="32" y="329"/>
                    <a:pt x="38" y="333"/>
                    <a:pt x="45" y="333"/>
                  </a:cubicBezTo>
                  <a:cubicBezTo>
                    <a:pt x="93" y="336"/>
                    <a:pt x="93" y="336"/>
                    <a:pt x="93" y="336"/>
                  </a:cubicBezTo>
                  <a:cubicBezTo>
                    <a:pt x="96" y="384"/>
                    <a:pt x="96" y="384"/>
                    <a:pt x="96" y="384"/>
                  </a:cubicBezTo>
                  <a:cubicBezTo>
                    <a:pt x="96" y="391"/>
                    <a:pt x="100" y="397"/>
                    <a:pt x="106" y="401"/>
                  </a:cubicBezTo>
                  <a:cubicBezTo>
                    <a:pt x="113" y="404"/>
                    <a:pt x="120" y="405"/>
                    <a:pt x="126" y="401"/>
                  </a:cubicBezTo>
                  <a:cubicBezTo>
                    <a:pt x="169" y="380"/>
                    <a:pt x="169" y="380"/>
                    <a:pt x="169" y="380"/>
                  </a:cubicBezTo>
                  <a:cubicBezTo>
                    <a:pt x="195" y="420"/>
                    <a:pt x="195" y="420"/>
                    <a:pt x="195" y="420"/>
                  </a:cubicBezTo>
                  <a:cubicBezTo>
                    <a:pt x="199" y="426"/>
                    <a:pt x="206" y="429"/>
                    <a:pt x="213" y="429"/>
                  </a:cubicBezTo>
                  <a:cubicBezTo>
                    <a:pt x="220" y="429"/>
                    <a:pt x="227" y="426"/>
                    <a:pt x="231" y="420"/>
                  </a:cubicBezTo>
                  <a:cubicBezTo>
                    <a:pt x="257" y="380"/>
                    <a:pt x="257" y="380"/>
                    <a:pt x="257" y="380"/>
                  </a:cubicBezTo>
                  <a:cubicBezTo>
                    <a:pt x="300" y="401"/>
                    <a:pt x="300" y="401"/>
                    <a:pt x="300" y="401"/>
                  </a:cubicBezTo>
                  <a:cubicBezTo>
                    <a:pt x="306" y="405"/>
                    <a:pt x="313" y="404"/>
                    <a:pt x="320" y="401"/>
                  </a:cubicBezTo>
                  <a:cubicBezTo>
                    <a:pt x="326" y="397"/>
                    <a:pt x="330" y="391"/>
                    <a:pt x="330" y="384"/>
                  </a:cubicBezTo>
                  <a:cubicBezTo>
                    <a:pt x="333" y="336"/>
                    <a:pt x="333" y="336"/>
                    <a:pt x="333" y="336"/>
                  </a:cubicBezTo>
                  <a:cubicBezTo>
                    <a:pt x="381" y="333"/>
                    <a:pt x="381" y="333"/>
                    <a:pt x="381" y="333"/>
                  </a:cubicBezTo>
                  <a:cubicBezTo>
                    <a:pt x="388" y="333"/>
                    <a:pt x="394" y="329"/>
                    <a:pt x="398" y="323"/>
                  </a:cubicBezTo>
                  <a:cubicBezTo>
                    <a:pt x="401" y="316"/>
                    <a:pt x="402" y="309"/>
                    <a:pt x="398" y="303"/>
                  </a:cubicBezTo>
                  <a:cubicBezTo>
                    <a:pt x="377" y="260"/>
                    <a:pt x="377" y="260"/>
                    <a:pt x="377" y="260"/>
                  </a:cubicBezTo>
                  <a:cubicBezTo>
                    <a:pt x="417" y="234"/>
                    <a:pt x="417" y="234"/>
                    <a:pt x="417" y="234"/>
                  </a:cubicBezTo>
                  <a:cubicBezTo>
                    <a:pt x="423" y="230"/>
                    <a:pt x="426" y="223"/>
                    <a:pt x="426" y="216"/>
                  </a:cubicBezTo>
                  <a:cubicBezTo>
                    <a:pt x="426" y="209"/>
                    <a:pt x="423" y="202"/>
                    <a:pt x="417" y="198"/>
                  </a:cubicBezTo>
                  <a:close/>
                  <a:moveTo>
                    <a:pt x="331" y="262"/>
                  </a:moveTo>
                  <a:cubicBezTo>
                    <a:pt x="346" y="293"/>
                    <a:pt x="346" y="293"/>
                    <a:pt x="346" y="293"/>
                  </a:cubicBezTo>
                  <a:cubicBezTo>
                    <a:pt x="312" y="295"/>
                    <a:pt x="312" y="295"/>
                    <a:pt x="312" y="295"/>
                  </a:cubicBezTo>
                  <a:cubicBezTo>
                    <a:pt x="301" y="296"/>
                    <a:pt x="293" y="304"/>
                    <a:pt x="292" y="315"/>
                  </a:cubicBezTo>
                  <a:cubicBezTo>
                    <a:pt x="290" y="349"/>
                    <a:pt x="290" y="349"/>
                    <a:pt x="290" y="349"/>
                  </a:cubicBezTo>
                  <a:cubicBezTo>
                    <a:pt x="259" y="334"/>
                    <a:pt x="259" y="334"/>
                    <a:pt x="259" y="334"/>
                  </a:cubicBezTo>
                  <a:cubicBezTo>
                    <a:pt x="250" y="329"/>
                    <a:pt x="238" y="332"/>
                    <a:pt x="232" y="341"/>
                  </a:cubicBezTo>
                  <a:cubicBezTo>
                    <a:pt x="213" y="370"/>
                    <a:pt x="213" y="370"/>
                    <a:pt x="213" y="370"/>
                  </a:cubicBezTo>
                  <a:cubicBezTo>
                    <a:pt x="194" y="341"/>
                    <a:pt x="194" y="341"/>
                    <a:pt x="194" y="341"/>
                  </a:cubicBezTo>
                  <a:cubicBezTo>
                    <a:pt x="190" y="335"/>
                    <a:pt x="183" y="332"/>
                    <a:pt x="176" y="332"/>
                  </a:cubicBezTo>
                  <a:cubicBezTo>
                    <a:pt x="173" y="332"/>
                    <a:pt x="170" y="332"/>
                    <a:pt x="167" y="334"/>
                  </a:cubicBezTo>
                  <a:cubicBezTo>
                    <a:pt x="136" y="349"/>
                    <a:pt x="136" y="349"/>
                    <a:pt x="136" y="349"/>
                  </a:cubicBezTo>
                  <a:cubicBezTo>
                    <a:pt x="134" y="315"/>
                    <a:pt x="134" y="315"/>
                    <a:pt x="134" y="315"/>
                  </a:cubicBezTo>
                  <a:cubicBezTo>
                    <a:pt x="133" y="304"/>
                    <a:pt x="125" y="296"/>
                    <a:pt x="114" y="295"/>
                  </a:cubicBezTo>
                  <a:cubicBezTo>
                    <a:pt x="80" y="293"/>
                    <a:pt x="80" y="293"/>
                    <a:pt x="80" y="293"/>
                  </a:cubicBezTo>
                  <a:cubicBezTo>
                    <a:pt x="95" y="262"/>
                    <a:pt x="95" y="262"/>
                    <a:pt x="95" y="262"/>
                  </a:cubicBezTo>
                  <a:cubicBezTo>
                    <a:pt x="100" y="253"/>
                    <a:pt x="97" y="241"/>
                    <a:pt x="88" y="235"/>
                  </a:cubicBezTo>
                  <a:cubicBezTo>
                    <a:pt x="59" y="216"/>
                    <a:pt x="59" y="216"/>
                    <a:pt x="59" y="216"/>
                  </a:cubicBezTo>
                  <a:cubicBezTo>
                    <a:pt x="88" y="197"/>
                    <a:pt x="88" y="197"/>
                    <a:pt x="88" y="197"/>
                  </a:cubicBezTo>
                  <a:cubicBezTo>
                    <a:pt x="97" y="191"/>
                    <a:pt x="100" y="179"/>
                    <a:pt x="95" y="170"/>
                  </a:cubicBezTo>
                  <a:cubicBezTo>
                    <a:pt x="80" y="139"/>
                    <a:pt x="80" y="139"/>
                    <a:pt x="80" y="139"/>
                  </a:cubicBezTo>
                  <a:cubicBezTo>
                    <a:pt x="114" y="137"/>
                    <a:pt x="114" y="137"/>
                    <a:pt x="114" y="137"/>
                  </a:cubicBezTo>
                  <a:cubicBezTo>
                    <a:pt x="125" y="136"/>
                    <a:pt x="133" y="128"/>
                    <a:pt x="134" y="117"/>
                  </a:cubicBezTo>
                  <a:cubicBezTo>
                    <a:pt x="136" y="83"/>
                    <a:pt x="136" y="83"/>
                    <a:pt x="136" y="83"/>
                  </a:cubicBezTo>
                  <a:cubicBezTo>
                    <a:pt x="167" y="98"/>
                    <a:pt x="167" y="98"/>
                    <a:pt x="167" y="98"/>
                  </a:cubicBezTo>
                  <a:cubicBezTo>
                    <a:pt x="176" y="103"/>
                    <a:pt x="188" y="100"/>
                    <a:pt x="194" y="91"/>
                  </a:cubicBezTo>
                  <a:cubicBezTo>
                    <a:pt x="213" y="62"/>
                    <a:pt x="213" y="62"/>
                    <a:pt x="213" y="62"/>
                  </a:cubicBezTo>
                  <a:cubicBezTo>
                    <a:pt x="232" y="91"/>
                    <a:pt x="232" y="91"/>
                    <a:pt x="232" y="91"/>
                  </a:cubicBezTo>
                  <a:cubicBezTo>
                    <a:pt x="238" y="100"/>
                    <a:pt x="250" y="103"/>
                    <a:pt x="259" y="98"/>
                  </a:cubicBezTo>
                  <a:cubicBezTo>
                    <a:pt x="290" y="83"/>
                    <a:pt x="290" y="83"/>
                    <a:pt x="290" y="83"/>
                  </a:cubicBezTo>
                  <a:cubicBezTo>
                    <a:pt x="292" y="117"/>
                    <a:pt x="292" y="117"/>
                    <a:pt x="292" y="117"/>
                  </a:cubicBezTo>
                  <a:cubicBezTo>
                    <a:pt x="293" y="128"/>
                    <a:pt x="301" y="136"/>
                    <a:pt x="312" y="137"/>
                  </a:cubicBezTo>
                  <a:cubicBezTo>
                    <a:pt x="346" y="139"/>
                    <a:pt x="346" y="139"/>
                    <a:pt x="346" y="139"/>
                  </a:cubicBezTo>
                  <a:cubicBezTo>
                    <a:pt x="331" y="170"/>
                    <a:pt x="331" y="170"/>
                    <a:pt x="331" y="170"/>
                  </a:cubicBezTo>
                  <a:cubicBezTo>
                    <a:pt x="326" y="180"/>
                    <a:pt x="329" y="191"/>
                    <a:pt x="338" y="197"/>
                  </a:cubicBezTo>
                  <a:cubicBezTo>
                    <a:pt x="367" y="216"/>
                    <a:pt x="367" y="216"/>
                    <a:pt x="367" y="216"/>
                  </a:cubicBezTo>
                  <a:cubicBezTo>
                    <a:pt x="338" y="235"/>
                    <a:pt x="338" y="235"/>
                    <a:pt x="338" y="235"/>
                  </a:cubicBezTo>
                  <a:cubicBezTo>
                    <a:pt x="329" y="241"/>
                    <a:pt x="326" y="253"/>
                    <a:pt x="331" y="2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39"/>
            <p:cNvSpPr/>
            <p:nvPr/>
          </p:nvSpPr>
          <p:spPr bwMode="auto">
            <a:xfrm>
              <a:off x="4201770" y="3372519"/>
              <a:ext cx="388115" cy="368411"/>
            </a:xfrm>
            <a:custGeom>
              <a:avLst/>
              <a:gdLst>
                <a:gd name="T0" fmla="*/ 123 w 358"/>
                <a:gd name="T1" fmla="*/ 109 h 340"/>
                <a:gd name="T2" fmla="*/ 10 w 358"/>
                <a:gd name="T3" fmla="*/ 122 h 340"/>
                <a:gd name="T4" fmla="*/ 1 w 358"/>
                <a:gd name="T5" fmla="*/ 129 h 340"/>
                <a:gd name="T6" fmla="*/ 4 w 358"/>
                <a:gd name="T7" fmla="*/ 140 h 340"/>
                <a:gd name="T8" fmla="*/ 88 w 358"/>
                <a:gd name="T9" fmla="*/ 216 h 340"/>
                <a:gd name="T10" fmla="*/ 65 w 358"/>
                <a:gd name="T11" fmla="*/ 327 h 340"/>
                <a:gd name="T12" fmla="*/ 69 w 358"/>
                <a:gd name="T13" fmla="*/ 338 h 340"/>
                <a:gd name="T14" fmla="*/ 81 w 358"/>
                <a:gd name="T15" fmla="*/ 339 h 340"/>
                <a:gd name="T16" fmla="*/ 179 w 358"/>
                <a:gd name="T17" fmla="*/ 283 h 340"/>
                <a:gd name="T18" fmla="*/ 277 w 358"/>
                <a:gd name="T19" fmla="*/ 339 h 340"/>
                <a:gd name="T20" fmla="*/ 289 w 358"/>
                <a:gd name="T21" fmla="*/ 338 h 340"/>
                <a:gd name="T22" fmla="*/ 293 w 358"/>
                <a:gd name="T23" fmla="*/ 327 h 340"/>
                <a:gd name="T24" fmla="*/ 270 w 358"/>
                <a:gd name="T25" fmla="*/ 216 h 340"/>
                <a:gd name="T26" fmla="*/ 354 w 358"/>
                <a:gd name="T27" fmla="*/ 140 h 340"/>
                <a:gd name="T28" fmla="*/ 357 w 358"/>
                <a:gd name="T29" fmla="*/ 129 h 340"/>
                <a:gd name="T30" fmla="*/ 348 w 358"/>
                <a:gd name="T31" fmla="*/ 122 h 340"/>
                <a:gd name="T32" fmla="*/ 235 w 358"/>
                <a:gd name="T33" fmla="*/ 109 h 340"/>
                <a:gd name="T34" fmla="*/ 189 w 358"/>
                <a:gd name="T35" fmla="*/ 6 h 340"/>
                <a:gd name="T36" fmla="*/ 179 w 358"/>
                <a:gd name="T37" fmla="*/ 0 h 340"/>
                <a:gd name="T38" fmla="*/ 169 w 358"/>
                <a:gd name="T39" fmla="*/ 6 h 340"/>
                <a:gd name="T40" fmla="*/ 123 w 358"/>
                <a:gd name="T41" fmla="*/ 109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8" h="340">
                  <a:moveTo>
                    <a:pt x="123" y="109"/>
                  </a:moveTo>
                  <a:cubicBezTo>
                    <a:pt x="123" y="109"/>
                    <a:pt x="55" y="117"/>
                    <a:pt x="10" y="122"/>
                  </a:cubicBezTo>
                  <a:cubicBezTo>
                    <a:pt x="6" y="122"/>
                    <a:pt x="3" y="125"/>
                    <a:pt x="1" y="129"/>
                  </a:cubicBezTo>
                  <a:cubicBezTo>
                    <a:pt x="0" y="133"/>
                    <a:pt x="1" y="138"/>
                    <a:pt x="4" y="140"/>
                  </a:cubicBezTo>
                  <a:cubicBezTo>
                    <a:pt x="38" y="171"/>
                    <a:pt x="88" y="216"/>
                    <a:pt x="88" y="216"/>
                  </a:cubicBezTo>
                  <a:cubicBezTo>
                    <a:pt x="88" y="216"/>
                    <a:pt x="74" y="283"/>
                    <a:pt x="65" y="327"/>
                  </a:cubicBezTo>
                  <a:cubicBezTo>
                    <a:pt x="64" y="331"/>
                    <a:pt x="66" y="335"/>
                    <a:pt x="69" y="338"/>
                  </a:cubicBezTo>
                  <a:cubicBezTo>
                    <a:pt x="73" y="340"/>
                    <a:pt x="77" y="340"/>
                    <a:pt x="81" y="339"/>
                  </a:cubicBezTo>
                  <a:cubicBezTo>
                    <a:pt x="120" y="316"/>
                    <a:pt x="179" y="283"/>
                    <a:pt x="179" y="283"/>
                  </a:cubicBezTo>
                  <a:cubicBezTo>
                    <a:pt x="179" y="283"/>
                    <a:pt x="238" y="316"/>
                    <a:pt x="277" y="339"/>
                  </a:cubicBezTo>
                  <a:cubicBezTo>
                    <a:pt x="281" y="340"/>
                    <a:pt x="285" y="340"/>
                    <a:pt x="289" y="338"/>
                  </a:cubicBezTo>
                  <a:cubicBezTo>
                    <a:pt x="292" y="335"/>
                    <a:pt x="294" y="331"/>
                    <a:pt x="293" y="327"/>
                  </a:cubicBezTo>
                  <a:cubicBezTo>
                    <a:pt x="284" y="283"/>
                    <a:pt x="270" y="216"/>
                    <a:pt x="270" y="216"/>
                  </a:cubicBezTo>
                  <a:cubicBezTo>
                    <a:pt x="270" y="216"/>
                    <a:pt x="320" y="171"/>
                    <a:pt x="354" y="140"/>
                  </a:cubicBezTo>
                  <a:cubicBezTo>
                    <a:pt x="357" y="138"/>
                    <a:pt x="358" y="133"/>
                    <a:pt x="357" y="129"/>
                  </a:cubicBezTo>
                  <a:cubicBezTo>
                    <a:pt x="355" y="125"/>
                    <a:pt x="352" y="122"/>
                    <a:pt x="348" y="122"/>
                  </a:cubicBezTo>
                  <a:cubicBezTo>
                    <a:pt x="303" y="117"/>
                    <a:pt x="235" y="109"/>
                    <a:pt x="235" y="109"/>
                  </a:cubicBezTo>
                  <a:cubicBezTo>
                    <a:pt x="235" y="109"/>
                    <a:pt x="207" y="48"/>
                    <a:pt x="189" y="6"/>
                  </a:cubicBezTo>
                  <a:cubicBezTo>
                    <a:pt x="187" y="3"/>
                    <a:pt x="183" y="0"/>
                    <a:pt x="179" y="0"/>
                  </a:cubicBezTo>
                  <a:cubicBezTo>
                    <a:pt x="175" y="0"/>
                    <a:pt x="171" y="3"/>
                    <a:pt x="169" y="6"/>
                  </a:cubicBezTo>
                  <a:cubicBezTo>
                    <a:pt x="151" y="48"/>
                    <a:pt x="123" y="109"/>
                    <a:pt x="123"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0"/>
            <p:cNvSpPr/>
            <p:nvPr/>
          </p:nvSpPr>
          <p:spPr bwMode="auto">
            <a:xfrm>
              <a:off x="5276287" y="3394742"/>
              <a:ext cx="405069" cy="323964"/>
            </a:xfrm>
            <a:custGeom>
              <a:avLst/>
              <a:gdLst>
                <a:gd name="T0" fmla="*/ 187 w 374"/>
                <a:gd name="T1" fmla="*/ 93 h 299"/>
                <a:gd name="T2" fmla="*/ 94 w 374"/>
                <a:gd name="T3" fmla="*/ 0 h 299"/>
                <a:gd name="T4" fmla="*/ 0 w 374"/>
                <a:gd name="T5" fmla="*/ 93 h 299"/>
                <a:gd name="T6" fmla="*/ 38 w 374"/>
                <a:gd name="T7" fmla="*/ 187 h 299"/>
                <a:gd name="T8" fmla="*/ 187 w 374"/>
                <a:gd name="T9" fmla="*/ 299 h 299"/>
                <a:gd name="T10" fmla="*/ 336 w 374"/>
                <a:gd name="T11" fmla="*/ 187 h 299"/>
                <a:gd name="T12" fmla="*/ 374 w 374"/>
                <a:gd name="T13" fmla="*/ 93 h 299"/>
                <a:gd name="T14" fmla="*/ 280 w 374"/>
                <a:gd name="T15" fmla="*/ 0 h 299"/>
                <a:gd name="T16" fmla="*/ 187 w 374"/>
                <a:gd name="T17" fmla="*/ 9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4" h="299">
                  <a:moveTo>
                    <a:pt x="187" y="93"/>
                  </a:moveTo>
                  <a:cubicBezTo>
                    <a:pt x="187" y="42"/>
                    <a:pt x="145" y="0"/>
                    <a:pt x="94" y="0"/>
                  </a:cubicBezTo>
                  <a:cubicBezTo>
                    <a:pt x="42" y="0"/>
                    <a:pt x="0" y="42"/>
                    <a:pt x="0" y="93"/>
                  </a:cubicBezTo>
                  <a:cubicBezTo>
                    <a:pt x="0" y="117"/>
                    <a:pt x="4" y="153"/>
                    <a:pt x="38" y="187"/>
                  </a:cubicBezTo>
                  <a:cubicBezTo>
                    <a:pt x="72" y="221"/>
                    <a:pt x="187" y="299"/>
                    <a:pt x="187" y="299"/>
                  </a:cubicBezTo>
                  <a:cubicBezTo>
                    <a:pt x="187" y="299"/>
                    <a:pt x="302" y="221"/>
                    <a:pt x="336" y="187"/>
                  </a:cubicBezTo>
                  <a:cubicBezTo>
                    <a:pt x="370" y="153"/>
                    <a:pt x="374" y="117"/>
                    <a:pt x="374" y="93"/>
                  </a:cubicBezTo>
                  <a:cubicBezTo>
                    <a:pt x="374" y="42"/>
                    <a:pt x="332" y="0"/>
                    <a:pt x="280" y="0"/>
                  </a:cubicBezTo>
                  <a:cubicBezTo>
                    <a:pt x="229" y="0"/>
                    <a:pt x="187" y="42"/>
                    <a:pt x="187"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22" name="组合 21"/>
            <p:cNvGrpSpPr/>
            <p:nvPr/>
          </p:nvGrpSpPr>
          <p:grpSpPr>
            <a:xfrm>
              <a:off x="6367758" y="3359917"/>
              <a:ext cx="277225" cy="393614"/>
              <a:chOff x="4372276" y="3359231"/>
              <a:chExt cx="277225" cy="393614"/>
            </a:xfrm>
            <a:grpFill/>
          </p:grpSpPr>
          <p:sp>
            <p:nvSpPr>
              <p:cNvPr id="75" name="Freeform 41"/>
              <p:cNvSpPr/>
              <p:nvPr/>
            </p:nvSpPr>
            <p:spPr bwMode="auto">
              <a:xfrm>
                <a:off x="4395187" y="3359231"/>
                <a:ext cx="231861" cy="231861"/>
              </a:xfrm>
              <a:custGeom>
                <a:avLst/>
                <a:gdLst>
                  <a:gd name="T0" fmla="*/ 214 w 214"/>
                  <a:gd name="T1" fmla="*/ 107 h 214"/>
                  <a:gd name="T2" fmla="*/ 182 w 214"/>
                  <a:gd name="T3" fmla="*/ 32 h 214"/>
                  <a:gd name="T4" fmla="*/ 107 w 214"/>
                  <a:gd name="T5" fmla="*/ 0 h 214"/>
                  <a:gd name="T6" fmla="*/ 32 w 214"/>
                  <a:gd name="T7" fmla="*/ 32 h 214"/>
                  <a:gd name="T8" fmla="*/ 0 w 214"/>
                  <a:gd name="T9" fmla="*/ 107 h 214"/>
                  <a:gd name="T10" fmla="*/ 32 w 214"/>
                  <a:gd name="T11" fmla="*/ 182 h 214"/>
                  <a:gd name="T12" fmla="*/ 107 w 214"/>
                  <a:gd name="T13" fmla="*/ 214 h 214"/>
                  <a:gd name="T14" fmla="*/ 182 w 214"/>
                  <a:gd name="T15" fmla="*/ 182 h 214"/>
                  <a:gd name="T16" fmla="*/ 214 w 214"/>
                  <a:gd name="T17" fmla="*/ 107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4">
                    <a:moveTo>
                      <a:pt x="214" y="107"/>
                    </a:moveTo>
                    <a:cubicBezTo>
                      <a:pt x="214" y="78"/>
                      <a:pt x="202" y="51"/>
                      <a:pt x="182" y="32"/>
                    </a:cubicBezTo>
                    <a:cubicBezTo>
                      <a:pt x="163" y="12"/>
                      <a:pt x="136" y="0"/>
                      <a:pt x="107" y="0"/>
                    </a:cubicBezTo>
                    <a:cubicBezTo>
                      <a:pt x="78" y="0"/>
                      <a:pt x="51" y="12"/>
                      <a:pt x="32" y="32"/>
                    </a:cubicBezTo>
                    <a:cubicBezTo>
                      <a:pt x="12" y="51"/>
                      <a:pt x="0" y="78"/>
                      <a:pt x="0" y="107"/>
                    </a:cubicBezTo>
                    <a:cubicBezTo>
                      <a:pt x="0" y="136"/>
                      <a:pt x="12" y="163"/>
                      <a:pt x="32" y="182"/>
                    </a:cubicBezTo>
                    <a:cubicBezTo>
                      <a:pt x="51" y="202"/>
                      <a:pt x="78" y="214"/>
                      <a:pt x="107" y="214"/>
                    </a:cubicBezTo>
                    <a:cubicBezTo>
                      <a:pt x="136" y="214"/>
                      <a:pt x="163" y="202"/>
                      <a:pt x="182" y="182"/>
                    </a:cubicBezTo>
                    <a:cubicBezTo>
                      <a:pt x="202" y="163"/>
                      <a:pt x="214" y="136"/>
                      <a:pt x="214"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2"/>
              <p:cNvSpPr/>
              <p:nvPr/>
            </p:nvSpPr>
            <p:spPr bwMode="auto">
              <a:xfrm>
                <a:off x="4372276" y="3614003"/>
                <a:ext cx="277225" cy="138842"/>
              </a:xfrm>
              <a:custGeom>
                <a:avLst/>
                <a:gdLst>
                  <a:gd name="T0" fmla="*/ 0 w 256"/>
                  <a:gd name="T1" fmla="*/ 85 h 128"/>
                  <a:gd name="T2" fmla="*/ 128 w 256"/>
                  <a:gd name="T3" fmla="*/ 128 h 128"/>
                  <a:gd name="T4" fmla="*/ 256 w 256"/>
                  <a:gd name="T5" fmla="*/ 85 h 128"/>
                  <a:gd name="T6" fmla="*/ 128 w 256"/>
                  <a:gd name="T7" fmla="*/ 0 h 128"/>
                  <a:gd name="T8" fmla="*/ 0 w 256"/>
                  <a:gd name="T9" fmla="*/ 85 h 128"/>
                </a:gdLst>
                <a:ahLst/>
                <a:cxnLst>
                  <a:cxn ang="0">
                    <a:pos x="T0" y="T1"/>
                  </a:cxn>
                  <a:cxn ang="0">
                    <a:pos x="T2" y="T3"/>
                  </a:cxn>
                  <a:cxn ang="0">
                    <a:pos x="T4" y="T5"/>
                  </a:cxn>
                  <a:cxn ang="0">
                    <a:pos x="T6" y="T7"/>
                  </a:cxn>
                  <a:cxn ang="0">
                    <a:pos x="T8" y="T9"/>
                  </a:cxn>
                </a:cxnLst>
                <a:rect l="0" t="0" r="r" b="b"/>
                <a:pathLst>
                  <a:path w="256" h="128">
                    <a:moveTo>
                      <a:pt x="0" y="85"/>
                    </a:moveTo>
                    <a:cubicBezTo>
                      <a:pt x="0" y="107"/>
                      <a:pt x="48" y="128"/>
                      <a:pt x="128" y="128"/>
                    </a:cubicBezTo>
                    <a:cubicBezTo>
                      <a:pt x="203" y="128"/>
                      <a:pt x="256" y="107"/>
                      <a:pt x="256" y="85"/>
                    </a:cubicBezTo>
                    <a:cubicBezTo>
                      <a:pt x="256" y="43"/>
                      <a:pt x="206" y="0"/>
                      <a:pt x="128" y="0"/>
                    </a:cubicBezTo>
                    <a:cubicBezTo>
                      <a:pt x="48" y="0"/>
                      <a:pt x="0" y="43"/>
                      <a:pt x="0"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1" name="组合 20"/>
            <p:cNvGrpSpPr/>
            <p:nvPr/>
          </p:nvGrpSpPr>
          <p:grpSpPr>
            <a:xfrm>
              <a:off x="7331385" y="3359917"/>
              <a:ext cx="438519" cy="393614"/>
              <a:chOff x="4996376" y="3359231"/>
              <a:chExt cx="438519" cy="393614"/>
            </a:xfrm>
            <a:grpFill/>
          </p:grpSpPr>
          <p:sp>
            <p:nvSpPr>
              <p:cNvPr id="77" name="Freeform 43"/>
              <p:cNvSpPr/>
              <p:nvPr/>
            </p:nvSpPr>
            <p:spPr bwMode="auto">
              <a:xfrm>
                <a:off x="5250689" y="3544811"/>
                <a:ext cx="184206" cy="46281"/>
              </a:xfrm>
              <a:custGeom>
                <a:avLst/>
                <a:gdLst>
                  <a:gd name="T0" fmla="*/ 149 w 170"/>
                  <a:gd name="T1" fmla="*/ 43 h 43"/>
                  <a:gd name="T2" fmla="*/ 21 w 170"/>
                  <a:gd name="T3" fmla="*/ 43 h 43"/>
                  <a:gd name="T4" fmla="*/ 0 w 170"/>
                  <a:gd name="T5" fmla="*/ 21 h 43"/>
                  <a:gd name="T6" fmla="*/ 21 w 170"/>
                  <a:gd name="T7" fmla="*/ 0 h 43"/>
                  <a:gd name="T8" fmla="*/ 149 w 170"/>
                  <a:gd name="T9" fmla="*/ 0 h 43"/>
                  <a:gd name="T10" fmla="*/ 170 w 170"/>
                  <a:gd name="T11" fmla="*/ 21 h 43"/>
                  <a:gd name="T12" fmla="*/ 149 w 170"/>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0" h="43">
                    <a:moveTo>
                      <a:pt x="149" y="43"/>
                    </a:moveTo>
                    <a:cubicBezTo>
                      <a:pt x="21" y="43"/>
                      <a:pt x="21" y="43"/>
                      <a:pt x="21" y="43"/>
                    </a:cubicBezTo>
                    <a:cubicBezTo>
                      <a:pt x="9" y="43"/>
                      <a:pt x="0" y="33"/>
                      <a:pt x="0" y="21"/>
                    </a:cubicBezTo>
                    <a:cubicBezTo>
                      <a:pt x="0" y="10"/>
                      <a:pt x="9" y="0"/>
                      <a:pt x="21" y="0"/>
                    </a:cubicBezTo>
                    <a:cubicBezTo>
                      <a:pt x="149" y="0"/>
                      <a:pt x="149" y="0"/>
                      <a:pt x="149" y="0"/>
                    </a:cubicBezTo>
                    <a:cubicBezTo>
                      <a:pt x="161" y="0"/>
                      <a:pt x="170" y="10"/>
                      <a:pt x="170" y="21"/>
                    </a:cubicBezTo>
                    <a:cubicBezTo>
                      <a:pt x="170" y="33"/>
                      <a:pt x="161" y="43"/>
                      <a:pt x="149"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4"/>
              <p:cNvSpPr/>
              <p:nvPr/>
            </p:nvSpPr>
            <p:spPr bwMode="auto">
              <a:xfrm>
                <a:off x="5018828" y="3359231"/>
                <a:ext cx="231861" cy="231861"/>
              </a:xfrm>
              <a:custGeom>
                <a:avLst/>
                <a:gdLst>
                  <a:gd name="T0" fmla="*/ 214 w 214"/>
                  <a:gd name="T1" fmla="*/ 107 h 214"/>
                  <a:gd name="T2" fmla="*/ 182 w 214"/>
                  <a:gd name="T3" fmla="*/ 182 h 214"/>
                  <a:gd name="T4" fmla="*/ 107 w 214"/>
                  <a:gd name="T5" fmla="*/ 214 h 214"/>
                  <a:gd name="T6" fmla="*/ 32 w 214"/>
                  <a:gd name="T7" fmla="*/ 182 h 214"/>
                  <a:gd name="T8" fmla="*/ 0 w 214"/>
                  <a:gd name="T9" fmla="*/ 107 h 214"/>
                  <a:gd name="T10" fmla="*/ 32 w 214"/>
                  <a:gd name="T11" fmla="*/ 32 h 214"/>
                  <a:gd name="T12" fmla="*/ 107 w 214"/>
                  <a:gd name="T13" fmla="*/ 0 h 214"/>
                  <a:gd name="T14" fmla="*/ 182 w 214"/>
                  <a:gd name="T15" fmla="*/ 32 h 214"/>
                  <a:gd name="T16" fmla="*/ 214 w 214"/>
                  <a:gd name="T17" fmla="*/ 107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4">
                    <a:moveTo>
                      <a:pt x="214" y="107"/>
                    </a:moveTo>
                    <a:cubicBezTo>
                      <a:pt x="214" y="136"/>
                      <a:pt x="202" y="163"/>
                      <a:pt x="182" y="182"/>
                    </a:cubicBezTo>
                    <a:cubicBezTo>
                      <a:pt x="163" y="202"/>
                      <a:pt x="136" y="214"/>
                      <a:pt x="107" y="214"/>
                    </a:cubicBezTo>
                    <a:cubicBezTo>
                      <a:pt x="78" y="214"/>
                      <a:pt x="51" y="202"/>
                      <a:pt x="32" y="182"/>
                    </a:cubicBezTo>
                    <a:cubicBezTo>
                      <a:pt x="12" y="163"/>
                      <a:pt x="0" y="136"/>
                      <a:pt x="0" y="107"/>
                    </a:cubicBezTo>
                    <a:cubicBezTo>
                      <a:pt x="0" y="78"/>
                      <a:pt x="12" y="51"/>
                      <a:pt x="32" y="32"/>
                    </a:cubicBezTo>
                    <a:cubicBezTo>
                      <a:pt x="51" y="12"/>
                      <a:pt x="78" y="0"/>
                      <a:pt x="107" y="0"/>
                    </a:cubicBezTo>
                    <a:cubicBezTo>
                      <a:pt x="136" y="0"/>
                      <a:pt x="163" y="12"/>
                      <a:pt x="182" y="32"/>
                    </a:cubicBezTo>
                    <a:cubicBezTo>
                      <a:pt x="202" y="51"/>
                      <a:pt x="214" y="78"/>
                      <a:pt x="214"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5"/>
              <p:cNvSpPr/>
              <p:nvPr/>
            </p:nvSpPr>
            <p:spPr bwMode="auto">
              <a:xfrm>
                <a:off x="4996376" y="3614003"/>
                <a:ext cx="277225" cy="138842"/>
              </a:xfrm>
              <a:custGeom>
                <a:avLst/>
                <a:gdLst>
                  <a:gd name="T0" fmla="*/ 128 w 256"/>
                  <a:gd name="T1" fmla="*/ 0 h 128"/>
                  <a:gd name="T2" fmla="*/ 0 w 256"/>
                  <a:gd name="T3" fmla="*/ 85 h 128"/>
                  <a:gd name="T4" fmla="*/ 128 w 256"/>
                  <a:gd name="T5" fmla="*/ 128 h 128"/>
                  <a:gd name="T6" fmla="*/ 256 w 256"/>
                  <a:gd name="T7" fmla="*/ 85 h 128"/>
                  <a:gd name="T8" fmla="*/ 128 w 256"/>
                  <a:gd name="T9" fmla="*/ 0 h 128"/>
                </a:gdLst>
                <a:ahLst/>
                <a:cxnLst>
                  <a:cxn ang="0">
                    <a:pos x="T0" y="T1"/>
                  </a:cxn>
                  <a:cxn ang="0">
                    <a:pos x="T2" y="T3"/>
                  </a:cxn>
                  <a:cxn ang="0">
                    <a:pos x="T4" y="T5"/>
                  </a:cxn>
                  <a:cxn ang="0">
                    <a:pos x="T6" y="T7"/>
                  </a:cxn>
                  <a:cxn ang="0">
                    <a:pos x="T8" y="T9"/>
                  </a:cxn>
                </a:cxnLst>
                <a:rect l="0" t="0" r="r" b="b"/>
                <a:pathLst>
                  <a:path w="256" h="128">
                    <a:moveTo>
                      <a:pt x="128" y="0"/>
                    </a:moveTo>
                    <a:cubicBezTo>
                      <a:pt x="48" y="0"/>
                      <a:pt x="0" y="43"/>
                      <a:pt x="0" y="85"/>
                    </a:cubicBezTo>
                    <a:cubicBezTo>
                      <a:pt x="0" y="107"/>
                      <a:pt x="48" y="128"/>
                      <a:pt x="128" y="128"/>
                    </a:cubicBezTo>
                    <a:cubicBezTo>
                      <a:pt x="203" y="128"/>
                      <a:pt x="256" y="107"/>
                      <a:pt x="256" y="85"/>
                    </a:cubicBezTo>
                    <a:cubicBezTo>
                      <a:pt x="256" y="64"/>
                      <a:pt x="206" y="0"/>
                      <a:pt x="1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4" name="组合 13"/>
            <p:cNvGrpSpPr/>
            <p:nvPr/>
          </p:nvGrpSpPr>
          <p:grpSpPr>
            <a:xfrm>
              <a:off x="8456306" y="3359917"/>
              <a:ext cx="438519" cy="393614"/>
              <a:chOff x="5689209" y="3359231"/>
              <a:chExt cx="438519" cy="393614"/>
            </a:xfrm>
            <a:grpFill/>
          </p:grpSpPr>
          <p:sp>
            <p:nvSpPr>
              <p:cNvPr id="80" name="Freeform 46"/>
              <p:cNvSpPr/>
              <p:nvPr/>
            </p:nvSpPr>
            <p:spPr bwMode="auto">
              <a:xfrm>
                <a:off x="5712120" y="3359231"/>
                <a:ext cx="231861" cy="231861"/>
              </a:xfrm>
              <a:custGeom>
                <a:avLst/>
                <a:gdLst>
                  <a:gd name="T0" fmla="*/ 107 w 214"/>
                  <a:gd name="T1" fmla="*/ 214 h 214"/>
                  <a:gd name="T2" fmla="*/ 182 w 214"/>
                  <a:gd name="T3" fmla="*/ 182 h 214"/>
                  <a:gd name="T4" fmla="*/ 214 w 214"/>
                  <a:gd name="T5" fmla="*/ 107 h 214"/>
                  <a:gd name="T6" fmla="*/ 182 w 214"/>
                  <a:gd name="T7" fmla="*/ 32 h 214"/>
                  <a:gd name="T8" fmla="*/ 107 w 214"/>
                  <a:gd name="T9" fmla="*/ 0 h 214"/>
                  <a:gd name="T10" fmla="*/ 32 w 214"/>
                  <a:gd name="T11" fmla="*/ 32 h 214"/>
                  <a:gd name="T12" fmla="*/ 0 w 214"/>
                  <a:gd name="T13" fmla="*/ 107 h 214"/>
                  <a:gd name="T14" fmla="*/ 32 w 214"/>
                  <a:gd name="T15" fmla="*/ 182 h 214"/>
                  <a:gd name="T16" fmla="*/ 107 w 214"/>
                  <a:gd name="T17"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4">
                    <a:moveTo>
                      <a:pt x="107" y="214"/>
                    </a:moveTo>
                    <a:cubicBezTo>
                      <a:pt x="136" y="214"/>
                      <a:pt x="163" y="202"/>
                      <a:pt x="182" y="182"/>
                    </a:cubicBezTo>
                    <a:cubicBezTo>
                      <a:pt x="202" y="163"/>
                      <a:pt x="214" y="136"/>
                      <a:pt x="214" y="107"/>
                    </a:cubicBezTo>
                    <a:cubicBezTo>
                      <a:pt x="214" y="78"/>
                      <a:pt x="202" y="51"/>
                      <a:pt x="182" y="32"/>
                    </a:cubicBezTo>
                    <a:cubicBezTo>
                      <a:pt x="163" y="12"/>
                      <a:pt x="136" y="0"/>
                      <a:pt x="107" y="0"/>
                    </a:cubicBezTo>
                    <a:cubicBezTo>
                      <a:pt x="78" y="0"/>
                      <a:pt x="51" y="12"/>
                      <a:pt x="32" y="32"/>
                    </a:cubicBezTo>
                    <a:cubicBezTo>
                      <a:pt x="12" y="51"/>
                      <a:pt x="0" y="78"/>
                      <a:pt x="0" y="107"/>
                    </a:cubicBezTo>
                    <a:cubicBezTo>
                      <a:pt x="0" y="136"/>
                      <a:pt x="12" y="163"/>
                      <a:pt x="32" y="182"/>
                    </a:cubicBezTo>
                    <a:cubicBezTo>
                      <a:pt x="51" y="202"/>
                      <a:pt x="78" y="214"/>
                      <a:pt x="107" y="2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7"/>
              <p:cNvSpPr/>
              <p:nvPr/>
            </p:nvSpPr>
            <p:spPr bwMode="auto">
              <a:xfrm>
                <a:off x="5689209" y="3614003"/>
                <a:ext cx="277225" cy="138842"/>
              </a:xfrm>
              <a:custGeom>
                <a:avLst/>
                <a:gdLst>
                  <a:gd name="T0" fmla="*/ 128 w 256"/>
                  <a:gd name="T1" fmla="*/ 128 h 128"/>
                  <a:gd name="T2" fmla="*/ 256 w 256"/>
                  <a:gd name="T3" fmla="*/ 85 h 128"/>
                  <a:gd name="T4" fmla="*/ 128 w 256"/>
                  <a:gd name="T5" fmla="*/ 0 h 128"/>
                  <a:gd name="T6" fmla="*/ 0 w 256"/>
                  <a:gd name="T7" fmla="*/ 85 h 128"/>
                  <a:gd name="T8" fmla="*/ 128 w 256"/>
                  <a:gd name="T9" fmla="*/ 128 h 128"/>
                </a:gdLst>
                <a:ahLst/>
                <a:cxnLst>
                  <a:cxn ang="0">
                    <a:pos x="T0" y="T1"/>
                  </a:cxn>
                  <a:cxn ang="0">
                    <a:pos x="T2" y="T3"/>
                  </a:cxn>
                  <a:cxn ang="0">
                    <a:pos x="T4" y="T5"/>
                  </a:cxn>
                  <a:cxn ang="0">
                    <a:pos x="T6" y="T7"/>
                  </a:cxn>
                  <a:cxn ang="0">
                    <a:pos x="T8" y="T9"/>
                  </a:cxn>
                </a:cxnLst>
                <a:rect l="0" t="0" r="r" b="b"/>
                <a:pathLst>
                  <a:path w="256" h="128">
                    <a:moveTo>
                      <a:pt x="128" y="128"/>
                    </a:moveTo>
                    <a:cubicBezTo>
                      <a:pt x="203" y="128"/>
                      <a:pt x="256" y="107"/>
                      <a:pt x="256" y="85"/>
                    </a:cubicBezTo>
                    <a:cubicBezTo>
                      <a:pt x="256" y="43"/>
                      <a:pt x="206" y="0"/>
                      <a:pt x="128" y="0"/>
                    </a:cubicBezTo>
                    <a:cubicBezTo>
                      <a:pt x="48" y="0"/>
                      <a:pt x="0" y="43"/>
                      <a:pt x="0" y="85"/>
                    </a:cubicBezTo>
                    <a:cubicBezTo>
                      <a:pt x="0" y="107"/>
                      <a:pt x="48" y="128"/>
                      <a:pt x="128" y="1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8"/>
              <p:cNvSpPr/>
              <p:nvPr/>
            </p:nvSpPr>
            <p:spPr bwMode="auto">
              <a:xfrm>
                <a:off x="5943981" y="3475161"/>
                <a:ext cx="183747" cy="185580"/>
              </a:xfrm>
              <a:custGeom>
                <a:avLst/>
                <a:gdLst>
                  <a:gd name="T0" fmla="*/ 149 w 170"/>
                  <a:gd name="T1" fmla="*/ 64 h 171"/>
                  <a:gd name="T2" fmla="*/ 106 w 170"/>
                  <a:gd name="T3" fmla="*/ 64 h 171"/>
                  <a:gd name="T4" fmla="*/ 106 w 170"/>
                  <a:gd name="T5" fmla="*/ 21 h 171"/>
                  <a:gd name="T6" fmla="*/ 85 w 170"/>
                  <a:gd name="T7" fmla="*/ 0 h 171"/>
                  <a:gd name="T8" fmla="*/ 64 w 170"/>
                  <a:gd name="T9" fmla="*/ 21 h 171"/>
                  <a:gd name="T10" fmla="*/ 64 w 170"/>
                  <a:gd name="T11" fmla="*/ 64 h 171"/>
                  <a:gd name="T12" fmla="*/ 21 w 170"/>
                  <a:gd name="T13" fmla="*/ 64 h 171"/>
                  <a:gd name="T14" fmla="*/ 0 w 170"/>
                  <a:gd name="T15" fmla="*/ 85 h 171"/>
                  <a:gd name="T16" fmla="*/ 21 w 170"/>
                  <a:gd name="T17" fmla="*/ 107 h 171"/>
                  <a:gd name="T18" fmla="*/ 64 w 170"/>
                  <a:gd name="T19" fmla="*/ 107 h 171"/>
                  <a:gd name="T20" fmla="*/ 64 w 170"/>
                  <a:gd name="T21" fmla="*/ 149 h 171"/>
                  <a:gd name="T22" fmla="*/ 85 w 170"/>
                  <a:gd name="T23" fmla="*/ 171 h 171"/>
                  <a:gd name="T24" fmla="*/ 106 w 170"/>
                  <a:gd name="T25" fmla="*/ 149 h 171"/>
                  <a:gd name="T26" fmla="*/ 106 w 170"/>
                  <a:gd name="T27" fmla="*/ 107 h 171"/>
                  <a:gd name="T28" fmla="*/ 149 w 170"/>
                  <a:gd name="T29" fmla="*/ 107 h 171"/>
                  <a:gd name="T30" fmla="*/ 170 w 170"/>
                  <a:gd name="T31" fmla="*/ 85 h 171"/>
                  <a:gd name="T32" fmla="*/ 149 w 170"/>
                  <a:gd name="T33" fmla="*/ 6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171">
                    <a:moveTo>
                      <a:pt x="149" y="64"/>
                    </a:moveTo>
                    <a:cubicBezTo>
                      <a:pt x="106" y="64"/>
                      <a:pt x="106" y="64"/>
                      <a:pt x="106" y="64"/>
                    </a:cubicBezTo>
                    <a:cubicBezTo>
                      <a:pt x="106" y="21"/>
                      <a:pt x="106" y="21"/>
                      <a:pt x="106" y="21"/>
                    </a:cubicBezTo>
                    <a:cubicBezTo>
                      <a:pt x="106" y="10"/>
                      <a:pt x="97" y="0"/>
                      <a:pt x="85" y="0"/>
                    </a:cubicBezTo>
                    <a:cubicBezTo>
                      <a:pt x="73" y="0"/>
                      <a:pt x="64" y="10"/>
                      <a:pt x="64" y="21"/>
                    </a:cubicBezTo>
                    <a:cubicBezTo>
                      <a:pt x="64" y="64"/>
                      <a:pt x="64" y="64"/>
                      <a:pt x="64" y="64"/>
                    </a:cubicBezTo>
                    <a:cubicBezTo>
                      <a:pt x="21" y="64"/>
                      <a:pt x="21" y="64"/>
                      <a:pt x="21" y="64"/>
                    </a:cubicBezTo>
                    <a:cubicBezTo>
                      <a:pt x="9" y="64"/>
                      <a:pt x="0" y="74"/>
                      <a:pt x="0" y="85"/>
                    </a:cubicBezTo>
                    <a:cubicBezTo>
                      <a:pt x="0" y="97"/>
                      <a:pt x="9" y="107"/>
                      <a:pt x="21" y="107"/>
                    </a:cubicBezTo>
                    <a:cubicBezTo>
                      <a:pt x="64" y="107"/>
                      <a:pt x="64" y="107"/>
                      <a:pt x="64" y="107"/>
                    </a:cubicBezTo>
                    <a:cubicBezTo>
                      <a:pt x="64" y="149"/>
                      <a:pt x="64" y="149"/>
                      <a:pt x="64" y="149"/>
                    </a:cubicBezTo>
                    <a:cubicBezTo>
                      <a:pt x="64" y="161"/>
                      <a:pt x="73" y="171"/>
                      <a:pt x="85" y="171"/>
                    </a:cubicBezTo>
                    <a:cubicBezTo>
                      <a:pt x="97" y="171"/>
                      <a:pt x="106" y="161"/>
                      <a:pt x="106" y="149"/>
                    </a:cubicBezTo>
                    <a:cubicBezTo>
                      <a:pt x="106" y="107"/>
                      <a:pt x="106" y="107"/>
                      <a:pt x="106" y="107"/>
                    </a:cubicBezTo>
                    <a:cubicBezTo>
                      <a:pt x="149" y="107"/>
                      <a:pt x="149" y="107"/>
                      <a:pt x="149" y="107"/>
                    </a:cubicBezTo>
                    <a:cubicBezTo>
                      <a:pt x="161" y="107"/>
                      <a:pt x="170" y="97"/>
                      <a:pt x="170" y="85"/>
                    </a:cubicBezTo>
                    <a:cubicBezTo>
                      <a:pt x="170" y="74"/>
                      <a:pt x="161" y="64"/>
                      <a:pt x="149" y="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 name="组合 8"/>
            <p:cNvGrpSpPr/>
            <p:nvPr/>
          </p:nvGrpSpPr>
          <p:grpSpPr>
            <a:xfrm>
              <a:off x="9581227" y="3359917"/>
              <a:ext cx="531080" cy="393614"/>
              <a:chOff x="6324764" y="3359231"/>
              <a:chExt cx="531080" cy="393614"/>
            </a:xfrm>
            <a:grpFill/>
          </p:grpSpPr>
          <p:sp>
            <p:nvSpPr>
              <p:cNvPr id="83" name="Freeform 49"/>
              <p:cNvSpPr/>
              <p:nvPr/>
            </p:nvSpPr>
            <p:spPr bwMode="auto">
              <a:xfrm>
                <a:off x="6474603" y="3359231"/>
                <a:ext cx="231403" cy="231861"/>
              </a:xfrm>
              <a:custGeom>
                <a:avLst/>
                <a:gdLst>
                  <a:gd name="T0" fmla="*/ 107 w 214"/>
                  <a:gd name="T1" fmla="*/ 214 h 214"/>
                  <a:gd name="T2" fmla="*/ 182 w 214"/>
                  <a:gd name="T3" fmla="*/ 182 h 214"/>
                  <a:gd name="T4" fmla="*/ 214 w 214"/>
                  <a:gd name="T5" fmla="*/ 107 h 214"/>
                  <a:gd name="T6" fmla="*/ 182 w 214"/>
                  <a:gd name="T7" fmla="*/ 32 h 214"/>
                  <a:gd name="T8" fmla="*/ 107 w 214"/>
                  <a:gd name="T9" fmla="*/ 0 h 214"/>
                  <a:gd name="T10" fmla="*/ 32 w 214"/>
                  <a:gd name="T11" fmla="*/ 32 h 214"/>
                  <a:gd name="T12" fmla="*/ 0 w 214"/>
                  <a:gd name="T13" fmla="*/ 107 h 214"/>
                  <a:gd name="T14" fmla="*/ 32 w 214"/>
                  <a:gd name="T15" fmla="*/ 182 h 214"/>
                  <a:gd name="T16" fmla="*/ 107 w 214"/>
                  <a:gd name="T17"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4">
                    <a:moveTo>
                      <a:pt x="107" y="214"/>
                    </a:moveTo>
                    <a:cubicBezTo>
                      <a:pt x="136" y="214"/>
                      <a:pt x="163" y="202"/>
                      <a:pt x="182" y="182"/>
                    </a:cubicBezTo>
                    <a:cubicBezTo>
                      <a:pt x="202" y="163"/>
                      <a:pt x="214" y="136"/>
                      <a:pt x="214" y="107"/>
                    </a:cubicBezTo>
                    <a:cubicBezTo>
                      <a:pt x="214" y="78"/>
                      <a:pt x="202" y="51"/>
                      <a:pt x="182" y="32"/>
                    </a:cubicBezTo>
                    <a:cubicBezTo>
                      <a:pt x="163" y="12"/>
                      <a:pt x="136" y="0"/>
                      <a:pt x="107" y="0"/>
                    </a:cubicBezTo>
                    <a:cubicBezTo>
                      <a:pt x="78" y="0"/>
                      <a:pt x="51" y="12"/>
                      <a:pt x="32" y="32"/>
                    </a:cubicBezTo>
                    <a:cubicBezTo>
                      <a:pt x="12" y="51"/>
                      <a:pt x="0" y="78"/>
                      <a:pt x="0" y="107"/>
                    </a:cubicBezTo>
                    <a:cubicBezTo>
                      <a:pt x="0" y="136"/>
                      <a:pt x="12" y="163"/>
                      <a:pt x="32" y="182"/>
                    </a:cubicBezTo>
                    <a:cubicBezTo>
                      <a:pt x="51" y="202"/>
                      <a:pt x="78" y="214"/>
                      <a:pt x="107" y="2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50"/>
              <p:cNvSpPr/>
              <p:nvPr/>
            </p:nvSpPr>
            <p:spPr bwMode="auto">
              <a:xfrm>
                <a:off x="6717003" y="3498072"/>
                <a:ext cx="115930" cy="115930"/>
              </a:xfrm>
              <a:custGeom>
                <a:avLst/>
                <a:gdLst>
                  <a:gd name="T0" fmla="*/ 54 w 107"/>
                  <a:gd name="T1" fmla="*/ 107 h 107"/>
                  <a:gd name="T2" fmla="*/ 91 w 107"/>
                  <a:gd name="T3" fmla="*/ 91 h 107"/>
                  <a:gd name="T4" fmla="*/ 107 w 107"/>
                  <a:gd name="T5" fmla="*/ 54 h 107"/>
                  <a:gd name="T6" fmla="*/ 91 w 107"/>
                  <a:gd name="T7" fmla="*/ 16 h 107"/>
                  <a:gd name="T8" fmla="*/ 54 w 107"/>
                  <a:gd name="T9" fmla="*/ 0 h 107"/>
                  <a:gd name="T10" fmla="*/ 16 w 107"/>
                  <a:gd name="T11" fmla="*/ 16 h 107"/>
                  <a:gd name="T12" fmla="*/ 0 w 107"/>
                  <a:gd name="T13" fmla="*/ 54 h 107"/>
                  <a:gd name="T14" fmla="*/ 16 w 107"/>
                  <a:gd name="T15" fmla="*/ 91 h 107"/>
                  <a:gd name="T16" fmla="*/ 54 w 107"/>
                  <a:gd name="T17"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7">
                    <a:moveTo>
                      <a:pt x="54" y="107"/>
                    </a:moveTo>
                    <a:cubicBezTo>
                      <a:pt x="68" y="107"/>
                      <a:pt x="82" y="101"/>
                      <a:pt x="91" y="91"/>
                    </a:cubicBezTo>
                    <a:cubicBezTo>
                      <a:pt x="101" y="82"/>
                      <a:pt x="107" y="68"/>
                      <a:pt x="107" y="54"/>
                    </a:cubicBezTo>
                    <a:cubicBezTo>
                      <a:pt x="107" y="39"/>
                      <a:pt x="101" y="26"/>
                      <a:pt x="91" y="16"/>
                    </a:cubicBezTo>
                    <a:cubicBezTo>
                      <a:pt x="82" y="6"/>
                      <a:pt x="68" y="0"/>
                      <a:pt x="54" y="0"/>
                    </a:cubicBezTo>
                    <a:cubicBezTo>
                      <a:pt x="39" y="0"/>
                      <a:pt x="26" y="6"/>
                      <a:pt x="16" y="16"/>
                    </a:cubicBezTo>
                    <a:cubicBezTo>
                      <a:pt x="6" y="26"/>
                      <a:pt x="0" y="39"/>
                      <a:pt x="0" y="54"/>
                    </a:cubicBezTo>
                    <a:cubicBezTo>
                      <a:pt x="0" y="68"/>
                      <a:pt x="6" y="82"/>
                      <a:pt x="16" y="91"/>
                    </a:cubicBezTo>
                    <a:cubicBezTo>
                      <a:pt x="26" y="101"/>
                      <a:pt x="39" y="107"/>
                      <a:pt x="54"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51"/>
              <p:cNvSpPr/>
              <p:nvPr/>
            </p:nvSpPr>
            <p:spPr bwMode="auto">
              <a:xfrm>
                <a:off x="6324764" y="3614003"/>
                <a:ext cx="531080" cy="138842"/>
              </a:xfrm>
              <a:custGeom>
                <a:avLst/>
                <a:gdLst>
                  <a:gd name="T0" fmla="*/ 416 w 490"/>
                  <a:gd name="T1" fmla="*/ 13 h 128"/>
                  <a:gd name="T2" fmla="*/ 353 w 490"/>
                  <a:gd name="T3" fmla="*/ 33 h 128"/>
                  <a:gd name="T4" fmla="*/ 245 w 490"/>
                  <a:gd name="T5" fmla="*/ 0 h 128"/>
                  <a:gd name="T6" fmla="*/ 136 w 490"/>
                  <a:gd name="T7" fmla="*/ 33 h 128"/>
                  <a:gd name="T8" fmla="*/ 74 w 490"/>
                  <a:gd name="T9" fmla="*/ 13 h 128"/>
                  <a:gd name="T10" fmla="*/ 0 w 490"/>
                  <a:gd name="T11" fmla="*/ 59 h 128"/>
                  <a:gd name="T12" fmla="*/ 74 w 490"/>
                  <a:gd name="T13" fmla="*/ 82 h 128"/>
                  <a:gd name="T14" fmla="*/ 109 w 490"/>
                  <a:gd name="T15" fmla="*/ 80 h 128"/>
                  <a:gd name="T16" fmla="*/ 108 w 490"/>
                  <a:gd name="T17" fmla="*/ 85 h 128"/>
                  <a:gd name="T18" fmla="*/ 245 w 490"/>
                  <a:gd name="T19" fmla="*/ 128 h 128"/>
                  <a:gd name="T20" fmla="*/ 382 w 490"/>
                  <a:gd name="T21" fmla="*/ 85 h 128"/>
                  <a:gd name="T22" fmla="*/ 381 w 490"/>
                  <a:gd name="T23" fmla="*/ 80 h 128"/>
                  <a:gd name="T24" fmla="*/ 416 w 490"/>
                  <a:gd name="T25" fmla="*/ 82 h 128"/>
                  <a:gd name="T26" fmla="*/ 490 w 490"/>
                  <a:gd name="T27" fmla="*/ 59 h 128"/>
                  <a:gd name="T28" fmla="*/ 416 w 490"/>
                  <a:gd name="T29" fmla="*/ 1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0" h="128">
                    <a:moveTo>
                      <a:pt x="416" y="13"/>
                    </a:moveTo>
                    <a:cubicBezTo>
                      <a:pt x="387" y="13"/>
                      <a:pt x="366" y="21"/>
                      <a:pt x="353" y="33"/>
                    </a:cubicBezTo>
                    <a:cubicBezTo>
                      <a:pt x="330" y="14"/>
                      <a:pt x="292" y="0"/>
                      <a:pt x="245" y="0"/>
                    </a:cubicBezTo>
                    <a:cubicBezTo>
                      <a:pt x="197" y="0"/>
                      <a:pt x="160" y="14"/>
                      <a:pt x="136" y="33"/>
                    </a:cubicBezTo>
                    <a:cubicBezTo>
                      <a:pt x="124" y="21"/>
                      <a:pt x="102" y="13"/>
                      <a:pt x="74" y="13"/>
                    </a:cubicBezTo>
                    <a:cubicBezTo>
                      <a:pt x="28" y="13"/>
                      <a:pt x="0" y="36"/>
                      <a:pt x="0" y="59"/>
                    </a:cubicBezTo>
                    <a:cubicBezTo>
                      <a:pt x="0" y="71"/>
                      <a:pt x="28" y="82"/>
                      <a:pt x="74" y="82"/>
                    </a:cubicBezTo>
                    <a:cubicBezTo>
                      <a:pt x="87" y="82"/>
                      <a:pt x="99" y="81"/>
                      <a:pt x="109" y="80"/>
                    </a:cubicBezTo>
                    <a:cubicBezTo>
                      <a:pt x="109" y="82"/>
                      <a:pt x="108" y="83"/>
                      <a:pt x="108" y="85"/>
                    </a:cubicBezTo>
                    <a:cubicBezTo>
                      <a:pt x="108" y="107"/>
                      <a:pt x="159" y="128"/>
                      <a:pt x="245" y="128"/>
                    </a:cubicBezTo>
                    <a:cubicBezTo>
                      <a:pt x="325" y="128"/>
                      <a:pt x="382" y="107"/>
                      <a:pt x="382" y="85"/>
                    </a:cubicBezTo>
                    <a:cubicBezTo>
                      <a:pt x="382" y="84"/>
                      <a:pt x="382" y="82"/>
                      <a:pt x="381" y="80"/>
                    </a:cubicBezTo>
                    <a:cubicBezTo>
                      <a:pt x="391" y="81"/>
                      <a:pt x="403" y="82"/>
                      <a:pt x="416" y="82"/>
                    </a:cubicBezTo>
                    <a:cubicBezTo>
                      <a:pt x="459" y="82"/>
                      <a:pt x="490" y="71"/>
                      <a:pt x="490" y="59"/>
                    </a:cubicBezTo>
                    <a:cubicBezTo>
                      <a:pt x="490" y="36"/>
                      <a:pt x="461" y="13"/>
                      <a:pt x="416"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52"/>
              <p:cNvSpPr/>
              <p:nvPr/>
            </p:nvSpPr>
            <p:spPr bwMode="auto">
              <a:xfrm>
                <a:off x="6347675" y="3498072"/>
                <a:ext cx="115930" cy="115930"/>
              </a:xfrm>
              <a:custGeom>
                <a:avLst/>
                <a:gdLst>
                  <a:gd name="T0" fmla="*/ 53 w 107"/>
                  <a:gd name="T1" fmla="*/ 107 h 107"/>
                  <a:gd name="T2" fmla="*/ 91 w 107"/>
                  <a:gd name="T3" fmla="*/ 91 h 107"/>
                  <a:gd name="T4" fmla="*/ 107 w 107"/>
                  <a:gd name="T5" fmla="*/ 54 h 107"/>
                  <a:gd name="T6" fmla="*/ 91 w 107"/>
                  <a:gd name="T7" fmla="*/ 16 h 107"/>
                  <a:gd name="T8" fmla="*/ 53 w 107"/>
                  <a:gd name="T9" fmla="*/ 0 h 107"/>
                  <a:gd name="T10" fmla="*/ 16 w 107"/>
                  <a:gd name="T11" fmla="*/ 16 h 107"/>
                  <a:gd name="T12" fmla="*/ 0 w 107"/>
                  <a:gd name="T13" fmla="*/ 54 h 107"/>
                  <a:gd name="T14" fmla="*/ 16 w 107"/>
                  <a:gd name="T15" fmla="*/ 91 h 107"/>
                  <a:gd name="T16" fmla="*/ 53 w 107"/>
                  <a:gd name="T17"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7">
                    <a:moveTo>
                      <a:pt x="53" y="107"/>
                    </a:moveTo>
                    <a:cubicBezTo>
                      <a:pt x="68" y="107"/>
                      <a:pt x="81" y="101"/>
                      <a:pt x="91" y="91"/>
                    </a:cubicBezTo>
                    <a:cubicBezTo>
                      <a:pt x="101" y="82"/>
                      <a:pt x="107" y="68"/>
                      <a:pt x="107" y="54"/>
                    </a:cubicBezTo>
                    <a:cubicBezTo>
                      <a:pt x="107" y="39"/>
                      <a:pt x="101" y="26"/>
                      <a:pt x="91" y="16"/>
                    </a:cubicBezTo>
                    <a:cubicBezTo>
                      <a:pt x="81" y="6"/>
                      <a:pt x="68" y="0"/>
                      <a:pt x="53" y="0"/>
                    </a:cubicBezTo>
                    <a:cubicBezTo>
                      <a:pt x="39" y="0"/>
                      <a:pt x="25" y="6"/>
                      <a:pt x="16" y="16"/>
                    </a:cubicBezTo>
                    <a:cubicBezTo>
                      <a:pt x="6" y="26"/>
                      <a:pt x="0" y="39"/>
                      <a:pt x="0" y="54"/>
                    </a:cubicBezTo>
                    <a:cubicBezTo>
                      <a:pt x="0" y="68"/>
                      <a:pt x="6" y="82"/>
                      <a:pt x="16" y="91"/>
                    </a:cubicBezTo>
                    <a:cubicBezTo>
                      <a:pt x="25" y="101"/>
                      <a:pt x="39" y="107"/>
                      <a:pt x="53"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03" name="组合 102"/>
          <p:cNvGrpSpPr/>
          <p:nvPr/>
        </p:nvGrpSpPr>
        <p:grpSpPr>
          <a:xfrm>
            <a:off x="874890" y="5129585"/>
            <a:ext cx="10437713" cy="431188"/>
            <a:chOff x="847625" y="5129585"/>
            <a:chExt cx="10437713" cy="431188"/>
          </a:xfrm>
          <a:solidFill>
            <a:schemeClr val="accent1"/>
          </a:solidFill>
        </p:grpSpPr>
        <p:grpSp>
          <p:nvGrpSpPr>
            <p:cNvPr id="102" name="组合 101"/>
            <p:cNvGrpSpPr/>
            <p:nvPr/>
          </p:nvGrpSpPr>
          <p:grpSpPr>
            <a:xfrm>
              <a:off x="847625" y="5183197"/>
              <a:ext cx="465555" cy="323964"/>
              <a:chOff x="812800" y="4099261"/>
              <a:chExt cx="465555" cy="323964"/>
            </a:xfrm>
            <a:grpFill/>
          </p:grpSpPr>
          <p:sp>
            <p:nvSpPr>
              <p:cNvPr id="87" name="Freeform 53"/>
              <p:cNvSpPr>
                <a:spLocks noEditPoints="1"/>
              </p:cNvSpPr>
              <p:nvPr/>
            </p:nvSpPr>
            <p:spPr bwMode="auto">
              <a:xfrm>
                <a:off x="812800" y="4099261"/>
                <a:ext cx="465555" cy="323964"/>
              </a:xfrm>
              <a:custGeom>
                <a:avLst/>
                <a:gdLst>
                  <a:gd name="T0" fmla="*/ 425 w 430"/>
                  <a:gd name="T1" fmla="*/ 137 h 299"/>
                  <a:gd name="T2" fmla="*/ 322 w 430"/>
                  <a:gd name="T3" fmla="*/ 33 h 299"/>
                  <a:gd name="T4" fmla="*/ 215 w 430"/>
                  <a:gd name="T5" fmla="*/ 0 h 299"/>
                  <a:gd name="T6" fmla="*/ 108 w 430"/>
                  <a:gd name="T7" fmla="*/ 33 h 299"/>
                  <a:gd name="T8" fmla="*/ 5 w 430"/>
                  <a:gd name="T9" fmla="*/ 137 h 299"/>
                  <a:gd name="T10" fmla="*/ 5 w 430"/>
                  <a:gd name="T11" fmla="*/ 162 h 299"/>
                  <a:gd name="T12" fmla="*/ 108 w 430"/>
                  <a:gd name="T13" fmla="*/ 266 h 299"/>
                  <a:gd name="T14" fmla="*/ 215 w 430"/>
                  <a:gd name="T15" fmla="*/ 299 h 299"/>
                  <a:gd name="T16" fmla="*/ 322 w 430"/>
                  <a:gd name="T17" fmla="*/ 265 h 299"/>
                  <a:gd name="T18" fmla="*/ 425 w 430"/>
                  <a:gd name="T19" fmla="*/ 161 h 299"/>
                  <a:gd name="T20" fmla="*/ 425 w 430"/>
                  <a:gd name="T21" fmla="*/ 137 h 299"/>
                  <a:gd name="T22" fmla="*/ 215 w 430"/>
                  <a:gd name="T23" fmla="*/ 224 h 299"/>
                  <a:gd name="T24" fmla="*/ 140 w 430"/>
                  <a:gd name="T25" fmla="*/ 149 h 299"/>
                  <a:gd name="T26" fmla="*/ 215 w 430"/>
                  <a:gd name="T27" fmla="*/ 75 h 299"/>
                  <a:gd name="T28" fmla="*/ 290 w 430"/>
                  <a:gd name="T29" fmla="*/ 149 h 299"/>
                  <a:gd name="T30" fmla="*/ 215 w 430"/>
                  <a:gd name="T31" fmla="*/ 224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0" h="299">
                    <a:moveTo>
                      <a:pt x="425" y="137"/>
                    </a:moveTo>
                    <a:cubicBezTo>
                      <a:pt x="423" y="135"/>
                      <a:pt x="381" y="74"/>
                      <a:pt x="322" y="33"/>
                    </a:cubicBezTo>
                    <a:cubicBezTo>
                      <a:pt x="292" y="12"/>
                      <a:pt x="254" y="0"/>
                      <a:pt x="215" y="0"/>
                    </a:cubicBezTo>
                    <a:cubicBezTo>
                      <a:pt x="176" y="0"/>
                      <a:pt x="138" y="12"/>
                      <a:pt x="108" y="33"/>
                    </a:cubicBezTo>
                    <a:cubicBezTo>
                      <a:pt x="49" y="74"/>
                      <a:pt x="7" y="135"/>
                      <a:pt x="5" y="137"/>
                    </a:cubicBezTo>
                    <a:cubicBezTo>
                      <a:pt x="0" y="144"/>
                      <a:pt x="0" y="154"/>
                      <a:pt x="5" y="162"/>
                    </a:cubicBezTo>
                    <a:cubicBezTo>
                      <a:pt x="7" y="164"/>
                      <a:pt x="49" y="224"/>
                      <a:pt x="108" y="266"/>
                    </a:cubicBezTo>
                    <a:cubicBezTo>
                      <a:pt x="138" y="287"/>
                      <a:pt x="176" y="299"/>
                      <a:pt x="215" y="299"/>
                    </a:cubicBezTo>
                    <a:cubicBezTo>
                      <a:pt x="254" y="299"/>
                      <a:pt x="292" y="287"/>
                      <a:pt x="322" y="265"/>
                    </a:cubicBezTo>
                    <a:cubicBezTo>
                      <a:pt x="381" y="224"/>
                      <a:pt x="423" y="164"/>
                      <a:pt x="425" y="161"/>
                    </a:cubicBezTo>
                    <a:cubicBezTo>
                      <a:pt x="430" y="154"/>
                      <a:pt x="430" y="144"/>
                      <a:pt x="425" y="137"/>
                    </a:cubicBezTo>
                    <a:close/>
                    <a:moveTo>
                      <a:pt x="215" y="224"/>
                    </a:moveTo>
                    <a:cubicBezTo>
                      <a:pt x="174" y="224"/>
                      <a:pt x="140" y="191"/>
                      <a:pt x="140" y="149"/>
                    </a:cubicBezTo>
                    <a:cubicBezTo>
                      <a:pt x="140" y="108"/>
                      <a:pt x="174" y="75"/>
                      <a:pt x="215" y="75"/>
                    </a:cubicBezTo>
                    <a:cubicBezTo>
                      <a:pt x="256" y="75"/>
                      <a:pt x="290" y="108"/>
                      <a:pt x="290" y="149"/>
                    </a:cubicBezTo>
                    <a:cubicBezTo>
                      <a:pt x="290" y="191"/>
                      <a:pt x="256" y="224"/>
                      <a:pt x="215" y="2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Oval 54"/>
              <p:cNvSpPr>
                <a:spLocks noChangeArrowheads="1"/>
              </p:cNvSpPr>
              <p:nvPr/>
            </p:nvSpPr>
            <p:spPr bwMode="auto">
              <a:xfrm>
                <a:off x="998839" y="4215191"/>
                <a:ext cx="93019" cy="9210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89" name="Freeform 55"/>
            <p:cNvSpPr>
              <a:spLocks noEditPoints="1"/>
            </p:cNvSpPr>
            <p:nvPr/>
          </p:nvSpPr>
          <p:spPr bwMode="auto">
            <a:xfrm>
              <a:off x="2023256" y="5160057"/>
              <a:ext cx="461431" cy="370244"/>
            </a:xfrm>
            <a:custGeom>
              <a:avLst/>
              <a:gdLst>
                <a:gd name="T0" fmla="*/ 362 w 426"/>
                <a:gd name="T1" fmla="*/ 43 h 342"/>
                <a:gd name="T2" fmla="*/ 328 w 426"/>
                <a:gd name="T3" fmla="*/ 43 h 342"/>
                <a:gd name="T4" fmla="*/ 307 w 426"/>
                <a:gd name="T5" fmla="*/ 22 h 342"/>
                <a:gd name="T6" fmla="*/ 256 w 426"/>
                <a:gd name="T7" fmla="*/ 0 h 342"/>
                <a:gd name="T8" fmla="*/ 170 w 426"/>
                <a:gd name="T9" fmla="*/ 0 h 342"/>
                <a:gd name="T10" fmla="*/ 119 w 426"/>
                <a:gd name="T11" fmla="*/ 22 h 342"/>
                <a:gd name="T12" fmla="*/ 98 w 426"/>
                <a:gd name="T13" fmla="*/ 43 h 342"/>
                <a:gd name="T14" fmla="*/ 64 w 426"/>
                <a:gd name="T15" fmla="*/ 43 h 342"/>
                <a:gd name="T16" fmla="*/ 0 w 426"/>
                <a:gd name="T17" fmla="*/ 107 h 342"/>
                <a:gd name="T18" fmla="*/ 0 w 426"/>
                <a:gd name="T19" fmla="*/ 278 h 342"/>
                <a:gd name="T20" fmla="*/ 64 w 426"/>
                <a:gd name="T21" fmla="*/ 342 h 342"/>
                <a:gd name="T22" fmla="*/ 362 w 426"/>
                <a:gd name="T23" fmla="*/ 342 h 342"/>
                <a:gd name="T24" fmla="*/ 426 w 426"/>
                <a:gd name="T25" fmla="*/ 278 h 342"/>
                <a:gd name="T26" fmla="*/ 426 w 426"/>
                <a:gd name="T27" fmla="*/ 107 h 342"/>
                <a:gd name="T28" fmla="*/ 362 w 426"/>
                <a:gd name="T29" fmla="*/ 43 h 342"/>
                <a:gd name="T30" fmla="*/ 213 w 426"/>
                <a:gd name="T31" fmla="*/ 256 h 342"/>
                <a:gd name="T32" fmla="*/ 138 w 426"/>
                <a:gd name="T33" fmla="*/ 182 h 342"/>
                <a:gd name="T34" fmla="*/ 213 w 426"/>
                <a:gd name="T35" fmla="*/ 107 h 342"/>
                <a:gd name="T36" fmla="*/ 288 w 426"/>
                <a:gd name="T37" fmla="*/ 182 h 342"/>
                <a:gd name="T38" fmla="*/ 213 w 426"/>
                <a:gd name="T39" fmla="*/ 256 h 342"/>
                <a:gd name="T40" fmla="*/ 341 w 426"/>
                <a:gd name="T41" fmla="*/ 156 h 342"/>
                <a:gd name="T42" fmla="*/ 313 w 426"/>
                <a:gd name="T43" fmla="*/ 128 h 342"/>
                <a:gd name="T44" fmla="*/ 341 w 426"/>
                <a:gd name="T45" fmla="*/ 101 h 342"/>
                <a:gd name="T46" fmla="*/ 369 w 426"/>
                <a:gd name="T47" fmla="*/ 128 h 342"/>
                <a:gd name="T48" fmla="*/ 341 w 426"/>
                <a:gd name="T49" fmla="*/ 156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6" h="342">
                  <a:moveTo>
                    <a:pt x="362" y="43"/>
                  </a:moveTo>
                  <a:cubicBezTo>
                    <a:pt x="328" y="43"/>
                    <a:pt x="328" y="43"/>
                    <a:pt x="328" y="43"/>
                  </a:cubicBezTo>
                  <a:cubicBezTo>
                    <a:pt x="307" y="22"/>
                    <a:pt x="307" y="22"/>
                    <a:pt x="307" y="22"/>
                  </a:cubicBezTo>
                  <a:cubicBezTo>
                    <a:pt x="295" y="9"/>
                    <a:pt x="273" y="0"/>
                    <a:pt x="256" y="0"/>
                  </a:cubicBezTo>
                  <a:cubicBezTo>
                    <a:pt x="170" y="0"/>
                    <a:pt x="170" y="0"/>
                    <a:pt x="170" y="0"/>
                  </a:cubicBezTo>
                  <a:cubicBezTo>
                    <a:pt x="153" y="0"/>
                    <a:pt x="131" y="9"/>
                    <a:pt x="119" y="22"/>
                  </a:cubicBezTo>
                  <a:cubicBezTo>
                    <a:pt x="98" y="43"/>
                    <a:pt x="98" y="43"/>
                    <a:pt x="98" y="43"/>
                  </a:cubicBezTo>
                  <a:cubicBezTo>
                    <a:pt x="64" y="43"/>
                    <a:pt x="64" y="43"/>
                    <a:pt x="64" y="43"/>
                  </a:cubicBezTo>
                  <a:cubicBezTo>
                    <a:pt x="28" y="43"/>
                    <a:pt x="0" y="72"/>
                    <a:pt x="0" y="107"/>
                  </a:cubicBezTo>
                  <a:cubicBezTo>
                    <a:pt x="0" y="278"/>
                    <a:pt x="0" y="278"/>
                    <a:pt x="0" y="278"/>
                  </a:cubicBezTo>
                  <a:cubicBezTo>
                    <a:pt x="0" y="313"/>
                    <a:pt x="28" y="342"/>
                    <a:pt x="64" y="342"/>
                  </a:cubicBezTo>
                  <a:cubicBezTo>
                    <a:pt x="362" y="342"/>
                    <a:pt x="362" y="342"/>
                    <a:pt x="362" y="342"/>
                  </a:cubicBezTo>
                  <a:cubicBezTo>
                    <a:pt x="398" y="342"/>
                    <a:pt x="426" y="313"/>
                    <a:pt x="426" y="278"/>
                  </a:cubicBezTo>
                  <a:cubicBezTo>
                    <a:pt x="426" y="107"/>
                    <a:pt x="426" y="107"/>
                    <a:pt x="426" y="107"/>
                  </a:cubicBezTo>
                  <a:cubicBezTo>
                    <a:pt x="426" y="72"/>
                    <a:pt x="398" y="43"/>
                    <a:pt x="362" y="43"/>
                  </a:cubicBezTo>
                  <a:close/>
                  <a:moveTo>
                    <a:pt x="213" y="256"/>
                  </a:moveTo>
                  <a:cubicBezTo>
                    <a:pt x="172" y="256"/>
                    <a:pt x="138" y="223"/>
                    <a:pt x="138" y="182"/>
                  </a:cubicBezTo>
                  <a:cubicBezTo>
                    <a:pt x="138" y="140"/>
                    <a:pt x="172" y="107"/>
                    <a:pt x="213" y="107"/>
                  </a:cubicBezTo>
                  <a:cubicBezTo>
                    <a:pt x="254" y="107"/>
                    <a:pt x="288" y="140"/>
                    <a:pt x="288" y="182"/>
                  </a:cubicBezTo>
                  <a:cubicBezTo>
                    <a:pt x="288" y="223"/>
                    <a:pt x="254" y="256"/>
                    <a:pt x="213" y="256"/>
                  </a:cubicBezTo>
                  <a:close/>
                  <a:moveTo>
                    <a:pt x="341" y="156"/>
                  </a:moveTo>
                  <a:cubicBezTo>
                    <a:pt x="326" y="156"/>
                    <a:pt x="313" y="144"/>
                    <a:pt x="313" y="128"/>
                  </a:cubicBezTo>
                  <a:cubicBezTo>
                    <a:pt x="313" y="113"/>
                    <a:pt x="326" y="101"/>
                    <a:pt x="341" y="101"/>
                  </a:cubicBezTo>
                  <a:cubicBezTo>
                    <a:pt x="356" y="101"/>
                    <a:pt x="369" y="113"/>
                    <a:pt x="369" y="128"/>
                  </a:cubicBezTo>
                  <a:cubicBezTo>
                    <a:pt x="369" y="144"/>
                    <a:pt x="356" y="156"/>
                    <a:pt x="341" y="1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6"/>
            <p:cNvSpPr>
              <a:spLocks noEditPoints="1"/>
            </p:cNvSpPr>
            <p:nvPr/>
          </p:nvSpPr>
          <p:spPr bwMode="auto">
            <a:xfrm>
              <a:off x="3194763" y="5183197"/>
              <a:ext cx="311592" cy="323964"/>
            </a:xfrm>
            <a:custGeom>
              <a:avLst/>
              <a:gdLst>
                <a:gd name="T0" fmla="*/ 74 w 288"/>
                <a:gd name="T1" fmla="*/ 107 h 299"/>
                <a:gd name="T2" fmla="*/ 84 w 288"/>
                <a:gd name="T3" fmla="*/ 150 h 299"/>
                <a:gd name="T4" fmla="*/ 0 w 288"/>
                <a:gd name="T5" fmla="*/ 235 h 299"/>
                <a:gd name="T6" fmla="*/ 0 w 288"/>
                <a:gd name="T7" fmla="*/ 267 h 299"/>
                <a:gd name="T8" fmla="*/ 42 w 288"/>
                <a:gd name="T9" fmla="*/ 299 h 299"/>
                <a:gd name="T10" fmla="*/ 85 w 288"/>
                <a:gd name="T11" fmla="*/ 299 h 299"/>
                <a:gd name="T12" fmla="*/ 85 w 288"/>
                <a:gd name="T13" fmla="*/ 256 h 299"/>
                <a:gd name="T14" fmla="*/ 128 w 288"/>
                <a:gd name="T15" fmla="*/ 256 h 299"/>
                <a:gd name="T16" fmla="*/ 128 w 288"/>
                <a:gd name="T17" fmla="*/ 213 h 299"/>
                <a:gd name="T18" fmla="*/ 181 w 288"/>
                <a:gd name="T19" fmla="*/ 213 h 299"/>
                <a:gd name="T20" fmla="*/ 288 w 288"/>
                <a:gd name="T21" fmla="*/ 107 h 299"/>
                <a:gd name="T22" fmla="*/ 181 w 288"/>
                <a:gd name="T23" fmla="*/ 0 h 299"/>
                <a:gd name="T24" fmla="*/ 74 w 288"/>
                <a:gd name="T25" fmla="*/ 107 h 299"/>
                <a:gd name="T26" fmla="*/ 181 w 288"/>
                <a:gd name="T27" fmla="*/ 149 h 299"/>
                <a:gd name="T28" fmla="*/ 138 w 288"/>
                <a:gd name="T29" fmla="*/ 107 h 299"/>
                <a:gd name="T30" fmla="*/ 181 w 288"/>
                <a:gd name="T31" fmla="*/ 64 h 299"/>
                <a:gd name="T32" fmla="*/ 224 w 288"/>
                <a:gd name="T33" fmla="*/ 107 h 299"/>
                <a:gd name="T34" fmla="*/ 181 w 288"/>
                <a:gd name="T35" fmla="*/ 14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8" h="299">
                  <a:moveTo>
                    <a:pt x="74" y="107"/>
                  </a:moveTo>
                  <a:cubicBezTo>
                    <a:pt x="74" y="122"/>
                    <a:pt x="78" y="137"/>
                    <a:pt x="84" y="150"/>
                  </a:cubicBezTo>
                  <a:cubicBezTo>
                    <a:pt x="0" y="235"/>
                    <a:pt x="0" y="235"/>
                    <a:pt x="0" y="235"/>
                  </a:cubicBezTo>
                  <a:cubicBezTo>
                    <a:pt x="0" y="235"/>
                    <a:pt x="0" y="249"/>
                    <a:pt x="0" y="267"/>
                  </a:cubicBezTo>
                  <a:cubicBezTo>
                    <a:pt x="0" y="284"/>
                    <a:pt x="19" y="299"/>
                    <a:pt x="42" y="299"/>
                  </a:cubicBezTo>
                  <a:cubicBezTo>
                    <a:pt x="85" y="299"/>
                    <a:pt x="85" y="299"/>
                    <a:pt x="85" y="299"/>
                  </a:cubicBezTo>
                  <a:cubicBezTo>
                    <a:pt x="85" y="256"/>
                    <a:pt x="85" y="256"/>
                    <a:pt x="85" y="256"/>
                  </a:cubicBezTo>
                  <a:cubicBezTo>
                    <a:pt x="128" y="256"/>
                    <a:pt x="128" y="256"/>
                    <a:pt x="128" y="256"/>
                  </a:cubicBezTo>
                  <a:cubicBezTo>
                    <a:pt x="128" y="213"/>
                    <a:pt x="128" y="213"/>
                    <a:pt x="128" y="213"/>
                  </a:cubicBezTo>
                  <a:cubicBezTo>
                    <a:pt x="128" y="213"/>
                    <a:pt x="177" y="213"/>
                    <a:pt x="181" y="213"/>
                  </a:cubicBezTo>
                  <a:cubicBezTo>
                    <a:pt x="240" y="213"/>
                    <a:pt x="288" y="166"/>
                    <a:pt x="288" y="107"/>
                  </a:cubicBezTo>
                  <a:cubicBezTo>
                    <a:pt x="288" y="48"/>
                    <a:pt x="240" y="0"/>
                    <a:pt x="181" y="0"/>
                  </a:cubicBezTo>
                  <a:cubicBezTo>
                    <a:pt x="122" y="0"/>
                    <a:pt x="74" y="48"/>
                    <a:pt x="74" y="107"/>
                  </a:cubicBezTo>
                  <a:close/>
                  <a:moveTo>
                    <a:pt x="181" y="149"/>
                  </a:moveTo>
                  <a:cubicBezTo>
                    <a:pt x="157" y="149"/>
                    <a:pt x="138" y="130"/>
                    <a:pt x="138" y="107"/>
                  </a:cubicBezTo>
                  <a:cubicBezTo>
                    <a:pt x="138" y="83"/>
                    <a:pt x="157" y="64"/>
                    <a:pt x="181" y="64"/>
                  </a:cubicBezTo>
                  <a:cubicBezTo>
                    <a:pt x="205" y="64"/>
                    <a:pt x="224" y="83"/>
                    <a:pt x="224" y="107"/>
                  </a:cubicBezTo>
                  <a:cubicBezTo>
                    <a:pt x="224" y="130"/>
                    <a:pt x="205" y="149"/>
                    <a:pt x="181" y="1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101" name="组合 100"/>
            <p:cNvGrpSpPr/>
            <p:nvPr/>
          </p:nvGrpSpPr>
          <p:grpSpPr>
            <a:xfrm>
              <a:off x="4216431" y="5150893"/>
              <a:ext cx="389031" cy="388573"/>
              <a:chOff x="2921084" y="4052980"/>
              <a:chExt cx="389031" cy="388573"/>
            </a:xfrm>
            <a:grpFill/>
          </p:grpSpPr>
          <p:sp>
            <p:nvSpPr>
              <p:cNvPr id="91" name="Freeform 57"/>
              <p:cNvSpPr>
                <a:spLocks noEditPoints="1"/>
              </p:cNvSpPr>
              <p:nvPr/>
            </p:nvSpPr>
            <p:spPr bwMode="auto">
              <a:xfrm>
                <a:off x="2921084" y="4052980"/>
                <a:ext cx="389031" cy="388573"/>
              </a:xfrm>
              <a:custGeom>
                <a:avLst/>
                <a:gdLst>
                  <a:gd name="T0" fmla="*/ 209 w 359"/>
                  <a:gd name="T1" fmla="*/ 0 h 359"/>
                  <a:gd name="T2" fmla="*/ 60 w 359"/>
                  <a:gd name="T3" fmla="*/ 150 h 359"/>
                  <a:gd name="T4" fmla="*/ 68 w 359"/>
                  <a:gd name="T5" fmla="*/ 196 h 359"/>
                  <a:gd name="T6" fmla="*/ 41 w 359"/>
                  <a:gd name="T7" fmla="*/ 223 h 359"/>
                  <a:gd name="T8" fmla="*/ 19 w 359"/>
                  <a:gd name="T9" fmla="*/ 245 h 359"/>
                  <a:gd name="T10" fmla="*/ 0 w 359"/>
                  <a:gd name="T11" fmla="*/ 292 h 359"/>
                  <a:gd name="T12" fmla="*/ 67 w 359"/>
                  <a:gd name="T13" fmla="*/ 359 h 359"/>
                  <a:gd name="T14" fmla="*/ 112 w 359"/>
                  <a:gd name="T15" fmla="*/ 342 h 359"/>
                  <a:gd name="T16" fmla="*/ 113 w 359"/>
                  <a:gd name="T17" fmla="*/ 341 h 359"/>
                  <a:gd name="T18" fmla="*/ 114 w 359"/>
                  <a:gd name="T19" fmla="*/ 340 h 359"/>
                  <a:gd name="T20" fmla="*/ 163 w 359"/>
                  <a:gd name="T21" fmla="*/ 291 h 359"/>
                  <a:gd name="T22" fmla="*/ 209 w 359"/>
                  <a:gd name="T23" fmla="*/ 299 h 359"/>
                  <a:gd name="T24" fmla="*/ 359 w 359"/>
                  <a:gd name="T25" fmla="*/ 150 h 359"/>
                  <a:gd name="T26" fmla="*/ 209 w 359"/>
                  <a:gd name="T27" fmla="*/ 0 h 359"/>
                  <a:gd name="T28" fmla="*/ 209 w 359"/>
                  <a:gd name="T29" fmla="*/ 256 h 359"/>
                  <a:gd name="T30" fmla="*/ 103 w 359"/>
                  <a:gd name="T31" fmla="*/ 150 h 359"/>
                  <a:gd name="T32" fmla="*/ 209 w 359"/>
                  <a:gd name="T33" fmla="*/ 43 h 359"/>
                  <a:gd name="T34" fmla="*/ 316 w 359"/>
                  <a:gd name="T35" fmla="*/ 150 h 359"/>
                  <a:gd name="T36" fmla="*/ 209 w 359"/>
                  <a:gd name="T37" fmla="*/ 256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9" h="359">
                    <a:moveTo>
                      <a:pt x="209" y="0"/>
                    </a:moveTo>
                    <a:cubicBezTo>
                      <a:pt x="127" y="0"/>
                      <a:pt x="60" y="67"/>
                      <a:pt x="60" y="150"/>
                    </a:cubicBezTo>
                    <a:cubicBezTo>
                      <a:pt x="60" y="166"/>
                      <a:pt x="63" y="182"/>
                      <a:pt x="68" y="196"/>
                    </a:cubicBezTo>
                    <a:cubicBezTo>
                      <a:pt x="41" y="223"/>
                      <a:pt x="41" y="223"/>
                      <a:pt x="41" y="223"/>
                    </a:cubicBezTo>
                    <a:cubicBezTo>
                      <a:pt x="19" y="245"/>
                      <a:pt x="19" y="245"/>
                      <a:pt x="19" y="245"/>
                    </a:cubicBezTo>
                    <a:cubicBezTo>
                      <a:pt x="7" y="257"/>
                      <a:pt x="0" y="274"/>
                      <a:pt x="0" y="292"/>
                    </a:cubicBezTo>
                    <a:cubicBezTo>
                      <a:pt x="0" y="329"/>
                      <a:pt x="30" y="359"/>
                      <a:pt x="67" y="359"/>
                    </a:cubicBezTo>
                    <a:cubicBezTo>
                      <a:pt x="83" y="359"/>
                      <a:pt x="99" y="353"/>
                      <a:pt x="112" y="342"/>
                    </a:cubicBezTo>
                    <a:cubicBezTo>
                      <a:pt x="113" y="341"/>
                      <a:pt x="113" y="341"/>
                      <a:pt x="113" y="341"/>
                    </a:cubicBezTo>
                    <a:cubicBezTo>
                      <a:pt x="114" y="340"/>
                      <a:pt x="114" y="340"/>
                      <a:pt x="114" y="340"/>
                    </a:cubicBezTo>
                    <a:cubicBezTo>
                      <a:pt x="163" y="291"/>
                      <a:pt x="163" y="291"/>
                      <a:pt x="163" y="291"/>
                    </a:cubicBezTo>
                    <a:cubicBezTo>
                      <a:pt x="177" y="296"/>
                      <a:pt x="193" y="299"/>
                      <a:pt x="209" y="299"/>
                    </a:cubicBezTo>
                    <a:cubicBezTo>
                      <a:pt x="292" y="299"/>
                      <a:pt x="359" y="232"/>
                      <a:pt x="359" y="150"/>
                    </a:cubicBezTo>
                    <a:cubicBezTo>
                      <a:pt x="359" y="67"/>
                      <a:pt x="292" y="0"/>
                      <a:pt x="209" y="0"/>
                    </a:cubicBezTo>
                    <a:close/>
                    <a:moveTo>
                      <a:pt x="209" y="256"/>
                    </a:moveTo>
                    <a:cubicBezTo>
                      <a:pt x="151" y="256"/>
                      <a:pt x="103" y="208"/>
                      <a:pt x="103" y="150"/>
                    </a:cubicBezTo>
                    <a:cubicBezTo>
                      <a:pt x="103" y="91"/>
                      <a:pt x="151" y="43"/>
                      <a:pt x="209" y="43"/>
                    </a:cubicBezTo>
                    <a:cubicBezTo>
                      <a:pt x="268" y="43"/>
                      <a:pt x="316" y="91"/>
                      <a:pt x="316" y="150"/>
                    </a:cubicBezTo>
                    <a:cubicBezTo>
                      <a:pt x="316" y="208"/>
                      <a:pt x="268" y="256"/>
                      <a:pt x="209" y="2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8"/>
              <p:cNvSpPr>
                <a:spLocks noEditPoints="1"/>
              </p:cNvSpPr>
              <p:nvPr/>
            </p:nvSpPr>
            <p:spPr bwMode="auto">
              <a:xfrm>
                <a:off x="3055343" y="4122172"/>
                <a:ext cx="185122" cy="185122"/>
              </a:xfrm>
              <a:custGeom>
                <a:avLst/>
                <a:gdLst>
                  <a:gd name="T0" fmla="*/ 85 w 171"/>
                  <a:gd name="T1" fmla="*/ 0 h 171"/>
                  <a:gd name="T2" fmla="*/ 0 w 171"/>
                  <a:gd name="T3" fmla="*/ 86 h 171"/>
                  <a:gd name="T4" fmla="*/ 85 w 171"/>
                  <a:gd name="T5" fmla="*/ 171 h 171"/>
                  <a:gd name="T6" fmla="*/ 171 w 171"/>
                  <a:gd name="T7" fmla="*/ 86 h 171"/>
                  <a:gd name="T8" fmla="*/ 85 w 171"/>
                  <a:gd name="T9" fmla="*/ 0 h 171"/>
                  <a:gd name="T10" fmla="*/ 85 w 171"/>
                  <a:gd name="T11" fmla="*/ 150 h 171"/>
                  <a:gd name="T12" fmla="*/ 21 w 171"/>
                  <a:gd name="T13" fmla="*/ 86 h 171"/>
                  <a:gd name="T14" fmla="*/ 85 w 171"/>
                  <a:gd name="T15" fmla="*/ 22 h 171"/>
                  <a:gd name="T16" fmla="*/ 149 w 171"/>
                  <a:gd name="T17" fmla="*/ 86 h 171"/>
                  <a:gd name="T18" fmla="*/ 85 w 171"/>
                  <a:gd name="T19" fmla="*/ 15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 h="171">
                    <a:moveTo>
                      <a:pt x="85" y="0"/>
                    </a:moveTo>
                    <a:cubicBezTo>
                      <a:pt x="38" y="0"/>
                      <a:pt x="0" y="39"/>
                      <a:pt x="0" y="86"/>
                    </a:cubicBezTo>
                    <a:cubicBezTo>
                      <a:pt x="0" y="133"/>
                      <a:pt x="38" y="171"/>
                      <a:pt x="85" y="171"/>
                    </a:cubicBezTo>
                    <a:cubicBezTo>
                      <a:pt x="132" y="171"/>
                      <a:pt x="171" y="133"/>
                      <a:pt x="171" y="86"/>
                    </a:cubicBezTo>
                    <a:cubicBezTo>
                      <a:pt x="171" y="39"/>
                      <a:pt x="132" y="0"/>
                      <a:pt x="85" y="0"/>
                    </a:cubicBezTo>
                    <a:close/>
                    <a:moveTo>
                      <a:pt x="85" y="150"/>
                    </a:moveTo>
                    <a:cubicBezTo>
                      <a:pt x="50" y="150"/>
                      <a:pt x="21" y="121"/>
                      <a:pt x="21" y="86"/>
                    </a:cubicBezTo>
                    <a:cubicBezTo>
                      <a:pt x="21" y="50"/>
                      <a:pt x="50" y="22"/>
                      <a:pt x="85" y="22"/>
                    </a:cubicBezTo>
                    <a:cubicBezTo>
                      <a:pt x="121" y="22"/>
                      <a:pt x="149" y="50"/>
                      <a:pt x="149" y="86"/>
                    </a:cubicBezTo>
                    <a:cubicBezTo>
                      <a:pt x="149" y="121"/>
                      <a:pt x="121" y="150"/>
                      <a:pt x="85"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93" name="Freeform 59"/>
            <p:cNvSpPr>
              <a:spLocks noEditPoints="1"/>
            </p:cNvSpPr>
            <p:nvPr/>
          </p:nvSpPr>
          <p:spPr bwMode="auto">
            <a:xfrm>
              <a:off x="5315538" y="5137146"/>
              <a:ext cx="416066" cy="416066"/>
            </a:xfrm>
            <a:custGeom>
              <a:avLst/>
              <a:gdLst>
                <a:gd name="T0" fmla="*/ 341 w 384"/>
                <a:gd name="T1" fmla="*/ 68 h 384"/>
                <a:gd name="T2" fmla="*/ 341 w 384"/>
                <a:gd name="T3" fmla="*/ 64 h 384"/>
                <a:gd name="T4" fmla="*/ 277 w 384"/>
                <a:gd name="T5" fmla="*/ 0 h 384"/>
                <a:gd name="T6" fmla="*/ 213 w 384"/>
                <a:gd name="T7" fmla="*/ 64 h 384"/>
                <a:gd name="T8" fmla="*/ 171 w 384"/>
                <a:gd name="T9" fmla="*/ 64 h 384"/>
                <a:gd name="T10" fmla="*/ 107 w 384"/>
                <a:gd name="T11" fmla="*/ 0 h 384"/>
                <a:gd name="T12" fmla="*/ 43 w 384"/>
                <a:gd name="T13" fmla="*/ 64 h 384"/>
                <a:gd name="T14" fmla="*/ 43 w 384"/>
                <a:gd name="T15" fmla="*/ 68 h 384"/>
                <a:gd name="T16" fmla="*/ 0 w 384"/>
                <a:gd name="T17" fmla="*/ 128 h 384"/>
                <a:gd name="T18" fmla="*/ 0 w 384"/>
                <a:gd name="T19" fmla="*/ 320 h 384"/>
                <a:gd name="T20" fmla="*/ 64 w 384"/>
                <a:gd name="T21" fmla="*/ 384 h 384"/>
                <a:gd name="T22" fmla="*/ 320 w 384"/>
                <a:gd name="T23" fmla="*/ 384 h 384"/>
                <a:gd name="T24" fmla="*/ 384 w 384"/>
                <a:gd name="T25" fmla="*/ 320 h 384"/>
                <a:gd name="T26" fmla="*/ 384 w 384"/>
                <a:gd name="T27" fmla="*/ 128 h 384"/>
                <a:gd name="T28" fmla="*/ 341 w 384"/>
                <a:gd name="T29" fmla="*/ 68 h 384"/>
                <a:gd name="T30" fmla="*/ 256 w 384"/>
                <a:gd name="T31" fmla="*/ 64 h 384"/>
                <a:gd name="T32" fmla="*/ 277 w 384"/>
                <a:gd name="T33" fmla="*/ 43 h 384"/>
                <a:gd name="T34" fmla="*/ 299 w 384"/>
                <a:gd name="T35" fmla="*/ 64 h 384"/>
                <a:gd name="T36" fmla="*/ 299 w 384"/>
                <a:gd name="T37" fmla="*/ 107 h 384"/>
                <a:gd name="T38" fmla="*/ 277 w 384"/>
                <a:gd name="T39" fmla="*/ 128 h 384"/>
                <a:gd name="T40" fmla="*/ 256 w 384"/>
                <a:gd name="T41" fmla="*/ 107 h 384"/>
                <a:gd name="T42" fmla="*/ 256 w 384"/>
                <a:gd name="T43" fmla="*/ 64 h 384"/>
                <a:gd name="T44" fmla="*/ 85 w 384"/>
                <a:gd name="T45" fmla="*/ 64 h 384"/>
                <a:gd name="T46" fmla="*/ 107 w 384"/>
                <a:gd name="T47" fmla="*/ 43 h 384"/>
                <a:gd name="T48" fmla="*/ 128 w 384"/>
                <a:gd name="T49" fmla="*/ 64 h 384"/>
                <a:gd name="T50" fmla="*/ 128 w 384"/>
                <a:gd name="T51" fmla="*/ 107 h 384"/>
                <a:gd name="T52" fmla="*/ 107 w 384"/>
                <a:gd name="T53" fmla="*/ 128 h 384"/>
                <a:gd name="T54" fmla="*/ 85 w 384"/>
                <a:gd name="T55" fmla="*/ 107 h 384"/>
                <a:gd name="T56" fmla="*/ 85 w 384"/>
                <a:gd name="T57" fmla="*/ 64 h 384"/>
                <a:gd name="T58" fmla="*/ 341 w 384"/>
                <a:gd name="T59" fmla="*/ 320 h 384"/>
                <a:gd name="T60" fmla="*/ 320 w 384"/>
                <a:gd name="T61" fmla="*/ 341 h 384"/>
                <a:gd name="T62" fmla="*/ 64 w 384"/>
                <a:gd name="T63" fmla="*/ 341 h 384"/>
                <a:gd name="T64" fmla="*/ 43 w 384"/>
                <a:gd name="T65" fmla="*/ 320 h 384"/>
                <a:gd name="T66" fmla="*/ 43 w 384"/>
                <a:gd name="T67" fmla="*/ 192 h 384"/>
                <a:gd name="T68" fmla="*/ 341 w 384"/>
                <a:gd name="T69" fmla="*/ 192 h 384"/>
                <a:gd name="T70" fmla="*/ 341 w 384"/>
                <a:gd name="T71" fmla="*/ 32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341" y="68"/>
                  </a:moveTo>
                  <a:cubicBezTo>
                    <a:pt x="341" y="64"/>
                    <a:pt x="341" y="64"/>
                    <a:pt x="341" y="64"/>
                  </a:cubicBezTo>
                  <a:cubicBezTo>
                    <a:pt x="341" y="29"/>
                    <a:pt x="313" y="0"/>
                    <a:pt x="277" y="0"/>
                  </a:cubicBezTo>
                  <a:cubicBezTo>
                    <a:pt x="242" y="0"/>
                    <a:pt x="213" y="29"/>
                    <a:pt x="213" y="64"/>
                  </a:cubicBezTo>
                  <a:cubicBezTo>
                    <a:pt x="171" y="64"/>
                    <a:pt x="171" y="64"/>
                    <a:pt x="171" y="64"/>
                  </a:cubicBezTo>
                  <a:cubicBezTo>
                    <a:pt x="171" y="29"/>
                    <a:pt x="142" y="0"/>
                    <a:pt x="107" y="0"/>
                  </a:cubicBezTo>
                  <a:cubicBezTo>
                    <a:pt x="71" y="0"/>
                    <a:pt x="43" y="29"/>
                    <a:pt x="43" y="64"/>
                  </a:cubicBezTo>
                  <a:cubicBezTo>
                    <a:pt x="43" y="68"/>
                    <a:pt x="43" y="68"/>
                    <a:pt x="43" y="68"/>
                  </a:cubicBezTo>
                  <a:cubicBezTo>
                    <a:pt x="18" y="77"/>
                    <a:pt x="0" y="100"/>
                    <a:pt x="0" y="128"/>
                  </a:cubicBezTo>
                  <a:cubicBezTo>
                    <a:pt x="0" y="320"/>
                    <a:pt x="0" y="320"/>
                    <a:pt x="0" y="320"/>
                  </a:cubicBezTo>
                  <a:cubicBezTo>
                    <a:pt x="0" y="355"/>
                    <a:pt x="29" y="384"/>
                    <a:pt x="64" y="384"/>
                  </a:cubicBezTo>
                  <a:cubicBezTo>
                    <a:pt x="320" y="384"/>
                    <a:pt x="320" y="384"/>
                    <a:pt x="320" y="384"/>
                  </a:cubicBezTo>
                  <a:cubicBezTo>
                    <a:pt x="355" y="384"/>
                    <a:pt x="384" y="355"/>
                    <a:pt x="384" y="320"/>
                  </a:cubicBezTo>
                  <a:cubicBezTo>
                    <a:pt x="384" y="128"/>
                    <a:pt x="384" y="128"/>
                    <a:pt x="384" y="128"/>
                  </a:cubicBezTo>
                  <a:cubicBezTo>
                    <a:pt x="384" y="100"/>
                    <a:pt x="366" y="77"/>
                    <a:pt x="341" y="68"/>
                  </a:cubicBezTo>
                  <a:close/>
                  <a:moveTo>
                    <a:pt x="256" y="64"/>
                  </a:moveTo>
                  <a:cubicBezTo>
                    <a:pt x="256" y="52"/>
                    <a:pt x="266" y="43"/>
                    <a:pt x="277" y="43"/>
                  </a:cubicBezTo>
                  <a:cubicBezTo>
                    <a:pt x="289" y="43"/>
                    <a:pt x="299" y="52"/>
                    <a:pt x="299" y="64"/>
                  </a:cubicBezTo>
                  <a:cubicBezTo>
                    <a:pt x="299" y="107"/>
                    <a:pt x="299" y="107"/>
                    <a:pt x="299" y="107"/>
                  </a:cubicBezTo>
                  <a:cubicBezTo>
                    <a:pt x="299" y="118"/>
                    <a:pt x="289" y="128"/>
                    <a:pt x="277" y="128"/>
                  </a:cubicBezTo>
                  <a:cubicBezTo>
                    <a:pt x="266" y="128"/>
                    <a:pt x="256" y="118"/>
                    <a:pt x="256" y="107"/>
                  </a:cubicBezTo>
                  <a:lnTo>
                    <a:pt x="256" y="64"/>
                  </a:lnTo>
                  <a:close/>
                  <a:moveTo>
                    <a:pt x="85" y="64"/>
                  </a:moveTo>
                  <a:cubicBezTo>
                    <a:pt x="85" y="52"/>
                    <a:pt x="95" y="43"/>
                    <a:pt x="107" y="43"/>
                  </a:cubicBezTo>
                  <a:cubicBezTo>
                    <a:pt x="118" y="43"/>
                    <a:pt x="128" y="52"/>
                    <a:pt x="128" y="64"/>
                  </a:cubicBezTo>
                  <a:cubicBezTo>
                    <a:pt x="128" y="107"/>
                    <a:pt x="128" y="107"/>
                    <a:pt x="128" y="107"/>
                  </a:cubicBezTo>
                  <a:cubicBezTo>
                    <a:pt x="128" y="118"/>
                    <a:pt x="118" y="128"/>
                    <a:pt x="107" y="128"/>
                  </a:cubicBezTo>
                  <a:cubicBezTo>
                    <a:pt x="95" y="128"/>
                    <a:pt x="85" y="118"/>
                    <a:pt x="85" y="107"/>
                  </a:cubicBezTo>
                  <a:lnTo>
                    <a:pt x="85" y="64"/>
                  </a:lnTo>
                  <a:close/>
                  <a:moveTo>
                    <a:pt x="341" y="320"/>
                  </a:moveTo>
                  <a:cubicBezTo>
                    <a:pt x="341" y="332"/>
                    <a:pt x="332" y="341"/>
                    <a:pt x="320" y="341"/>
                  </a:cubicBezTo>
                  <a:cubicBezTo>
                    <a:pt x="64" y="341"/>
                    <a:pt x="64" y="341"/>
                    <a:pt x="64" y="341"/>
                  </a:cubicBezTo>
                  <a:cubicBezTo>
                    <a:pt x="52" y="341"/>
                    <a:pt x="43" y="332"/>
                    <a:pt x="43" y="320"/>
                  </a:cubicBezTo>
                  <a:cubicBezTo>
                    <a:pt x="43" y="192"/>
                    <a:pt x="43" y="192"/>
                    <a:pt x="43" y="192"/>
                  </a:cubicBezTo>
                  <a:cubicBezTo>
                    <a:pt x="341" y="192"/>
                    <a:pt x="341" y="192"/>
                    <a:pt x="341" y="192"/>
                  </a:cubicBezTo>
                  <a:cubicBezTo>
                    <a:pt x="341" y="320"/>
                    <a:pt x="341" y="320"/>
                    <a:pt x="341" y="3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60"/>
            <p:cNvSpPr/>
            <p:nvPr/>
          </p:nvSpPr>
          <p:spPr bwMode="auto">
            <a:xfrm>
              <a:off x="6441680" y="5147914"/>
              <a:ext cx="346417" cy="394530"/>
            </a:xfrm>
            <a:custGeom>
              <a:avLst/>
              <a:gdLst>
                <a:gd name="T0" fmla="*/ 317 w 320"/>
                <a:gd name="T1" fmla="*/ 3 h 364"/>
                <a:gd name="T2" fmla="*/ 308 w 320"/>
                <a:gd name="T3" fmla="*/ 0 h 364"/>
                <a:gd name="T4" fmla="*/ 74 w 320"/>
                <a:gd name="T5" fmla="*/ 27 h 364"/>
                <a:gd name="T6" fmla="*/ 64 w 320"/>
                <a:gd name="T7" fmla="*/ 37 h 364"/>
                <a:gd name="T8" fmla="*/ 64 w 320"/>
                <a:gd name="T9" fmla="*/ 257 h 364"/>
                <a:gd name="T10" fmla="*/ 0 w 320"/>
                <a:gd name="T11" fmla="*/ 311 h 364"/>
                <a:gd name="T12" fmla="*/ 64 w 320"/>
                <a:gd name="T13" fmla="*/ 364 h 364"/>
                <a:gd name="T14" fmla="*/ 128 w 320"/>
                <a:gd name="T15" fmla="*/ 311 h 364"/>
                <a:gd name="T16" fmla="*/ 128 w 320"/>
                <a:gd name="T17" fmla="*/ 148 h 364"/>
                <a:gd name="T18" fmla="*/ 256 w 320"/>
                <a:gd name="T19" fmla="*/ 135 h 364"/>
                <a:gd name="T20" fmla="*/ 256 w 320"/>
                <a:gd name="T21" fmla="*/ 215 h 364"/>
                <a:gd name="T22" fmla="*/ 192 w 320"/>
                <a:gd name="T23" fmla="*/ 268 h 364"/>
                <a:gd name="T24" fmla="*/ 256 w 320"/>
                <a:gd name="T25" fmla="*/ 321 h 364"/>
                <a:gd name="T26" fmla="*/ 320 w 320"/>
                <a:gd name="T27" fmla="*/ 268 h 364"/>
                <a:gd name="T28" fmla="*/ 320 w 320"/>
                <a:gd name="T29" fmla="*/ 11 h 364"/>
                <a:gd name="T30" fmla="*/ 317 w 320"/>
                <a:gd name="T31" fmla="*/ 3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0" h="364">
                  <a:moveTo>
                    <a:pt x="317" y="3"/>
                  </a:moveTo>
                  <a:cubicBezTo>
                    <a:pt x="314" y="1"/>
                    <a:pt x="312" y="0"/>
                    <a:pt x="308" y="0"/>
                  </a:cubicBezTo>
                  <a:cubicBezTo>
                    <a:pt x="74" y="27"/>
                    <a:pt x="74" y="27"/>
                    <a:pt x="74" y="27"/>
                  </a:cubicBezTo>
                  <a:cubicBezTo>
                    <a:pt x="68" y="27"/>
                    <a:pt x="64" y="32"/>
                    <a:pt x="64" y="37"/>
                  </a:cubicBezTo>
                  <a:cubicBezTo>
                    <a:pt x="64" y="257"/>
                    <a:pt x="64" y="257"/>
                    <a:pt x="64" y="257"/>
                  </a:cubicBezTo>
                  <a:cubicBezTo>
                    <a:pt x="29" y="257"/>
                    <a:pt x="0" y="281"/>
                    <a:pt x="0" y="311"/>
                  </a:cubicBezTo>
                  <a:cubicBezTo>
                    <a:pt x="0" y="340"/>
                    <a:pt x="29" y="364"/>
                    <a:pt x="64" y="364"/>
                  </a:cubicBezTo>
                  <a:cubicBezTo>
                    <a:pt x="100" y="364"/>
                    <a:pt x="128" y="340"/>
                    <a:pt x="128" y="311"/>
                  </a:cubicBezTo>
                  <a:cubicBezTo>
                    <a:pt x="128" y="148"/>
                    <a:pt x="128" y="148"/>
                    <a:pt x="128" y="148"/>
                  </a:cubicBezTo>
                  <a:cubicBezTo>
                    <a:pt x="256" y="135"/>
                    <a:pt x="256" y="135"/>
                    <a:pt x="256" y="135"/>
                  </a:cubicBezTo>
                  <a:cubicBezTo>
                    <a:pt x="256" y="215"/>
                    <a:pt x="256" y="215"/>
                    <a:pt x="256" y="215"/>
                  </a:cubicBezTo>
                  <a:cubicBezTo>
                    <a:pt x="221" y="215"/>
                    <a:pt x="192" y="239"/>
                    <a:pt x="192" y="268"/>
                  </a:cubicBezTo>
                  <a:cubicBezTo>
                    <a:pt x="192" y="297"/>
                    <a:pt x="221" y="321"/>
                    <a:pt x="256" y="321"/>
                  </a:cubicBezTo>
                  <a:cubicBezTo>
                    <a:pt x="292" y="321"/>
                    <a:pt x="320" y="297"/>
                    <a:pt x="320" y="268"/>
                  </a:cubicBezTo>
                  <a:cubicBezTo>
                    <a:pt x="320" y="11"/>
                    <a:pt x="320" y="11"/>
                    <a:pt x="320" y="11"/>
                  </a:cubicBezTo>
                  <a:cubicBezTo>
                    <a:pt x="320" y="8"/>
                    <a:pt x="319" y="5"/>
                    <a:pt x="31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61"/>
            <p:cNvSpPr>
              <a:spLocks noEditPoints="1"/>
            </p:cNvSpPr>
            <p:nvPr/>
          </p:nvSpPr>
          <p:spPr bwMode="auto">
            <a:xfrm>
              <a:off x="7498173" y="5160515"/>
              <a:ext cx="369328" cy="369328"/>
            </a:xfrm>
            <a:custGeom>
              <a:avLst/>
              <a:gdLst>
                <a:gd name="T0" fmla="*/ 337 w 341"/>
                <a:gd name="T1" fmla="*/ 77 h 341"/>
                <a:gd name="T2" fmla="*/ 329 w 341"/>
                <a:gd name="T3" fmla="*/ 70 h 341"/>
                <a:gd name="T4" fmla="*/ 319 w 341"/>
                <a:gd name="T5" fmla="*/ 72 h 341"/>
                <a:gd name="T6" fmla="*/ 263 w 341"/>
                <a:gd name="T7" fmla="*/ 127 h 341"/>
                <a:gd name="T8" fmla="*/ 222 w 341"/>
                <a:gd name="T9" fmla="*/ 119 h 341"/>
                <a:gd name="T10" fmla="*/ 214 w 341"/>
                <a:gd name="T11" fmla="*/ 78 h 341"/>
                <a:gd name="T12" fmla="*/ 271 w 341"/>
                <a:gd name="T13" fmla="*/ 23 h 341"/>
                <a:gd name="T14" fmla="*/ 274 w 341"/>
                <a:gd name="T15" fmla="*/ 13 h 341"/>
                <a:gd name="T16" fmla="*/ 266 w 341"/>
                <a:gd name="T17" fmla="*/ 5 h 341"/>
                <a:gd name="T18" fmla="*/ 235 w 341"/>
                <a:gd name="T19" fmla="*/ 0 h 341"/>
                <a:gd name="T20" fmla="*/ 128 w 341"/>
                <a:gd name="T21" fmla="*/ 106 h 341"/>
                <a:gd name="T22" fmla="*/ 131 w 341"/>
                <a:gd name="T23" fmla="*/ 128 h 341"/>
                <a:gd name="T24" fmla="*/ 94 w 341"/>
                <a:gd name="T25" fmla="*/ 156 h 341"/>
                <a:gd name="T26" fmla="*/ 26 w 341"/>
                <a:gd name="T27" fmla="*/ 209 h 341"/>
                <a:gd name="T28" fmla="*/ 0 w 341"/>
                <a:gd name="T29" fmla="*/ 266 h 341"/>
                <a:gd name="T30" fmla="*/ 75 w 341"/>
                <a:gd name="T31" fmla="*/ 341 h 341"/>
                <a:gd name="T32" fmla="*/ 131 w 341"/>
                <a:gd name="T33" fmla="*/ 314 h 341"/>
                <a:gd name="T34" fmla="*/ 186 w 341"/>
                <a:gd name="T35" fmla="*/ 246 h 341"/>
                <a:gd name="T36" fmla="*/ 213 w 341"/>
                <a:gd name="T37" fmla="*/ 210 h 341"/>
                <a:gd name="T38" fmla="*/ 235 w 341"/>
                <a:gd name="T39" fmla="*/ 213 h 341"/>
                <a:gd name="T40" fmla="*/ 341 w 341"/>
                <a:gd name="T41" fmla="*/ 106 h 341"/>
                <a:gd name="T42" fmla="*/ 337 w 341"/>
                <a:gd name="T43" fmla="*/ 77 h 341"/>
                <a:gd name="T44" fmla="*/ 75 w 341"/>
                <a:gd name="T45" fmla="*/ 288 h 341"/>
                <a:gd name="T46" fmla="*/ 53 w 341"/>
                <a:gd name="T47" fmla="*/ 266 h 341"/>
                <a:gd name="T48" fmla="*/ 75 w 341"/>
                <a:gd name="T49" fmla="*/ 245 h 341"/>
                <a:gd name="T50" fmla="*/ 96 w 341"/>
                <a:gd name="T51" fmla="*/ 266 h 341"/>
                <a:gd name="T52" fmla="*/ 75 w 341"/>
                <a:gd name="T53" fmla="*/ 28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1" h="341">
                  <a:moveTo>
                    <a:pt x="337" y="77"/>
                  </a:moveTo>
                  <a:cubicBezTo>
                    <a:pt x="336" y="73"/>
                    <a:pt x="333" y="70"/>
                    <a:pt x="329" y="70"/>
                  </a:cubicBezTo>
                  <a:cubicBezTo>
                    <a:pt x="326" y="69"/>
                    <a:pt x="322" y="70"/>
                    <a:pt x="319" y="72"/>
                  </a:cubicBezTo>
                  <a:cubicBezTo>
                    <a:pt x="263" y="127"/>
                    <a:pt x="263" y="127"/>
                    <a:pt x="263" y="127"/>
                  </a:cubicBezTo>
                  <a:cubicBezTo>
                    <a:pt x="222" y="119"/>
                    <a:pt x="222" y="119"/>
                    <a:pt x="222" y="119"/>
                  </a:cubicBezTo>
                  <a:cubicBezTo>
                    <a:pt x="214" y="78"/>
                    <a:pt x="214" y="78"/>
                    <a:pt x="214" y="78"/>
                  </a:cubicBezTo>
                  <a:cubicBezTo>
                    <a:pt x="271" y="23"/>
                    <a:pt x="271" y="23"/>
                    <a:pt x="271" y="23"/>
                  </a:cubicBezTo>
                  <a:cubicBezTo>
                    <a:pt x="273" y="20"/>
                    <a:pt x="274" y="16"/>
                    <a:pt x="274" y="13"/>
                  </a:cubicBezTo>
                  <a:cubicBezTo>
                    <a:pt x="273" y="9"/>
                    <a:pt x="270" y="6"/>
                    <a:pt x="266" y="5"/>
                  </a:cubicBezTo>
                  <a:cubicBezTo>
                    <a:pt x="255" y="1"/>
                    <a:pt x="245" y="0"/>
                    <a:pt x="235" y="0"/>
                  </a:cubicBezTo>
                  <a:cubicBezTo>
                    <a:pt x="176" y="0"/>
                    <a:pt x="128" y="48"/>
                    <a:pt x="128" y="106"/>
                  </a:cubicBezTo>
                  <a:cubicBezTo>
                    <a:pt x="128" y="113"/>
                    <a:pt x="129" y="120"/>
                    <a:pt x="131" y="128"/>
                  </a:cubicBezTo>
                  <a:cubicBezTo>
                    <a:pt x="119" y="138"/>
                    <a:pt x="107" y="146"/>
                    <a:pt x="94" y="156"/>
                  </a:cubicBezTo>
                  <a:cubicBezTo>
                    <a:pt x="76" y="170"/>
                    <a:pt x="55" y="185"/>
                    <a:pt x="26" y="209"/>
                  </a:cubicBezTo>
                  <a:cubicBezTo>
                    <a:pt x="10" y="224"/>
                    <a:pt x="0" y="245"/>
                    <a:pt x="0" y="266"/>
                  </a:cubicBezTo>
                  <a:cubicBezTo>
                    <a:pt x="0" y="307"/>
                    <a:pt x="33" y="341"/>
                    <a:pt x="75" y="341"/>
                  </a:cubicBezTo>
                  <a:cubicBezTo>
                    <a:pt x="96" y="341"/>
                    <a:pt x="117" y="331"/>
                    <a:pt x="131" y="314"/>
                  </a:cubicBezTo>
                  <a:cubicBezTo>
                    <a:pt x="156" y="286"/>
                    <a:pt x="172" y="264"/>
                    <a:pt x="186" y="246"/>
                  </a:cubicBezTo>
                  <a:cubicBezTo>
                    <a:pt x="195" y="233"/>
                    <a:pt x="203" y="222"/>
                    <a:pt x="213" y="210"/>
                  </a:cubicBezTo>
                  <a:cubicBezTo>
                    <a:pt x="221" y="212"/>
                    <a:pt x="228" y="213"/>
                    <a:pt x="235" y="213"/>
                  </a:cubicBezTo>
                  <a:cubicBezTo>
                    <a:pt x="293" y="213"/>
                    <a:pt x="341" y="165"/>
                    <a:pt x="341" y="106"/>
                  </a:cubicBezTo>
                  <a:cubicBezTo>
                    <a:pt x="341" y="97"/>
                    <a:pt x="340" y="88"/>
                    <a:pt x="337" y="77"/>
                  </a:cubicBezTo>
                  <a:close/>
                  <a:moveTo>
                    <a:pt x="75" y="288"/>
                  </a:moveTo>
                  <a:cubicBezTo>
                    <a:pt x="63" y="288"/>
                    <a:pt x="53" y="278"/>
                    <a:pt x="53" y="266"/>
                  </a:cubicBezTo>
                  <a:cubicBezTo>
                    <a:pt x="53" y="255"/>
                    <a:pt x="63" y="245"/>
                    <a:pt x="75" y="245"/>
                  </a:cubicBezTo>
                  <a:cubicBezTo>
                    <a:pt x="86" y="245"/>
                    <a:pt x="96" y="255"/>
                    <a:pt x="96" y="266"/>
                  </a:cubicBezTo>
                  <a:cubicBezTo>
                    <a:pt x="96" y="278"/>
                    <a:pt x="86" y="288"/>
                    <a:pt x="75" y="2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23" name="组合 22"/>
            <p:cNvGrpSpPr/>
            <p:nvPr/>
          </p:nvGrpSpPr>
          <p:grpSpPr>
            <a:xfrm>
              <a:off x="8577577" y="5146769"/>
              <a:ext cx="455932" cy="396821"/>
              <a:chOff x="5677295" y="4015864"/>
              <a:chExt cx="455932" cy="396821"/>
            </a:xfrm>
            <a:grpFill/>
          </p:grpSpPr>
          <p:sp>
            <p:nvSpPr>
              <p:cNvPr id="96" name="Freeform 62"/>
              <p:cNvSpPr/>
              <p:nvPr/>
            </p:nvSpPr>
            <p:spPr bwMode="auto">
              <a:xfrm>
                <a:off x="5909156" y="4015864"/>
                <a:ext cx="104933" cy="108599"/>
              </a:xfrm>
              <a:custGeom>
                <a:avLst/>
                <a:gdLst>
                  <a:gd name="T0" fmla="*/ 18 w 97"/>
                  <a:gd name="T1" fmla="*/ 100 h 100"/>
                  <a:gd name="T2" fmla="*/ 97 w 97"/>
                  <a:gd name="T3" fmla="*/ 21 h 100"/>
                  <a:gd name="T4" fmla="*/ 88 w 97"/>
                  <a:gd name="T5" fmla="*/ 12 h 100"/>
                  <a:gd name="T6" fmla="*/ 43 w 97"/>
                  <a:gd name="T7" fmla="*/ 12 h 100"/>
                  <a:gd name="T8" fmla="*/ 9 w 97"/>
                  <a:gd name="T9" fmla="*/ 46 h 100"/>
                  <a:gd name="T10" fmla="*/ 0 w 97"/>
                  <a:gd name="T11" fmla="*/ 68 h 100"/>
                  <a:gd name="T12" fmla="*/ 9 w 97"/>
                  <a:gd name="T13" fmla="*/ 91 h 100"/>
                  <a:gd name="T14" fmla="*/ 18 w 97"/>
                  <a:gd name="T15" fmla="*/ 10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100">
                    <a:moveTo>
                      <a:pt x="18" y="100"/>
                    </a:moveTo>
                    <a:cubicBezTo>
                      <a:pt x="97" y="21"/>
                      <a:pt x="97" y="21"/>
                      <a:pt x="97" y="21"/>
                    </a:cubicBezTo>
                    <a:cubicBezTo>
                      <a:pt x="88" y="12"/>
                      <a:pt x="88" y="12"/>
                      <a:pt x="88" y="12"/>
                    </a:cubicBezTo>
                    <a:cubicBezTo>
                      <a:pt x="76" y="0"/>
                      <a:pt x="55" y="0"/>
                      <a:pt x="43" y="12"/>
                    </a:cubicBezTo>
                    <a:cubicBezTo>
                      <a:pt x="9" y="46"/>
                      <a:pt x="9" y="46"/>
                      <a:pt x="9" y="46"/>
                    </a:cubicBezTo>
                    <a:cubicBezTo>
                      <a:pt x="3" y="52"/>
                      <a:pt x="0" y="60"/>
                      <a:pt x="0" y="68"/>
                    </a:cubicBezTo>
                    <a:cubicBezTo>
                      <a:pt x="0" y="77"/>
                      <a:pt x="3" y="85"/>
                      <a:pt x="9" y="91"/>
                    </a:cubicBezTo>
                    <a:cubicBezTo>
                      <a:pt x="18" y="100"/>
                      <a:pt x="18" y="100"/>
                      <a:pt x="1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3"/>
              <p:cNvSpPr/>
              <p:nvPr/>
            </p:nvSpPr>
            <p:spPr bwMode="auto">
              <a:xfrm>
                <a:off x="5677295" y="4246808"/>
                <a:ext cx="106308" cy="108141"/>
              </a:xfrm>
              <a:custGeom>
                <a:avLst/>
                <a:gdLst>
                  <a:gd name="T0" fmla="*/ 89 w 98"/>
                  <a:gd name="T1" fmla="*/ 12 h 100"/>
                  <a:gd name="T2" fmla="*/ 44 w 98"/>
                  <a:gd name="T3" fmla="*/ 12 h 100"/>
                  <a:gd name="T4" fmla="*/ 10 w 98"/>
                  <a:gd name="T5" fmla="*/ 46 h 100"/>
                  <a:gd name="T6" fmla="*/ 0 w 98"/>
                  <a:gd name="T7" fmla="*/ 69 h 100"/>
                  <a:gd name="T8" fmla="*/ 10 w 98"/>
                  <a:gd name="T9" fmla="*/ 91 h 100"/>
                  <a:gd name="T10" fmla="*/ 19 w 98"/>
                  <a:gd name="T11" fmla="*/ 100 h 100"/>
                  <a:gd name="T12" fmla="*/ 98 w 98"/>
                  <a:gd name="T13" fmla="*/ 21 h 100"/>
                  <a:gd name="T14" fmla="*/ 89 w 98"/>
                  <a:gd name="T15" fmla="*/ 12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100">
                    <a:moveTo>
                      <a:pt x="89" y="12"/>
                    </a:moveTo>
                    <a:cubicBezTo>
                      <a:pt x="77" y="0"/>
                      <a:pt x="56" y="0"/>
                      <a:pt x="44" y="12"/>
                    </a:cubicBezTo>
                    <a:cubicBezTo>
                      <a:pt x="10" y="46"/>
                      <a:pt x="10" y="46"/>
                      <a:pt x="10" y="46"/>
                    </a:cubicBezTo>
                    <a:cubicBezTo>
                      <a:pt x="4" y="52"/>
                      <a:pt x="0" y="60"/>
                      <a:pt x="0" y="69"/>
                    </a:cubicBezTo>
                    <a:cubicBezTo>
                      <a:pt x="0" y="77"/>
                      <a:pt x="4" y="85"/>
                      <a:pt x="10" y="91"/>
                    </a:cubicBezTo>
                    <a:cubicBezTo>
                      <a:pt x="19" y="100"/>
                      <a:pt x="19" y="100"/>
                      <a:pt x="19" y="100"/>
                    </a:cubicBezTo>
                    <a:cubicBezTo>
                      <a:pt x="98" y="21"/>
                      <a:pt x="98" y="21"/>
                      <a:pt x="98" y="21"/>
                    </a:cubicBezTo>
                    <a:cubicBezTo>
                      <a:pt x="89" y="12"/>
                      <a:pt x="89" y="12"/>
                      <a:pt x="8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4"/>
              <p:cNvSpPr/>
              <p:nvPr/>
            </p:nvSpPr>
            <p:spPr bwMode="auto">
              <a:xfrm>
                <a:off x="5720826" y="4061686"/>
                <a:ext cx="412401" cy="350999"/>
              </a:xfrm>
              <a:custGeom>
                <a:avLst/>
                <a:gdLst>
                  <a:gd name="T0" fmla="*/ 300 w 381"/>
                  <a:gd name="T1" fmla="*/ 8 h 324"/>
                  <a:gd name="T2" fmla="*/ 293 w 381"/>
                  <a:gd name="T3" fmla="*/ 0 h 324"/>
                  <a:gd name="T4" fmla="*/ 214 w 381"/>
                  <a:gd name="T5" fmla="*/ 79 h 324"/>
                  <a:gd name="T6" fmla="*/ 228 w 381"/>
                  <a:gd name="T7" fmla="*/ 93 h 324"/>
                  <a:gd name="T8" fmla="*/ 231 w 381"/>
                  <a:gd name="T9" fmla="*/ 101 h 324"/>
                  <a:gd name="T10" fmla="*/ 228 w 381"/>
                  <a:gd name="T11" fmla="*/ 108 h 324"/>
                  <a:gd name="T12" fmla="*/ 108 w 381"/>
                  <a:gd name="T13" fmla="*/ 228 h 324"/>
                  <a:gd name="T14" fmla="*/ 93 w 381"/>
                  <a:gd name="T15" fmla="*/ 228 h 324"/>
                  <a:gd name="T16" fmla="*/ 79 w 381"/>
                  <a:gd name="T17" fmla="*/ 214 h 324"/>
                  <a:gd name="T18" fmla="*/ 0 w 381"/>
                  <a:gd name="T19" fmla="*/ 293 h 324"/>
                  <a:gd name="T20" fmla="*/ 8 w 381"/>
                  <a:gd name="T21" fmla="*/ 300 h 324"/>
                  <a:gd name="T22" fmla="*/ 73 w 381"/>
                  <a:gd name="T23" fmla="*/ 324 h 324"/>
                  <a:gd name="T24" fmla="*/ 236 w 381"/>
                  <a:gd name="T25" fmla="*/ 236 h 324"/>
                  <a:gd name="T26" fmla="*/ 300 w 381"/>
                  <a:gd name="T27" fmla="*/ 8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1" h="324">
                    <a:moveTo>
                      <a:pt x="300" y="8"/>
                    </a:moveTo>
                    <a:cubicBezTo>
                      <a:pt x="293" y="0"/>
                      <a:pt x="293" y="0"/>
                      <a:pt x="293" y="0"/>
                    </a:cubicBezTo>
                    <a:cubicBezTo>
                      <a:pt x="214" y="79"/>
                      <a:pt x="214" y="79"/>
                      <a:pt x="214" y="79"/>
                    </a:cubicBezTo>
                    <a:cubicBezTo>
                      <a:pt x="228" y="93"/>
                      <a:pt x="228" y="93"/>
                      <a:pt x="228" y="93"/>
                    </a:cubicBezTo>
                    <a:cubicBezTo>
                      <a:pt x="230" y="95"/>
                      <a:pt x="231" y="98"/>
                      <a:pt x="231" y="101"/>
                    </a:cubicBezTo>
                    <a:cubicBezTo>
                      <a:pt x="231" y="104"/>
                      <a:pt x="230" y="106"/>
                      <a:pt x="228" y="108"/>
                    </a:cubicBezTo>
                    <a:cubicBezTo>
                      <a:pt x="108" y="228"/>
                      <a:pt x="108" y="228"/>
                      <a:pt x="108" y="228"/>
                    </a:cubicBezTo>
                    <a:cubicBezTo>
                      <a:pt x="104" y="232"/>
                      <a:pt x="97" y="232"/>
                      <a:pt x="93" y="228"/>
                    </a:cubicBezTo>
                    <a:cubicBezTo>
                      <a:pt x="79" y="214"/>
                      <a:pt x="79" y="214"/>
                      <a:pt x="79" y="214"/>
                    </a:cubicBezTo>
                    <a:cubicBezTo>
                      <a:pt x="0" y="293"/>
                      <a:pt x="0" y="293"/>
                      <a:pt x="0" y="293"/>
                    </a:cubicBezTo>
                    <a:cubicBezTo>
                      <a:pt x="8" y="300"/>
                      <a:pt x="8" y="300"/>
                      <a:pt x="8" y="300"/>
                    </a:cubicBezTo>
                    <a:cubicBezTo>
                      <a:pt x="14" y="306"/>
                      <a:pt x="35" y="324"/>
                      <a:pt x="73" y="324"/>
                    </a:cubicBezTo>
                    <a:cubicBezTo>
                      <a:pt x="108" y="324"/>
                      <a:pt x="164" y="309"/>
                      <a:pt x="236" y="236"/>
                    </a:cubicBezTo>
                    <a:cubicBezTo>
                      <a:pt x="381" y="92"/>
                      <a:pt x="304" y="11"/>
                      <a:pt x="30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99" name="Freeform 65"/>
            <p:cNvSpPr/>
            <p:nvPr/>
          </p:nvSpPr>
          <p:spPr bwMode="auto">
            <a:xfrm>
              <a:off x="9743585" y="5176095"/>
              <a:ext cx="415608" cy="338169"/>
            </a:xfrm>
            <a:custGeom>
              <a:avLst/>
              <a:gdLst>
                <a:gd name="T0" fmla="*/ 339 w 384"/>
                <a:gd name="T1" fmla="*/ 50 h 312"/>
                <a:gd name="T2" fmla="*/ 373 w 384"/>
                <a:gd name="T3" fmla="*/ 6 h 312"/>
                <a:gd name="T4" fmla="*/ 323 w 384"/>
                <a:gd name="T5" fmla="*/ 25 h 312"/>
                <a:gd name="T6" fmla="*/ 266 w 384"/>
                <a:gd name="T7" fmla="*/ 0 h 312"/>
                <a:gd name="T8" fmla="*/ 210 w 384"/>
                <a:gd name="T9" fmla="*/ 23 h 312"/>
                <a:gd name="T10" fmla="*/ 187 w 384"/>
                <a:gd name="T11" fmla="*/ 79 h 312"/>
                <a:gd name="T12" fmla="*/ 189 w 384"/>
                <a:gd name="T13" fmla="*/ 96 h 312"/>
                <a:gd name="T14" fmla="*/ 27 w 384"/>
                <a:gd name="T15" fmla="*/ 14 h 312"/>
                <a:gd name="T16" fmla="*/ 16 w 384"/>
                <a:gd name="T17" fmla="*/ 54 h 312"/>
                <a:gd name="T18" fmla="*/ 51 w 384"/>
                <a:gd name="T19" fmla="*/ 120 h 312"/>
                <a:gd name="T20" fmla="*/ 16 w 384"/>
                <a:gd name="T21" fmla="*/ 110 h 312"/>
                <a:gd name="T22" fmla="*/ 33 w 384"/>
                <a:gd name="T23" fmla="*/ 161 h 312"/>
                <a:gd name="T24" fmla="*/ 78 w 384"/>
                <a:gd name="T25" fmla="*/ 188 h 312"/>
                <a:gd name="T26" fmla="*/ 58 w 384"/>
                <a:gd name="T27" fmla="*/ 191 h 312"/>
                <a:gd name="T28" fmla="*/ 43 w 384"/>
                <a:gd name="T29" fmla="*/ 189 h 312"/>
                <a:gd name="T30" fmla="*/ 71 w 384"/>
                <a:gd name="T31" fmla="*/ 228 h 312"/>
                <a:gd name="T32" fmla="*/ 117 w 384"/>
                <a:gd name="T33" fmla="*/ 244 h 312"/>
                <a:gd name="T34" fmla="*/ 19 w 384"/>
                <a:gd name="T35" fmla="*/ 277 h 312"/>
                <a:gd name="T36" fmla="*/ 0 w 384"/>
                <a:gd name="T37" fmla="*/ 277 h 312"/>
                <a:gd name="T38" fmla="*/ 121 w 384"/>
                <a:gd name="T39" fmla="*/ 312 h 312"/>
                <a:gd name="T40" fmla="*/ 242 w 384"/>
                <a:gd name="T41" fmla="*/ 277 h 312"/>
                <a:gd name="T42" fmla="*/ 320 w 384"/>
                <a:gd name="T43" fmla="*/ 192 h 312"/>
                <a:gd name="T44" fmla="*/ 345 w 384"/>
                <a:gd name="T45" fmla="*/ 88 h 312"/>
                <a:gd name="T46" fmla="*/ 345 w 384"/>
                <a:gd name="T47" fmla="*/ 78 h 312"/>
                <a:gd name="T48" fmla="*/ 384 w 384"/>
                <a:gd name="T49" fmla="*/ 37 h 312"/>
                <a:gd name="T50" fmla="*/ 339 w 384"/>
                <a:gd name="T51" fmla="*/ 5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4" h="312">
                  <a:moveTo>
                    <a:pt x="339" y="50"/>
                  </a:moveTo>
                  <a:cubicBezTo>
                    <a:pt x="356" y="39"/>
                    <a:pt x="368" y="25"/>
                    <a:pt x="373" y="6"/>
                  </a:cubicBezTo>
                  <a:cubicBezTo>
                    <a:pt x="356" y="15"/>
                    <a:pt x="340" y="21"/>
                    <a:pt x="323" y="25"/>
                  </a:cubicBezTo>
                  <a:cubicBezTo>
                    <a:pt x="308" y="8"/>
                    <a:pt x="289" y="0"/>
                    <a:pt x="266" y="0"/>
                  </a:cubicBezTo>
                  <a:cubicBezTo>
                    <a:pt x="244" y="0"/>
                    <a:pt x="225" y="8"/>
                    <a:pt x="210" y="23"/>
                  </a:cubicBezTo>
                  <a:cubicBezTo>
                    <a:pt x="195" y="39"/>
                    <a:pt x="187" y="57"/>
                    <a:pt x="187" y="79"/>
                  </a:cubicBezTo>
                  <a:cubicBezTo>
                    <a:pt x="187" y="85"/>
                    <a:pt x="188" y="91"/>
                    <a:pt x="189" y="96"/>
                  </a:cubicBezTo>
                  <a:cubicBezTo>
                    <a:pt x="124" y="94"/>
                    <a:pt x="70" y="67"/>
                    <a:pt x="27" y="14"/>
                  </a:cubicBezTo>
                  <a:cubicBezTo>
                    <a:pt x="19" y="27"/>
                    <a:pt x="16" y="40"/>
                    <a:pt x="16" y="54"/>
                  </a:cubicBezTo>
                  <a:cubicBezTo>
                    <a:pt x="16" y="82"/>
                    <a:pt x="28" y="104"/>
                    <a:pt x="51" y="120"/>
                  </a:cubicBezTo>
                  <a:cubicBezTo>
                    <a:pt x="38" y="119"/>
                    <a:pt x="26" y="115"/>
                    <a:pt x="16" y="110"/>
                  </a:cubicBezTo>
                  <a:cubicBezTo>
                    <a:pt x="16" y="129"/>
                    <a:pt x="22" y="146"/>
                    <a:pt x="33" y="161"/>
                  </a:cubicBezTo>
                  <a:cubicBezTo>
                    <a:pt x="45" y="175"/>
                    <a:pt x="60" y="184"/>
                    <a:pt x="78" y="188"/>
                  </a:cubicBezTo>
                  <a:cubicBezTo>
                    <a:pt x="72" y="190"/>
                    <a:pt x="65" y="191"/>
                    <a:pt x="58" y="191"/>
                  </a:cubicBezTo>
                  <a:cubicBezTo>
                    <a:pt x="51" y="191"/>
                    <a:pt x="46" y="190"/>
                    <a:pt x="43" y="189"/>
                  </a:cubicBezTo>
                  <a:cubicBezTo>
                    <a:pt x="48" y="205"/>
                    <a:pt x="58" y="218"/>
                    <a:pt x="71" y="228"/>
                  </a:cubicBezTo>
                  <a:cubicBezTo>
                    <a:pt x="84" y="238"/>
                    <a:pt x="100" y="244"/>
                    <a:pt x="117" y="244"/>
                  </a:cubicBezTo>
                  <a:cubicBezTo>
                    <a:pt x="88" y="266"/>
                    <a:pt x="56" y="277"/>
                    <a:pt x="19" y="277"/>
                  </a:cubicBezTo>
                  <a:cubicBezTo>
                    <a:pt x="10" y="277"/>
                    <a:pt x="4" y="277"/>
                    <a:pt x="0" y="277"/>
                  </a:cubicBezTo>
                  <a:cubicBezTo>
                    <a:pt x="36" y="300"/>
                    <a:pt x="76" y="312"/>
                    <a:pt x="121" y="312"/>
                  </a:cubicBezTo>
                  <a:cubicBezTo>
                    <a:pt x="167" y="312"/>
                    <a:pt x="207" y="300"/>
                    <a:pt x="242" y="277"/>
                  </a:cubicBezTo>
                  <a:cubicBezTo>
                    <a:pt x="277" y="254"/>
                    <a:pt x="303" y="226"/>
                    <a:pt x="320" y="192"/>
                  </a:cubicBezTo>
                  <a:cubicBezTo>
                    <a:pt x="336" y="159"/>
                    <a:pt x="345" y="124"/>
                    <a:pt x="345" y="88"/>
                  </a:cubicBezTo>
                  <a:cubicBezTo>
                    <a:pt x="345" y="78"/>
                    <a:pt x="345" y="78"/>
                    <a:pt x="345" y="78"/>
                  </a:cubicBezTo>
                  <a:cubicBezTo>
                    <a:pt x="361" y="66"/>
                    <a:pt x="374" y="52"/>
                    <a:pt x="384" y="37"/>
                  </a:cubicBezTo>
                  <a:cubicBezTo>
                    <a:pt x="369" y="43"/>
                    <a:pt x="354" y="47"/>
                    <a:pt x="339"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6"/>
            <p:cNvSpPr>
              <a:spLocks noEditPoints="1"/>
            </p:cNvSpPr>
            <p:nvPr/>
          </p:nvSpPr>
          <p:spPr bwMode="auto">
            <a:xfrm>
              <a:off x="10869272" y="5129585"/>
              <a:ext cx="416066" cy="431188"/>
            </a:xfrm>
            <a:custGeom>
              <a:avLst/>
              <a:gdLst>
                <a:gd name="T0" fmla="*/ 379 w 384"/>
                <a:gd name="T1" fmla="*/ 200 h 398"/>
                <a:gd name="T2" fmla="*/ 194 w 384"/>
                <a:gd name="T3" fmla="*/ 11 h 398"/>
                <a:gd name="T4" fmla="*/ 125 w 384"/>
                <a:gd name="T5" fmla="*/ 0 h 398"/>
                <a:gd name="T6" fmla="*/ 0 w 384"/>
                <a:gd name="T7" fmla="*/ 128 h 398"/>
                <a:gd name="T8" fmla="*/ 8 w 384"/>
                <a:gd name="T9" fmla="*/ 200 h 398"/>
                <a:gd name="T10" fmla="*/ 194 w 384"/>
                <a:gd name="T11" fmla="*/ 390 h 398"/>
                <a:gd name="T12" fmla="*/ 259 w 384"/>
                <a:gd name="T13" fmla="*/ 398 h 398"/>
                <a:gd name="T14" fmla="*/ 384 w 384"/>
                <a:gd name="T15" fmla="*/ 270 h 398"/>
                <a:gd name="T16" fmla="*/ 267 w 384"/>
                <a:gd name="T17" fmla="*/ 270 h 398"/>
                <a:gd name="T18" fmla="*/ 193 w 384"/>
                <a:gd name="T19" fmla="*/ 301 h 398"/>
                <a:gd name="T20" fmla="*/ 119 w 384"/>
                <a:gd name="T21" fmla="*/ 268 h 398"/>
                <a:gd name="T22" fmla="*/ 115 w 384"/>
                <a:gd name="T23" fmla="*/ 228 h 398"/>
                <a:gd name="T24" fmla="*/ 143 w 384"/>
                <a:gd name="T25" fmla="*/ 227 h 398"/>
                <a:gd name="T26" fmla="*/ 159 w 384"/>
                <a:gd name="T27" fmla="*/ 255 h 398"/>
                <a:gd name="T28" fmla="*/ 192 w 384"/>
                <a:gd name="T29" fmla="*/ 268 h 398"/>
                <a:gd name="T30" fmla="*/ 232 w 384"/>
                <a:gd name="T31" fmla="*/ 242 h 398"/>
                <a:gd name="T32" fmla="*/ 211 w 384"/>
                <a:gd name="T33" fmla="*/ 219 h 398"/>
                <a:gd name="T34" fmla="*/ 194 w 384"/>
                <a:gd name="T35" fmla="*/ 215 h 398"/>
                <a:gd name="T36" fmla="*/ 147 w 384"/>
                <a:gd name="T37" fmla="*/ 201 h 398"/>
                <a:gd name="T38" fmla="*/ 113 w 384"/>
                <a:gd name="T39" fmla="*/ 154 h 398"/>
                <a:gd name="T40" fmla="*/ 151 w 384"/>
                <a:gd name="T41" fmla="*/ 104 h 398"/>
                <a:gd name="T42" fmla="*/ 226 w 384"/>
                <a:gd name="T43" fmla="*/ 102 h 398"/>
                <a:gd name="T44" fmla="*/ 263 w 384"/>
                <a:gd name="T45" fmla="*/ 130 h 398"/>
                <a:gd name="T46" fmla="*/ 262 w 384"/>
                <a:gd name="T47" fmla="*/ 161 h 398"/>
                <a:gd name="T48" fmla="*/ 235 w 384"/>
                <a:gd name="T49" fmla="*/ 163 h 398"/>
                <a:gd name="T50" fmla="*/ 214 w 384"/>
                <a:gd name="T51" fmla="*/ 135 h 398"/>
                <a:gd name="T52" fmla="*/ 165 w 384"/>
                <a:gd name="T53" fmla="*/ 136 h 398"/>
                <a:gd name="T54" fmla="*/ 160 w 384"/>
                <a:gd name="T55" fmla="*/ 158 h 398"/>
                <a:gd name="T56" fmla="*/ 179 w 384"/>
                <a:gd name="T57" fmla="*/ 170 h 398"/>
                <a:gd name="T58" fmla="*/ 199 w 384"/>
                <a:gd name="T59" fmla="*/ 174 h 398"/>
                <a:gd name="T60" fmla="*/ 255 w 384"/>
                <a:gd name="T61" fmla="*/ 194 h 398"/>
                <a:gd name="T62" fmla="*/ 276 w 384"/>
                <a:gd name="T63" fmla="*/ 23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4" h="398">
                  <a:moveTo>
                    <a:pt x="377" y="227"/>
                  </a:moveTo>
                  <a:cubicBezTo>
                    <a:pt x="378" y="218"/>
                    <a:pt x="379" y="209"/>
                    <a:pt x="379" y="200"/>
                  </a:cubicBezTo>
                  <a:cubicBezTo>
                    <a:pt x="379" y="148"/>
                    <a:pt x="361" y="103"/>
                    <a:pt x="325" y="67"/>
                  </a:cubicBezTo>
                  <a:cubicBezTo>
                    <a:pt x="289" y="30"/>
                    <a:pt x="245" y="11"/>
                    <a:pt x="194" y="11"/>
                  </a:cubicBezTo>
                  <a:cubicBezTo>
                    <a:pt x="188" y="11"/>
                    <a:pt x="182" y="11"/>
                    <a:pt x="177" y="12"/>
                  </a:cubicBezTo>
                  <a:cubicBezTo>
                    <a:pt x="161" y="4"/>
                    <a:pt x="143" y="0"/>
                    <a:pt x="125" y="0"/>
                  </a:cubicBezTo>
                  <a:cubicBezTo>
                    <a:pt x="91" y="0"/>
                    <a:pt x="60" y="14"/>
                    <a:pt x="36" y="38"/>
                  </a:cubicBezTo>
                  <a:cubicBezTo>
                    <a:pt x="13" y="62"/>
                    <a:pt x="0" y="93"/>
                    <a:pt x="0" y="128"/>
                  </a:cubicBezTo>
                  <a:cubicBezTo>
                    <a:pt x="0" y="145"/>
                    <a:pt x="3" y="162"/>
                    <a:pt x="10" y="178"/>
                  </a:cubicBezTo>
                  <a:cubicBezTo>
                    <a:pt x="9" y="185"/>
                    <a:pt x="8" y="193"/>
                    <a:pt x="8" y="200"/>
                  </a:cubicBezTo>
                  <a:cubicBezTo>
                    <a:pt x="8" y="252"/>
                    <a:pt x="27" y="297"/>
                    <a:pt x="62" y="334"/>
                  </a:cubicBezTo>
                  <a:cubicBezTo>
                    <a:pt x="99" y="371"/>
                    <a:pt x="143" y="390"/>
                    <a:pt x="194" y="390"/>
                  </a:cubicBezTo>
                  <a:cubicBezTo>
                    <a:pt x="199" y="390"/>
                    <a:pt x="206" y="389"/>
                    <a:pt x="213" y="388"/>
                  </a:cubicBezTo>
                  <a:cubicBezTo>
                    <a:pt x="228" y="394"/>
                    <a:pt x="243" y="398"/>
                    <a:pt x="259" y="398"/>
                  </a:cubicBezTo>
                  <a:cubicBezTo>
                    <a:pt x="293" y="398"/>
                    <a:pt x="323" y="384"/>
                    <a:pt x="348" y="360"/>
                  </a:cubicBezTo>
                  <a:cubicBezTo>
                    <a:pt x="371" y="335"/>
                    <a:pt x="384" y="304"/>
                    <a:pt x="384" y="270"/>
                  </a:cubicBezTo>
                  <a:cubicBezTo>
                    <a:pt x="384" y="255"/>
                    <a:pt x="382" y="241"/>
                    <a:pt x="377" y="227"/>
                  </a:cubicBezTo>
                  <a:close/>
                  <a:moveTo>
                    <a:pt x="267" y="270"/>
                  </a:moveTo>
                  <a:cubicBezTo>
                    <a:pt x="261" y="280"/>
                    <a:pt x="251" y="287"/>
                    <a:pt x="238" y="293"/>
                  </a:cubicBezTo>
                  <a:cubicBezTo>
                    <a:pt x="225" y="298"/>
                    <a:pt x="210" y="301"/>
                    <a:pt x="193" y="301"/>
                  </a:cubicBezTo>
                  <a:cubicBezTo>
                    <a:pt x="173" y="301"/>
                    <a:pt x="156" y="297"/>
                    <a:pt x="142" y="290"/>
                  </a:cubicBezTo>
                  <a:cubicBezTo>
                    <a:pt x="132" y="284"/>
                    <a:pt x="124" y="277"/>
                    <a:pt x="119" y="268"/>
                  </a:cubicBezTo>
                  <a:cubicBezTo>
                    <a:pt x="113" y="259"/>
                    <a:pt x="110" y="250"/>
                    <a:pt x="110" y="242"/>
                  </a:cubicBezTo>
                  <a:cubicBezTo>
                    <a:pt x="110" y="237"/>
                    <a:pt x="111" y="232"/>
                    <a:pt x="115" y="228"/>
                  </a:cubicBezTo>
                  <a:cubicBezTo>
                    <a:pt x="119" y="224"/>
                    <a:pt x="124" y="222"/>
                    <a:pt x="130" y="222"/>
                  </a:cubicBezTo>
                  <a:cubicBezTo>
                    <a:pt x="135" y="222"/>
                    <a:pt x="139" y="224"/>
                    <a:pt x="143" y="227"/>
                  </a:cubicBezTo>
                  <a:cubicBezTo>
                    <a:pt x="147" y="230"/>
                    <a:pt x="149" y="235"/>
                    <a:pt x="151" y="240"/>
                  </a:cubicBezTo>
                  <a:cubicBezTo>
                    <a:pt x="151" y="240"/>
                    <a:pt x="154" y="245"/>
                    <a:pt x="159" y="255"/>
                  </a:cubicBezTo>
                  <a:cubicBezTo>
                    <a:pt x="162" y="258"/>
                    <a:pt x="166" y="261"/>
                    <a:pt x="171" y="264"/>
                  </a:cubicBezTo>
                  <a:cubicBezTo>
                    <a:pt x="176" y="267"/>
                    <a:pt x="183" y="268"/>
                    <a:pt x="192" y="268"/>
                  </a:cubicBezTo>
                  <a:cubicBezTo>
                    <a:pt x="204" y="268"/>
                    <a:pt x="213" y="265"/>
                    <a:pt x="221" y="260"/>
                  </a:cubicBezTo>
                  <a:cubicBezTo>
                    <a:pt x="228" y="255"/>
                    <a:pt x="232" y="249"/>
                    <a:pt x="232" y="242"/>
                  </a:cubicBezTo>
                  <a:cubicBezTo>
                    <a:pt x="232" y="236"/>
                    <a:pt x="230" y="231"/>
                    <a:pt x="226" y="228"/>
                  </a:cubicBezTo>
                  <a:cubicBezTo>
                    <a:pt x="222" y="224"/>
                    <a:pt x="217" y="221"/>
                    <a:pt x="211" y="219"/>
                  </a:cubicBezTo>
                  <a:cubicBezTo>
                    <a:pt x="209" y="219"/>
                    <a:pt x="207" y="218"/>
                    <a:pt x="204" y="218"/>
                  </a:cubicBezTo>
                  <a:cubicBezTo>
                    <a:pt x="201" y="217"/>
                    <a:pt x="198" y="216"/>
                    <a:pt x="194" y="215"/>
                  </a:cubicBezTo>
                  <a:cubicBezTo>
                    <a:pt x="191" y="214"/>
                    <a:pt x="187" y="213"/>
                    <a:pt x="185" y="213"/>
                  </a:cubicBezTo>
                  <a:cubicBezTo>
                    <a:pt x="170" y="210"/>
                    <a:pt x="158" y="206"/>
                    <a:pt x="147" y="201"/>
                  </a:cubicBezTo>
                  <a:cubicBezTo>
                    <a:pt x="138" y="197"/>
                    <a:pt x="130" y="191"/>
                    <a:pt x="123" y="183"/>
                  </a:cubicBezTo>
                  <a:cubicBezTo>
                    <a:pt x="116" y="175"/>
                    <a:pt x="113" y="165"/>
                    <a:pt x="113" y="154"/>
                  </a:cubicBezTo>
                  <a:cubicBezTo>
                    <a:pt x="113" y="142"/>
                    <a:pt x="117" y="132"/>
                    <a:pt x="123" y="124"/>
                  </a:cubicBezTo>
                  <a:cubicBezTo>
                    <a:pt x="130" y="115"/>
                    <a:pt x="139" y="109"/>
                    <a:pt x="151" y="104"/>
                  </a:cubicBezTo>
                  <a:cubicBezTo>
                    <a:pt x="163" y="99"/>
                    <a:pt x="177" y="97"/>
                    <a:pt x="193" y="97"/>
                  </a:cubicBezTo>
                  <a:cubicBezTo>
                    <a:pt x="204" y="97"/>
                    <a:pt x="215" y="99"/>
                    <a:pt x="226" y="102"/>
                  </a:cubicBezTo>
                  <a:cubicBezTo>
                    <a:pt x="236" y="105"/>
                    <a:pt x="244" y="109"/>
                    <a:pt x="250" y="114"/>
                  </a:cubicBezTo>
                  <a:cubicBezTo>
                    <a:pt x="255" y="119"/>
                    <a:pt x="260" y="124"/>
                    <a:pt x="263" y="130"/>
                  </a:cubicBezTo>
                  <a:cubicBezTo>
                    <a:pt x="266" y="136"/>
                    <a:pt x="268" y="142"/>
                    <a:pt x="268" y="146"/>
                  </a:cubicBezTo>
                  <a:cubicBezTo>
                    <a:pt x="268" y="152"/>
                    <a:pt x="266" y="157"/>
                    <a:pt x="262" y="161"/>
                  </a:cubicBezTo>
                  <a:cubicBezTo>
                    <a:pt x="258" y="165"/>
                    <a:pt x="253" y="167"/>
                    <a:pt x="247" y="167"/>
                  </a:cubicBezTo>
                  <a:cubicBezTo>
                    <a:pt x="242" y="167"/>
                    <a:pt x="238" y="166"/>
                    <a:pt x="235" y="163"/>
                  </a:cubicBezTo>
                  <a:cubicBezTo>
                    <a:pt x="233" y="161"/>
                    <a:pt x="230" y="157"/>
                    <a:pt x="226" y="152"/>
                  </a:cubicBezTo>
                  <a:cubicBezTo>
                    <a:pt x="224" y="146"/>
                    <a:pt x="220" y="140"/>
                    <a:pt x="214" y="135"/>
                  </a:cubicBezTo>
                  <a:cubicBezTo>
                    <a:pt x="209" y="131"/>
                    <a:pt x="201" y="130"/>
                    <a:pt x="190" y="130"/>
                  </a:cubicBezTo>
                  <a:cubicBezTo>
                    <a:pt x="179" y="130"/>
                    <a:pt x="171" y="132"/>
                    <a:pt x="165" y="136"/>
                  </a:cubicBezTo>
                  <a:cubicBezTo>
                    <a:pt x="159" y="140"/>
                    <a:pt x="156" y="144"/>
                    <a:pt x="156" y="150"/>
                  </a:cubicBezTo>
                  <a:cubicBezTo>
                    <a:pt x="156" y="153"/>
                    <a:pt x="157" y="156"/>
                    <a:pt x="160" y="158"/>
                  </a:cubicBezTo>
                  <a:cubicBezTo>
                    <a:pt x="162" y="161"/>
                    <a:pt x="165" y="164"/>
                    <a:pt x="168" y="165"/>
                  </a:cubicBezTo>
                  <a:cubicBezTo>
                    <a:pt x="170" y="167"/>
                    <a:pt x="174" y="168"/>
                    <a:pt x="179" y="170"/>
                  </a:cubicBezTo>
                  <a:cubicBezTo>
                    <a:pt x="180" y="170"/>
                    <a:pt x="183" y="171"/>
                    <a:pt x="188" y="172"/>
                  </a:cubicBezTo>
                  <a:cubicBezTo>
                    <a:pt x="192" y="173"/>
                    <a:pt x="196" y="174"/>
                    <a:pt x="199" y="174"/>
                  </a:cubicBezTo>
                  <a:cubicBezTo>
                    <a:pt x="205" y="176"/>
                    <a:pt x="216" y="178"/>
                    <a:pt x="230" y="183"/>
                  </a:cubicBezTo>
                  <a:cubicBezTo>
                    <a:pt x="239" y="186"/>
                    <a:pt x="247" y="190"/>
                    <a:pt x="255" y="194"/>
                  </a:cubicBezTo>
                  <a:cubicBezTo>
                    <a:pt x="262" y="200"/>
                    <a:pt x="268" y="206"/>
                    <a:pt x="271" y="212"/>
                  </a:cubicBezTo>
                  <a:cubicBezTo>
                    <a:pt x="275" y="220"/>
                    <a:pt x="276" y="228"/>
                    <a:pt x="276" y="238"/>
                  </a:cubicBezTo>
                  <a:cubicBezTo>
                    <a:pt x="276" y="250"/>
                    <a:pt x="273" y="260"/>
                    <a:pt x="267" y="2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accent1"/>
                </a:solidFill>
              </a:rPr>
              <a:t>图标提供</a:t>
            </a:r>
          </a:p>
        </p:txBody>
      </p:sp>
      <p:sp>
        <p:nvSpPr>
          <p:cNvPr id="3" name="文本占位符 2"/>
          <p:cNvSpPr>
            <a:spLocks noGrp="1"/>
          </p:cNvSpPr>
          <p:nvPr>
            <p:ph type="body" sz="quarter" idx="11"/>
          </p:nvPr>
        </p:nvSpPr>
        <p:spPr/>
        <p:txBody>
          <a:bodyPr/>
          <a:lstStyle/>
          <a:p>
            <a:endParaRPr lang="zh-CN" altLang="en-US"/>
          </a:p>
        </p:txBody>
      </p:sp>
      <p:grpSp>
        <p:nvGrpSpPr>
          <p:cNvPr id="5" name="组合 4"/>
          <p:cNvGrpSpPr/>
          <p:nvPr/>
        </p:nvGrpSpPr>
        <p:grpSpPr>
          <a:xfrm>
            <a:off x="888080" y="1213853"/>
            <a:ext cx="10279749" cy="453799"/>
            <a:chOff x="882166" y="1213853"/>
            <a:chExt cx="10279749" cy="453799"/>
          </a:xfrm>
        </p:grpSpPr>
        <p:sp>
          <p:nvSpPr>
            <p:cNvPr id="159" name="Freeform 5"/>
            <p:cNvSpPr>
              <a:spLocks noEditPoints="1"/>
            </p:cNvSpPr>
            <p:nvPr/>
          </p:nvSpPr>
          <p:spPr bwMode="auto">
            <a:xfrm>
              <a:off x="882166" y="1225546"/>
              <a:ext cx="408375" cy="430412"/>
            </a:xfrm>
            <a:custGeom>
              <a:avLst/>
              <a:gdLst>
                <a:gd name="T0" fmla="*/ 806 w 908"/>
                <a:gd name="T1" fmla="*/ 655 h 957"/>
                <a:gd name="T2" fmla="*/ 806 w 908"/>
                <a:gd name="T3" fmla="*/ 553 h 957"/>
                <a:gd name="T4" fmla="*/ 707 w 908"/>
                <a:gd name="T5" fmla="*/ 553 h 957"/>
                <a:gd name="T6" fmla="*/ 707 w 908"/>
                <a:gd name="T7" fmla="*/ 655 h 957"/>
                <a:gd name="T8" fmla="*/ 806 w 908"/>
                <a:gd name="T9" fmla="*/ 655 h 957"/>
                <a:gd name="T10" fmla="*/ 806 w 908"/>
                <a:gd name="T11" fmla="*/ 856 h 957"/>
                <a:gd name="T12" fmla="*/ 806 w 908"/>
                <a:gd name="T13" fmla="*/ 756 h 957"/>
                <a:gd name="T14" fmla="*/ 707 w 908"/>
                <a:gd name="T15" fmla="*/ 756 h 957"/>
                <a:gd name="T16" fmla="*/ 707 w 908"/>
                <a:gd name="T17" fmla="*/ 856 h 957"/>
                <a:gd name="T18" fmla="*/ 806 w 908"/>
                <a:gd name="T19" fmla="*/ 856 h 957"/>
                <a:gd name="T20" fmla="*/ 504 w 908"/>
                <a:gd name="T21" fmla="*/ 250 h 957"/>
                <a:gd name="T22" fmla="*/ 504 w 908"/>
                <a:gd name="T23" fmla="*/ 151 h 957"/>
                <a:gd name="T24" fmla="*/ 404 w 908"/>
                <a:gd name="T25" fmla="*/ 151 h 957"/>
                <a:gd name="T26" fmla="*/ 404 w 908"/>
                <a:gd name="T27" fmla="*/ 250 h 957"/>
                <a:gd name="T28" fmla="*/ 504 w 908"/>
                <a:gd name="T29" fmla="*/ 250 h 957"/>
                <a:gd name="T30" fmla="*/ 504 w 908"/>
                <a:gd name="T31" fmla="*/ 454 h 957"/>
                <a:gd name="T32" fmla="*/ 504 w 908"/>
                <a:gd name="T33" fmla="*/ 352 h 957"/>
                <a:gd name="T34" fmla="*/ 404 w 908"/>
                <a:gd name="T35" fmla="*/ 352 h 957"/>
                <a:gd name="T36" fmla="*/ 404 w 908"/>
                <a:gd name="T37" fmla="*/ 454 h 957"/>
                <a:gd name="T38" fmla="*/ 504 w 908"/>
                <a:gd name="T39" fmla="*/ 454 h 957"/>
                <a:gd name="T40" fmla="*/ 504 w 908"/>
                <a:gd name="T41" fmla="*/ 655 h 957"/>
                <a:gd name="T42" fmla="*/ 504 w 908"/>
                <a:gd name="T43" fmla="*/ 553 h 957"/>
                <a:gd name="T44" fmla="*/ 404 w 908"/>
                <a:gd name="T45" fmla="*/ 553 h 957"/>
                <a:gd name="T46" fmla="*/ 404 w 908"/>
                <a:gd name="T47" fmla="*/ 655 h 957"/>
                <a:gd name="T48" fmla="*/ 504 w 908"/>
                <a:gd name="T49" fmla="*/ 655 h 957"/>
                <a:gd name="T50" fmla="*/ 504 w 908"/>
                <a:gd name="T51" fmla="*/ 856 h 957"/>
                <a:gd name="T52" fmla="*/ 504 w 908"/>
                <a:gd name="T53" fmla="*/ 756 h 957"/>
                <a:gd name="T54" fmla="*/ 404 w 908"/>
                <a:gd name="T55" fmla="*/ 756 h 957"/>
                <a:gd name="T56" fmla="*/ 404 w 908"/>
                <a:gd name="T57" fmla="*/ 856 h 957"/>
                <a:gd name="T58" fmla="*/ 504 w 908"/>
                <a:gd name="T59" fmla="*/ 856 h 957"/>
                <a:gd name="T60" fmla="*/ 201 w 908"/>
                <a:gd name="T61" fmla="*/ 454 h 957"/>
                <a:gd name="T62" fmla="*/ 201 w 908"/>
                <a:gd name="T63" fmla="*/ 352 h 957"/>
                <a:gd name="T64" fmla="*/ 102 w 908"/>
                <a:gd name="T65" fmla="*/ 352 h 957"/>
                <a:gd name="T66" fmla="*/ 102 w 908"/>
                <a:gd name="T67" fmla="*/ 454 h 957"/>
                <a:gd name="T68" fmla="*/ 201 w 908"/>
                <a:gd name="T69" fmla="*/ 454 h 957"/>
                <a:gd name="T70" fmla="*/ 201 w 908"/>
                <a:gd name="T71" fmla="*/ 655 h 957"/>
                <a:gd name="T72" fmla="*/ 201 w 908"/>
                <a:gd name="T73" fmla="*/ 553 h 957"/>
                <a:gd name="T74" fmla="*/ 102 w 908"/>
                <a:gd name="T75" fmla="*/ 553 h 957"/>
                <a:gd name="T76" fmla="*/ 102 w 908"/>
                <a:gd name="T77" fmla="*/ 655 h 957"/>
                <a:gd name="T78" fmla="*/ 201 w 908"/>
                <a:gd name="T79" fmla="*/ 655 h 957"/>
                <a:gd name="T80" fmla="*/ 201 w 908"/>
                <a:gd name="T81" fmla="*/ 856 h 957"/>
                <a:gd name="T82" fmla="*/ 201 w 908"/>
                <a:gd name="T83" fmla="*/ 756 h 957"/>
                <a:gd name="T84" fmla="*/ 102 w 908"/>
                <a:gd name="T85" fmla="*/ 756 h 957"/>
                <a:gd name="T86" fmla="*/ 102 w 908"/>
                <a:gd name="T87" fmla="*/ 856 h 957"/>
                <a:gd name="T88" fmla="*/ 201 w 908"/>
                <a:gd name="T89" fmla="*/ 856 h 957"/>
                <a:gd name="T90" fmla="*/ 605 w 908"/>
                <a:gd name="T91" fmla="*/ 454 h 957"/>
                <a:gd name="T92" fmla="*/ 908 w 908"/>
                <a:gd name="T93" fmla="*/ 454 h 957"/>
                <a:gd name="T94" fmla="*/ 908 w 908"/>
                <a:gd name="T95" fmla="*/ 957 h 957"/>
                <a:gd name="T96" fmla="*/ 0 w 908"/>
                <a:gd name="T97" fmla="*/ 957 h 957"/>
                <a:gd name="T98" fmla="*/ 0 w 908"/>
                <a:gd name="T99" fmla="*/ 250 h 957"/>
                <a:gd name="T100" fmla="*/ 303 w 908"/>
                <a:gd name="T101" fmla="*/ 250 h 957"/>
                <a:gd name="T102" fmla="*/ 303 w 908"/>
                <a:gd name="T103" fmla="*/ 151 h 957"/>
                <a:gd name="T104" fmla="*/ 454 w 908"/>
                <a:gd name="T105" fmla="*/ 0 h 957"/>
                <a:gd name="T106" fmla="*/ 605 w 908"/>
                <a:gd name="T107" fmla="*/ 151 h 957"/>
                <a:gd name="T108" fmla="*/ 605 w 908"/>
                <a:gd name="T109" fmla="*/ 454 h 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8" h="957">
                  <a:moveTo>
                    <a:pt x="806" y="655"/>
                  </a:moveTo>
                  <a:lnTo>
                    <a:pt x="806" y="553"/>
                  </a:lnTo>
                  <a:lnTo>
                    <a:pt x="707" y="553"/>
                  </a:lnTo>
                  <a:lnTo>
                    <a:pt x="707" y="655"/>
                  </a:lnTo>
                  <a:lnTo>
                    <a:pt x="806" y="655"/>
                  </a:lnTo>
                  <a:close/>
                  <a:moveTo>
                    <a:pt x="806" y="856"/>
                  </a:moveTo>
                  <a:lnTo>
                    <a:pt x="806" y="756"/>
                  </a:lnTo>
                  <a:lnTo>
                    <a:pt x="707" y="756"/>
                  </a:lnTo>
                  <a:lnTo>
                    <a:pt x="707" y="856"/>
                  </a:lnTo>
                  <a:lnTo>
                    <a:pt x="806" y="856"/>
                  </a:lnTo>
                  <a:close/>
                  <a:moveTo>
                    <a:pt x="504" y="250"/>
                  </a:moveTo>
                  <a:lnTo>
                    <a:pt x="504" y="151"/>
                  </a:lnTo>
                  <a:lnTo>
                    <a:pt x="404" y="151"/>
                  </a:lnTo>
                  <a:lnTo>
                    <a:pt x="404" y="250"/>
                  </a:lnTo>
                  <a:lnTo>
                    <a:pt x="504" y="250"/>
                  </a:lnTo>
                  <a:close/>
                  <a:moveTo>
                    <a:pt x="504" y="454"/>
                  </a:moveTo>
                  <a:lnTo>
                    <a:pt x="504" y="352"/>
                  </a:lnTo>
                  <a:lnTo>
                    <a:pt x="404" y="352"/>
                  </a:lnTo>
                  <a:lnTo>
                    <a:pt x="404" y="454"/>
                  </a:lnTo>
                  <a:lnTo>
                    <a:pt x="504" y="454"/>
                  </a:lnTo>
                  <a:close/>
                  <a:moveTo>
                    <a:pt x="504" y="655"/>
                  </a:moveTo>
                  <a:lnTo>
                    <a:pt x="504" y="553"/>
                  </a:lnTo>
                  <a:lnTo>
                    <a:pt x="404" y="553"/>
                  </a:lnTo>
                  <a:lnTo>
                    <a:pt x="404" y="655"/>
                  </a:lnTo>
                  <a:lnTo>
                    <a:pt x="504" y="655"/>
                  </a:lnTo>
                  <a:close/>
                  <a:moveTo>
                    <a:pt x="504" y="856"/>
                  </a:moveTo>
                  <a:lnTo>
                    <a:pt x="504" y="756"/>
                  </a:lnTo>
                  <a:lnTo>
                    <a:pt x="404" y="756"/>
                  </a:lnTo>
                  <a:lnTo>
                    <a:pt x="404" y="856"/>
                  </a:lnTo>
                  <a:lnTo>
                    <a:pt x="504" y="856"/>
                  </a:lnTo>
                  <a:close/>
                  <a:moveTo>
                    <a:pt x="201" y="454"/>
                  </a:moveTo>
                  <a:lnTo>
                    <a:pt x="201" y="352"/>
                  </a:lnTo>
                  <a:lnTo>
                    <a:pt x="102" y="352"/>
                  </a:lnTo>
                  <a:lnTo>
                    <a:pt x="102" y="454"/>
                  </a:lnTo>
                  <a:lnTo>
                    <a:pt x="201" y="454"/>
                  </a:lnTo>
                  <a:close/>
                  <a:moveTo>
                    <a:pt x="201" y="655"/>
                  </a:moveTo>
                  <a:lnTo>
                    <a:pt x="201" y="553"/>
                  </a:lnTo>
                  <a:lnTo>
                    <a:pt x="102" y="553"/>
                  </a:lnTo>
                  <a:lnTo>
                    <a:pt x="102" y="655"/>
                  </a:lnTo>
                  <a:lnTo>
                    <a:pt x="201" y="655"/>
                  </a:lnTo>
                  <a:close/>
                  <a:moveTo>
                    <a:pt x="201" y="856"/>
                  </a:moveTo>
                  <a:lnTo>
                    <a:pt x="201" y="756"/>
                  </a:lnTo>
                  <a:lnTo>
                    <a:pt x="102" y="756"/>
                  </a:lnTo>
                  <a:lnTo>
                    <a:pt x="102" y="856"/>
                  </a:lnTo>
                  <a:lnTo>
                    <a:pt x="201" y="856"/>
                  </a:lnTo>
                  <a:close/>
                  <a:moveTo>
                    <a:pt x="605" y="454"/>
                  </a:moveTo>
                  <a:lnTo>
                    <a:pt x="908" y="454"/>
                  </a:lnTo>
                  <a:lnTo>
                    <a:pt x="908" y="957"/>
                  </a:lnTo>
                  <a:lnTo>
                    <a:pt x="0" y="957"/>
                  </a:lnTo>
                  <a:lnTo>
                    <a:pt x="0" y="250"/>
                  </a:lnTo>
                  <a:lnTo>
                    <a:pt x="303" y="250"/>
                  </a:lnTo>
                  <a:lnTo>
                    <a:pt x="303" y="151"/>
                  </a:lnTo>
                  <a:lnTo>
                    <a:pt x="454" y="0"/>
                  </a:lnTo>
                  <a:lnTo>
                    <a:pt x="605" y="151"/>
                  </a:lnTo>
                  <a:lnTo>
                    <a:pt x="605" y="454"/>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0" name="Freeform 6"/>
            <p:cNvSpPr>
              <a:spLocks noEditPoints="1"/>
            </p:cNvSpPr>
            <p:nvPr/>
          </p:nvSpPr>
          <p:spPr bwMode="auto">
            <a:xfrm>
              <a:off x="1944155" y="1236565"/>
              <a:ext cx="499674" cy="408374"/>
            </a:xfrm>
            <a:custGeom>
              <a:avLst/>
              <a:gdLst>
                <a:gd name="T0" fmla="*/ 556 w 1111"/>
                <a:gd name="T1" fmla="*/ 0 h 908"/>
                <a:gd name="T2" fmla="*/ 1111 w 1111"/>
                <a:gd name="T3" fmla="*/ 303 h 908"/>
                <a:gd name="T4" fmla="*/ 1111 w 1111"/>
                <a:gd name="T5" fmla="*/ 707 h 908"/>
                <a:gd name="T6" fmla="*/ 1009 w 1111"/>
                <a:gd name="T7" fmla="*/ 707 h 908"/>
                <a:gd name="T8" fmla="*/ 1009 w 1111"/>
                <a:gd name="T9" fmla="*/ 358 h 908"/>
                <a:gd name="T10" fmla="*/ 556 w 1111"/>
                <a:gd name="T11" fmla="*/ 606 h 908"/>
                <a:gd name="T12" fmla="*/ 0 w 1111"/>
                <a:gd name="T13" fmla="*/ 303 h 908"/>
                <a:gd name="T14" fmla="*/ 556 w 1111"/>
                <a:gd name="T15" fmla="*/ 0 h 908"/>
                <a:gd name="T16" fmla="*/ 203 w 1111"/>
                <a:gd name="T17" fmla="*/ 514 h 908"/>
                <a:gd name="T18" fmla="*/ 556 w 1111"/>
                <a:gd name="T19" fmla="*/ 707 h 908"/>
                <a:gd name="T20" fmla="*/ 908 w 1111"/>
                <a:gd name="T21" fmla="*/ 514 h 908"/>
                <a:gd name="T22" fmla="*/ 908 w 1111"/>
                <a:gd name="T23" fmla="*/ 717 h 908"/>
                <a:gd name="T24" fmla="*/ 556 w 1111"/>
                <a:gd name="T25" fmla="*/ 908 h 908"/>
                <a:gd name="T26" fmla="*/ 203 w 1111"/>
                <a:gd name="T27" fmla="*/ 717 h 908"/>
                <a:gd name="T28" fmla="*/ 203 w 1111"/>
                <a:gd name="T29" fmla="*/ 514 h 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1" h="908">
                  <a:moveTo>
                    <a:pt x="556" y="0"/>
                  </a:moveTo>
                  <a:lnTo>
                    <a:pt x="1111" y="303"/>
                  </a:lnTo>
                  <a:lnTo>
                    <a:pt x="1111" y="707"/>
                  </a:lnTo>
                  <a:lnTo>
                    <a:pt x="1009" y="707"/>
                  </a:lnTo>
                  <a:lnTo>
                    <a:pt x="1009" y="358"/>
                  </a:lnTo>
                  <a:lnTo>
                    <a:pt x="556" y="606"/>
                  </a:lnTo>
                  <a:lnTo>
                    <a:pt x="0" y="303"/>
                  </a:lnTo>
                  <a:lnTo>
                    <a:pt x="556" y="0"/>
                  </a:lnTo>
                  <a:close/>
                  <a:moveTo>
                    <a:pt x="203" y="514"/>
                  </a:moveTo>
                  <a:lnTo>
                    <a:pt x="556" y="707"/>
                  </a:lnTo>
                  <a:lnTo>
                    <a:pt x="908" y="514"/>
                  </a:lnTo>
                  <a:lnTo>
                    <a:pt x="908" y="717"/>
                  </a:lnTo>
                  <a:lnTo>
                    <a:pt x="556" y="908"/>
                  </a:lnTo>
                  <a:lnTo>
                    <a:pt x="203" y="717"/>
                  </a:lnTo>
                  <a:lnTo>
                    <a:pt x="203" y="514"/>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1" name="Freeform 7"/>
            <p:cNvSpPr>
              <a:spLocks noEditPoints="1"/>
            </p:cNvSpPr>
            <p:nvPr/>
          </p:nvSpPr>
          <p:spPr bwMode="auto">
            <a:xfrm>
              <a:off x="3097443" y="1236565"/>
              <a:ext cx="408375" cy="408374"/>
            </a:xfrm>
            <a:custGeom>
              <a:avLst/>
              <a:gdLst>
                <a:gd name="T0" fmla="*/ 64 w 384"/>
                <a:gd name="T1" fmla="*/ 299 h 384"/>
                <a:gd name="T2" fmla="*/ 64 w 384"/>
                <a:gd name="T3" fmla="*/ 320 h 384"/>
                <a:gd name="T4" fmla="*/ 320 w 384"/>
                <a:gd name="T5" fmla="*/ 320 h 384"/>
                <a:gd name="T6" fmla="*/ 320 w 384"/>
                <a:gd name="T7" fmla="*/ 299 h 384"/>
                <a:gd name="T8" fmla="*/ 276 w 384"/>
                <a:gd name="T9" fmla="*/ 251 h 384"/>
                <a:gd name="T10" fmla="*/ 192 w 384"/>
                <a:gd name="T11" fmla="*/ 233 h 384"/>
                <a:gd name="T12" fmla="*/ 108 w 384"/>
                <a:gd name="T13" fmla="*/ 251 h 384"/>
                <a:gd name="T14" fmla="*/ 64 w 384"/>
                <a:gd name="T15" fmla="*/ 299 h 384"/>
                <a:gd name="T16" fmla="*/ 256 w 384"/>
                <a:gd name="T17" fmla="*/ 128 h 384"/>
                <a:gd name="T18" fmla="*/ 237 w 384"/>
                <a:gd name="T19" fmla="*/ 83 h 384"/>
                <a:gd name="T20" fmla="*/ 192 w 384"/>
                <a:gd name="T21" fmla="*/ 64 h 384"/>
                <a:gd name="T22" fmla="*/ 147 w 384"/>
                <a:gd name="T23" fmla="*/ 83 h 384"/>
                <a:gd name="T24" fmla="*/ 128 w 384"/>
                <a:gd name="T25" fmla="*/ 128 h 384"/>
                <a:gd name="T26" fmla="*/ 147 w 384"/>
                <a:gd name="T27" fmla="*/ 173 h 384"/>
                <a:gd name="T28" fmla="*/ 192 w 384"/>
                <a:gd name="T29" fmla="*/ 192 h 384"/>
                <a:gd name="T30" fmla="*/ 237 w 384"/>
                <a:gd name="T31" fmla="*/ 173 h 384"/>
                <a:gd name="T32" fmla="*/ 256 w 384"/>
                <a:gd name="T33" fmla="*/ 128 h 384"/>
                <a:gd name="T34" fmla="*/ 0 w 384"/>
                <a:gd name="T35" fmla="*/ 43 h 384"/>
                <a:gd name="T36" fmla="*/ 13 w 384"/>
                <a:gd name="T37" fmla="*/ 13 h 384"/>
                <a:gd name="T38" fmla="*/ 43 w 384"/>
                <a:gd name="T39" fmla="*/ 0 h 384"/>
                <a:gd name="T40" fmla="*/ 341 w 384"/>
                <a:gd name="T41" fmla="*/ 0 h 384"/>
                <a:gd name="T42" fmla="*/ 371 w 384"/>
                <a:gd name="T43" fmla="*/ 13 h 384"/>
                <a:gd name="T44" fmla="*/ 384 w 384"/>
                <a:gd name="T45" fmla="*/ 43 h 384"/>
                <a:gd name="T46" fmla="*/ 384 w 384"/>
                <a:gd name="T47" fmla="*/ 341 h 384"/>
                <a:gd name="T48" fmla="*/ 371 w 384"/>
                <a:gd name="T49" fmla="*/ 371 h 384"/>
                <a:gd name="T50" fmla="*/ 341 w 384"/>
                <a:gd name="T51" fmla="*/ 384 h 384"/>
                <a:gd name="T52" fmla="*/ 43 w 384"/>
                <a:gd name="T53" fmla="*/ 384 h 384"/>
                <a:gd name="T54" fmla="*/ 13 w 384"/>
                <a:gd name="T55" fmla="*/ 371 h 384"/>
                <a:gd name="T56" fmla="*/ 0 w 384"/>
                <a:gd name="T57" fmla="*/ 341 h 384"/>
                <a:gd name="T58" fmla="*/ 0 w 384"/>
                <a:gd name="T59" fmla="*/ 43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4" h="384">
                  <a:moveTo>
                    <a:pt x="64" y="299"/>
                  </a:moveTo>
                  <a:cubicBezTo>
                    <a:pt x="64" y="320"/>
                    <a:pt x="64" y="320"/>
                    <a:pt x="64" y="320"/>
                  </a:cubicBezTo>
                  <a:cubicBezTo>
                    <a:pt x="320" y="320"/>
                    <a:pt x="320" y="320"/>
                    <a:pt x="320" y="320"/>
                  </a:cubicBezTo>
                  <a:cubicBezTo>
                    <a:pt x="320" y="299"/>
                    <a:pt x="320" y="299"/>
                    <a:pt x="320" y="299"/>
                  </a:cubicBezTo>
                  <a:cubicBezTo>
                    <a:pt x="320" y="280"/>
                    <a:pt x="305" y="264"/>
                    <a:pt x="276" y="251"/>
                  </a:cubicBezTo>
                  <a:cubicBezTo>
                    <a:pt x="247" y="239"/>
                    <a:pt x="219" y="233"/>
                    <a:pt x="192" y="233"/>
                  </a:cubicBezTo>
                  <a:cubicBezTo>
                    <a:pt x="165" y="233"/>
                    <a:pt x="137" y="239"/>
                    <a:pt x="108" y="251"/>
                  </a:cubicBezTo>
                  <a:cubicBezTo>
                    <a:pt x="79" y="264"/>
                    <a:pt x="64" y="280"/>
                    <a:pt x="64" y="299"/>
                  </a:cubicBezTo>
                  <a:close/>
                  <a:moveTo>
                    <a:pt x="256" y="128"/>
                  </a:moveTo>
                  <a:cubicBezTo>
                    <a:pt x="256" y="111"/>
                    <a:pt x="250" y="96"/>
                    <a:pt x="237" y="83"/>
                  </a:cubicBezTo>
                  <a:cubicBezTo>
                    <a:pt x="224" y="70"/>
                    <a:pt x="209" y="64"/>
                    <a:pt x="192" y="64"/>
                  </a:cubicBezTo>
                  <a:cubicBezTo>
                    <a:pt x="175" y="64"/>
                    <a:pt x="160" y="70"/>
                    <a:pt x="147" y="83"/>
                  </a:cubicBezTo>
                  <a:cubicBezTo>
                    <a:pt x="134" y="96"/>
                    <a:pt x="128" y="111"/>
                    <a:pt x="128" y="128"/>
                  </a:cubicBezTo>
                  <a:cubicBezTo>
                    <a:pt x="128" y="145"/>
                    <a:pt x="134" y="160"/>
                    <a:pt x="147" y="173"/>
                  </a:cubicBezTo>
                  <a:cubicBezTo>
                    <a:pt x="160" y="186"/>
                    <a:pt x="175" y="192"/>
                    <a:pt x="192" y="192"/>
                  </a:cubicBezTo>
                  <a:cubicBezTo>
                    <a:pt x="209" y="192"/>
                    <a:pt x="224" y="186"/>
                    <a:pt x="237" y="173"/>
                  </a:cubicBezTo>
                  <a:cubicBezTo>
                    <a:pt x="250" y="160"/>
                    <a:pt x="256" y="145"/>
                    <a:pt x="256" y="128"/>
                  </a:cubicBezTo>
                  <a:close/>
                  <a:moveTo>
                    <a:pt x="0" y="43"/>
                  </a:moveTo>
                  <a:cubicBezTo>
                    <a:pt x="0" y="32"/>
                    <a:pt x="4" y="22"/>
                    <a:pt x="13" y="13"/>
                  </a:cubicBezTo>
                  <a:cubicBezTo>
                    <a:pt x="21" y="4"/>
                    <a:pt x="31" y="0"/>
                    <a:pt x="43" y="0"/>
                  </a:cubicBezTo>
                  <a:cubicBezTo>
                    <a:pt x="341" y="0"/>
                    <a:pt x="341" y="0"/>
                    <a:pt x="341" y="0"/>
                  </a:cubicBezTo>
                  <a:cubicBezTo>
                    <a:pt x="352" y="0"/>
                    <a:pt x="362" y="4"/>
                    <a:pt x="371" y="13"/>
                  </a:cubicBezTo>
                  <a:cubicBezTo>
                    <a:pt x="380" y="22"/>
                    <a:pt x="384" y="32"/>
                    <a:pt x="384" y="43"/>
                  </a:cubicBezTo>
                  <a:cubicBezTo>
                    <a:pt x="384" y="341"/>
                    <a:pt x="384" y="341"/>
                    <a:pt x="384" y="341"/>
                  </a:cubicBezTo>
                  <a:cubicBezTo>
                    <a:pt x="384" y="352"/>
                    <a:pt x="380" y="362"/>
                    <a:pt x="371" y="371"/>
                  </a:cubicBezTo>
                  <a:cubicBezTo>
                    <a:pt x="362" y="380"/>
                    <a:pt x="352" y="384"/>
                    <a:pt x="341" y="384"/>
                  </a:cubicBezTo>
                  <a:cubicBezTo>
                    <a:pt x="43" y="384"/>
                    <a:pt x="43" y="384"/>
                    <a:pt x="43" y="384"/>
                  </a:cubicBezTo>
                  <a:cubicBezTo>
                    <a:pt x="31" y="384"/>
                    <a:pt x="21" y="380"/>
                    <a:pt x="13" y="371"/>
                  </a:cubicBezTo>
                  <a:cubicBezTo>
                    <a:pt x="4" y="362"/>
                    <a:pt x="0" y="352"/>
                    <a:pt x="0" y="341"/>
                  </a:cubicBezTo>
                  <a:lnTo>
                    <a:pt x="0" y="43"/>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2" name="Freeform 8"/>
            <p:cNvSpPr>
              <a:spLocks noEditPoints="1"/>
            </p:cNvSpPr>
            <p:nvPr/>
          </p:nvSpPr>
          <p:spPr bwMode="auto">
            <a:xfrm>
              <a:off x="4159432" y="1214302"/>
              <a:ext cx="452900" cy="452900"/>
            </a:xfrm>
            <a:custGeom>
              <a:avLst/>
              <a:gdLst>
                <a:gd name="T0" fmla="*/ 213 w 426"/>
                <a:gd name="T1" fmla="*/ 367 h 426"/>
                <a:gd name="T2" fmla="*/ 341 w 426"/>
                <a:gd name="T3" fmla="*/ 298 h 426"/>
                <a:gd name="T4" fmla="*/ 296 w 426"/>
                <a:gd name="T5" fmla="*/ 251 h 426"/>
                <a:gd name="T6" fmla="*/ 213 w 426"/>
                <a:gd name="T7" fmla="*/ 232 h 426"/>
                <a:gd name="T8" fmla="*/ 130 w 426"/>
                <a:gd name="T9" fmla="*/ 250 h 426"/>
                <a:gd name="T10" fmla="*/ 85 w 426"/>
                <a:gd name="T11" fmla="*/ 298 h 426"/>
                <a:gd name="T12" fmla="*/ 213 w 426"/>
                <a:gd name="T13" fmla="*/ 367 h 426"/>
                <a:gd name="T14" fmla="*/ 213 w 426"/>
                <a:gd name="T15" fmla="*/ 64 h 426"/>
                <a:gd name="T16" fmla="*/ 168 w 426"/>
                <a:gd name="T17" fmla="*/ 83 h 426"/>
                <a:gd name="T18" fmla="*/ 149 w 426"/>
                <a:gd name="T19" fmla="*/ 128 h 426"/>
                <a:gd name="T20" fmla="*/ 168 w 426"/>
                <a:gd name="T21" fmla="*/ 173 h 426"/>
                <a:gd name="T22" fmla="*/ 213 w 426"/>
                <a:gd name="T23" fmla="*/ 192 h 426"/>
                <a:gd name="T24" fmla="*/ 258 w 426"/>
                <a:gd name="T25" fmla="*/ 173 h 426"/>
                <a:gd name="T26" fmla="*/ 277 w 426"/>
                <a:gd name="T27" fmla="*/ 128 h 426"/>
                <a:gd name="T28" fmla="*/ 258 w 426"/>
                <a:gd name="T29" fmla="*/ 83 h 426"/>
                <a:gd name="T30" fmla="*/ 213 w 426"/>
                <a:gd name="T31" fmla="*/ 64 h 426"/>
                <a:gd name="T32" fmla="*/ 213 w 426"/>
                <a:gd name="T33" fmla="*/ 0 h 426"/>
                <a:gd name="T34" fmla="*/ 364 w 426"/>
                <a:gd name="T35" fmla="*/ 62 h 426"/>
                <a:gd name="T36" fmla="*/ 426 w 426"/>
                <a:gd name="T37" fmla="*/ 213 h 426"/>
                <a:gd name="T38" fmla="*/ 364 w 426"/>
                <a:gd name="T39" fmla="*/ 363 h 426"/>
                <a:gd name="T40" fmla="*/ 213 w 426"/>
                <a:gd name="T41" fmla="*/ 426 h 426"/>
                <a:gd name="T42" fmla="*/ 63 w 426"/>
                <a:gd name="T43" fmla="*/ 363 h 426"/>
                <a:gd name="T44" fmla="*/ 0 w 426"/>
                <a:gd name="T45" fmla="*/ 213 h 426"/>
                <a:gd name="T46" fmla="*/ 63 w 426"/>
                <a:gd name="T47" fmla="*/ 62 h 426"/>
                <a:gd name="T48" fmla="*/ 213 w 426"/>
                <a:gd name="T49"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6" h="426">
                  <a:moveTo>
                    <a:pt x="213" y="367"/>
                  </a:moveTo>
                  <a:cubicBezTo>
                    <a:pt x="267" y="367"/>
                    <a:pt x="310" y="344"/>
                    <a:pt x="341" y="298"/>
                  </a:cubicBezTo>
                  <a:cubicBezTo>
                    <a:pt x="340" y="279"/>
                    <a:pt x="325" y="264"/>
                    <a:pt x="296" y="251"/>
                  </a:cubicBezTo>
                  <a:cubicBezTo>
                    <a:pt x="267" y="238"/>
                    <a:pt x="239" y="232"/>
                    <a:pt x="213" y="232"/>
                  </a:cubicBezTo>
                  <a:cubicBezTo>
                    <a:pt x="187" y="232"/>
                    <a:pt x="159" y="238"/>
                    <a:pt x="130" y="250"/>
                  </a:cubicBezTo>
                  <a:cubicBezTo>
                    <a:pt x="101" y="263"/>
                    <a:pt x="86" y="279"/>
                    <a:pt x="85" y="298"/>
                  </a:cubicBezTo>
                  <a:cubicBezTo>
                    <a:pt x="116" y="344"/>
                    <a:pt x="159" y="367"/>
                    <a:pt x="213" y="367"/>
                  </a:cubicBezTo>
                  <a:close/>
                  <a:moveTo>
                    <a:pt x="213" y="64"/>
                  </a:moveTo>
                  <a:cubicBezTo>
                    <a:pt x="196" y="64"/>
                    <a:pt x="181" y="70"/>
                    <a:pt x="168" y="83"/>
                  </a:cubicBezTo>
                  <a:cubicBezTo>
                    <a:pt x="155" y="96"/>
                    <a:pt x="149" y="111"/>
                    <a:pt x="149" y="128"/>
                  </a:cubicBezTo>
                  <a:cubicBezTo>
                    <a:pt x="149" y="145"/>
                    <a:pt x="155" y="160"/>
                    <a:pt x="168" y="173"/>
                  </a:cubicBezTo>
                  <a:cubicBezTo>
                    <a:pt x="181" y="186"/>
                    <a:pt x="196" y="192"/>
                    <a:pt x="213" y="192"/>
                  </a:cubicBezTo>
                  <a:cubicBezTo>
                    <a:pt x="230" y="192"/>
                    <a:pt x="245" y="186"/>
                    <a:pt x="258" y="173"/>
                  </a:cubicBezTo>
                  <a:cubicBezTo>
                    <a:pt x="271" y="160"/>
                    <a:pt x="277" y="145"/>
                    <a:pt x="277" y="128"/>
                  </a:cubicBezTo>
                  <a:cubicBezTo>
                    <a:pt x="277" y="111"/>
                    <a:pt x="271" y="96"/>
                    <a:pt x="258" y="83"/>
                  </a:cubicBezTo>
                  <a:cubicBezTo>
                    <a:pt x="245" y="70"/>
                    <a:pt x="230" y="64"/>
                    <a:pt x="213" y="64"/>
                  </a:cubicBezTo>
                  <a:close/>
                  <a:moveTo>
                    <a:pt x="213" y="0"/>
                  </a:moveTo>
                  <a:cubicBezTo>
                    <a:pt x="272" y="0"/>
                    <a:pt x="322" y="21"/>
                    <a:pt x="364" y="62"/>
                  </a:cubicBezTo>
                  <a:cubicBezTo>
                    <a:pt x="405" y="104"/>
                    <a:pt x="426" y="154"/>
                    <a:pt x="426" y="213"/>
                  </a:cubicBezTo>
                  <a:cubicBezTo>
                    <a:pt x="426" y="272"/>
                    <a:pt x="405" y="322"/>
                    <a:pt x="364" y="363"/>
                  </a:cubicBezTo>
                  <a:cubicBezTo>
                    <a:pt x="322" y="405"/>
                    <a:pt x="272" y="426"/>
                    <a:pt x="213" y="426"/>
                  </a:cubicBezTo>
                  <a:cubicBezTo>
                    <a:pt x="154" y="426"/>
                    <a:pt x="104" y="405"/>
                    <a:pt x="63" y="363"/>
                  </a:cubicBezTo>
                  <a:cubicBezTo>
                    <a:pt x="21" y="322"/>
                    <a:pt x="0" y="272"/>
                    <a:pt x="0" y="213"/>
                  </a:cubicBezTo>
                  <a:cubicBezTo>
                    <a:pt x="0" y="154"/>
                    <a:pt x="21" y="104"/>
                    <a:pt x="63" y="62"/>
                  </a:cubicBezTo>
                  <a:cubicBezTo>
                    <a:pt x="104" y="21"/>
                    <a:pt x="154" y="0"/>
                    <a:pt x="213" y="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3" name="Freeform 9"/>
            <p:cNvSpPr>
              <a:spLocks noEditPoints="1"/>
            </p:cNvSpPr>
            <p:nvPr/>
          </p:nvSpPr>
          <p:spPr bwMode="auto">
            <a:xfrm>
              <a:off x="5265946" y="1214302"/>
              <a:ext cx="452900" cy="452900"/>
            </a:xfrm>
            <a:custGeom>
              <a:avLst/>
              <a:gdLst>
                <a:gd name="T0" fmla="*/ 234 w 426"/>
                <a:gd name="T1" fmla="*/ 277 h 426"/>
                <a:gd name="T2" fmla="*/ 234 w 426"/>
                <a:gd name="T3" fmla="*/ 234 h 426"/>
                <a:gd name="T4" fmla="*/ 192 w 426"/>
                <a:gd name="T5" fmla="*/ 234 h 426"/>
                <a:gd name="T6" fmla="*/ 192 w 426"/>
                <a:gd name="T7" fmla="*/ 277 h 426"/>
                <a:gd name="T8" fmla="*/ 234 w 426"/>
                <a:gd name="T9" fmla="*/ 277 h 426"/>
                <a:gd name="T10" fmla="*/ 234 w 426"/>
                <a:gd name="T11" fmla="*/ 192 h 426"/>
                <a:gd name="T12" fmla="*/ 234 w 426"/>
                <a:gd name="T13" fmla="*/ 64 h 426"/>
                <a:gd name="T14" fmla="*/ 192 w 426"/>
                <a:gd name="T15" fmla="*/ 64 h 426"/>
                <a:gd name="T16" fmla="*/ 192 w 426"/>
                <a:gd name="T17" fmla="*/ 192 h 426"/>
                <a:gd name="T18" fmla="*/ 234 w 426"/>
                <a:gd name="T19" fmla="*/ 192 h 426"/>
                <a:gd name="T20" fmla="*/ 384 w 426"/>
                <a:gd name="T21" fmla="*/ 0 h 426"/>
                <a:gd name="T22" fmla="*/ 414 w 426"/>
                <a:gd name="T23" fmla="*/ 12 h 426"/>
                <a:gd name="T24" fmla="*/ 426 w 426"/>
                <a:gd name="T25" fmla="*/ 42 h 426"/>
                <a:gd name="T26" fmla="*/ 426 w 426"/>
                <a:gd name="T27" fmla="*/ 298 h 426"/>
                <a:gd name="T28" fmla="*/ 414 w 426"/>
                <a:gd name="T29" fmla="*/ 328 h 426"/>
                <a:gd name="T30" fmla="*/ 384 w 426"/>
                <a:gd name="T31" fmla="*/ 341 h 426"/>
                <a:gd name="T32" fmla="*/ 85 w 426"/>
                <a:gd name="T33" fmla="*/ 341 h 426"/>
                <a:gd name="T34" fmla="*/ 0 w 426"/>
                <a:gd name="T35" fmla="*/ 426 h 426"/>
                <a:gd name="T36" fmla="*/ 0 w 426"/>
                <a:gd name="T37" fmla="*/ 42 h 426"/>
                <a:gd name="T38" fmla="*/ 13 w 426"/>
                <a:gd name="T39" fmla="*/ 12 h 426"/>
                <a:gd name="T40" fmla="*/ 42 w 426"/>
                <a:gd name="T41" fmla="*/ 0 h 426"/>
                <a:gd name="T42" fmla="*/ 384 w 426"/>
                <a:gd name="T43"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6" h="426">
                  <a:moveTo>
                    <a:pt x="234" y="277"/>
                  </a:moveTo>
                  <a:cubicBezTo>
                    <a:pt x="234" y="234"/>
                    <a:pt x="234" y="234"/>
                    <a:pt x="234" y="234"/>
                  </a:cubicBezTo>
                  <a:cubicBezTo>
                    <a:pt x="192" y="234"/>
                    <a:pt x="192" y="234"/>
                    <a:pt x="192" y="234"/>
                  </a:cubicBezTo>
                  <a:cubicBezTo>
                    <a:pt x="192" y="277"/>
                    <a:pt x="192" y="277"/>
                    <a:pt x="192" y="277"/>
                  </a:cubicBezTo>
                  <a:lnTo>
                    <a:pt x="234" y="277"/>
                  </a:lnTo>
                  <a:close/>
                  <a:moveTo>
                    <a:pt x="234" y="192"/>
                  </a:moveTo>
                  <a:cubicBezTo>
                    <a:pt x="234" y="64"/>
                    <a:pt x="234" y="64"/>
                    <a:pt x="234" y="64"/>
                  </a:cubicBezTo>
                  <a:cubicBezTo>
                    <a:pt x="192" y="64"/>
                    <a:pt x="192" y="64"/>
                    <a:pt x="192" y="64"/>
                  </a:cubicBezTo>
                  <a:cubicBezTo>
                    <a:pt x="192" y="192"/>
                    <a:pt x="192" y="192"/>
                    <a:pt x="192" y="192"/>
                  </a:cubicBezTo>
                  <a:lnTo>
                    <a:pt x="234" y="192"/>
                  </a:lnTo>
                  <a:close/>
                  <a:moveTo>
                    <a:pt x="384" y="0"/>
                  </a:moveTo>
                  <a:cubicBezTo>
                    <a:pt x="395" y="0"/>
                    <a:pt x="405" y="4"/>
                    <a:pt x="414" y="12"/>
                  </a:cubicBezTo>
                  <a:cubicBezTo>
                    <a:pt x="422" y="21"/>
                    <a:pt x="426" y="31"/>
                    <a:pt x="426" y="42"/>
                  </a:cubicBezTo>
                  <a:cubicBezTo>
                    <a:pt x="426" y="298"/>
                    <a:pt x="426" y="298"/>
                    <a:pt x="426" y="298"/>
                  </a:cubicBezTo>
                  <a:cubicBezTo>
                    <a:pt x="426" y="309"/>
                    <a:pt x="422" y="319"/>
                    <a:pt x="414" y="328"/>
                  </a:cubicBezTo>
                  <a:cubicBezTo>
                    <a:pt x="405" y="337"/>
                    <a:pt x="395" y="341"/>
                    <a:pt x="384" y="341"/>
                  </a:cubicBezTo>
                  <a:cubicBezTo>
                    <a:pt x="85" y="341"/>
                    <a:pt x="85" y="341"/>
                    <a:pt x="85" y="341"/>
                  </a:cubicBezTo>
                  <a:cubicBezTo>
                    <a:pt x="0" y="426"/>
                    <a:pt x="0" y="426"/>
                    <a:pt x="0" y="426"/>
                  </a:cubicBezTo>
                  <a:cubicBezTo>
                    <a:pt x="0" y="42"/>
                    <a:pt x="0" y="42"/>
                    <a:pt x="0" y="42"/>
                  </a:cubicBezTo>
                  <a:cubicBezTo>
                    <a:pt x="0" y="31"/>
                    <a:pt x="4" y="21"/>
                    <a:pt x="13" y="12"/>
                  </a:cubicBezTo>
                  <a:cubicBezTo>
                    <a:pt x="21" y="4"/>
                    <a:pt x="31" y="0"/>
                    <a:pt x="42" y="0"/>
                  </a:cubicBezTo>
                  <a:lnTo>
                    <a:pt x="384"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4" name="Freeform 10"/>
            <p:cNvSpPr>
              <a:spLocks noEditPoints="1"/>
            </p:cNvSpPr>
            <p:nvPr/>
          </p:nvSpPr>
          <p:spPr bwMode="auto">
            <a:xfrm>
              <a:off x="6372460" y="1213853"/>
              <a:ext cx="408375" cy="453799"/>
            </a:xfrm>
            <a:custGeom>
              <a:avLst/>
              <a:gdLst>
                <a:gd name="T0" fmla="*/ 320 w 384"/>
                <a:gd name="T1" fmla="*/ 384 h 427"/>
                <a:gd name="T2" fmla="*/ 320 w 384"/>
                <a:gd name="T3" fmla="*/ 354 h 427"/>
                <a:gd name="T4" fmla="*/ 276 w 384"/>
                <a:gd name="T5" fmla="*/ 306 h 427"/>
                <a:gd name="T6" fmla="*/ 192 w 384"/>
                <a:gd name="T7" fmla="*/ 288 h 427"/>
                <a:gd name="T8" fmla="*/ 108 w 384"/>
                <a:gd name="T9" fmla="*/ 306 h 427"/>
                <a:gd name="T10" fmla="*/ 64 w 384"/>
                <a:gd name="T11" fmla="*/ 354 h 427"/>
                <a:gd name="T12" fmla="*/ 64 w 384"/>
                <a:gd name="T13" fmla="*/ 384 h 427"/>
                <a:gd name="T14" fmla="*/ 320 w 384"/>
                <a:gd name="T15" fmla="*/ 384 h 427"/>
                <a:gd name="T16" fmla="*/ 192 w 384"/>
                <a:gd name="T17" fmla="*/ 128 h 427"/>
                <a:gd name="T18" fmla="*/ 147 w 384"/>
                <a:gd name="T19" fmla="*/ 147 h 427"/>
                <a:gd name="T20" fmla="*/ 128 w 384"/>
                <a:gd name="T21" fmla="*/ 192 h 427"/>
                <a:gd name="T22" fmla="*/ 147 w 384"/>
                <a:gd name="T23" fmla="*/ 237 h 427"/>
                <a:gd name="T24" fmla="*/ 192 w 384"/>
                <a:gd name="T25" fmla="*/ 256 h 427"/>
                <a:gd name="T26" fmla="*/ 237 w 384"/>
                <a:gd name="T27" fmla="*/ 237 h 427"/>
                <a:gd name="T28" fmla="*/ 256 w 384"/>
                <a:gd name="T29" fmla="*/ 192 h 427"/>
                <a:gd name="T30" fmla="*/ 237 w 384"/>
                <a:gd name="T31" fmla="*/ 147 h 427"/>
                <a:gd name="T32" fmla="*/ 192 w 384"/>
                <a:gd name="T33" fmla="*/ 128 h 427"/>
                <a:gd name="T34" fmla="*/ 192 w 384"/>
                <a:gd name="T35" fmla="*/ 43 h 427"/>
                <a:gd name="T36" fmla="*/ 177 w 384"/>
                <a:gd name="T37" fmla="*/ 49 h 427"/>
                <a:gd name="T38" fmla="*/ 171 w 384"/>
                <a:gd name="T39" fmla="*/ 64 h 427"/>
                <a:gd name="T40" fmla="*/ 177 w 384"/>
                <a:gd name="T41" fmla="*/ 79 h 427"/>
                <a:gd name="T42" fmla="*/ 192 w 384"/>
                <a:gd name="T43" fmla="*/ 86 h 427"/>
                <a:gd name="T44" fmla="*/ 207 w 384"/>
                <a:gd name="T45" fmla="*/ 79 h 427"/>
                <a:gd name="T46" fmla="*/ 213 w 384"/>
                <a:gd name="T47" fmla="*/ 64 h 427"/>
                <a:gd name="T48" fmla="*/ 207 w 384"/>
                <a:gd name="T49" fmla="*/ 49 h 427"/>
                <a:gd name="T50" fmla="*/ 192 w 384"/>
                <a:gd name="T51" fmla="*/ 43 h 427"/>
                <a:gd name="T52" fmla="*/ 341 w 384"/>
                <a:gd name="T53" fmla="*/ 43 h 427"/>
                <a:gd name="T54" fmla="*/ 371 w 384"/>
                <a:gd name="T55" fmla="*/ 56 h 427"/>
                <a:gd name="T56" fmla="*/ 384 w 384"/>
                <a:gd name="T57" fmla="*/ 86 h 427"/>
                <a:gd name="T58" fmla="*/ 384 w 384"/>
                <a:gd name="T59" fmla="*/ 384 h 427"/>
                <a:gd name="T60" fmla="*/ 371 w 384"/>
                <a:gd name="T61" fmla="*/ 414 h 427"/>
                <a:gd name="T62" fmla="*/ 341 w 384"/>
                <a:gd name="T63" fmla="*/ 427 h 427"/>
                <a:gd name="T64" fmla="*/ 43 w 384"/>
                <a:gd name="T65" fmla="*/ 427 h 427"/>
                <a:gd name="T66" fmla="*/ 13 w 384"/>
                <a:gd name="T67" fmla="*/ 414 h 427"/>
                <a:gd name="T68" fmla="*/ 0 w 384"/>
                <a:gd name="T69" fmla="*/ 384 h 427"/>
                <a:gd name="T70" fmla="*/ 0 w 384"/>
                <a:gd name="T71" fmla="*/ 86 h 427"/>
                <a:gd name="T72" fmla="*/ 13 w 384"/>
                <a:gd name="T73" fmla="*/ 56 h 427"/>
                <a:gd name="T74" fmla="*/ 43 w 384"/>
                <a:gd name="T75" fmla="*/ 43 h 427"/>
                <a:gd name="T76" fmla="*/ 132 w 384"/>
                <a:gd name="T77" fmla="*/ 43 h 427"/>
                <a:gd name="T78" fmla="*/ 155 w 384"/>
                <a:gd name="T79" fmla="*/ 12 h 427"/>
                <a:gd name="T80" fmla="*/ 192 w 384"/>
                <a:gd name="T81" fmla="*/ 0 h 427"/>
                <a:gd name="T82" fmla="*/ 229 w 384"/>
                <a:gd name="T83" fmla="*/ 12 h 427"/>
                <a:gd name="T84" fmla="*/ 252 w 384"/>
                <a:gd name="T85" fmla="*/ 43 h 427"/>
                <a:gd name="T86" fmla="*/ 341 w 384"/>
                <a:gd name="T87" fmla="*/ 43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84" h="427">
                  <a:moveTo>
                    <a:pt x="320" y="384"/>
                  </a:moveTo>
                  <a:cubicBezTo>
                    <a:pt x="320" y="354"/>
                    <a:pt x="320" y="354"/>
                    <a:pt x="320" y="354"/>
                  </a:cubicBezTo>
                  <a:cubicBezTo>
                    <a:pt x="320" y="335"/>
                    <a:pt x="305" y="319"/>
                    <a:pt x="276" y="306"/>
                  </a:cubicBezTo>
                  <a:cubicBezTo>
                    <a:pt x="247" y="294"/>
                    <a:pt x="219" y="288"/>
                    <a:pt x="192" y="288"/>
                  </a:cubicBezTo>
                  <a:cubicBezTo>
                    <a:pt x="165" y="288"/>
                    <a:pt x="137" y="294"/>
                    <a:pt x="108" y="306"/>
                  </a:cubicBezTo>
                  <a:cubicBezTo>
                    <a:pt x="79" y="319"/>
                    <a:pt x="64" y="335"/>
                    <a:pt x="64" y="354"/>
                  </a:cubicBezTo>
                  <a:cubicBezTo>
                    <a:pt x="64" y="384"/>
                    <a:pt x="64" y="384"/>
                    <a:pt x="64" y="384"/>
                  </a:cubicBezTo>
                  <a:lnTo>
                    <a:pt x="320" y="384"/>
                  </a:lnTo>
                  <a:close/>
                  <a:moveTo>
                    <a:pt x="192" y="128"/>
                  </a:moveTo>
                  <a:cubicBezTo>
                    <a:pt x="175" y="128"/>
                    <a:pt x="160" y="134"/>
                    <a:pt x="147" y="147"/>
                  </a:cubicBezTo>
                  <a:cubicBezTo>
                    <a:pt x="134" y="160"/>
                    <a:pt x="128" y="175"/>
                    <a:pt x="128" y="192"/>
                  </a:cubicBezTo>
                  <a:cubicBezTo>
                    <a:pt x="128" y="209"/>
                    <a:pt x="134" y="224"/>
                    <a:pt x="147" y="237"/>
                  </a:cubicBezTo>
                  <a:cubicBezTo>
                    <a:pt x="160" y="250"/>
                    <a:pt x="175" y="256"/>
                    <a:pt x="192" y="256"/>
                  </a:cubicBezTo>
                  <a:cubicBezTo>
                    <a:pt x="209" y="256"/>
                    <a:pt x="224" y="250"/>
                    <a:pt x="237" y="237"/>
                  </a:cubicBezTo>
                  <a:cubicBezTo>
                    <a:pt x="250" y="224"/>
                    <a:pt x="256" y="209"/>
                    <a:pt x="256" y="192"/>
                  </a:cubicBezTo>
                  <a:cubicBezTo>
                    <a:pt x="256" y="175"/>
                    <a:pt x="250" y="160"/>
                    <a:pt x="237" y="147"/>
                  </a:cubicBezTo>
                  <a:cubicBezTo>
                    <a:pt x="224" y="134"/>
                    <a:pt x="209" y="128"/>
                    <a:pt x="192" y="128"/>
                  </a:cubicBezTo>
                  <a:close/>
                  <a:moveTo>
                    <a:pt x="192" y="43"/>
                  </a:moveTo>
                  <a:cubicBezTo>
                    <a:pt x="186" y="43"/>
                    <a:pt x="181" y="45"/>
                    <a:pt x="177" y="49"/>
                  </a:cubicBezTo>
                  <a:cubicBezTo>
                    <a:pt x="173" y="53"/>
                    <a:pt x="171" y="58"/>
                    <a:pt x="171" y="64"/>
                  </a:cubicBezTo>
                  <a:cubicBezTo>
                    <a:pt x="171" y="70"/>
                    <a:pt x="173" y="75"/>
                    <a:pt x="177" y="79"/>
                  </a:cubicBezTo>
                  <a:cubicBezTo>
                    <a:pt x="181" y="84"/>
                    <a:pt x="186" y="86"/>
                    <a:pt x="192" y="86"/>
                  </a:cubicBezTo>
                  <a:cubicBezTo>
                    <a:pt x="198" y="86"/>
                    <a:pt x="203" y="84"/>
                    <a:pt x="207" y="79"/>
                  </a:cubicBezTo>
                  <a:cubicBezTo>
                    <a:pt x="211" y="75"/>
                    <a:pt x="213" y="70"/>
                    <a:pt x="213" y="64"/>
                  </a:cubicBezTo>
                  <a:cubicBezTo>
                    <a:pt x="213" y="58"/>
                    <a:pt x="211" y="53"/>
                    <a:pt x="207" y="49"/>
                  </a:cubicBezTo>
                  <a:cubicBezTo>
                    <a:pt x="203" y="45"/>
                    <a:pt x="198" y="43"/>
                    <a:pt x="192" y="43"/>
                  </a:cubicBezTo>
                  <a:close/>
                  <a:moveTo>
                    <a:pt x="341" y="43"/>
                  </a:moveTo>
                  <a:cubicBezTo>
                    <a:pt x="352" y="43"/>
                    <a:pt x="362" y="47"/>
                    <a:pt x="371" y="56"/>
                  </a:cubicBezTo>
                  <a:cubicBezTo>
                    <a:pt x="380" y="65"/>
                    <a:pt x="384" y="75"/>
                    <a:pt x="384" y="86"/>
                  </a:cubicBezTo>
                  <a:cubicBezTo>
                    <a:pt x="384" y="384"/>
                    <a:pt x="384" y="384"/>
                    <a:pt x="384" y="384"/>
                  </a:cubicBezTo>
                  <a:cubicBezTo>
                    <a:pt x="384" y="395"/>
                    <a:pt x="380" y="405"/>
                    <a:pt x="371" y="414"/>
                  </a:cubicBezTo>
                  <a:cubicBezTo>
                    <a:pt x="362" y="423"/>
                    <a:pt x="352" y="427"/>
                    <a:pt x="341" y="427"/>
                  </a:cubicBezTo>
                  <a:cubicBezTo>
                    <a:pt x="43" y="427"/>
                    <a:pt x="43" y="427"/>
                    <a:pt x="43" y="427"/>
                  </a:cubicBezTo>
                  <a:cubicBezTo>
                    <a:pt x="32" y="427"/>
                    <a:pt x="22" y="423"/>
                    <a:pt x="13" y="414"/>
                  </a:cubicBezTo>
                  <a:cubicBezTo>
                    <a:pt x="4" y="405"/>
                    <a:pt x="0" y="395"/>
                    <a:pt x="0" y="384"/>
                  </a:cubicBezTo>
                  <a:cubicBezTo>
                    <a:pt x="0" y="86"/>
                    <a:pt x="0" y="86"/>
                    <a:pt x="0" y="86"/>
                  </a:cubicBezTo>
                  <a:cubicBezTo>
                    <a:pt x="0" y="75"/>
                    <a:pt x="4" y="65"/>
                    <a:pt x="13" y="56"/>
                  </a:cubicBezTo>
                  <a:cubicBezTo>
                    <a:pt x="22" y="47"/>
                    <a:pt x="32" y="43"/>
                    <a:pt x="43" y="43"/>
                  </a:cubicBezTo>
                  <a:cubicBezTo>
                    <a:pt x="132" y="43"/>
                    <a:pt x="132" y="43"/>
                    <a:pt x="132" y="43"/>
                  </a:cubicBezTo>
                  <a:cubicBezTo>
                    <a:pt x="137" y="30"/>
                    <a:pt x="144" y="20"/>
                    <a:pt x="155" y="12"/>
                  </a:cubicBezTo>
                  <a:cubicBezTo>
                    <a:pt x="166" y="4"/>
                    <a:pt x="178" y="0"/>
                    <a:pt x="192" y="0"/>
                  </a:cubicBezTo>
                  <a:cubicBezTo>
                    <a:pt x="206" y="0"/>
                    <a:pt x="218" y="4"/>
                    <a:pt x="229" y="12"/>
                  </a:cubicBezTo>
                  <a:cubicBezTo>
                    <a:pt x="240" y="20"/>
                    <a:pt x="247" y="30"/>
                    <a:pt x="252" y="43"/>
                  </a:cubicBezTo>
                  <a:lnTo>
                    <a:pt x="341" y="43"/>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5" name="Freeform 11"/>
            <p:cNvSpPr>
              <a:spLocks noEditPoints="1"/>
            </p:cNvSpPr>
            <p:nvPr/>
          </p:nvSpPr>
          <p:spPr bwMode="auto">
            <a:xfrm>
              <a:off x="7434449" y="1214302"/>
              <a:ext cx="452900" cy="452900"/>
            </a:xfrm>
            <a:custGeom>
              <a:avLst/>
              <a:gdLst>
                <a:gd name="T0" fmla="*/ 213 w 426"/>
                <a:gd name="T1" fmla="*/ 384 h 426"/>
                <a:gd name="T2" fmla="*/ 334 w 426"/>
                <a:gd name="T3" fmla="*/ 333 h 426"/>
                <a:gd name="T4" fmla="*/ 384 w 426"/>
                <a:gd name="T5" fmla="*/ 213 h 426"/>
                <a:gd name="T6" fmla="*/ 377 w 426"/>
                <a:gd name="T7" fmla="*/ 165 h 426"/>
                <a:gd name="T8" fmla="*/ 329 w 426"/>
                <a:gd name="T9" fmla="*/ 170 h 426"/>
                <a:gd name="T10" fmla="*/ 155 w 426"/>
                <a:gd name="T11" fmla="*/ 80 h 426"/>
                <a:gd name="T12" fmla="*/ 43 w 426"/>
                <a:gd name="T13" fmla="*/ 195 h 426"/>
                <a:gd name="T14" fmla="*/ 42 w 426"/>
                <a:gd name="T15" fmla="*/ 213 h 426"/>
                <a:gd name="T16" fmla="*/ 93 w 426"/>
                <a:gd name="T17" fmla="*/ 333 h 426"/>
                <a:gd name="T18" fmla="*/ 213 w 426"/>
                <a:gd name="T19" fmla="*/ 384 h 426"/>
                <a:gd name="T20" fmla="*/ 213 w 426"/>
                <a:gd name="T21" fmla="*/ 0 h 426"/>
                <a:gd name="T22" fmla="*/ 364 w 426"/>
                <a:gd name="T23" fmla="*/ 62 h 426"/>
                <a:gd name="T24" fmla="*/ 426 w 426"/>
                <a:gd name="T25" fmla="*/ 213 h 426"/>
                <a:gd name="T26" fmla="*/ 364 w 426"/>
                <a:gd name="T27" fmla="*/ 363 h 426"/>
                <a:gd name="T28" fmla="*/ 213 w 426"/>
                <a:gd name="T29" fmla="*/ 426 h 426"/>
                <a:gd name="T30" fmla="*/ 63 w 426"/>
                <a:gd name="T31" fmla="*/ 363 h 426"/>
                <a:gd name="T32" fmla="*/ 0 w 426"/>
                <a:gd name="T33" fmla="*/ 213 h 426"/>
                <a:gd name="T34" fmla="*/ 63 w 426"/>
                <a:gd name="T35" fmla="*/ 62 h 426"/>
                <a:gd name="T36" fmla="*/ 213 w 426"/>
                <a:gd name="T37" fmla="*/ 0 h 426"/>
                <a:gd name="T38" fmla="*/ 277 w 426"/>
                <a:gd name="T39" fmla="*/ 208 h 426"/>
                <a:gd name="T40" fmla="*/ 296 w 426"/>
                <a:gd name="T41" fmla="*/ 215 h 426"/>
                <a:gd name="T42" fmla="*/ 304 w 426"/>
                <a:gd name="T43" fmla="*/ 234 h 426"/>
                <a:gd name="T44" fmla="*/ 296 w 426"/>
                <a:gd name="T45" fmla="*/ 253 h 426"/>
                <a:gd name="T46" fmla="*/ 277 w 426"/>
                <a:gd name="T47" fmla="*/ 261 h 426"/>
                <a:gd name="T48" fmla="*/ 258 w 426"/>
                <a:gd name="T49" fmla="*/ 253 h 426"/>
                <a:gd name="T50" fmla="*/ 250 w 426"/>
                <a:gd name="T51" fmla="*/ 234 h 426"/>
                <a:gd name="T52" fmla="*/ 258 w 426"/>
                <a:gd name="T53" fmla="*/ 215 h 426"/>
                <a:gd name="T54" fmla="*/ 277 w 426"/>
                <a:gd name="T55" fmla="*/ 208 h 426"/>
                <a:gd name="T56" fmla="*/ 149 w 426"/>
                <a:gd name="T57" fmla="*/ 208 h 426"/>
                <a:gd name="T58" fmla="*/ 168 w 426"/>
                <a:gd name="T59" fmla="*/ 215 h 426"/>
                <a:gd name="T60" fmla="*/ 176 w 426"/>
                <a:gd name="T61" fmla="*/ 234 h 426"/>
                <a:gd name="T62" fmla="*/ 168 w 426"/>
                <a:gd name="T63" fmla="*/ 253 h 426"/>
                <a:gd name="T64" fmla="*/ 149 w 426"/>
                <a:gd name="T65" fmla="*/ 261 h 426"/>
                <a:gd name="T66" fmla="*/ 130 w 426"/>
                <a:gd name="T67" fmla="*/ 253 h 426"/>
                <a:gd name="T68" fmla="*/ 122 w 426"/>
                <a:gd name="T69" fmla="*/ 234 h 426"/>
                <a:gd name="T70" fmla="*/ 130 w 426"/>
                <a:gd name="T71" fmla="*/ 215 h 426"/>
                <a:gd name="T72" fmla="*/ 149 w 426"/>
                <a:gd name="T73" fmla="*/ 208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6" h="426">
                  <a:moveTo>
                    <a:pt x="213" y="384"/>
                  </a:moveTo>
                  <a:cubicBezTo>
                    <a:pt x="260" y="384"/>
                    <a:pt x="300" y="367"/>
                    <a:pt x="334" y="333"/>
                  </a:cubicBezTo>
                  <a:cubicBezTo>
                    <a:pt x="367" y="300"/>
                    <a:pt x="384" y="260"/>
                    <a:pt x="384" y="213"/>
                  </a:cubicBezTo>
                  <a:cubicBezTo>
                    <a:pt x="384" y="198"/>
                    <a:pt x="382" y="182"/>
                    <a:pt x="377" y="165"/>
                  </a:cubicBezTo>
                  <a:cubicBezTo>
                    <a:pt x="364" y="168"/>
                    <a:pt x="348" y="170"/>
                    <a:pt x="329" y="170"/>
                  </a:cubicBezTo>
                  <a:cubicBezTo>
                    <a:pt x="256" y="170"/>
                    <a:pt x="198" y="140"/>
                    <a:pt x="155" y="80"/>
                  </a:cubicBezTo>
                  <a:cubicBezTo>
                    <a:pt x="133" y="133"/>
                    <a:pt x="96" y="172"/>
                    <a:pt x="43" y="195"/>
                  </a:cubicBezTo>
                  <a:cubicBezTo>
                    <a:pt x="42" y="199"/>
                    <a:pt x="42" y="205"/>
                    <a:pt x="42" y="213"/>
                  </a:cubicBezTo>
                  <a:cubicBezTo>
                    <a:pt x="42" y="260"/>
                    <a:pt x="59" y="300"/>
                    <a:pt x="93" y="333"/>
                  </a:cubicBezTo>
                  <a:cubicBezTo>
                    <a:pt x="126" y="367"/>
                    <a:pt x="166" y="384"/>
                    <a:pt x="213" y="384"/>
                  </a:cubicBezTo>
                  <a:close/>
                  <a:moveTo>
                    <a:pt x="213" y="0"/>
                  </a:moveTo>
                  <a:cubicBezTo>
                    <a:pt x="272" y="0"/>
                    <a:pt x="322" y="21"/>
                    <a:pt x="364" y="62"/>
                  </a:cubicBezTo>
                  <a:cubicBezTo>
                    <a:pt x="405" y="104"/>
                    <a:pt x="426" y="154"/>
                    <a:pt x="426" y="213"/>
                  </a:cubicBezTo>
                  <a:cubicBezTo>
                    <a:pt x="426" y="272"/>
                    <a:pt x="405" y="322"/>
                    <a:pt x="364" y="363"/>
                  </a:cubicBezTo>
                  <a:cubicBezTo>
                    <a:pt x="322" y="405"/>
                    <a:pt x="272" y="426"/>
                    <a:pt x="213" y="426"/>
                  </a:cubicBezTo>
                  <a:cubicBezTo>
                    <a:pt x="154" y="426"/>
                    <a:pt x="104" y="405"/>
                    <a:pt x="63" y="363"/>
                  </a:cubicBezTo>
                  <a:cubicBezTo>
                    <a:pt x="21" y="322"/>
                    <a:pt x="0" y="272"/>
                    <a:pt x="0" y="213"/>
                  </a:cubicBezTo>
                  <a:cubicBezTo>
                    <a:pt x="0" y="154"/>
                    <a:pt x="21" y="104"/>
                    <a:pt x="63" y="62"/>
                  </a:cubicBezTo>
                  <a:cubicBezTo>
                    <a:pt x="104" y="21"/>
                    <a:pt x="154" y="0"/>
                    <a:pt x="213" y="0"/>
                  </a:cubicBezTo>
                  <a:close/>
                  <a:moveTo>
                    <a:pt x="277" y="208"/>
                  </a:moveTo>
                  <a:cubicBezTo>
                    <a:pt x="284" y="208"/>
                    <a:pt x="291" y="210"/>
                    <a:pt x="296" y="215"/>
                  </a:cubicBezTo>
                  <a:cubicBezTo>
                    <a:pt x="301" y="220"/>
                    <a:pt x="304" y="227"/>
                    <a:pt x="304" y="234"/>
                  </a:cubicBezTo>
                  <a:cubicBezTo>
                    <a:pt x="304" y="241"/>
                    <a:pt x="301" y="248"/>
                    <a:pt x="296" y="253"/>
                  </a:cubicBezTo>
                  <a:cubicBezTo>
                    <a:pt x="291" y="258"/>
                    <a:pt x="284" y="261"/>
                    <a:pt x="277" y="261"/>
                  </a:cubicBezTo>
                  <a:cubicBezTo>
                    <a:pt x="270" y="261"/>
                    <a:pt x="263" y="258"/>
                    <a:pt x="258" y="253"/>
                  </a:cubicBezTo>
                  <a:cubicBezTo>
                    <a:pt x="253" y="248"/>
                    <a:pt x="250" y="241"/>
                    <a:pt x="250" y="234"/>
                  </a:cubicBezTo>
                  <a:cubicBezTo>
                    <a:pt x="250" y="227"/>
                    <a:pt x="253" y="220"/>
                    <a:pt x="258" y="215"/>
                  </a:cubicBezTo>
                  <a:cubicBezTo>
                    <a:pt x="263" y="210"/>
                    <a:pt x="270" y="208"/>
                    <a:pt x="277" y="208"/>
                  </a:cubicBezTo>
                  <a:close/>
                  <a:moveTo>
                    <a:pt x="149" y="208"/>
                  </a:moveTo>
                  <a:cubicBezTo>
                    <a:pt x="156" y="208"/>
                    <a:pt x="163" y="210"/>
                    <a:pt x="168" y="215"/>
                  </a:cubicBezTo>
                  <a:cubicBezTo>
                    <a:pt x="173" y="220"/>
                    <a:pt x="176" y="227"/>
                    <a:pt x="176" y="234"/>
                  </a:cubicBezTo>
                  <a:cubicBezTo>
                    <a:pt x="176" y="241"/>
                    <a:pt x="173" y="248"/>
                    <a:pt x="168" y="253"/>
                  </a:cubicBezTo>
                  <a:cubicBezTo>
                    <a:pt x="163" y="258"/>
                    <a:pt x="156" y="261"/>
                    <a:pt x="149" y="261"/>
                  </a:cubicBezTo>
                  <a:cubicBezTo>
                    <a:pt x="142" y="261"/>
                    <a:pt x="135" y="258"/>
                    <a:pt x="130" y="253"/>
                  </a:cubicBezTo>
                  <a:cubicBezTo>
                    <a:pt x="125" y="248"/>
                    <a:pt x="122" y="241"/>
                    <a:pt x="122" y="234"/>
                  </a:cubicBezTo>
                  <a:cubicBezTo>
                    <a:pt x="122" y="227"/>
                    <a:pt x="125" y="220"/>
                    <a:pt x="130" y="215"/>
                  </a:cubicBezTo>
                  <a:cubicBezTo>
                    <a:pt x="135" y="210"/>
                    <a:pt x="142" y="208"/>
                    <a:pt x="149" y="208"/>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6" name="Freeform 12"/>
            <p:cNvSpPr/>
            <p:nvPr/>
          </p:nvSpPr>
          <p:spPr bwMode="auto">
            <a:xfrm>
              <a:off x="8540963" y="1232742"/>
              <a:ext cx="452450" cy="416020"/>
            </a:xfrm>
            <a:custGeom>
              <a:avLst/>
              <a:gdLst>
                <a:gd name="T0" fmla="*/ 213 w 426"/>
                <a:gd name="T1" fmla="*/ 391 h 391"/>
                <a:gd name="T2" fmla="*/ 182 w 426"/>
                <a:gd name="T3" fmla="*/ 363 h 391"/>
                <a:gd name="T4" fmla="*/ 105 w 426"/>
                <a:gd name="T5" fmla="*/ 292 h 391"/>
                <a:gd name="T6" fmla="*/ 52 w 426"/>
                <a:gd name="T7" fmla="*/ 235 h 391"/>
                <a:gd name="T8" fmla="*/ 11 w 426"/>
                <a:gd name="T9" fmla="*/ 173 h 391"/>
                <a:gd name="T10" fmla="*/ 0 w 426"/>
                <a:gd name="T11" fmla="*/ 117 h 391"/>
                <a:gd name="T12" fmla="*/ 34 w 426"/>
                <a:gd name="T13" fmla="*/ 34 h 391"/>
                <a:gd name="T14" fmla="*/ 117 w 426"/>
                <a:gd name="T15" fmla="*/ 0 h 391"/>
                <a:gd name="T16" fmla="*/ 213 w 426"/>
                <a:gd name="T17" fmla="*/ 45 h 391"/>
                <a:gd name="T18" fmla="*/ 309 w 426"/>
                <a:gd name="T19" fmla="*/ 0 h 391"/>
                <a:gd name="T20" fmla="*/ 393 w 426"/>
                <a:gd name="T21" fmla="*/ 34 h 391"/>
                <a:gd name="T22" fmla="*/ 426 w 426"/>
                <a:gd name="T23" fmla="*/ 117 h 391"/>
                <a:gd name="T24" fmla="*/ 400 w 426"/>
                <a:gd name="T25" fmla="*/ 198 h 391"/>
                <a:gd name="T26" fmla="*/ 344 w 426"/>
                <a:gd name="T27" fmla="*/ 271 h 391"/>
                <a:gd name="T28" fmla="*/ 244 w 426"/>
                <a:gd name="T29" fmla="*/ 364 h 391"/>
                <a:gd name="T30" fmla="*/ 213 w 426"/>
                <a:gd name="T31" fmla="*/ 391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6" h="391">
                  <a:moveTo>
                    <a:pt x="213" y="391"/>
                  </a:moveTo>
                  <a:cubicBezTo>
                    <a:pt x="182" y="363"/>
                    <a:pt x="182" y="363"/>
                    <a:pt x="182" y="363"/>
                  </a:cubicBezTo>
                  <a:cubicBezTo>
                    <a:pt x="147" y="331"/>
                    <a:pt x="121" y="307"/>
                    <a:pt x="105" y="292"/>
                  </a:cubicBezTo>
                  <a:cubicBezTo>
                    <a:pt x="89" y="277"/>
                    <a:pt x="71" y="258"/>
                    <a:pt x="52" y="235"/>
                  </a:cubicBezTo>
                  <a:cubicBezTo>
                    <a:pt x="32" y="212"/>
                    <a:pt x="18" y="192"/>
                    <a:pt x="11" y="173"/>
                  </a:cubicBezTo>
                  <a:cubicBezTo>
                    <a:pt x="4" y="155"/>
                    <a:pt x="0" y="136"/>
                    <a:pt x="0" y="117"/>
                  </a:cubicBezTo>
                  <a:cubicBezTo>
                    <a:pt x="0" y="84"/>
                    <a:pt x="11" y="57"/>
                    <a:pt x="34" y="34"/>
                  </a:cubicBezTo>
                  <a:cubicBezTo>
                    <a:pt x="56" y="11"/>
                    <a:pt x="84" y="0"/>
                    <a:pt x="117" y="0"/>
                  </a:cubicBezTo>
                  <a:cubicBezTo>
                    <a:pt x="156" y="0"/>
                    <a:pt x="188" y="15"/>
                    <a:pt x="213" y="45"/>
                  </a:cubicBezTo>
                  <a:cubicBezTo>
                    <a:pt x="238" y="15"/>
                    <a:pt x="270" y="0"/>
                    <a:pt x="309" y="0"/>
                  </a:cubicBezTo>
                  <a:cubicBezTo>
                    <a:pt x="342" y="0"/>
                    <a:pt x="370" y="11"/>
                    <a:pt x="393" y="34"/>
                  </a:cubicBezTo>
                  <a:cubicBezTo>
                    <a:pt x="415" y="57"/>
                    <a:pt x="426" y="84"/>
                    <a:pt x="426" y="117"/>
                  </a:cubicBezTo>
                  <a:cubicBezTo>
                    <a:pt x="426" y="143"/>
                    <a:pt x="417" y="170"/>
                    <a:pt x="400" y="198"/>
                  </a:cubicBezTo>
                  <a:cubicBezTo>
                    <a:pt x="383" y="226"/>
                    <a:pt x="364" y="250"/>
                    <a:pt x="344" y="271"/>
                  </a:cubicBezTo>
                  <a:cubicBezTo>
                    <a:pt x="323" y="292"/>
                    <a:pt x="290" y="323"/>
                    <a:pt x="244" y="364"/>
                  </a:cubicBezTo>
                  <a:lnTo>
                    <a:pt x="213" y="391"/>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7" name="Freeform 13"/>
            <p:cNvSpPr>
              <a:spLocks noEditPoints="1"/>
            </p:cNvSpPr>
            <p:nvPr/>
          </p:nvSpPr>
          <p:spPr bwMode="auto">
            <a:xfrm>
              <a:off x="9647027" y="1232742"/>
              <a:ext cx="452900" cy="416020"/>
            </a:xfrm>
            <a:custGeom>
              <a:avLst/>
              <a:gdLst>
                <a:gd name="T0" fmla="*/ 215 w 426"/>
                <a:gd name="T1" fmla="*/ 332 h 391"/>
                <a:gd name="T2" fmla="*/ 286 w 426"/>
                <a:gd name="T3" fmla="*/ 267 h 391"/>
                <a:gd name="T4" fmla="*/ 336 w 426"/>
                <a:gd name="T5" fmla="*/ 215 h 391"/>
                <a:gd name="T6" fmla="*/ 374 w 426"/>
                <a:gd name="T7" fmla="*/ 162 h 391"/>
                <a:gd name="T8" fmla="*/ 384 w 426"/>
                <a:gd name="T9" fmla="*/ 117 h 391"/>
                <a:gd name="T10" fmla="*/ 363 w 426"/>
                <a:gd name="T11" fmla="*/ 64 h 391"/>
                <a:gd name="T12" fmla="*/ 309 w 426"/>
                <a:gd name="T13" fmla="*/ 43 h 391"/>
                <a:gd name="T14" fmla="*/ 263 w 426"/>
                <a:gd name="T15" fmla="*/ 57 h 391"/>
                <a:gd name="T16" fmla="*/ 233 w 426"/>
                <a:gd name="T17" fmla="*/ 93 h 391"/>
                <a:gd name="T18" fmla="*/ 193 w 426"/>
                <a:gd name="T19" fmla="*/ 93 h 391"/>
                <a:gd name="T20" fmla="*/ 164 w 426"/>
                <a:gd name="T21" fmla="*/ 57 h 391"/>
                <a:gd name="T22" fmla="*/ 117 w 426"/>
                <a:gd name="T23" fmla="*/ 43 h 391"/>
                <a:gd name="T24" fmla="*/ 64 w 426"/>
                <a:gd name="T25" fmla="*/ 64 h 391"/>
                <a:gd name="T26" fmla="*/ 42 w 426"/>
                <a:gd name="T27" fmla="*/ 117 h 391"/>
                <a:gd name="T28" fmla="*/ 53 w 426"/>
                <a:gd name="T29" fmla="*/ 162 h 391"/>
                <a:gd name="T30" fmla="*/ 90 w 426"/>
                <a:gd name="T31" fmla="*/ 215 h 391"/>
                <a:gd name="T32" fmla="*/ 140 w 426"/>
                <a:gd name="T33" fmla="*/ 267 h 391"/>
                <a:gd name="T34" fmla="*/ 211 w 426"/>
                <a:gd name="T35" fmla="*/ 332 h 391"/>
                <a:gd name="T36" fmla="*/ 213 w 426"/>
                <a:gd name="T37" fmla="*/ 334 h 391"/>
                <a:gd name="T38" fmla="*/ 215 w 426"/>
                <a:gd name="T39" fmla="*/ 332 h 391"/>
                <a:gd name="T40" fmla="*/ 309 w 426"/>
                <a:gd name="T41" fmla="*/ 0 h 391"/>
                <a:gd name="T42" fmla="*/ 393 w 426"/>
                <a:gd name="T43" fmla="*/ 34 h 391"/>
                <a:gd name="T44" fmla="*/ 426 w 426"/>
                <a:gd name="T45" fmla="*/ 117 h 391"/>
                <a:gd name="T46" fmla="*/ 415 w 426"/>
                <a:gd name="T47" fmla="*/ 173 h 391"/>
                <a:gd name="T48" fmla="*/ 375 w 426"/>
                <a:gd name="T49" fmla="*/ 235 h 391"/>
                <a:gd name="T50" fmla="*/ 321 w 426"/>
                <a:gd name="T51" fmla="*/ 292 h 391"/>
                <a:gd name="T52" fmla="*/ 244 w 426"/>
                <a:gd name="T53" fmla="*/ 363 h 391"/>
                <a:gd name="T54" fmla="*/ 213 w 426"/>
                <a:gd name="T55" fmla="*/ 391 h 391"/>
                <a:gd name="T56" fmla="*/ 182 w 426"/>
                <a:gd name="T57" fmla="*/ 364 h 391"/>
                <a:gd name="T58" fmla="*/ 83 w 426"/>
                <a:gd name="T59" fmla="*/ 271 h 391"/>
                <a:gd name="T60" fmla="*/ 26 w 426"/>
                <a:gd name="T61" fmla="*/ 198 h 391"/>
                <a:gd name="T62" fmla="*/ 0 w 426"/>
                <a:gd name="T63" fmla="*/ 117 h 391"/>
                <a:gd name="T64" fmla="*/ 34 w 426"/>
                <a:gd name="T65" fmla="*/ 34 h 391"/>
                <a:gd name="T66" fmla="*/ 117 w 426"/>
                <a:gd name="T67" fmla="*/ 0 h 391"/>
                <a:gd name="T68" fmla="*/ 213 w 426"/>
                <a:gd name="T69" fmla="*/ 45 h 391"/>
                <a:gd name="T70" fmla="*/ 309 w 426"/>
                <a:gd name="T71" fmla="*/ 0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6" h="391">
                  <a:moveTo>
                    <a:pt x="215" y="332"/>
                  </a:moveTo>
                  <a:cubicBezTo>
                    <a:pt x="247" y="303"/>
                    <a:pt x="271" y="282"/>
                    <a:pt x="286" y="267"/>
                  </a:cubicBezTo>
                  <a:cubicBezTo>
                    <a:pt x="301" y="252"/>
                    <a:pt x="318" y="235"/>
                    <a:pt x="336" y="215"/>
                  </a:cubicBezTo>
                  <a:cubicBezTo>
                    <a:pt x="354" y="195"/>
                    <a:pt x="367" y="177"/>
                    <a:pt x="374" y="162"/>
                  </a:cubicBezTo>
                  <a:cubicBezTo>
                    <a:pt x="381" y="147"/>
                    <a:pt x="384" y="132"/>
                    <a:pt x="384" y="117"/>
                  </a:cubicBezTo>
                  <a:cubicBezTo>
                    <a:pt x="384" y="96"/>
                    <a:pt x="377" y="78"/>
                    <a:pt x="363" y="64"/>
                  </a:cubicBezTo>
                  <a:cubicBezTo>
                    <a:pt x="348" y="50"/>
                    <a:pt x="330" y="43"/>
                    <a:pt x="309" y="43"/>
                  </a:cubicBezTo>
                  <a:cubicBezTo>
                    <a:pt x="292" y="43"/>
                    <a:pt x="277" y="48"/>
                    <a:pt x="263" y="57"/>
                  </a:cubicBezTo>
                  <a:cubicBezTo>
                    <a:pt x="248" y="66"/>
                    <a:pt x="238" y="78"/>
                    <a:pt x="233" y="93"/>
                  </a:cubicBezTo>
                  <a:cubicBezTo>
                    <a:pt x="193" y="93"/>
                    <a:pt x="193" y="93"/>
                    <a:pt x="193" y="93"/>
                  </a:cubicBezTo>
                  <a:cubicBezTo>
                    <a:pt x="188" y="78"/>
                    <a:pt x="178" y="66"/>
                    <a:pt x="164" y="57"/>
                  </a:cubicBezTo>
                  <a:cubicBezTo>
                    <a:pt x="149" y="48"/>
                    <a:pt x="134" y="43"/>
                    <a:pt x="117" y="43"/>
                  </a:cubicBezTo>
                  <a:cubicBezTo>
                    <a:pt x="96" y="43"/>
                    <a:pt x="78" y="50"/>
                    <a:pt x="64" y="64"/>
                  </a:cubicBezTo>
                  <a:cubicBezTo>
                    <a:pt x="49" y="78"/>
                    <a:pt x="42" y="96"/>
                    <a:pt x="42" y="117"/>
                  </a:cubicBezTo>
                  <a:cubicBezTo>
                    <a:pt x="42" y="132"/>
                    <a:pt x="46" y="147"/>
                    <a:pt x="53" y="162"/>
                  </a:cubicBezTo>
                  <a:cubicBezTo>
                    <a:pt x="60" y="177"/>
                    <a:pt x="72" y="195"/>
                    <a:pt x="90" y="215"/>
                  </a:cubicBezTo>
                  <a:cubicBezTo>
                    <a:pt x="108" y="235"/>
                    <a:pt x="125" y="252"/>
                    <a:pt x="140" y="267"/>
                  </a:cubicBezTo>
                  <a:cubicBezTo>
                    <a:pt x="155" y="282"/>
                    <a:pt x="179" y="303"/>
                    <a:pt x="211" y="332"/>
                  </a:cubicBezTo>
                  <a:cubicBezTo>
                    <a:pt x="213" y="334"/>
                    <a:pt x="213" y="334"/>
                    <a:pt x="213" y="334"/>
                  </a:cubicBezTo>
                  <a:lnTo>
                    <a:pt x="215" y="332"/>
                  </a:lnTo>
                  <a:close/>
                  <a:moveTo>
                    <a:pt x="309" y="0"/>
                  </a:moveTo>
                  <a:cubicBezTo>
                    <a:pt x="342" y="0"/>
                    <a:pt x="370" y="11"/>
                    <a:pt x="393" y="34"/>
                  </a:cubicBezTo>
                  <a:cubicBezTo>
                    <a:pt x="415" y="57"/>
                    <a:pt x="426" y="84"/>
                    <a:pt x="426" y="117"/>
                  </a:cubicBezTo>
                  <a:cubicBezTo>
                    <a:pt x="426" y="136"/>
                    <a:pt x="422" y="155"/>
                    <a:pt x="415" y="173"/>
                  </a:cubicBezTo>
                  <a:cubicBezTo>
                    <a:pt x="408" y="192"/>
                    <a:pt x="394" y="212"/>
                    <a:pt x="375" y="235"/>
                  </a:cubicBezTo>
                  <a:cubicBezTo>
                    <a:pt x="355" y="258"/>
                    <a:pt x="337" y="277"/>
                    <a:pt x="321" y="292"/>
                  </a:cubicBezTo>
                  <a:cubicBezTo>
                    <a:pt x="305" y="307"/>
                    <a:pt x="279" y="331"/>
                    <a:pt x="244" y="363"/>
                  </a:cubicBezTo>
                  <a:cubicBezTo>
                    <a:pt x="213" y="391"/>
                    <a:pt x="213" y="391"/>
                    <a:pt x="213" y="391"/>
                  </a:cubicBezTo>
                  <a:cubicBezTo>
                    <a:pt x="182" y="364"/>
                    <a:pt x="182" y="364"/>
                    <a:pt x="182" y="364"/>
                  </a:cubicBezTo>
                  <a:cubicBezTo>
                    <a:pt x="136" y="323"/>
                    <a:pt x="103" y="292"/>
                    <a:pt x="83" y="271"/>
                  </a:cubicBezTo>
                  <a:cubicBezTo>
                    <a:pt x="62" y="250"/>
                    <a:pt x="43" y="226"/>
                    <a:pt x="26" y="198"/>
                  </a:cubicBezTo>
                  <a:cubicBezTo>
                    <a:pt x="9" y="170"/>
                    <a:pt x="0" y="143"/>
                    <a:pt x="0" y="117"/>
                  </a:cubicBezTo>
                  <a:cubicBezTo>
                    <a:pt x="0" y="84"/>
                    <a:pt x="11" y="57"/>
                    <a:pt x="34" y="34"/>
                  </a:cubicBezTo>
                  <a:cubicBezTo>
                    <a:pt x="56" y="11"/>
                    <a:pt x="84" y="0"/>
                    <a:pt x="117" y="0"/>
                  </a:cubicBezTo>
                  <a:cubicBezTo>
                    <a:pt x="156" y="0"/>
                    <a:pt x="188" y="15"/>
                    <a:pt x="213" y="45"/>
                  </a:cubicBezTo>
                  <a:cubicBezTo>
                    <a:pt x="238" y="15"/>
                    <a:pt x="270" y="0"/>
                    <a:pt x="309" y="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8" name="Freeform 14"/>
            <p:cNvSpPr>
              <a:spLocks noEditPoints="1"/>
            </p:cNvSpPr>
            <p:nvPr/>
          </p:nvSpPr>
          <p:spPr bwMode="auto">
            <a:xfrm>
              <a:off x="10753540" y="1213853"/>
              <a:ext cx="408375" cy="453799"/>
            </a:xfrm>
            <a:custGeom>
              <a:avLst/>
              <a:gdLst>
                <a:gd name="T0" fmla="*/ 320 w 384"/>
                <a:gd name="T1" fmla="*/ 363 h 427"/>
                <a:gd name="T2" fmla="*/ 320 w 384"/>
                <a:gd name="T3" fmla="*/ 342 h 427"/>
                <a:gd name="T4" fmla="*/ 276 w 384"/>
                <a:gd name="T5" fmla="*/ 294 h 427"/>
                <a:gd name="T6" fmla="*/ 192 w 384"/>
                <a:gd name="T7" fmla="*/ 276 h 427"/>
                <a:gd name="T8" fmla="*/ 108 w 384"/>
                <a:gd name="T9" fmla="*/ 294 h 427"/>
                <a:gd name="T10" fmla="*/ 64 w 384"/>
                <a:gd name="T11" fmla="*/ 342 h 427"/>
                <a:gd name="T12" fmla="*/ 64 w 384"/>
                <a:gd name="T13" fmla="*/ 363 h 427"/>
                <a:gd name="T14" fmla="*/ 320 w 384"/>
                <a:gd name="T15" fmla="*/ 363 h 427"/>
                <a:gd name="T16" fmla="*/ 192 w 384"/>
                <a:gd name="T17" fmla="*/ 107 h 427"/>
                <a:gd name="T18" fmla="*/ 147 w 384"/>
                <a:gd name="T19" fmla="*/ 126 h 427"/>
                <a:gd name="T20" fmla="*/ 128 w 384"/>
                <a:gd name="T21" fmla="*/ 171 h 427"/>
                <a:gd name="T22" fmla="*/ 147 w 384"/>
                <a:gd name="T23" fmla="*/ 216 h 427"/>
                <a:gd name="T24" fmla="*/ 192 w 384"/>
                <a:gd name="T25" fmla="*/ 235 h 427"/>
                <a:gd name="T26" fmla="*/ 237 w 384"/>
                <a:gd name="T27" fmla="*/ 216 h 427"/>
                <a:gd name="T28" fmla="*/ 256 w 384"/>
                <a:gd name="T29" fmla="*/ 171 h 427"/>
                <a:gd name="T30" fmla="*/ 237 w 384"/>
                <a:gd name="T31" fmla="*/ 126 h 427"/>
                <a:gd name="T32" fmla="*/ 192 w 384"/>
                <a:gd name="T33" fmla="*/ 107 h 427"/>
                <a:gd name="T34" fmla="*/ 341 w 384"/>
                <a:gd name="T35" fmla="*/ 43 h 427"/>
                <a:gd name="T36" fmla="*/ 371 w 384"/>
                <a:gd name="T37" fmla="*/ 56 h 427"/>
                <a:gd name="T38" fmla="*/ 384 w 384"/>
                <a:gd name="T39" fmla="*/ 86 h 427"/>
                <a:gd name="T40" fmla="*/ 384 w 384"/>
                <a:gd name="T41" fmla="*/ 384 h 427"/>
                <a:gd name="T42" fmla="*/ 371 w 384"/>
                <a:gd name="T43" fmla="*/ 414 h 427"/>
                <a:gd name="T44" fmla="*/ 341 w 384"/>
                <a:gd name="T45" fmla="*/ 427 h 427"/>
                <a:gd name="T46" fmla="*/ 43 w 384"/>
                <a:gd name="T47" fmla="*/ 427 h 427"/>
                <a:gd name="T48" fmla="*/ 13 w 384"/>
                <a:gd name="T49" fmla="*/ 414 h 427"/>
                <a:gd name="T50" fmla="*/ 0 w 384"/>
                <a:gd name="T51" fmla="*/ 384 h 427"/>
                <a:gd name="T52" fmla="*/ 0 w 384"/>
                <a:gd name="T53" fmla="*/ 86 h 427"/>
                <a:gd name="T54" fmla="*/ 13 w 384"/>
                <a:gd name="T55" fmla="*/ 56 h 427"/>
                <a:gd name="T56" fmla="*/ 43 w 384"/>
                <a:gd name="T57" fmla="*/ 43 h 427"/>
                <a:gd name="T58" fmla="*/ 64 w 384"/>
                <a:gd name="T59" fmla="*/ 43 h 427"/>
                <a:gd name="T60" fmla="*/ 64 w 384"/>
                <a:gd name="T61" fmla="*/ 0 h 427"/>
                <a:gd name="T62" fmla="*/ 107 w 384"/>
                <a:gd name="T63" fmla="*/ 0 h 427"/>
                <a:gd name="T64" fmla="*/ 107 w 384"/>
                <a:gd name="T65" fmla="*/ 43 h 427"/>
                <a:gd name="T66" fmla="*/ 277 w 384"/>
                <a:gd name="T67" fmla="*/ 43 h 427"/>
                <a:gd name="T68" fmla="*/ 277 w 384"/>
                <a:gd name="T69" fmla="*/ 0 h 427"/>
                <a:gd name="T70" fmla="*/ 320 w 384"/>
                <a:gd name="T71" fmla="*/ 0 h 427"/>
                <a:gd name="T72" fmla="*/ 320 w 384"/>
                <a:gd name="T73" fmla="*/ 43 h 427"/>
                <a:gd name="T74" fmla="*/ 341 w 384"/>
                <a:gd name="T75" fmla="*/ 43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4" h="427">
                  <a:moveTo>
                    <a:pt x="320" y="363"/>
                  </a:moveTo>
                  <a:cubicBezTo>
                    <a:pt x="320" y="342"/>
                    <a:pt x="320" y="342"/>
                    <a:pt x="320" y="342"/>
                  </a:cubicBezTo>
                  <a:cubicBezTo>
                    <a:pt x="320" y="323"/>
                    <a:pt x="305" y="307"/>
                    <a:pt x="276" y="294"/>
                  </a:cubicBezTo>
                  <a:cubicBezTo>
                    <a:pt x="247" y="282"/>
                    <a:pt x="219" y="276"/>
                    <a:pt x="192" y="276"/>
                  </a:cubicBezTo>
                  <a:cubicBezTo>
                    <a:pt x="165" y="276"/>
                    <a:pt x="137" y="282"/>
                    <a:pt x="108" y="294"/>
                  </a:cubicBezTo>
                  <a:cubicBezTo>
                    <a:pt x="79" y="307"/>
                    <a:pt x="64" y="323"/>
                    <a:pt x="64" y="342"/>
                  </a:cubicBezTo>
                  <a:cubicBezTo>
                    <a:pt x="64" y="363"/>
                    <a:pt x="64" y="363"/>
                    <a:pt x="64" y="363"/>
                  </a:cubicBezTo>
                  <a:lnTo>
                    <a:pt x="320" y="363"/>
                  </a:lnTo>
                  <a:close/>
                  <a:moveTo>
                    <a:pt x="192" y="107"/>
                  </a:moveTo>
                  <a:cubicBezTo>
                    <a:pt x="175" y="107"/>
                    <a:pt x="160" y="113"/>
                    <a:pt x="147" y="126"/>
                  </a:cubicBezTo>
                  <a:cubicBezTo>
                    <a:pt x="134" y="139"/>
                    <a:pt x="128" y="154"/>
                    <a:pt x="128" y="171"/>
                  </a:cubicBezTo>
                  <a:cubicBezTo>
                    <a:pt x="128" y="188"/>
                    <a:pt x="134" y="203"/>
                    <a:pt x="147" y="216"/>
                  </a:cubicBezTo>
                  <a:cubicBezTo>
                    <a:pt x="160" y="229"/>
                    <a:pt x="175" y="235"/>
                    <a:pt x="192" y="235"/>
                  </a:cubicBezTo>
                  <a:cubicBezTo>
                    <a:pt x="209" y="235"/>
                    <a:pt x="224" y="229"/>
                    <a:pt x="237" y="216"/>
                  </a:cubicBezTo>
                  <a:cubicBezTo>
                    <a:pt x="250" y="203"/>
                    <a:pt x="256" y="188"/>
                    <a:pt x="256" y="171"/>
                  </a:cubicBezTo>
                  <a:cubicBezTo>
                    <a:pt x="256" y="154"/>
                    <a:pt x="250" y="139"/>
                    <a:pt x="237" y="126"/>
                  </a:cubicBezTo>
                  <a:cubicBezTo>
                    <a:pt x="224" y="113"/>
                    <a:pt x="209" y="107"/>
                    <a:pt x="192" y="107"/>
                  </a:cubicBezTo>
                  <a:close/>
                  <a:moveTo>
                    <a:pt x="341" y="43"/>
                  </a:moveTo>
                  <a:cubicBezTo>
                    <a:pt x="352" y="43"/>
                    <a:pt x="362" y="47"/>
                    <a:pt x="371" y="56"/>
                  </a:cubicBezTo>
                  <a:cubicBezTo>
                    <a:pt x="380" y="65"/>
                    <a:pt x="384" y="75"/>
                    <a:pt x="384" y="86"/>
                  </a:cubicBezTo>
                  <a:cubicBezTo>
                    <a:pt x="384" y="384"/>
                    <a:pt x="384" y="384"/>
                    <a:pt x="384" y="384"/>
                  </a:cubicBezTo>
                  <a:cubicBezTo>
                    <a:pt x="384" y="395"/>
                    <a:pt x="380" y="405"/>
                    <a:pt x="371" y="414"/>
                  </a:cubicBezTo>
                  <a:cubicBezTo>
                    <a:pt x="362" y="423"/>
                    <a:pt x="352" y="427"/>
                    <a:pt x="341" y="427"/>
                  </a:cubicBezTo>
                  <a:cubicBezTo>
                    <a:pt x="43" y="427"/>
                    <a:pt x="43" y="427"/>
                    <a:pt x="43" y="427"/>
                  </a:cubicBezTo>
                  <a:cubicBezTo>
                    <a:pt x="31" y="427"/>
                    <a:pt x="21" y="423"/>
                    <a:pt x="13" y="414"/>
                  </a:cubicBezTo>
                  <a:cubicBezTo>
                    <a:pt x="4" y="405"/>
                    <a:pt x="0" y="395"/>
                    <a:pt x="0" y="384"/>
                  </a:cubicBezTo>
                  <a:cubicBezTo>
                    <a:pt x="0" y="86"/>
                    <a:pt x="0" y="86"/>
                    <a:pt x="0" y="86"/>
                  </a:cubicBezTo>
                  <a:cubicBezTo>
                    <a:pt x="0" y="75"/>
                    <a:pt x="4" y="65"/>
                    <a:pt x="13" y="56"/>
                  </a:cubicBezTo>
                  <a:cubicBezTo>
                    <a:pt x="21" y="47"/>
                    <a:pt x="31" y="43"/>
                    <a:pt x="43" y="43"/>
                  </a:cubicBezTo>
                  <a:cubicBezTo>
                    <a:pt x="64" y="43"/>
                    <a:pt x="64" y="43"/>
                    <a:pt x="64" y="43"/>
                  </a:cubicBezTo>
                  <a:cubicBezTo>
                    <a:pt x="64" y="0"/>
                    <a:pt x="64" y="0"/>
                    <a:pt x="64" y="0"/>
                  </a:cubicBezTo>
                  <a:cubicBezTo>
                    <a:pt x="107" y="0"/>
                    <a:pt x="107" y="0"/>
                    <a:pt x="107" y="0"/>
                  </a:cubicBezTo>
                  <a:cubicBezTo>
                    <a:pt x="107" y="43"/>
                    <a:pt x="107" y="43"/>
                    <a:pt x="107" y="43"/>
                  </a:cubicBezTo>
                  <a:cubicBezTo>
                    <a:pt x="277" y="43"/>
                    <a:pt x="277" y="43"/>
                    <a:pt x="277" y="43"/>
                  </a:cubicBezTo>
                  <a:cubicBezTo>
                    <a:pt x="277" y="0"/>
                    <a:pt x="277" y="0"/>
                    <a:pt x="277" y="0"/>
                  </a:cubicBezTo>
                  <a:cubicBezTo>
                    <a:pt x="320" y="0"/>
                    <a:pt x="320" y="0"/>
                    <a:pt x="320" y="0"/>
                  </a:cubicBezTo>
                  <a:cubicBezTo>
                    <a:pt x="320" y="43"/>
                    <a:pt x="320" y="43"/>
                    <a:pt x="320" y="43"/>
                  </a:cubicBezTo>
                  <a:lnTo>
                    <a:pt x="341" y="43"/>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6" name="组合 5"/>
          <p:cNvGrpSpPr/>
          <p:nvPr/>
        </p:nvGrpSpPr>
        <p:grpSpPr>
          <a:xfrm>
            <a:off x="854124" y="2153222"/>
            <a:ext cx="10347660" cy="544649"/>
            <a:chOff x="860129" y="1860596"/>
            <a:chExt cx="10347660" cy="544649"/>
          </a:xfrm>
        </p:grpSpPr>
        <p:sp>
          <p:nvSpPr>
            <p:cNvPr id="169" name="Freeform 15"/>
            <p:cNvSpPr>
              <a:spLocks noEditPoints="1"/>
            </p:cNvSpPr>
            <p:nvPr/>
          </p:nvSpPr>
          <p:spPr bwMode="auto">
            <a:xfrm>
              <a:off x="860129" y="1974383"/>
              <a:ext cx="452450" cy="317075"/>
            </a:xfrm>
            <a:custGeom>
              <a:avLst/>
              <a:gdLst>
                <a:gd name="T0" fmla="*/ 149 w 426"/>
                <a:gd name="T1" fmla="*/ 170 h 298"/>
                <a:gd name="T2" fmla="*/ 200 w 426"/>
                <a:gd name="T3" fmla="*/ 176 h 298"/>
                <a:gd name="T4" fmla="*/ 149 w 426"/>
                <a:gd name="T5" fmla="*/ 250 h 298"/>
                <a:gd name="T6" fmla="*/ 149 w 426"/>
                <a:gd name="T7" fmla="*/ 298 h 298"/>
                <a:gd name="T8" fmla="*/ 0 w 426"/>
                <a:gd name="T9" fmla="*/ 298 h 298"/>
                <a:gd name="T10" fmla="*/ 0 w 426"/>
                <a:gd name="T11" fmla="*/ 245 h 298"/>
                <a:gd name="T12" fmla="*/ 28 w 426"/>
                <a:gd name="T13" fmla="*/ 204 h 298"/>
                <a:gd name="T14" fmla="*/ 88 w 426"/>
                <a:gd name="T15" fmla="*/ 178 h 298"/>
                <a:gd name="T16" fmla="*/ 149 w 426"/>
                <a:gd name="T17" fmla="*/ 170 h 298"/>
                <a:gd name="T18" fmla="*/ 309 w 426"/>
                <a:gd name="T19" fmla="*/ 192 h 298"/>
                <a:gd name="T20" fmla="*/ 386 w 426"/>
                <a:gd name="T21" fmla="*/ 208 h 298"/>
                <a:gd name="T22" fmla="*/ 426 w 426"/>
                <a:gd name="T23" fmla="*/ 250 h 298"/>
                <a:gd name="T24" fmla="*/ 426 w 426"/>
                <a:gd name="T25" fmla="*/ 298 h 298"/>
                <a:gd name="T26" fmla="*/ 192 w 426"/>
                <a:gd name="T27" fmla="*/ 298 h 298"/>
                <a:gd name="T28" fmla="*/ 192 w 426"/>
                <a:gd name="T29" fmla="*/ 250 h 298"/>
                <a:gd name="T30" fmla="*/ 232 w 426"/>
                <a:gd name="T31" fmla="*/ 208 h 298"/>
                <a:gd name="T32" fmla="*/ 309 w 426"/>
                <a:gd name="T33" fmla="*/ 192 h 298"/>
                <a:gd name="T34" fmla="*/ 149 w 426"/>
                <a:gd name="T35" fmla="*/ 128 h 298"/>
                <a:gd name="T36" fmla="*/ 104 w 426"/>
                <a:gd name="T37" fmla="*/ 109 h 298"/>
                <a:gd name="T38" fmla="*/ 85 w 426"/>
                <a:gd name="T39" fmla="*/ 64 h 298"/>
                <a:gd name="T40" fmla="*/ 104 w 426"/>
                <a:gd name="T41" fmla="*/ 19 h 298"/>
                <a:gd name="T42" fmla="*/ 149 w 426"/>
                <a:gd name="T43" fmla="*/ 0 h 298"/>
                <a:gd name="T44" fmla="*/ 194 w 426"/>
                <a:gd name="T45" fmla="*/ 19 h 298"/>
                <a:gd name="T46" fmla="*/ 213 w 426"/>
                <a:gd name="T47" fmla="*/ 64 h 298"/>
                <a:gd name="T48" fmla="*/ 194 w 426"/>
                <a:gd name="T49" fmla="*/ 109 h 298"/>
                <a:gd name="T50" fmla="*/ 149 w 426"/>
                <a:gd name="T51" fmla="*/ 128 h 298"/>
                <a:gd name="T52" fmla="*/ 309 w 426"/>
                <a:gd name="T53" fmla="*/ 149 h 298"/>
                <a:gd name="T54" fmla="*/ 272 w 426"/>
                <a:gd name="T55" fmla="*/ 133 h 298"/>
                <a:gd name="T56" fmla="*/ 256 w 426"/>
                <a:gd name="T57" fmla="*/ 96 h 298"/>
                <a:gd name="T58" fmla="*/ 272 w 426"/>
                <a:gd name="T59" fmla="*/ 58 h 298"/>
                <a:gd name="T60" fmla="*/ 309 w 426"/>
                <a:gd name="T61" fmla="*/ 42 h 298"/>
                <a:gd name="T62" fmla="*/ 347 w 426"/>
                <a:gd name="T63" fmla="*/ 58 h 298"/>
                <a:gd name="T64" fmla="*/ 362 w 426"/>
                <a:gd name="T65" fmla="*/ 96 h 298"/>
                <a:gd name="T66" fmla="*/ 347 w 426"/>
                <a:gd name="T67" fmla="*/ 133 h 298"/>
                <a:gd name="T68" fmla="*/ 309 w 426"/>
                <a:gd name="T69"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6" h="298">
                  <a:moveTo>
                    <a:pt x="149" y="170"/>
                  </a:moveTo>
                  <a:cubicBezTo>
                    <a:pt x="164" y="170"/>
                    <a:pt x="181" y="172"/>
                    <a:pt x="200" y="176"/>
                  </a:cubicBezTo>
                  <a:cubicBezTo>
                    <a:pt x="166" y="195"/>
                    <a:pt x="149" y="219"/>
                    <a:pt x="149" y="250"/>
                  </a:cubicBezTo>
                  <a:cubicBezTo>
                    <a:pt x="149" y="298"/>
                    <a:pt x="149" y="298"/>
                    <a:pt x="149" y="298"/>
                  </a:cubicBezTo>
                  <a:cubicBezTo>
                    <a:pt x="0" y="298"/>
                    <a:pt x="0" y="298"/>
                    <a:pt x="0" y="298"/>
                  </a:cubicBezTo>
                  <a:cubicBezTo>
                    <a:pt x="0" y="245"/>
                    <a:pt x="0" y="245"/>
                    <a:pt x="0" y="245"/>
                  </a:cubicBezTo>
                  <a:cubicBezTo>
                    <a:pt x="0" y="230"/>
                    <a:pt x="9" y="216"/>
                    <a:pt x="28" y="204"/>
                  </a:cubicBezTo>
                  <a:cubicBezTo>
                    <a:pt x="46" y="192"/>
                    <a:pt x="66" y="183"/>
                    <a:pt x="88" y="178"/>
                  </a:cubicBezTo>
                  <a:cubicBezTo>
                    <a:pt x="110" y="173"/>
                    <a:pt x="130" y="170"/>
                    <a:pt x="149" y="170"/>
                  </a:cubicBezTo>
                  <a:close/>
                  <a:moveTo>
                    <a:pt x="309" y="192"/>
                  </a:moveTo>
                  <a:cubicBezTo>
                    <a:pt x="334" y="192"/>
                    <a:pt x="359" y="197"/>
                    <a:pt x="386" y="208"/>
                  </a:cubicBezTo>
                  <a:cubicBezTo>
                    <a:pt x="413" y="219"/>
                    <a:pt x="426" y="233"/>
                    <a:pt x="426" y="250"/>
                  </a:cubicBezTo>
                  <a:cubicBezTo>
                    <a:pt x="426" y="298"/>
                    <a:pt x="426" y="298"/>
                    <a:pt x="426" y="298"/>
                  </a:cubicBezTo>
                  <a:cubicBezTo>
                    <a:pt x="192" y="298"/>
                    <a:pt x="192" y="298"/>
                    <a:pt x="192" y="298"/>
                  </a:cubicBezTo>
                  <a:cubicBezTo>
                    <a:pt x="192" y="250"/>
                    <a:pt x="192" y="250"/>
                    <a:pt x="192" y="250"/>
                  </a:cubicBezTo>
                  <a:cubicBezTo>
                    <a:pt x="192" y="233"/>
                    <a:pt x="205" y="219"/>
                    <a:pt x="232" y="208"/>
                  </a:cubicBezTo>
                  <a:cubicBezTo>
                    <a:pt x="259" y="197"/>
                    <a:pt x="284" y="192"/>
                    <a:pt x="309" y="192"/>
                  </a:cubicBezTo>
                  <a:close/>
                  <a:moveTo>
                    <a:pt x="149" y="128"/>
                  </a:moveTo>
                  <a:cubicBezTo>
                    <a:pt x="132" y="128"/>
                    <a:pt x="117" y="122"/>
                    <a:pt x="104" y="109"/>
                  </a:cubicBezTo>
                  <a:cubicBezTo>
                    <a:pt x="91" y="96"/>
                    <a:pt x="85" y="81"/>
                    <a:pt x="85" y="64"/>
                  </a:cubicBezTo>
                  <a:cubicBezTo>
                    <a:pt x="85" y="47"/>
                    <a:pt x="91" y="32"/>
                    <a:pt x="104" y="19"/>
                  </a:cubicBezTo>
                  <a:cubicBezTo>
                    <a:pt x="117" y="6"/>
                    <a:pt x="132" y="0"/>
                    <a:pt x="149" y="0"/>
                  </a:cubicBezTo>
                  <a:cubicBezTo>
                    <a:pt x="166" y="0"/>
                    <a:pt x="181" y="6"/>
                    <a:pt x="194" y="19"/>
                  </a:cubicBezTo>
                  <a:cubicBezTo>
                    <a:pt x="207" y="32"/>
                    <a:pt x="213" y="47"/>
                    <a:pt x="213" y="64"/>
                  </a:cubicBezTo>
                  <a:cubicBezTo>
                    <a:pt x="213" y="81"/>
                    <a:pt x="207" y="96"/>
                    <a:pt x="194" y="109"/>
                  </a:cubicBezTo>
                  <a:cubicBezTo>
                    <a:pt x="181" y="122"/>
                    <a:pt x="166" y="128"/>
                    <a:pt x="149" y="128"/>
                  </a:cubicBezTo>
                  <a:close/>
                  <a:moveTo>
                    <a:pt x="309" y="149"/>
                  </a:moveTo>
                  <a:cubicBezTo>
                    <a:pt x="294" y="149"/>
                    <a:pt x="282" y="144"/>
                    <a:pt x="272" y="133"/>
                  </a:cubicBezTo>
                  <a:cubicBezTo>
                    <a:pt x="261" y="123"/>
                    <a:pt x="256" y="111"/>
                    <a:pt x="256" y="96"/>
                  </a:cubicBezTo>
                  <a:cubicBezTo>
                    <a:pt x="256" y="81"/>
                    <a:pt x="261" y="69"/>
                    <a:pt x="272" y="58"/>
                  </a:cubicBezTo>
                  <a:cubicBezTo>
                    <a:pt x="282" y="47"/>
                    <a:pt x="294" y="42"/>
                    <a:pt x="309" y="42"/>
                  </a:cubicBezTo>
                  <a:cubicBezTo>
                    <a:pt x="324" y="42"/>
                    <a:pt x="336" y="47"/>
                    <a:pt x="347" y="58"/>
                  </a:cubicBezTo>
                  <a:cubicBezTo>
                    <a:pt x="357" y="69"/>
                    <a:pt x="362" y="81"/>
                    <a:pt x="362" y="96"/>
                  </a:cubicBezTo>
                  <a:cubicBezTo>
                    <a:pt x="362" y="111"/>
                    <a:pt x="357" y="123"/>
                    <a:pt x="347" y="133"/>
                  </a:cubicBezTo>
                  <a:cubicBezTo>
                    <a:pt x="336" y="144"/>
                    <a:pt x="324" y="149"/>
                    <a:pt x="309" y="149"/>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0" name="Freeform 16"/>
            <p:cNvSpPr>
              <a:spLocks noEditPoints="1"/>
            </p:cNvSpPr>
            <p:nvPr/>
          </p:nvSpPr>
          <p:spPr bwMode="auto">
            <a:xfrm>
              <a:off x="1894233" y="1905796"/>
              <a:ext cx="499674" cy="454249"/>
            </a:xfrm>
            <a:custGeom>
              <a:avLst/>
              <a:gdLst>
                <a:gd name="T0" fmla="*/ 470 w 470"/>
                <a:gd name="T1" fmla="*/ 192 h 427"/>
                <a:gd name="T2" fmla="*/ 469 w 470"/>
                <a:gd name="T3" fmla="*/ 194 h 427"/>
                <a:gd name="T4" fmla="*/ 470 w 470"/>
                <a:gd name="T5" fmla="*/ 194 h 427"/>
                <a:gd name="T6" fmla="*/ 470 w 470"/>
                <a:gd name="T7" fmla="*/ 235 h 427"/>
                <a:gd name="T8" fmla="*/ 467 w 470"/>
                <a:gd name="T9" fmla="*/ 251 h 427"/>
                <a:gd name="T10" fmla="*/ 402 w 470"/>
                <a:gd name="T11" fmla="*/ 401 h 427"/>
                <a:gd name="T12" fmla="*/ 363 w 470"/>
                <a:gd name="T13" fmla="*/ 427 h 427"/>
                <a:gd name="T14" fmla="*/ 171 w 470"/>
                <a:gd name="T15" fmla="*/ 427 h 427"/>
                <a:gd name="T16" fmla="*/ 141 w 470"/>
                <a:gd name="T17" fmla="*/ 414 h 427"/>
                <a:gd name="T18" fmla="*/ 128 w 470"/>
                <a:gd name="T19" fmla="*/ 384 h 427"/>
                <a:gd name="T20" fmla="*/ 128 w 470"/>
                <a:gd name="T21" fmla="*/ 171 h 427"/>
                <a:gd name="T22" fmla="*/ 141 w 470"/>
                <a:gd name="T23" fmla="*/ 141 h 427"/>
                <a:gd name="T24" fmla="*/ 281 w 470"/>
                <a:gd name="T25" fmla="*/ 0 h 427"/>
                <a:gd name="T26" fmla="*/ 304 w 470"/>
                <a:gd name="T27" fmla="*/ 23 h 427"/>
                <a:gd name="T28" fmla="*/ 313 w 470"/>
                <a:gd name="T29" fmla="*/ 45 h 427"/>
                <a:gd name="T30" fmla="*/ 313 w 470"/>
                <a:gd name="T31" fmla="*/ 52 h 427"/>
                <a:gd name="T32" fmla="*/ 292 w 470"/>
                <a:gd name="T33" fmla="*/ 150 h 427"/>
                <a:gd name="T34" fmla="*/ 427 w 470"/>
                <a:gd name="T35" fmla="*/ 150 h 427"/>
                <a:gd name="T36" fmla="*/ 457 w 470"/>
                <a:gd name="T37" fmla="*/ 162 h 427"/>
                <a:gd name="T38" fmla="*/ 470 w 470"/>
                <a:gd name="T39" fmla="*/ 192 h 427"/>
                <a:gd name="T40" fmla="*/ 0 w 470"/>
                <a:gd name="T41" fmla="*/ 427 h 427"/>
                <a:gd name="T42" fmla="*/ 0 w 470"/>
                <a:gd name="T43" fmla="*/ 171 h 427"/>
                <a:gd name="T44" fmla="*/ 86 w 470"/>
                <a:gd name="T45" fmla="*/ 171 h 427"/>
                <a:gd name="T46" fmla="*/ 86 w 470"/>
                <a:gd name="T47" fmla="*/ 427 h 427"/>
                <a:gd name="T48" fmla="*/ 0 w 470"/>
                <a:gd name="T4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0" h="427">
                  <a:moveTo>
                    <a:pt x="470" y="192"/>
                  </a:moveTo>
                  <a:cubicBezTo>
                    <a:pt x="469" y="194"/>
                    <a:pt x="469" y="194"/>
                    <a:pt x="469" y="194"/>
                  </a:cubicBezTo>
                  <a:cubicBezTo>
                    <a:pt x="470" y="194"/>
                    <a:pt x="470" y="194"/>
                    <a:pt x="470" y="194"/>
                  </a:cubicBezTo>
                  <a:cubicBezTo>
                    <a:pt x="470" y="235"/>
                    <a:pt x="470" y="235"/>
                    <a:pt x="470" y="235"/>
                  </a:cubicBezTo>
                  <a:cubicBezTo>
                    <a:pt x="470" y="240"/>
                    <a:pt x="469" y="246"/>
                    <a:pt x="467" y="251"/>
                  </a:cubicBezTo>
                  <a:cubicBezTo>
                    <a:pt x="402" y="401"/>
                    <a:pt x="402" y="401"/>
                    <a:pt x="402" y="401"/>
                  </a:cubicBezTo>
                  <a:cubicBezTo>
                    <a:pt x="395" y="418"/>
                    <a:pt x="382" y="427"/>
                    <a:pt x="363" y="427"/>
                  </a:cubicBezTo>
                  <a:cubicBezTo>
                    <a:pt x="171" y="427"/>
                    <a:pt x="171" y="427"/>
                    <a:pt x="171" y="427"/>
                  </a:cubicBezTo>
                  <a:cubicBezTo>
                    <a:pt x="160" y="427"/>
                    <a:pt x="150" y="423"/>
                    <a:pt x="141" y="414"/>
                  </a:cubicBezTo>
                  <a:cubicBezTo>
                    <a:pt x="132" y="405"/>
                    <a:pt x="128" y="395"/>
                    <a:pt x="128" y="384"/>
                  </a:cubicBezTo>
                  <a:cubicBezTo>
                    <a:pt x="128" y="171"/>
                    <a:pt x="128" y="171"/>
                    <a:pt x="128" y="171"/>
                  </a:cubicBezTo>
                  <a:cubicBezTo>
                    <a:pt x="128" y="160"/>
                    <a:pt x="132" y="150"/>
                    <a:pt x="141" y="141"/>
                  </a:cubicBezTo>
                  <a:cubicBezTo>
                    <a:pt x="281" y="0"/>
                    <a:pt x="281" y="0"/>
                    <a:pt x="281" y="0"/>
                  </a:cubicBezTo>
                  <a:cubicBezTo>
                    <a:pt x="304" y="23"/>
                    <a:pt x="304" y="23"/>
                    <a:pt x="304" y="23"/>
                  </a:cubicBezTo>
                  <a:cubicBezTo>
                    <a:pt x="310" y="29"/>
                    <a:pt x="313" y="36"/>
                    <a:pt x="313" y="45"/>
                  </a:cubicBezTo>
                  <a:cubicBezTo>
                    <a:pt x="313" y="52"/>
                    <a:pt x="313" y="52"/>
                    <a:pt x="313" y="52"/>
                  </a:cubicBezTo>
                  <a:cubicBezTo>
                    <a:pt x="292" y="150"/>
                    <a:pt x="292" y="150"/>
                    <a:pt x="292" y="150"/>
                  </a:cubicBezTo>
                  <a:cubicBezTo>
                    <a:pt x="427" y="150"/>
                    <a:pt x="427" y="150"/>
                    <a:pt x="427" y="150"/>
                  </a:cubicBezTo>
                  <a:cubicBezTo>
                    <a:pt x="438" y="150"/>
                    <a:pt x="448" y="154"/>
                    <a:pt x="457" y="162"/>
                  </a:cubicBezTo>
                  <a:cubicBezTo>
                    <a:pt x="466" y="171"/>
                    <a:pt x="470" y="181"/>
                    <a:pt x="470" y="192"/>
                  </a:cubicBezTo>
                  <a:close/>
                  <a:moveTo>
                    <a:pt x="0" y="427"/>
                  </a:moveTo>
                  <a:cubicBezTo>
                    <a:pt x="0" y="171"/>
                    <a:pt x="0" y="171"/>
                    <a:pt x="0" y="171"/>
                  </a:cubicBezTo>
                  <a:cubicBezTo>
                    <a:pt x="86" y="171"/>
                    <a:pt x="86" y="171"/>
                    <a:pt x="86" y="171"/>
                  </a:cubicBezTo>
                  <a:cubicBezTo>
                    <a:pt x="86" y="427"/>
                    <a:pt x="86" y="427"/>
                    <a:pt x="86" y="427"/>
                  </a:cubicBezTo>
                  <a:lnTo>
                    <a:pt x="0" y="427"/>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1" name="Freeform 17"/>
            <p:cNvSpPr>
              <a:spLocks noEditPoints="1"/>
            </p:cNvSpPr>
            <p:nvPr/>
          </p:nvSpPr>
          <p:spPr bwMode="auto">
            <a:xfrm>
              <a:off x="2975561" y="1962689"/>
              <a:ext cx="499674" cy="340462"/>
            </a:xfrm>
            <a:custGeom>
              <a:avLst/>
              <a:gdLst>
                <a:gd name="T0" fmla="*/ 235 w 470"/>
                <a:gd name="T1" fmla="*/ 96 h 320"/>
                <a:gd name="T2" fmla="*/ 280 w 470"/>
                <a:gd name="T3" fmla="*/ 115 h 320"/>
                <a:gd name="T4" fmla="*/ 299 w 470"/>
                <a:gd name="T5" fmla="*/ 160 h 320"/>
                <a:gd name="T6" fmla="*/ 280 w 470"/>
                <a:gd name="T7" fmla="*/ 205 h 320"/>
                <a:gd name="T8" fmla="*/ 235 w 470"/>
                <a:gd name="T9" fmla="*/ 224 h 320"/>
                <a:gd name="T10" fmla="*/ 190 w 470"/>
                <a:gd name="T11" fmla="*/ 205 h 320"/>
                <a:gd name="T12" fmla="*/ 171 w 470"/>
                <a:gd name="T13" fmla="*/ 160 h 320"/>
                <a:gd name="T14" fmla="*/ 190 w 470"/>
                <a:gd name="T15" fmla="*/ 115 h 320"/>
                <a:gd name="T16" fmla="*/ 235 w 470"/>
                <a:gd name="T17" fmla="*/ 96 h 320"/>
                <a:gd name="T18" fmla="*/ 235 w 470"/>
                <a:gd name="T19" fmla="*/ 267 h 320"/>
                <a:gd name="T20" fmla="*/ 311 w 470"/>
                <a:gd name="T21" fmla="*/ 235 h 320"/>
                <a:gd name="T22" fmla="*/ 342 w 470"/>
                <a:gd name="T23" fmla="*/ 160 h 320"/>
                <a:gd name="T24" fmla="*/ 311 w 470"/>
                <a:gd name="T25" fmla="*/ 84 h 320"/>
                <a:gd name="T26" fmla="*/ 235 w 470"/>
                <a:gd name="T27" fmla="*/ 53 h 320"/>
                <a:gd name="T28" fmla="*/ 160 w 470"/>
                <a:gd name="T29" fmla="*/ 84 h 320"/>
                <a:gd name="T30" fmla="*/ 128 w 470"/>
                <a:gd name="T31" fmla="*/ 160 h 320"/>
                <a:gd name="T32" fmla="*/ 160 w 470"/>
                <a:gd name="T33" fmla="*/ 235 h 320"/>
                <a:gd name="T34" fmla="*/ 235 w 470"/>
                <a:gd name="T35" fmla="*/ 267 h 320"/>
                <a:gd name="T36" fmla="*/ 235 w 470"/>
                <a:gd name="T37" fmla="*/ 0 h 320"/>
                <a:gd name="T38" fmla="*/ 378 w 470"/>
                <a:gd name="T39" fmla="*/ 44 h 320"/>
                <a:gd name="T40" fmla="*/ 470 w 470"/>
                <a:gd name="T41" fmla="*/ 160 h 320"/>
                <a:gd name="T42" fmla="*/ 378 w 470"/>
                <a:gd name="T43" fmla="*/ 276 h 320"/>
                <a:gd name="T44" fmla="*/ 235 w 470"/>
                <a:gd name="T45" fmla="*/ 320 h 320"/>
                <a:gd name="T46" fmla="*/ 92 w 470"/>
                <a:gd name="T47" fmla="*/ 276 h 320"/>
                <a:gd name="T48" fmla="*/ 0 w 470"/>
                <a:gd name="T49" fmla="*/ 160 h 320"/>
                <a:gd name="T50" fmla="*/ 92 w 470"/>
                <a:gd name="T51" fmla="*/ 44 h 320"/>
                <a:gd name="T52" fmla="*/ 235 w 470"/>
                <a:gd name="T53" fmla="*/ 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70" h="320">
                  <a:moveTo>
                    <a:pt x="235" y="96"/>
                  </a:moveTo>
                  <a:cubicBezTo>
                    <a:pt x="252" y="96"/>
                    <a:pt x="267" y="102"/>
                    <a:pt x="280" y="115"/>
                  </a:cubicBezTo>
                  <a:cubicBezTo>
                    <a:pt x="293" y="128"/>
                    <a:pt x="299" y="143"/>
                    <a:pt x="299" y="160"/>
                  </a:cubicBezTo>
                  <a:cubicBezTo>
                    <a:pt x="299" y="177"/>
                    <a:pt x="293" y="192"/>
                    <a:pt x="280" y="205"/>
                  </a:cubicBezTo>
                  <a:cubicBezTo>
                    <a:pt x="267" y="218"/>
                    <a:pt x="252" y="224"/>
                    <a:pt x="235" y="224"/>
                  </a:cubicBezTo>
                  <a:cubicBezTo>
                    <a:pt x="218" y="224"/>
                    <a:pt x="203" y="218"/>
                    <a:pt x="190" y="205"/>
                  </a:cubicBezTo>
                  <a:cubicBezTo>
                    <a:pt x="177" y="192"/>
                    <a:pt x="171" y="177"/>
                    <a:pt x="171" y="160"/>
                  </a:cubicBezTo>
                  <a:cubicBezTo>
                    <a:pt x="171" y="143"/>
                    <a:pt x="177" y="128"/>
                    <a:pt x="190" y="115"/>
                  </a:cubicBezTo>
                  <a:cubicBezTo>
                    <a:pt x="203" y="102"/>
                    <a:pt x="218" y="96"/>
                    <a:pt x="235" y="96"/>
                  </a:cubicBezTo>
                  <a:close/>
                  <a:moveTo>
                    <a:pt x="235" y="267"/>
                  </a:moveTo>
                  <a:cubicBezTo>
                    <a:pt x="264" y="267"/>
                    <a:pt x="290" y="256"/>
                    <a:pt x="311" y="235"/>
                  </a:cubicBezTo>
                  <a:cubicBezTo>
                    <a:pt x="332" y="214"/>
                    <a:pt x="342" y="189"/>
                    <a:pt x="342" y="160"/>
                  </a:cubicBezTo>
                  <a:cubicBezTo>
                    <a:pt x="342" y="131"/>
                    <a:pt x="332" y="105"/>
                    <a:pt x="311" y="84"/>
                  </a:cubicBezTo>
                  <a:cubicBezTo>
                    <a:pt x="290" y="63"/>
                    <a:pt x="264" y="53"/>
                    <a:pt x="235" y="53"/>
                  </a:cubicBezTo>
                  <a:cubicBezTo>
                    <a:pt x="206" y="53"/>
                    <a:pt x="181" y="63"/>
                    <a:pt x="160" y="84"/>
                  </a:cubicBezTo>
                  <a:cubicBezTo>
                    <a:pt x="139" y="105"/>
                    <a:pt x="128" y="131"/>
                    <a:pt x="128" y="160"/>
                  </a:cubicBezTo>
                  <a:cubicBezTo>
                    <a:pt x="128" y="189"/>
                    <a:pt x="139" y="214"/>
                    <a:pt x="160" y="235"/>
                  </a:cubicBezTo>
                  <a:cubicBezTo>
                    <a:pt x="181" y="256"/>
                    <a:pt x="206" y="267"/>
                    <a:pt x="235" y="267"/>
                  </a:cubicBezTo>
                  <a:close/>
                  <a:moveTo>
                    <a:pt x="235" y="0"/>
                  </a:moveTo>
                  <a:cubicBezTo>
                    <a:pt x="288" y="0"/>
                    <a:pt x="335" y="15"/>
                    <a:pt x="378" y="44"/>
                  </a:cubicBezTo>
                  <a:cubicBezTo>
                    <a:pt x="421" y="73"/>
                    <a:pt x="451" y="112"/>
                    <a:pt x="470" y="160"/>
                  </a:cubicBezTo>
                  <a:cubicBezTo>
                    <a:pt x="451" y="208"/>
                    <a:pt x="421" y="247"/>
                    <a:pt x="378" y="276"/>
                  </a:cubicBezTo>
                  <a:cubicBezTo>
                    <a:pt x="335" y="305"/>
                    <a:pt x="288" y="320"/>
                    <a:pt x="235" y="320"/>
                  </a:cubicBezTo>
                  <a:cubicBezTo>
                    <a:pt x="182" y="320"/>
                    <a:pt x="135" y="305"/>
                    <a:pt x="92" y="276"/>
                  </a:cubicBezTo>
                  <a:cubicBezTo>
                    <a:pt x="49" y="247"/>
                    <a:pt x="19" y="208"/>
                    <a:pt x="0" y="160"/>
                  </a:cubicBezTo>
                  <a:cubicBezTo>
                    <a:pt x="19" y="112"/>
                    <a:pt x="49" y="73"/>
                    <a:pt x="92" y="44"/>
                  </a:cubicBezTo>
                  <a:cubicBezTo>
                    <a:pt x="135" y="15"/>
                    <a:pt x="182" y="0"/>
                    <a:pt x="235" y="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2" name="Freeform 18"/>
            <p:cNvSpPr>
              <a:spLocks noEditPoints="1"/>
            </p:cNvSpPr>
            <p:nvPr/>
          </p:nvSpPr>
          <p:spPr bwMode="auto">
            <a:xfrm>
              <a:off x="4056889" y="1928733"/>
              <a:ext cx="544199" cy="408374"/>
            </a:xfrm>
            <a:custGeom>
              <a:avLst/>
              <a:gdLst>
                <a:gd name="T0" fmla="*/ 324 w 512"/>
                <a:gd name="T1" fmla="*/ 11 h 384"/>
                <a:gd name="T2" fmla="*/ 428 w 512"/>
                <a:gd name="T3" fmla="*/ 75 h 384"/>
                <a:gd name="T4" fmla="*/ 491 w 512"/>
                <a:gd name="T5" fmla="*/ 154 h 384"/>
                <a:gd name="T6" fmla="*/ 512 w 512"/>
                <a:gd name="T7" fmla="*/ 192 h 384"/>
                <a:gd name="T8" fmla="*/ 499 w 512"/>
                <a:gd name="T9" fmla="*/ 216 h 384"/>
                <a:gd name="T10" fmla="*/ 461 w 512"/>
                <a:gd name="T11" fmla="*/ 272 h 384"/>
                <a:gd name="T12" fmla="*/ 398 w 512"/>
                <a:gd name="T13" fmla="*/ 334 h 384"/>
                <a:gd name="T14" fmla="*/ 310 w 512"/>
                <a:gd name="T15" fmla="*/ 377 h 384"/>
                <a:gd name="T16" fmla="*/ 188 w 512"/>
                <a:gd name="T17" fmla="*/ 373 h 384"/>
                <a:gd name="T18" fmla="*/ 84 w 512"/>
                <a:gd name="T19" fmla="*/ 309 h 384"/>
                <a:gd name="T20" fmla="*/ 21 w 512"/>
                <a:gd name="T21" fmla="*/ 231 h 384"/>
                <a:gd name="T22" fmla="*/ 0 w 512"/>
                <a:gd name="T23" fmla="*/ 193 h 384"/>
                <a:gd name="T24" fmla="*/ 13 w 512"/>
                <a:gd name="T25" fmla="*/ 169 h 384"/>
                <a:gd name="T26" fmla="*/ 51 w 512"/>
                <a:gd name="T27" fmla="*/ 113 h 384"/>
                <a:gd name="T28" fmla="*/ 114 w 512"/>
                <a:gd name="T29" fmla="*/ 50 h 384"/>
                <a:gd name="T30" fmla="*/ 202 w 512"/>
                <a:gd name="T31" fmla="*/ 7 h 384"/>
                <a:gd name="T32" fmla="*/ 256 w 512"/>
                <a:gd name="T33" fmla="*/ 43 h 384"/>
                <a:gd name="T34" fmla="*/ 170 w 512"/>
                <a:gd name="T35" fmla="*/ 65 h 384"/>
                <a:gd name="T36" fmla="*/ 104 w 512"/>
                <a:gd name="T37" fmla="*/ 116 h 384"/>
                <a:gd name="T38" fmla="*/ 61 w 512"/>
                <a:gd name="T39" fmla="*/ 171 h 384"/>
                <a:gd name="T40" fmla="*/ 61 w 512"/>
                <a:gd name="T41" fmla="*/ 215 h 384"/>
                <a:gd name="T42" fmla="*/ 104 w 512"/>
                <a:gd name="T43" fmla="*/ 269 h 384"/>
                <a:gd name="T44" fmla="*/ 170 w 512"/>
                <a:gd name="T45" fmla="*/ 320 h 384"/>
                <a:gd name="T46" fmla="*/ 256 w 512"/>
                <a:gd name="T47" fmla="*/ 341 h 384"/>
                <a:gd name="T48" fmla="*/ 342 w 512"/>
                <a:gd name="T49" fmla="*/ 319 h 384"/>
                <a:gd name="T50" fmla="*/ 408 w 512"/>
                <a:gd name="T51" fmla="*/ 269 h 384"/>
                <a:gd name="T52" fmla="*/ 451 w 512"/>
                <a:gd name="T53" fmla="*/ 214 h 384"/>
                <a:gd name="T54" fmla="*/ 451 w 512"/>
                <a:gd name="T55" fmla="*/ 170 h 384"/>
                <a:gd name="T56" fmla="*/ 408 w 512"/>
                <a:gd name="T57" fmla="*/ 115 h 384"/>
                <a:gd name="T58" fmla="*/ 342 w 512"/>
                <a:gd name="T59" fmla="*/ 65 h 384"/>
                <a:gd name="T60" fmla="*/ 256 w 512"/>
                <a:gd name="T61" fmla="*/ 43 h 384"/>
                <a:gd name="T62" fmla="*/ 316 w 512"/>
                <a:gd name="T63" fmla="*/ 132 h 384"/>
                <a:gd name="T64" fmla="*/ 316 w 512"/>
                <a:gd name="T65" fmla="*/ 252 h 384"/>
                <a:gd name="T66" fmla="*/ 196 w 512"/>
                <a:gd name="T67" fmla="*/ 252 h 384"/>
                <a:gd name="T68" fmla="*/ 196 w 512"/>
                <a:gd name="T69" fmla="*/ 132 h 384"/>
                <a:gd name="T70" fmla="*/ 256 w 512"/>
                <a:gd name="T71" fmla="*/ 149 h 384"/>
                <a:gd name="T72" fmla="*/ 213 w 512"/>
                <a:gd name="T73" fmla="*/ 192 h 384"/>
                <a:gd name="T74" fmla="*/ 256 w 512"/>
                <a:gd name="T75" fmla="*/ 235 h 384"/>
                <a:gd name="T76" fmla="*/ 299 w 512"/>
                <a:gd name="T77" fmla="*/ 192 h 384"/>
                <a:gd name="T78" fmla="*/ 256 w 512"/>
                <a:gd name="T79" fmla="*/ 1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384">
                  <a:moveTo>
                    <a:pt x="256" y="0"/>
                  </a:moveTo>
                  <a:cubicBezTo>
                    <a:pt x="279" y="0"/>
                    <a:pt x="302" y="4"/>
                    <a:pt x="324" y="11"/>
                  </a:cubicBezTo>
                  <a:cubicBezTo>
                    <a:pt x="346" y="18"/>
                    <a:pt x="365" y="27"/>
                    <a:pt x="382" y="38"/>
                  </a:cubicBezTo>
                  <a:cubicBezTo>
                    <a:pt x="398" y="49"/>
                    <a:pt x="414" y="62"/>
                    <a:pt x="428" y="75"/>
                  </a:cubicBezTo>
                  <a:cubicBezTo>
                    <a:pt x="443" y="89"/>
                    <a:pt x="455" y="103"/>
                    <a:pt x="465" y="116"/>
                  </a:cubicBezTo>
                  <a:cubicBezTo>
                    <a:pt x="475" y="130"/>
                    <a:pt x="484" y="143"/>
                    <a:pt x="491" y="154"/>
                  </a:cubicBezTo>
                  <a:cubicBezTo>
                    <a:pt x="498" y="165"/>
                    <a:pt x="504" y="174"/>
                    <a:pt x="507" y="181"/>
                  </a:cubicBezTo>
                  <a:cubicBezTo>
                    <a:pt x="512" y="192"/>
                    <a:pt x="512" y="192"/>
                    <a:pt x="512" y="192"/>
                  </a:cubicBezTo>
                  <a:cubicBezTo>
                    <a:pt x="511" y="194"/>
                    <a:pt x="510" y="196"/>
                    <a:pt x="509" y="199"/>
                  </a:cubicBezTo>
                  <a:cubicBezTo>
                    <a:pt x="508" y="202"/>
                    <a:pt x="504" y="207"/>
                    <a:pt x="499" y="216"/>
                  </a:cubicBezTo>
                  <a:cubicBezTo>
                    <a:pt x="494" y="225"/>
                    <a:pt x="489" y="233"/>
                    <a:pt x="484" y="242"/>
                  </a:cubicBezTo>
                  <a:cubicBezTo>
                    <a:pt x="478" y="250"/>
                    <a:pt x="471" y="260"/>
                    <a:pt x="461" y="272"/>
                  </a:cubicBezTo>
                  <a:cubicBezTo>
                    <a:pt x="452" y="283"/>
                    <a:pt x="443" y="294"/>
                    <a:pt x="433" y="304"/>
                  </a:cubicBezTo>
                  <a:cubicBezTo>
                    <a:pt x="423" y="314"/>
                    <a:pt x="412" y="324"/>
                    <a:pt x="398" y="334"/>
                  </a:cubicBezTo>
                  <a:cubicBezTo>
                    <a:pt x="385" y="344"/>
                    <a:pt x="371" y="353"/>
                    <a:pt x="357" y="360"/>
                  </a:cubicBezTo>
                  <a:cubicBezTo>
                    <a:pt x="343" y="367"/>
                    <a:pt x="327" y="373"/>
                    <a:pt x="310" y="377"/>
                  </a:cubicBezTo>
                  <a:cubicBezTo>
                    <a:pt x="292" y="382"/>
                    <a:pt x="274" y="384"/>
                    <a:pt x="256" y="384"/>
                  </a:cubicBezTo>
                  <a:cubicBezTo>
                    <a:pt x="233" y="384"/>
                    <a:pt x="210" y="380"/>
                    <a:pt x="188" y="373"/>
                  </a:cubicBezTo>
                  <a:cubicBezTo>
                    <a:pt x="166" y="366"/>
                    <a:pt x="147" y="357"/>
                    <a:pt x="130" y="346"/>
                  </a:cubicBezTo>
                  <a:cubicBezTo>
                    <a:pt x="114" y="335"/>
                    <a:pt x="98" y="322"/>
                    <a:pt x="84" y="309"/>
                  </a:cubicBezTo>
                  <a:cubicBezTo>
                    <a:pt x="69" y="295"/>
                    <a:pt x="57" y="282"/>
                    <a:pt x="47" y="268"/>
                  </a:cubicBezTo>
                  <a:cubicBezTo>
                    <a:pt x="37" y="254"/>
                    <a:pt x="28" y="242"/>
                    <a:pt x="21" y="231"/>
                  </a:cubicBezTo>
                  <a:cubicBezTo>
                    <a:pt x="14" y="220"/>
                    <a:pt x="8" y="210"/>
                    <a:pt x="5" y="203"/>
                  </a:cubicBezTo>
                  <a:cubicBezTo>
                    <a:pt x="0" y="193"/>
                    <a:pt x="0" y="193"/>
                    <a:pt x="0" y="193"/>
                  </a:cubicBezTo>
                  <a:cubicBezTo>
                    <a:pt x="1" y="191"/>
                    <a:pt x="2" y="189"/>
                    <a:pt x="3" y="186"/>
                  </a:cubicBezTo>
                  <a:cubicBezTo>
                    <a:pt x="4" y="183"/>
                    <a:pt x="8" y="177"/>
                    <a:pt x="13" y="169"/>
                  </a:cubicBezTo>
                  <a:cubicBezTo>
                    <a:pt x="18" y="160"/>
                    <a:pt x="23" y="151"/>
                    <a:pt x="28" y="143"/>
                  </a:cubicBezTo>
                  <a:cubicBezTo>
                    <a:pt x="34" y="134"/>
                    <a:pt x="41" y="124"/>
                    <a:pt x="51" y="113"/>
                  </a:cubicBezTo>
                  <a:cubicBezTo>
                    <a:pt x="60" y="101"/>
                    <a:pt x="69" y="90"/>
                    <a:pt x="79" y="80"/>
                  </a:cubicBezTo>
                  <a:cubicBezTo>
                    <a:pt x="89" y="70"/>
                    <a:pt x="100" y="60"/>
                    <a:pt x="114" y="50"/>
                  </a:cubicBezTo>
                  <a:cubicBezTo>
                    <a:pt x="127" y="40"/>
                    <a:pt x="141" y="31"/>
                    <a:pt x="155" y="24"/>
                  </a:cubicBezTo>
                  <a:cubicBezTo>
                    <a:pt x="169" y="17"/>
                    <a:pt x="185" y="11"/>
                    <a:pt x="202" y="7"/>
                  </a:cubicBezTo>
                  <a:cubicBezTo>
                    <a:pt x="220" y="2"/>
                    <a:pt x="238" y="0"/>
                    <a:pt x="256" y="0"/>
                  </a:cubicBezTo>
                  <a:close/>
                  <a:moveTo>
                    <a:pt x="256" y="43"/>
                  </a:moveTo>
                  <a:cubicBezTo>
                    <a:pt x="240" y="43"/>
                    <a:pt x="225" y="45"/>
                    <a:pt x="210" y="49"/>
                  </a:cubicBezTo>
                  <a:cubicBezTo>
                    <a:pt x="195" y="53"/>
                    <a:pt x="182" y="58"/>
                    <a:pt x="170" y="65"/>
                  </a:cubicBezTo>
                  <a:cubicBezTo>
                    <a:pt x="158" y="71"/>
                    <a:pt x="146" y="79"/>
                    <a:pt x="134" y="88"/>
                  </a:cubicBezTo>
                  <a:cubicBezTo>
                    <a:pt x="123" y="98"/>
                    <a:pt x="113" y="107"/>
                    <a:pt x="104" y="116"/>
                  </a:cubicBezTo>
                  <a:cubicBezTo>
                    <a:pt x="96" y="125"/>
                    <a:pt x="88" y="134"/>
                    <a:pt x="80" y="144"/>
                  </a:cubicBezTo>
                  <a:cubicBezTo>
                    <a:pt x="72" y="155"/>
                    <a:pt x="66" y="164"/>
                    <a:pt x="61" y="171"/>
                  </a:cubicBezTo>
                  <a:cubicBezTo>
                    <a:pt x="57" y="178"/>
                    <a:pt x="52" y="186"/>
                    <a:pt x="48" y="193"/>
                  </a:cubicBezTo>
                  <a:cubicBezTo>
                    <a:pt x="52" y="200"/>
                    <a:pt x="57" y="207"/>
                    <a:pt x="61" y="215"/>
                  </a:cubicBezTo>
                  <a:cubicBezTo>
                    <a:pt x="66" y="222"/>
                    <a:pt x="72" y="231"/>
                    <a:pt x="80" y="241"/>
                  </a:cubicBezTo>
                  <a:cubicBezTo>
                    <a:pt x="88" y="251"/>
                    <a:pt x="96" y="260"/>
                    <a:pt x="104" y="269"/>
                  </a:cubicBezTo>
                  <a:cubicBezTo>
                    <a:pt x="113" y="278"/>
                    <a:pt x="123" y="287"/>
                    <a:pt x="134" y="296"/>
                  </a:cubicBezTo>
                  <a:cubicBezTo>
                    <a:pt x="146" y="305"/>
                    <a:pt x="158" y="313"/>
                    <a:pt x="170" y="320"/>
                  </a:cubicBezTo>
                  <a:cubicBezTo>
                    <a:pt x="182" y="326"/>
                    <a:pt x="195" y="331"/>
                    <a:pt x="210" y="335"/>
                  </a:cubicBezTo>
                  <a:cubicBezTo>
                    <a:pt x="225" y="339"/>
                    <a:pt x="240" y="341"/>
                    <a:pt x="256" y="341"/>
                  </a:cubicBezTo>
                  <a:cubicBezTo>
                    <a:pt x="272" y="341"/>
                    <a:pt x="287" y="339"/>
                    <a:pt x="302" y="335"/>
                  </a:cubicBezTo>
                  <a:cubicBezTo>
                    <a:pt x="317" y="331"/>
                    <a:pt x="330" y="326"/>
                    <a:pt x="342" y="319"/>
                  </a:cubicBezTo>
                  <a:cubicBezTo>
                    <a:pt x="354" y="313"/>
                    <a:pt x="366" y="305"/>
                    <a:pt x="378" y="296"/>
                  </a:cubicBezTo>
                  <a:cubicBezTo>
                    <a:pt x="389" y="287"/>
                    <a:pt x="399" y="278"/>
                    <a:pt x="408" y="269"/>
                  </a:cubicBezTo>
                  <a:cubicBezTo>
                    <a:pt x="416" y="260"/>
                    <a:pt x="424" y="250"/>
                    <a:pt x="432" y="240"/>
                  </a:cubicBezTo>
                  <a:cubicBezTo>
                    <a:pt x="440" y="230"/>
                    <a:pt x="446" y="221"/>
                    <a:pt x="451" y="214"/>
                  </a:cubicBezTo>
                  <a:cubicBezTo>
                    <a:pt x="455" y="207"/>
                    <a:pt x="460" y="199"/>
                    <a:pt x="464" y="192"/>
                  </a:cubicBezTo>
                  <a:cubicBezTo>
                    <a:pt x="460" y="185"/>
                    <a:pt x="455" y="178"/>
                    <a:pt x="451" y="170"/>
                  </a:cubicBezTo>
                  <a:cubicBezTo>
                    <a:pt x="446" y="163"/>
                    <a:pt x="440" y="154"/>
                    <a:pt x="432" y="144"/>
                  </a:cubicBezTo>
                  <a:cubicBezTo>
                    <a:pt x="424" y="134"/>
                    <a:pt x="416" y="124"/>
                    <a:pt x="408" y="115"/>
                  </a:cubicBezTo>
                  <a:cubicBezTo>
                    <a:pt x="399" y="106"/>
                    <a:pt x="389" y="97"/>
                    <a:pt x="378" y="88"/>
                  </a:cubicBezTo>
                  <a:cubicBezTo>
                    <a:pt x="366" y="79"/>
                    <a:pt x="354" y="71"/>
                    <a:pt x="342" y="65"/>
                  </a:cubicBezTo>
                  <a:cubicBezTo>
                    <a:pt x="330" y="58"/>
                    <a:pt x="317" y="53"/>
                    <a:pt x="302" y="49"/>
                  </a:cubicBezTo>
                  <a:cubicBezTo>
                    <a:pt x="287" y="45"/>
                    <a:pt x="272" y="43"/>
                    <a:pt x="256" y="43"/>
                  </a:cubicBezTo>
                  <a:close/>
                  <a:moveTo>
                    <a:pt x="256" y="107"/>
                  </a:moveTo>
                  <a:cubicBezTo>
                    <a:pt x="280" y="107"/>
                    <a:pt x="300" y="115"/>
                    <a:pt x="316" y="132"/>
                  </a:cubicBezTo>
                  <a:cubicBezTo>
                    <a:pt x="333" y="148"/>
                    <a:pt x="341" y="168"/>
                    <a:pt x="341" y="192"/>
                  </a:cubicBezTo>
                  <a:cubicBezTo>
                    <a:pt x="341" y="216"/>
                    <a:pt x="333" y="236"/>
                    <a:pt x="316" y="252"/>
                  </a:cubicBezTo>
                  <a:cubicBezTo>
                    <a:pt x="300" y="269"/>
                    <a:pt x="280" y="277"/>
                    <a:pt x="256" y="277"/>
                  </a:cubicBezTo>
                  <a:cubicBezTo>
                    <a:pt x="232" y="277"/>
                    <a:pt x="212" y="269"/>
                    <a:pt x="196" y="252"/>
                  </a:cubicBezTo>
                  <a:cubicBezTo>
                    <a:pt x="179" y="236"/>
                    <a:pt x="171" y="216"/>
                    <a:pt x="171" y="192"/>
                  </a:cubicBezTo>
                  <a:cubicBezTo>
                    <a:pt x="171" y="168"/>
                    <a:pt x="179" y="148"/>
                    <a:pt x="196" y="132"/>
                  </a:cubicBezTo>
                  <a:cubicBezTo>
                    <a:pt x="212" y="115"/>
                    <a:pt x="232" y="107"/>
                    <a:pt x="256" y="107"/>
                  </a:cubicBezTo>
                  <a:close/>
                  <a:moveTo>
                    <a:pt x="256" y="149"/>
                  </a:moveTo>
                  <a:cubicBezTo>
                    <a:pt x="244" y="149"/>
                    <a:pt x="234" y="153"/>
                    <a:pt x="226" y="162"/>
                  </a:cubicBezTo>
                  <a:cubicBezTo>
                    <a:pt x="217" y="170"/>
                    <a:pt x="213" y="180"/>
                    <a:pt x="213" y="192"/>
                  </a:cubicBezTo>
                  <a:cubicBezTo>
                    <a:pt x="213" y="204"/>
                    <a:pt x="217" y="214"/>
                    <a:pt x="226" y="222"/>
                  </a:cubicBezTo>
                  <a:cubicBezTo>
                    <a:pt x="234" y="231"/>
                    <a:pt x="244" y="235"/>
                    <a:pt x="256" y="235"/>
                  </a:cubicBezTo>
                  <a:cubicBezTo>
                    <a:pt x="268" y="235"/>
                    <a:pt x="278" y="231"/>
                    <a:pt x="286" y="222"/>
                  </a:cubicBezTo>
                  <a:cubicBezTo>
                    <a:pt x="295" y="214"/>
                    <a:pt x="299" y="204"/>
                    <a:pt x="299" y="192"/>
                  </a:cubicBezTo>
                  <a:cubicBezTo>
                    <a:pt x="299" y="180"/>
                    <a:pt x="295" y="170"/>
                    <a:pt x="286" y="162"/>
                  </a:cubicBezTo>
                  <a:cubicBezTo>
                    <a:pt x="278" y="153"/>
                    <a:pt x="268" y="149"/>
                    <a:pt x="256" y="149"/>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3" name="Freeform 19"/>
            <p:cNvSpPr>
              <a:spLocks noEditPoints="1"/>
            </p:cNvSpPr>
            <p:nvPr/>
          </p:nvSpPr>
          <p:spPr bwMode="auto">
            <a:xfrm>
              <a:off x="5182742" y="1928733"/>
              <a:ext cx="499674" cy="408374"/>
            </a:xfrm>
            <a:custGeom>
              <a:avLst/>
              <a:gdLst>
                <a:gd name="T0" fmla="*/ 64 w 470"/>
                <a:gd name="T1" fmla="*/ 0 h 384"/>
                <a:gd name="T2" fmla="*/ 406 w 470"/>
                <a:gd name="T3" fmla="*/ 0 h 384"/>
                <a:gd name="T4" fmla="*/ 451 w 470"/>
                <a:gd name="T5" fmla="*/ 19 h 384"/>
                <a:gd name="T6" fmla="*/ 470 w 470"/>
                <a:gd name="T7" fmla="*/ 64 h 384"/>
                <a:gd name="T8" fmla="*/ 470 w 470"/>
                <a:gd name="T9" fmla="*/ 320 h 384"/>
                <a:gd name="T10" fmla="*/ 451 w 470"/>
                <a:gd name="T11" fmla="*/ 365 h 384"/>
                <a:gd name="T12" fmla="*/ 406 w 470"/>
                <a:gd name="T13" fmla="*/ 384 h 384"/>
                <a:gd name="T14" fmla="*/ 64 w 470"/>
                <a:gd name="T15" fmla="*/ 384 h 384"/>
                <a:gd name="T16" fmla="*/ 19 w 470"/>
                <a:gd name="T17" fmla="*/ 365 h 384"/>
                <a:gd name="T18" fmla="*/ 0 w 470"/>
                <a:gd name="T19" fmla="*/ 320 h 384"/>
                <a:gd name="T20" fmla="*/ 0 w 470"/>
                <a:gd name="T21" fmla="*/ 64 h 384"/>
                <a:gd name="T22" fmla="*/ 19 w 470"/>
                <a:gd name="T23" fmla="*/ 19 h 384"/>
                <a:gd name="T24" fmla="*/ 64 w 470"/>
                <a:gd name="T25" fmla="*/ 0 h 384"/>
                <a:gd name="T26" fmla="*/ 427 w 470"/>
                <a:gd name="T27" fmla="*/ 320 h 384"/>
                <a:gd name="T28" fmla="*/ 427 w 470"/>
                <a:gd name="T29" fmla="*/ 87 h 384"/>
                <a:gd name="T30" fmla="*/ 248 w 470"/>
                <a:gd name="T31" fmla="*/ 230 h 384"/>
                <a:gd name="T32" fmla="*/ 235 w 470"/>
                <a:gd name="T33" fmla="*/ 235 h 384"/>
                <a:gd name="T34" fmla="*/ 222 w 470"/>
                <a:gd name="T35" fmla="*/ 230 h 384"/>
                <a:gd name="T36" fmla="*/ 43 w 470"/>
                <a:gd name="T37" fmla="*/ 87 h 384"/>
                <a:gd name="T38" fmla="*/ 43 w 470"/>
                <a:gd name="T39" fmla="*/ 320 h 384"/>
                <a:gd name="T40" fmla="*/ 49 w 470"/>
                <a:gd name="T41" fmla="*/ 335 h 384"/>
                <a:gd name="T42" fmla="*/ 64 w 470"/>
                <a:gd name="T43" fmla="*/ 341 h 384"/>
                <a:gd name="T44" fmla="*/ 406 w 470"/>
                <a:gd name="T45" fmla="*/ 341 h 384"/>
                <a:gd name="T46" fmla="*/ 421 w 470"/>
                <a:gd name="T47" fmla="*/ 335 h 384"/>
                <a:gd name="T48" fmla="*/ 427 w 470"/>
                <a:gd name="T49" fmla="*/ 320 h 384"/>
                <a:gd name="T50" fmla="*/ 406 w 470"/>
                <a:gd name="T51" fmla="*/ 43 h 384"/>
                <a:gd name="T52" fmla="*/ 64 w 470"/>
                <a:gd name="T53" fmla="*/ 43 h 384"/>
                <a:gd name="T54" fmla="*/ 57 w 470"/>
                <a:gd name="T55" fmla="*/ 44 h 384"/>
                <a:gd name="T56" fmla="*/ 235 w 470"/>
                <a:gd name="T57" fmla="*/ 186 h 384"/>
                <a:gd name="T58" fmla="*/ 413 w 470"/>
                <a:gd name="T59" fmla="*/ 44 h 384"/>
                <a:gd name="T60" fmla="*/ 406 w 470"/>
                <a:gd name="T61" fmla="*/ 43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70" h="384">
                  <a:moveTo>
                    <a:pt x="64" y="0"/>
                  </a:moveTo>
                  <a:cubicBezTo>
                    <a:pt x="406" y="0"/>
                    <a:pt x="406" y="0"/>
                    <a:pt x="406" y="0"/>
                  </a:cubicBezTo>
                  <a:cubicBezTo>
                    <a:pt x="423" y="0"/>
                    <a:pt x="438" y="6"/>
                    <a:pt x="451" y="19"/>
                  </a:cubicBezTo>
                  <a:cubicBezTo>
                    <a:pt x="463" y="31"/>
                    <a:pt x="470" y="46"/>
                    <a:pt x="470" y="64"/>
                  </a:cubicBezTo>
                  <a:cubicBezTo>
                    <a:pt x="470" y="320"/>
                    <a:pt x="470" y="320"/>
                    <a:pt x="470" y="320"/>
                  </a:cubicBezTo>
                  <a:cubicBezTo>
                    <a:pt x="470" y="338"/>
                    <a:pt x="463" y="353"/>
                    <a:pt x="451" y="365"/>
                  </a:cubicBezTo>
                  <a:cubicBezTo>
                    <a:pt x="438" y="378"/>
                    <a:pt x="423" y="384"/>
                    <a:pt x="406" y="384"/>
                  </a:cubicBezTo>
                  <a:cubicBezTo>
                    <a:pt x="64" y="384"/>
                    <a:pt x="64" y="384"/>
                    <a:pt x="64" y="384"/>
                  </a:cubicBezTo>
                  <a:cubicBezTo>
                    <a:pt x="47" y="384"/>
                    <a:pt x="32" y="378"/>
                    <a:pt x="19" y="365"/>
                  </a:cubicBezTo>
                  <a:cubicBezTo>
                    <a:pt x="7" y="353"/>
                    <a:pt x="0" y="338"/>
                    <a:pt x="0" y="320"/>
                  </a:cubicBezTo>
                  <a:cubicBezTo>
                    <a:pt x="0" y="64"/>
                    <a:pt x="0" y="64"/>
                    <a:pt x="0" y="64"/>
                  </a:cubicBezTo>
                  <a:cubicBezTo>
                    <a:pt x="0" y="46"/>
                    <a:pt x="7" y="31"/>
                    <a:pt x="19" y="19"/>
                  </a:cubicBezTo>
                  <a:cubicBezTo>
                    <a:pt x="32" y="6"/>
                    <a:pt x="47" y="0"/>
                    <a:pt x="64" y="0"/>
                  </a:cubicBezTo>
                  <a:close/>
                  <a:moveTo>
                    <a:pt x="427" y="320"/>
                  </a:moveTo>
                  <a:cubicBezTo>
                    <a:pt x="427" y="87"/>
                    <a:pt x="427" y="87"/>
                    <a:pt x="427" y="87"/>
                  </a:cubicBezTo>
                  <a:cubicBezTo>
                    <a:pt x="248" y="230"/>
                    <a:pt x="248" y="230"/>
                    <a:pt x="248" y="230"/>
                  </a:cubicBezTo>
                  <a:cubicBezTo>
                    <a:pt x="245" y="233"/>
                    <a:pt x="240" y="235"/>
                    <a:pt x="235" y="235"/>
                  </a:cubicBezTo>
                  <a:cubicBezTo>
                    <a:pt x="230" y="235"/>
                    <a:pt x="225" y="233"/>
                    <a:pt x="222" y="230"/>
                  </a:cubicBezTo>
                  <a:cubicBezTo>
                    <a:pt x="43" y="87"/>
                    <a:pt x="43" y="87"/>
                    <a:pt x="43" y="87"/>
                  </a:cubicBezTo>
                  <a:cubicBezTo>
                    <a:pt x="43" y="320"/>
                    <a:pt x="43" y="320"/>
                    <a:pt x="43" y="320"/>
                  </a:cubicBezTo>
                  <a:cubicBezTo>
                    <a:pt x="43" y="326"/>
                    <a:pt x="45" y="331"/>
                    <a:pt x="49" y="335"/>
                  </a:cubicBezTo>
                  <a:cubicBezTo>
                    <a:pt x="53" y="339"/>
                    <a:pt x="58" y="341"/>
                    <a:pt x="64" y="341"/>
                  </a:cubicBezTo>
                  <a:cubicBezTo>
                    <a:pt x="406" y="341"/>
                    <a:pt x="406" y="341"/>
                    <a:pt x="406" y="341"/>
                  </a:cubicBezTo>
                  <a:cubicBezTo>
                    <a:pt x="412" y="341"/>
                    <a:pt x="417" y="339"/>
                    <a:pt x="421" y="335"/>
                  </a:cubicBezTo>
                  <a:cubicBezTo>
                    <a:pt x="425" y="331"/>
                    <a:pt x="427" y="326"/>
                    <a:pt x="427" y="320"/>
                  </a:cubicBezTo>
                  <a:close/>
                  <a:moveTo>
                    <a:pt x="406" y="43"/>
                  </a:moveTo>
                  <a:cubicBezTo>
                    <a:pt x="64" y="43"/>
                    <a:pt x="64" y="43"/>
                    <a:pt x="64" y="43"/>
                  </a:cubicBezTo>
                  <a:cubicBezTo>
                    <a:pt x="62" y="43"/>
                    <a:pt x="60" y="43"/>
                    <a:pt x="57" y="44"/>
                  </a:cubicBezTo>
                  <a:cubicBezTo>
                    <a:pt x="235" y="186"/>
                    <a:pt x="235" y="186"/>
                    <a:pt x="235" y="186"/>
                  </a:cubicBezTo>
                  <a:cubicBezTo>
                    <a:pt x="413" y="44"/>
                    <a:pt x="413" y="44"/>
                    <a:pt x="413" y="44"/>
                  </a:cubicBezTo>
                  <a:cubicBezTo>
                    <a:pt x="410" y="43"/>
                    <a:pt x="408" y="43"/>
                    <a:pt x="406" y="4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4" name="Freeform 20"/>
            <p:cNvSpPr>
              <a:spLocks noEditPoints="1"/>
            </p:cNvSpPr>
            <p:nvPr/>
          </p:nvSpPr>
          <p:spPr bwMode="auto">
            <a:xfrm>
              <a:off x="6264070" y="1883083"/>
              <a:ext cx="544199" cy="499674"/>
            </a:xfrm>
            <a:custGeom>
              <a:avLst/>
              <a:gdLst>
                <a:gd name="T0" fmla="*/ 256 w 512"/>
                <a:gd name="T1" fmla="*/ 0 h 470"/>
                <a:gd name="T2" fmla="*/ 308 w 512"/>
                <a:gd name="T3" fmla="*/ 9 h 470"/>
                <a:gd name="T4" fmla="*/ 352 w 512"/>
                <a:gd name="T5" fmla="*/ 34 h 470"/>
                <a:gd name="T6" fmla="*/ 386 w 512"/>
                <a:gd name="T7" fmla="*/ 71 h 470"/>
                <a:gd name="T8" fmla="*/ 411 w 512"/>
                <a:gd name="T9" fmla="*/ 118 h 470"/>
                <a:gd name="T10" fmla="*/ 427 w 512"/>
                <a:gd name="T11" fmla="*/ 171 h 470"/>
                <a:gd name="T12" fmla="*/ 462 w 512"/>
                <a:gd name="T13" fmla="*/ 305 h 470"/>
                <a:gd name="T14" fmla="*/ 512 w 512"/>
                <a:gd name="T15" fmla="*/ 384 h 470"/>
                <a:gd name="T16" fmla="*/ 316 w 512"/>
                <a:gd name="T17" fmla="*/ 384 h 470"/>
                <a:gd name="T18" fmla="*/ 320 w 512"/>
                <a:gd name="T19" fmla="*/ 406 h 470"/>
                <a:gd name="T20" fmla="*/ 301 w 512"/>
                <a:gd name="T21" fmla="*/ 451 h 470"/>
                <a:gd name="T22" fmla="*/ 256 w 512"/>
                <a:gd name="T23" fmla="*/ 470 h 470"/>
                <a:gd name="T24" fmla="*/ 211 w 512"/>
                <a:gd name="T25" fmla="*/ 451 h 470"/>
                <a:gd name="T26" fmla="*/ 192 w 512"/>
                <a:gd name="T27" fmla="*/ 406 h 470"/>
                <a:gd name="T28" fmla="*/ 196 w 512"/>
                <a:gd name="T29" fmla="*/ 384 h 470"/>
                <a:gd name="T30" fmla="*/ 0 w 512"/>
                <a:gd name="T31" fmla="*/ 384 h 470"/>
                <a:gd name="T32" fmla="*/ 50 w 512"/>
                <a:gd name="T33" fmla="*/ 305 h 470"/>
                <a:gd name="T34" fmla="*/ 85 w 512"/>
                <a:gd name="T35" fmla="*/ 171 h 470"/>
                <a:gd name="T36" fmla="*/ 101 w 512"/>
                <a:gd name="T37" fmla="*/ 118 h 470"/>
                <a:gd name="T38" fmla="*/ 126 w 512"/>
                <a:gd name="T39" fmla="*/ 71 h 470"/>
                <a:gd name="T40" fmla="*/ 161 w 512"/>
                <a:gd name="T41" fmla="*/ 34 h 470"/>
                <a:gd name="T42" fmla="*/ 204 w 512"/>
                <a:gd name="T43" fmla="*/ 9 h 470"/>
                <a:gd name="T44" fmla="*/ 256 w 512"/>
                <a:gd name="T45" fmla="*/ 0 h 470"/>
                <a:gd name="T46" fmla="*/ 256 w 512"/>
                <a:gd name="T47" fmla="*/ 384 h 470"/>
                <a:gd name="T48" fmla="*/ 241 w 512"/>
                <a:gd name="T49" fmla="*/ 391 h 470"/>
                <a:gd name="T50" fmla="*/ 235 w 512"/>
                <a:gd name="T51" fmla="*/ 406 h 470"/>
                <a:gd name="T52" fmla="*/ 241 w 512"/>
                <a:gd name="T53" fmla="*/ 421 h 470"/>
                <a:gd name="T54" fmla="*/ 256 w 512"/>
                <a:gd name="T55" fmla="*/ 427 h 470"/>
                <a:gd name="T56" fmla="*/ 271 w 512"/>
                <a:gd name="T57" fmla="*/ 421 h 470"/>
                <a:gd name="T58" fmla="*/ 277 w 512"/>
                <a:gd name="T59" fmla="*/ 406 h 470"/>
                <a:gd name="T60" fmla="*/ 271 w 512"/>
                <a:gd name="T61" fmla="*/ 391 h 470"/>
                <a:gd name="T62" fmla="*/ 256 w 512"/>
                <a:gd name="T63" fmla="*/ 384 h 470"/>
                <a:gd name="T64" fmla="*/ 256 w 512"/>
                <a:gd name="T65" fmla="*/ 43 h 470"/>
                <a:gd name="T66" fmla="*/ 220 w 512"/>
                <a:gd name="T67" fmla="*/ 49 h 470"/>
                <a:gd name="T68" fmla="*/ 190 w 512"/>
                <a:gd name="T69" fmla="*/ 64 h 470"/>
                <a:gd name="T70" fmla="*/ 168 w 512"/>
                <a:gd name="T71" fmla="*/ 87 h 470"/>
                <a:gd name="T72" fmla="*/ 151 w 512"/>
                <a:gd name="T73" fmla="*/ 112 h 470"/>
                <a:gd name="T74" fmla="*/ 139 w 512"/>
                <a:gd name="T75" fmla="*/ 138 h 470"/>
                <a:gd name="T76" fmla="*/ 131 w 512"/>
                <a:gd name="T77" fmla="*/ 162 h 470"/>
                <a:gd name="T78" fmla="*/ 127 w 512"/>
                <a:gd name="T79" fmla="*/ 179 h 470"/>
                <a:gd name="T80" fmla="*/ 80 w 512"/>
                <a:gd name="T81" fmla="*/ 342 h 470"/>
                <a:gd name="T82" fmla="*/ 432 w 512"/>
                <a:gd name="T83" fmla="*/ 342 h 470"/>
                <a:gd name="T84" fmla="*/ 385 w 512"/>
                <a:gd name="T85" fmla="*/ 179 h 470"/>
                <a:gd name="T86" fmla="*/ 381 w 512"/>
                <a:gd name="T87" fmla="*/ 162 h 470"/>
                <a:gd name="T88" fmla="*/ 373 w 512"/>
                <a:gd name="T89" fmla="*/ 138 h 470"/>
                <a:gd name="T90" fmla="*/ 361 w 512"/>
                <a:gd name="T91" fmla="*/ 112 h 470"/>
                <a:gd name="T92" fmla="*/ 344 w 512"/>
                <a:gd name="T93" fmla="*/ 87 h 470"/>
                <a:gd name="T94" fmla="*/ 322 w 512"/>
                <a:gd name="T95" fmla="*/ 64 h 470"/>
                <a:gd name="T96" fmla="*/ 292 w 512"/>
                <a:gd name="T97" fmla="*/ 49 h 470"/>
                <a:gd name="T98" fmla="*/ 256 w 512"/>
                <a:gd name="T99" fmla="*/ 43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2" h="470">
                  <a:moveTo>
                    <a:pt x="256" y="0"/>
                  </a:moveTo>
                  <a:cubicBezTo>
                    <a:pt x="274" y="0"/>
                    <a:pt x="292" y="3"/>
                    <a:pt x="308" y="9"/>
                  </a:cubicBezTo>
                  <a:cubicBezTo>
                    <a:pt x="324" y="15"/>
                    <a:pt x="339" y="23"/>
                    <a:pt x="352" y="34"/>
                  </a:cubicBezTo>
                  <a:cubicBezTo>
                    <a:pt x="364" y="44"/>
                    <a:pt x="376" y="57"/>
                    <a:pt x="386" y="71"/>
                  </a:cubicBezTo>
                  <a:cubicBezTo>
                    <a:pt x="396" y="85"/>
                    <a:pt x="404" y="101"/>
                    <a:pt x="411" y="118"/>
                  </a:cubicBezTo>
                  <a:cubicBezTo>
                    <a:pt x="418" y="134"/>
                    <a:pt x="423" y="152"/>
                    <a:pt x="427" y="171"/>
                  </a:cubicBezTo>
                  <a:cubicBezTo>
                    <a:pt x="438" y="227"/>
                    <a:pt x="450" y="272"/>
                    <a:pt x="462" y="305"/>
                  </a:cubicBezTo>
                  <a:cubicBezTo>
                    <a:pt x="475" y="337"/>
                    <a:pt x="492" y="364"/>
                    <a:pt x="512" y="384"/>
                  </a:cubicBezTo>
                  <a:cubicBezTo>
                    <a:pt x="316" y="384"/>
                    <a:pt x="316" y="384"/>
                    <a:pt x="316" y="384"/>
                  </a:cubicBezTo>
                  <a:cubicBezTo>
                    <a:pt x="319" y="391"/>
                    <a:pt x="320" y="398"/>
                    <a:pt x="320" y="406"/>
                  </a:cubicBezTo>
                  <a:cubicBezTo>
                    <a:pt x="320" y="423"/>
                    <a:pt x="314" y="438"/>
                    <a:pt x="301" y="451"/>
                  </a:cubicBezTo>
                  <a:cubicBezTo>
                    <a:pt x="289" y="463"/>
                    <a:pt x="274" y="470"/>
                    <a:pt x="256" y="470"/>
                  </a:cubicBezTo>
                  <a:cubicBezTo>
                    <a:pt x="238" y="470"/>
                    <a:pt x="223" y="463"/>
                    <a:pt x="211" y="451"/>
                  </a:cubicBezTo>
                  <a:cubicBezTo>
                    <a:pt x="198" y="438"/>
                    <a:pt x="192" y="423"/>
                    <a:pt x="192" y="406"/>
                  </a:cubicBezTo>
                  <a:cubicBezTo>
                    <a:pt x="192" y="398"/>
                    <a:pt x="193" y="391"/>
                    <a:pt x="196" y="384"/>
                  </a:cubicBezTo>
                  <a:cubicBezTo>
                    <a:pt x="0" y="384"/>
                    <a:pt x="0" y="384"/>
                    <a:pt x="0" y="384"/>
                  </a:cubicBezTo>
                  <a:cubicBezTo>
                    <a:pt x="20" y="364"/>
                    <a:pt x="37" y="337"/>
                    <a:pt x="50" y="305"/>
                  </a:cubicBezTo>
                  <a:cubicBezTo>
                    <a:pt x="62" y="272"/>
                    <a:pt x="74" y="227"/>
                    <a:pt x="85" y="171"/>
                  </a:cubicBezTo>
                  <a:cubicBezTo>
                    <a:pt x="89" y="152"/>
                    <a:pt x="94" y="134"/>
                    <a:pt x="101" y="118"/>
                  </a:cubicBezTo>
                  <a:cubicBezTo>
                    <a:pt x="108" y="101"/>
                    <a:pt x="116" y="85"/>
                    <a:pt x="126" y="71"/>
                  </a:cubicBezTo>
                  <a:cubicBezTo>
                    <a:pt x="136" y="57"/>
                    <a:pt x="148" y="44"/>
                    <a:pt x="161" y="34"/>
                  </a:cubicBezTo>
                  <a:cubicBezTo>
                    <a:pt x="173" y="23"/>
                    <a:pt x="188" y="15"/>
                    <a:pt x="204" y="9"/>
                  </a:cubicBezTo>
                  <a:cubicBezTo>
                    <a:pt x="220" y="3"/>
                    <a:pt x="238" y="0"/>
                    <a:pt x="256" y="0"/>
                  </a:cubicBezTo>
                  <a:close/>
                  <a:moveTo>
                    <a:pt x="256" y="384"/>
                  </a:moveTo>
                  <a:cubicBezTo>
                    <a:pt x="250" y="384"/>
                    <a:pt x="245" y="386"/>
                    <a:pt x="241" y="391"/>
                  </a:cubicBezTo>
                  <a:cubicBezTo>
                    <a:pt x="237" y="395"/>
                    <a:pt x="235" y="400"/>
                    <a:pt x="235" y="406"/>
                  </a:cubicBezTo>
                  <a:cubicBezTo>
                    <a:pt x="235" y="412"/>
                    <a:pt x="237" y="417"/>
                    <a:pt x="241" y="421"/>
                  </a:cubicBezTo>
                  <a:cubicBezTo>
                    <a:pt x="245" y="425"/>
                    <a:pt x="250" y="427"/>
                    <a:pt x="256" y="427"/>
                  </a:cubicBezTo>
                  <a:cubicBezTo>
                    <a:pt x="262" y="427"/>
                    <a:pt x="267" y="425"/>
                    <a:pt x="271" y="421"/>
                  </a:cubicBezTo>
                  <a:cubicBezTo>
                    <a:pt x="275" y="417"/>
                    <a:pt x="277" y="412"/>
                    <a:pt x="277" y="406"/>
                  </a:cubicBezTo>
                  <a:cubicBezTo>
                    <a:pt x="277" y="400"/>
                    <a:pt x="275" y="395"/>
                    <a:pt x="271" y="391"/>
                  </a:cubicBezTo>
                  <a:cubicBezTo>
                    <a:pt x="267" y="386"/>
                    <a:pt x="262" y="384"/>
                    <a:pt x="256" y="384"/>
                  </a:cubicBezTo>
                  <a:close/>
                  <a:moveTo>
                    <a:pt x="256" y="43"/>
                  </a:moveTo>
                  <a:cubicBezTo>
                    <a:pt x="243" y="43"/>
                    <a:pt x="231" y="45"/>
                    <a:pt x="220" y="49"/>
                  </a:cubicBezTo>
                  <a:cubicBezTo>
                    <a:pt x="208" y="53"/>
                    <a:pt x="198" y="58"/>
                    <a:pt x="190" y="64"/>
                  </a:cubicBezTo>
                  <a:cubicBezTo>
                    <a:pt x="182" y="71"/>
                    <a:pt x="175" y="78"/>
                    <a:pt x="168" y="87"/>
                  </a:cubicBezTo>
                  <a:cubicBezTo>
                    <a:pt x="161" y="95"/>
                    <a:pt x="155" y="104"/>
                    <a:pt x="151" y="112"/>
                  </a:cubicBezTo>
                  <a:cubicBezTo>
                    <a:pt x="146" y="120"/>
                    <a:pt x="143" y="129"/>
                    <a:pt x="139" y="138"/>
                  </a:cubicBezTo>
                  <a:cubicBezTo>
                    <a:pt x="136" y="148"/>
                    <a:pt x="133" y="156"/>
                    <a:pt x="131" y="162"/>
                  </a:cubicBezTo>
                  <a:cubicBezTo>
                    <a:pt x="130" y="168"/>
                    <a:pt x="128" y="174"/>
                    <a:pt x="127" y="179"/>
                  </a:cubicBezTo>
                  <a:cubicBezTo>
                    <a:pt x="113" y="251"/>
                    <a:pt x="97" y="305"/>
                    <a:pt x="80" y="342"/>
                  </a:cubicBezTo>
                  <a:cubicBezTo>
                    <a:pt x="432" y="342"/>
                    <a:pt x="432" y="342"/>
                    <a:pt x="432" y="342"/>
                  </a:cubicBezTo>
                  <a:cubicBezTo>
                    <a:pt x="415" y="305"/>
                    <a:pt x="399" y="251"/>
                    <a:pt x="385" y="179"/>
                  </a:cubicBezTo>
                  <a:cubicBezTo>
                    <a:pt x="384" y="174"/>
                    <a:pt x="382" y="168"/>
                    <a:pt x="381" y="162"/>
                  </a:cubicBezTo>
                  <a:cubicBezTo>
                    <a:pt x="379" y="156"/>
                    <a:pt x="376" y="148"/>
                    <a:pt x="373" y="138"/>
                  </a:cubicBezTo>
                  <a:cubicBezTo>
                    <a:pt x="369" y="129"/>
                    <a:pt x="365" y="120"/>
                    <a:pt x="361" y="112"/>
                  </a:cubicBezTo>
                  <a:cubicBezTo>
                    <a:pt x="357" y="104"/>
                    <a:pt x="351" y="95"/>
                    <a:pt x="344" y="87"/>
                  </a:cubicBezTo>
                  <a:cubicBezTo>
                    <a:pt x="337" y="78"/>
                    <a:pt x="330" y="71"/>
                    <a:pt x="322" y="64"/>
                  </a:cubicBezTo>
                  <a:cubicBezTo>
                    <a:pt x="314" y="58"/>
                    <a:pt x="304" y="53"/>
                    <a:pt x="292" y="49"/>
                  </a:cubicBezTo>
                  <a:cubicBezTo>
                    <a:pt x="281" y="45"/>
                    <a:pt x="269" y="43"/>
                    <a:pt x="256" y="4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5" name="Freeform 21"/>
            <p:cNvSpPr>
              <a:spLocks noEditPoints="1"/>
            </p:cNvSpPr>
            <p:nvPr/>
          </p:nvSpPr>
          <p:spPr bwMode="auto">
            <a:xfrm>
              <a:off x="7389923" y="1883083"/>
              <a:ext cx="499674" cy="499674"/>
            </a:xfrm>
            <a:custGeom>
              <a:avLst/>
              <a:gdLst>
                <a:gd name="T0" fmla="*/ 235 w 470"/>
                <a:gd name="T1" fmla="*/ 0 h 470"/>
                <a:gd name="T2" fmla="*/ 326 w 470"/>
                <a:gd name="T3" fmla="*/ 19 h 470"/>
                <a:gd name="T4" fmla="*/ 401 w 470"/>
                <a:gd name="T5" fmla="*/ 69 h 470"/>
                <a:gd name="T6" fmla="*/ 451 w 470"/>
                <a:gd name="T7" fmla="*/ 144 h 470"/>
                <a:gd name="T8" fmla="*/ 470 w 470"/>
                <a:gd name="T9" fmla="*/ 235 h 470"/>
                <a:gd name="T10" fmla="*/ 451 w 470"/>
                <a:gd name="T11" fmla="*/ 326 h 470"/>
                <a:gd name="T12" fmla="*/ 401 w 470"/>
                <a:gd name="T13" fmla="*/ 401 h 470"/>
                <a:gd name="T14" fmla="*/ 326 w 470"/>
                <a:gd name="T15" fmla="*/ 451 h 470"/>
                <a:gd name="T16" fmla="*/ 235 w 470"/>
                <a:gd name="T17" fmla="*/ 470 h 470"/>
                <a:gd name="T18" fmla="*/ 144 w 470"/>
                <a:gd name="T19" fmla="*/ 451 h 470"/>
                <a:gd name="T20" fmla="*/ 69 w 470"/>
                <a:gd name="T21" fmla="*/ 401 h 470"/>
                <a:gd name="T22" fmla="*/ 19 w 470"/>
                <a:gd name="T23" fmla="*/ 326 h 470"/>
                <a:gd name="T24" fmla="*/ 0 w 470"/>
                <a:gd name="T25" fmla="*/ 235 h 470"/>
                <a:gd name="T26" fmla="*/ 19 w 470"/>
                <a:gd name="T27" fmla="*/ 144 h 470"/>
                <a:gd name="T28" fmla="*/ 69 w 470"/>
                <a:gd name="T29" fmla="*/ 69 h 470"/>
                <a:gd name="T30" fmla="*/ 144 w 470"/>
                <a:gd name="T31" fmla="*/ 19 h 470"/>
                <a:gd name="T32" fmla="*/ 235 w 470"/>
                <a:gd name="T33" fmla="*/ 0 h 470"/>
                <a:gd name="T34" fmla="*/ 235 w 470"/>
                <a:gd name="T35" fmla="*/ 43 h 470"/>
                <a:gd name="T36" fmla="*/ 160 w 470"/>
                <a:gd name="T37" fmla="*/ 58 h 470"/>
                <a:gd name="T38" fmla="*/ 99 w 470"/>
                <a:gd name="T39" fmla="*/ 99 h 470"/>
                <a:gd name="T40" fmla="*/ 58 w 470"/>
                <a:gd name="T41" fmla="*/ 160 h 470"/>
                <a:gd name="T42" fmla="*/ 43 w 470"/>
                <a:gd name="T43" fmla="*/ 235 h 470"/>
                <a:gd name="T44" fmla="*/ 58 w 470"/>
                <a:gd name="T45" fmla="*/ 310 h 470"/>
                <a:gd name="T46" fmla="*/ 99 w 470"/>
                <a:gd name="T47" fmla="*/ 371 h 470"/>
                <a:gd name="T48" fmla="*/ 160 w 470"/>
                <a:gd name="T49" fmla="*/ 412 h 470"/>
                <a:gd name="T50" fmla="*/ 235 w 470"/>
                <a:gd name="T51" fmla="*/ 427 h 470"/>
                <a:gd name="T52" fmla="*/ 310 w 470"/>
                <a:gd name="T53" fmla="*/ 412 h 470"/>
                <a:gd name="T54" fmla="*/ 371 w 470"/>
                <a:gd name="T55" fmla="*/ 371 h 470"/>
                <a:gd name="T56" fmla="*/ 412 w 470"/>
                <a:gd name="T57" fmla="*/ 310 h 470"/>
                <a:gd name="T58" fmla="*/ 427 w 470"/>
                <a:gd name="T59" fmla="*/ 235 h 470"/>
                <a:gd name="T60" fmla="*/ 412 w 470"/>
                <a:gd name="T61" fmla="*/ 160 h 470"/>
                <a:gd name="T62" fmla="*/ 371 w 470"/>
                <a:gd name="T63" fmla="*/ 99 h 470"/>
                <a:gd name="T64" fmla="*/ 310 w 470"/>
                <a:gd name="T65" fmla="*/ 58 h 470"/>
                <a:gd name="T66" fmla="*/ 235 w 470"/>
                <a:gd name="T67" fmla="*/ 43 h 470"/>
                <a:gd name="T68" fmla="*/ 235 w 470"/>
                <a:gd name="T69" fmla="*/ 86 h 470"/>
                <a:gd name="T70" fmla="*/ 250 w 470"/>
                <a:gd name="T71" fmla="*/ 92 h 470"/>
                <a:gd name="T72" fmla="*/ 256 w 470"/>
                <a:gd name="T73" fmla="*/ 107 h 470"/>
                <a:gd name="T74" fmla="*/ 256 w 470"/>
                <a:gd name="T75" fmla="*/ 226 h 470"/>
                <a:gd name="T76" fmla="*/ 314 w 470"/>
                <a:gd name="T77" fmla="*/ 284 h 470"/>
                <a:gd name="T78" fmla="*/ 320 w 470"/>
                <a:gd name="T79" fmla="*/ 299 h 470"/>
                <a:gd name="T80" fmla="*/ 314 w 470"/>
                <a:gd name="T81" fmla="*/ 314 h 470"/>
                <a:gd name="T82" fmla="*/ 299 w 470"/>
                <a:gd name="T83" fmla="*/ 320 h 470"/>
                <a:gd name="T84" fmla="*/ 284 w 470"/>
                <a:gd name="T85" fmla="*/ 314 h 470"/>
                <a:gd name="T86" fmla="*/ 220 w 470"/>
                <a:gd name="T87" fmla="*/ 250 h 470"/>
                <a:gd name="T88" fmla="*/ 214 w 470"/>
                <a:gd name="T89" fmla="*/ 235 h 470"/>
                <a:gd name="T90" fmla="*/ 214 w 470"/>
                <a:gd name="T91" fmla="*/ 107 h 470"/>
                <a:gd name="T92" fmla="*/ 220 w 470"/>
                <a:gd name="T93" fmla="*/ 92 h 470"/>
                <a:gd name="T94" fmla="*/ 235 w 470"/>
                <a:gd name="T95" fmla="*/ 8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70" h="470">
                  <a:moveTo>
                    <a:pt x="235" y="0"/>
                  </a:moveTo>
                  <a:cubicBezTo>
                    <a:pt x="267" y="0"/>
                    <a:pt x="297" y="7"/>
                    <a:pt x="326" y="19"/>
                  </a:cubicBezTo>
                  <a:cubicBezTo>
                    <a:pt x="355" y="31"/>
                    <a:pt x="380" y="48"/>
                    <a:pt x="401" y="69"/>
                  </a:cubicBezTo>
                  <a:cubicBezTo>
                    <a:pt x="422" y="90"/>
                    <a:pt x="439" y="115"/>
                    <a:pt x="451" y="144"/>
                  </a:cubicBezTo>
                  <a:cubicBezTo>
                    <a:pt x="463" y="173"/>
                    <a:pt x="470" y="203"/>
                    <a:pt x="470" y="235"/>
                  </a:cubicBezTo>
                  <a:cubicBezTo>
                    <a:pt x="470" y="267"/>
                    <a:pt x="463" y="297"/>
                    <a:pt x="451" y="326"/>
                  </a:cubicBezTo>
                  <a:cubicBezTo>
                    <a:pt x="439" y="355"/>
                    <a:pt x="422" y="380"/>
                    <a:pt x="401" y="401"/>
                  </a:cubicBezTo>
                  <a:cubicBezTo>
                    <a:pt x="380" y="422"/>
                    <a:pt x="355" y="439"/>
                    <a:pt x="326" y="451"/>
                  </a:cubicBezTo>
                  <a:cubicBezTo>
                    <a:pt x="297" y="463"/>
                    <a:pt x="267" y="470"/>
                    <a:pt x="235" y="470"/>
                  </a:cubicBezTo>
                  <a:cubicBezTo>
                    <a:pt x="203" y="470"/>
                    <a:pt x="173" y="463"/>
                    <a:pt x="144" y="451"/>
                  </a:cubicBezTo>
                  <a:cubicBezTo>
                    <a:pt x="115" y="439"/>
                    <a:pt x="90" y="422"/>
                    <a:pt x="69" y="401"/>
                  </a:cubicBezTo>
                  <a:cubicBezTo>
                    <a:pt x="48" y="380"/>
                    <a:pt x="31" y="355"/>
                    <a:pt x="19" y="326"/>
                  </a:cubicBezTo>
                  <a:cubicBezTo>
                    <a:pt x="7" y="297"/>
                    <a:pt x="0" y="267"/>
                    <a:pt x="0" y="235"/>
                  </a:cubicBezTo>
                  <a:cubicBezTo>
                    <a:pt x="0" y="203"/>
                    <a:pt x="7" y="173"/>
                    <a:pt x="19" y="144"/>
                  </a:cubicBezTo>
                  <a:cubicBezTo>
                    <a:pt x="31" y="115"/>
                    <a:pt x="48" y="90"/>
                    <a:pt x="69" y="69"/>
                  </a:cubicBezTo>
                  <a:cubicBezTo>
                    <a:pt x="90" y="48"/>
                    <a:pt x="115" y="31"/>
                    <a:pt x="144" y="19"/>
                  </a:cubicBezTo>
                  <a:cubicBezTo>
                    <a:pt x="173" y="7"/>
                    <a:pt x="203" y="0"/>
                    <a:pt x="235" y="0"/>
                  </a:cubicBezTo>
                  <a:close/>
                  <a:moveTo>
                    <a:pt x="235" y="43"/>
                  </a:moveTo>
                  <a:cubicBezTo>
                    <a:pt x="209" y="43"/>
                    <a:pt x="184" y="48"/>
                    <a:pt x="160" y="58"/>
                  </a:cubicBezTo>
                  <a:cubicBezTo>
                    <a:pt x="137" y="68"/>
                    <a:pt x="116" y="82"/>
                    <a:pt x="99" y="99"/>
                  </a:cubicBezTo>
                  <a:cubicBezTo>
                    <a:pt x="82" y="116"/>
                    <a:pt x="68" y="137"/>
                    <a:pt x="58" y="160"/>
                  </a:cubicBezTo>
                  <a:cubicBezTo>
                    <a:pt x="48" y="184"/>
                    <a:pt x="43" y="209"/>
                    <a:pt x="43" y="235"/>
                  </a:cubicBezTo>
                  <a:cubicBezTo>
                    <a:pt x="43" y="261"/>
                    <a:pt x="48" y="286"/>
                    <a:pt x="58" y="310"/>
                  </a:cubicBezTo>
                  <a:cubicBezTo>
                    <a:pt x="68" y="333"/>
                    <a:pt x="82" y="354"/>
                    <a:pt x="99" y="371"/>
                  </a:cubicBezTo>
                  <a:cubicBezTo>
                    <a:pt x="116" y="388"/>
                    <a:pt x="137" y="402"/>
                    <a:pt x="160" y="412"/>
                  </a:cubicBezTo>
                  <a:cubicBezTo>
                    <a:pt x="184" y="422"/>
                    <a:pt x="209" y="427"/>
                    <a:pt x="235" y="427"/>
                  </a:cubicBezTo>
                  <a:cubicBezTo>
                    <a:pt x="261" y="427"/>
                    <a:pt x="286" y="422"/>
                    <a:pt x="310" y="412"/>
                  </a:cubicBezTo>
                  <a:cubicBezTo>
                    <a:pt x="333" y="402"/>
                    <a:pt x="354" y="388"/>
                    <a:pt x="371" y="371"/>
                  </a:cubicBezTo>
                  <a:cubicBezTo>
                    <a:pt x="388" y="354"/>
                    <a:pt x="402" y="333"/>
                    <a:pt x="412" y="310"/>
                  </a:cubicBezTo>
                  <a:cubicBezTo>
                    <a:pt x="422" y="286"/>
                    <a:pt x="427" y="261"/>
                    <a:pt x="427" y="235"/>
                  </a:cubicBezTo>
                  <a:cubicBezTo>
                    <a:pt x="427" y="209"/>
                    <a:pt x="422" y="184"/>
                    <a:pt x="412" y="160"/>
                  </a:cubicBezTo>
                  <a:cubicBezTo>
                    <a:pt x="402" y="137"/>
                    <a:pt x="388" y="116"/>
                    <a:pt x="371" y="99"/>
                  </a:cubicBezTo>
                  <a:cubicBezTo>
                    <a:pt x="354" y="82"/>
                    <a:pt x="333" y="68"/>
                    <a:pt x="310" y="58"/>
                  </a:cubicBezTo>
                  <a:cubicBezTo>
                    <a:pt x="286" y="48"/>
                    <a:pt x="261" y="43"/>
                    <a:pt x="235" y="43"/>
                  </a:cubicBezTo>
                  <a:close/>
                  <a:moveTo>
                    <a:pt x="235" y="86"/>
                  </a:moveTo>
                  <a:cubicBezTo>
                    <a:pt x="241" y="86"/>
                    <a:pt x="246" y="88"/>
                    <a:pt x="250" y="92"/>
                  </a:cubicBezTo>
                  <a:cubicBezTo>
                    <a:pt x="254" y="96"/>
                    <a:pt x="256" y="101"/>
                    <a:pt x="256" y="107"/>
                  </a:cubicBezTo>
                  <a:cubicBezTo>
                    <a:pt x="256" y="226"/>
                    <a:pt x="256" y="226"/>
                    <a:pt x="256" y="226"/>
                  </a:cubicBezTo>
                  <a:cubicBezTo>
                    <a:pt x="314" y="284"/>
                    <a:pt x="314" y="284"/>
                    <a:pt x="314" y="284"/>
                  </a:cubicBezTo>
                  <a:cubicBezTo>
                    <a:pt x="318" y="288"/>
                    <a:pt x="320" y="293"/>
                    <a:pt x="320" y="299"/>
                  </a:cubicBezTo>
                  <a:cubicBezTo>
                    <a:pt x="320" y="305"/>
                    <a:pt x="318" y="310"/>
                    <a:pt x="314" y="314"/>
                  </a:cubicBezTo>
                  <a:cubicBezTo>
                    <a:pt x="310" y="318"/>
                    <a:pt x="305" y="320"/>
                    <a:pt x="299" y="320"/>
                  </a:cubicBezTo>
                  <a:cubicBezTo>
                    <a:pt x="293" y="320"/>
                    <a:pt x="288" y="318"/>
                    <a:pt x="284" y="314"/>
                  </a:cubicBezTo>
                  <a:cubicBezTo>
                    <a:pt x="220" y="250"/>
                    <a:pt x="220" y="250"/>
                    <a:pt x="220" y="250"/>
                  </a:cubicBezTo>
                  <a:cubicBezTo>
                    <a:pt x="216" y="246"/>
                    <a:pt x="214" y="241"/>
                    <a:pt x="214" y="235"/>
                  </a:cubicBezTo>
                  <a:cubicBezTo>
                    <a:pt x="214" y="107"/>
                    <a:pt x="214" y="107"/>
                    <a:pt x="214" y="107"/>
                  </a:cubicBezTo>
                  <a:cubicBezTo>
                    <a:pt x="214" y="101"/>
                    <a:pt x="216" y="96"/>
                    <a:pt x="220" y="92"/>
                  </a:cubicBezTo>
                  <a:cubicBezTo>
                    <a:pt x="224" y="88"/>
                    <a:pt x="229" y="86"/>
                    <a:pt x="235" y="86"/>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6" name="Freeform 22"/>
            <p:cNvSpPr>
              <a:spLocks noEditPoints="1"/>
            </p:cNvSpPr>
            <p:nvPr/>
          </p:nvSpPr>
          <p:spPr bwMode="auto">
            <a:xfrm>
              <a:off x="8471251" y="1904896"/>
              <a:ext cx="529357" cy="456048"/>
            </a:xfrm>
            <a:custGeom>
              <a:avLst/>
              <a:gdLst>
                <a:gd name="T0" fmla="*/ 370 w 498"/>
                <a:gd name="T1" fmla="*/ 0 h 429"/>
                <a:gd name="T2" fmla="*/ 434 w 498"/>
                <a:gd name="T3" fmla="*/ 17 h 429"/>
                <a:gd name="T4" fmla="*/ 481 w 498"/>
                <a:gd name="T5" fmla="*/ 63 h 429"/>
                <a:gd name="T6" fmla="*/ 498 w 498"/>
                <a:gd name="T7" fmla="*/ 128 h 429"/>
                <a:gd name="T8" fmla="*/ 488 w 498"/>
                <a:gd name="T9" fmla="*/ 176 h 429"/>
                <a:gd name="T10" fmla="*/ 460 w 498"/>
                <a:gd name="T11" fmla="*/ 218 h 429"/>
                <a:gd name="T12" fmla="*/ 249 w 498"/>
                <a:gd name="T13" fmla="*/ 429 h 429"/>
                <a:gd name="T14" fmla="*/ 38 w 498"/>
                <a:gd name="T15" fmla="*/ 218 h 429"/>
                <a:gd name="T16" fmla="*/ 10 w 498"/>
                <a:gd name="T17" fmla="*/ 176 h 429"/>
                <a:gd name="T18" fmla="*/ 0 w 498"/>
                <a:gd name="T19" fmla="*/ 128 h 429"/>
                <a:gd name="T20" fmla="*/ 18 w 498"/>
                <a:gd name="T21" fmla="*/ 63 h 429"/>
                <a:gd name="T22" fmla="*/ 64 w 498"/>
                <a:gd name="T23" fmla="*/ 17 h 429"/>
                <a:gd name="T24" fmla="*/ 128 w 498"/>
                <a:gd name="T25" fmla="*/ 0 h 429"/>
                <a:gd name="T26" fmla="*/ 177 w 498"/>
                <a:gd name="T27" fmla="*/ 9 h 429"/>
                <a:gd name="T28" fmla="*/ 219 w 498"/>
                <a:gd name="T29" fmla="*/ 37 h 429"/>
                <a:gd name="T30" fmla="*/ 249 w 498"/>
                <a:gd name="T31" fmla="*/ 67 h 429"/>
                <a:gd name="T32" fmla="*/ 279 w 498"/>
                <a:gd name="T33" fmla="*/ 37 h 429"/>
                <a:gd name="T34" fmla="*/ 321 w 498"/>
                <a:gd name="T35" fmla="*/ 9 h 429"/>
                <a:gd name="T36" fmla="*/ 370 w 498"/>
                <a:gd name="T37" fmla="*/ 0 h 429"/>
                <a:gd name="T38" fmla="*/ 370 w 498"/>
                <a:gd name="T39" fmla="*/ 42 h 429"/>
                <a:gd name="T40" fmla="*/ 337 w 498"/>
                <a:gd name="T41" fmla="*/ 49 h 429"/>
                <a:gd name="T42" fmla="*/ 309 w 498"/>
                <a:gd name="T43" fmla="*/ 67 h 429"/>
                <a:gd name="T44" fmla="*/ 249 w 498"/>
                <a:gd name="T45" fmla="*/ 128 h 429"/>
                <a:gd name="T46" fmla="*/ 189 w 498"/>
                <a:gd name="T47" fmla="*/ 67 h 429"/>
                <a:gd name="T48" fmla="*/ 161 w 498"/>
                <a:gd name="T49" fmla="*/ 49 h 429"/>
                <a:gd name="T50" fmla="*/ 128 w 498"/>
                <a:gd name="T51" fmla="*/ 42 h 429"/>
                <a:gd name="T52" fmla="*/ 85 w 498"/>
                <a:gd name="T53" fmla="*/ 54 h 429"/>
                <a:gd name="T54" fmla="*/ 54 w 498"/>
                <a:gd name="T55" fmla="*/ 85 h 429"/>
                <a:gd name="T56" fmla="*/ 43 w 498"/>
                <a:gd name="T57" fmla="*/ 128 h 429"/>
                <a:gd name="T58" fmla="*/ 49 w 498"/>
                <a:gd name="T59" fmla="*/ 160 h 429"/>
                <a:gd name="T60" fmla="*/ 68 w 498"/>
                <a:gd name="T61" fmla="*/ 188 h 429"/>
                <a:gd name="T62" fmla="*/ 249 w 498"/>
                <a:gd name="T63" fmla="*/ 369 h 429"/>
                <a:gd name="T64" fmla="*/ 430 w 498"/>
                <a:gd name="T65" fmla="*/ 188 h 429"/>
                <a:gd name="T66" fmla="*/ 449 w 498"/>
                <a:gd name="T67" fmla="*/ 160 h 429"/>
                <a:gd name="T68" fmla="*/ 455 w 498"/>
                <a:gd name="T69" fmla="*/ 128 h 429"/>
                <a:gd name="T70" fmla="*/ 444 w 498"/>
                <a:gd name="T71" fmla="*/ 85 h 429"/>
                <a:gd name="T72" fmla="*/ 413 w 498"/>
                <a:gd name="T73" fmla="*/ 54 h 429"/>
                <a:gd name="T74" fmla="*/ 370 w 498"/>
                <a:gd name="T75" fmla="*/ 42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8" h="429">
                  <a:moveTo>
                    <a:pt x="370" y="0"/>
                  </a:moveTo>
                  <a:cubicBezTo>
                    <a:pt x="393" y="0"/>
                    <a:pt x="414" y="5"/>
                    <a:pt x="434" y="17"/>
                  </a:cubicBezTo>
                  <a:cubicBezTo>
                    <a:pt x="454" y="28"/>
                    <a:pt x="469" y="44"/>
                    <a:pt x="481" y="63"/>
                  </a:cubicBezTo>
                  <a:cubicBezTo>
                    <a:pt x="492" y="83"/>
                    <a:pt x="498" y="104"/>
                    <a:pt x="498" y="128"/>
                  </a:cubicBezTo>
                  <a:cubicBezTo>
                    <a:pt x="498" y="144"/>
                    <a:pt x="494" y="161"/>
                    <a:pt x="488" y="176"/>
                  </a:cubicBezTo>
                  <a:cubicBezTo>
                    <a:pt x="482" y="192"/>
                    <a:pt x="472" y="206"/>
                    <a:pt x="460" y="218"/>
                  </a:cubicBezTo>
                  <a:cubicBezTo>
                    <a:pt x="249" y="429"/>
                    <a:pt x="249" y="429"/>
                    <a:pt x="249" y="429"/>
                  </a:cubicBezTo>
                  <a:cubicBezTo>
                    <a:pt x="38" y="218"/>
                    <a:pt x="38" y="218"/>
                    <a:pt x="38" y="218"/>
                  </a:cubicBezTo>
                  <a:cubicBezTo>
                    <a:pt x="26" y="206"/>
                    <a:pt x="16" y="192"/>
                    <a:pt x="10" y="176"/>
                  </a:cubicBezTo>
                  <a:cubicBezTo>
                    <a:pt x="4" y="161"/>
                    <a:pt x="0" y="144"/>
                    <a:pt x="0" y="128"/>
                  </a:cubicBezTo>
                  <a:cubicBezTo>
                    <a:pt x="0" y="104"/>
                    <a:pt x="6" y="83"/>
                    <a:pt x="18" y="63"/>
                  </a:cubicBezTo>
                  <a:cubicBezTo>
                    <a:pt x="29" y="44"/>
                    <a:pt x="44" y="28"/>
                    <a:pt x="64" y="17"/>
                  </a:cubicBezTo>
                  <a:cubicBezTo>
                    <a:pt x="84" y="5"/>
                    <a:pt x="105" y="0"/>
                    <a:pt x="128" y="0"/>
                  </a:cubicBezTo>
                  <a:cubicBezTo>
                    <a:pt x="145" y="0"/>
                    <a:pt x="161" y="3"/>
                    <a:pt x="177" y="9"/>
                  </a:cubicBezTo>
                  <a:cubicBezTo>
                    <a:pt x="193" y="15"/>
                    <a:pt x="207" y="25"/>
                    <a:pt x="219" y="37"/>
                  </a:cubicBezTo>
                  <a:cubicBezTo>
                    <a:pt x="249" y="67"/>
                    <a:pt x="249" y="67"/>
                    <a:pt x="249" y="67"/>
                  </a:cubicBezTo>
                  <a:cubicBezTo>
                    <a:pt x="279" y="37"/>
                    <a:pt x="279" y="37"/>
                    <a:pt x="279" y="37"/>
                  </a:cubicBezTo>
                  <a:cubicBezTo>
                    <a:pt x="291" y="25"/>
                    <a:pt x="305" y="16"/>
                    <a:pt x="321" y="9"/>
                  </a:cubicBezTo>
                  <a:cubicBezTo>
                    <a:pt x="337" y="3"/>
                    <a:pt x="353" y="0"/>
                    <a:pt x="370" y="0"/>
                  </a:cubicBezTo>
                  <a:close/>
                  <a:moveTo>
                    <a:pt x="370" y="42"/>
                  </a:moveTo>
                  <a:cubicBezTo>
                    <a:pt x="359" y="42"/>
                    <a:pt x="348" y="44"/>
                    <a:pt x="337" y="49"/>
                  </a:cubicBezTo>
                  <a:cubicBezTo>
                    <a:pt x="327" y="53"/>
                    <a:pt x="318" y="59"/>
                    <a:pt x="309" y="67"/>
                  </a:cubicBezTo>
                  <a:cubicBezTo>
                    <a:pt x="249" y="128"/>
                    <a:pt x="249" y="128"/>
                    <a:pt x="249" y="128"/>
                  </a:cubicBezTo>
                  <a:cubicBezTo>
                    <a:pt x="189" y="67"/>
                    <a:pt x="189" y="67"/>
                    <a:pt x="189" y="67"/>
                  </a:cubicBezTo>
                  <a:cubicBezTo>
                    <a:pt x="180" y="59"/>
                    <a:pt x="171" y="53"/>
                    <a:pt x="161" y="49"/>
                  </a:cubicBezTo>
                  <a:cubicBezTo>
                    <a:pt x="150" y="44"/>
                    <a:pt x="139" y="42"/>
                    <a:pt x="128" y="42"/>
                  </a:cubicBezTo>
                  <a:cubicBezTo>
                    <a:pt x="113" y="42"/>
                    <a:pt x="98" y="46"/>
                    <a:pt x="85" y="54"/>
                  </a:cubicBezTo>
                  <a:cubicBezTo>
                    <a:pt x="72" y="61"/>
                    <a:pt x="62" y="72"/>
                    <a:pt x="54" y="85"/>
                  </a:cubicBezTo>
                  <a:cubicBezTo>
                    <a:pt x="47" y="98"/>
                    <a:pt x="43" y="112"/>
                    <a:pt x="43" y="128"/>
                  </a:cubicBezTo>
                  <a:cubicBezTo>
                    <a:pt x="43" y="139"/>
                    <a:pt x="45" y="150"/>
                    <a:pt x="49" y="160"/>
                  </a:cubicBezTo>
                  <a:cubicBezTo>
                    <a:pt x="54" y="170"/>
                    <a:pt x="60" y="180"/>
                    <a:pt x="68" y="188"/>
                  </a:cubicBezTo>
                  <a:cubicBezTo>
                    <a:pt x="249" y="369"/>
                    <a:pt x="249" y="369"/>
                    <a:pt x="249" y="369"/>
                  </a:cubicBezTo>
                  <a:cubicBezTo>
                    <a:pt x="430" y="188"/>
                    <a:pt x="430" y="188"/>
                    <a:pt x="430" y="188"/>
                  </a:cubicBezTo>
                  <a:cubicBezTo>
                    <a:pt x="438" y="180"/>
                    <a:pt x="444" y="170"/>
                    <a:pt x="449" y="160"/>
                  </a:cubicBezTo>
                  <a:cubicBezTo>
                    <a:pt x="453" y="150"/>
                    <a:pt x="455" y="139"/>
                    <a:pt x="455" y="128"/>
                  </a:cubicBezTo>
                  <a:cubicBezTo>
                    <a:pt x="455" y="112"/>
                    <a:pt x="451" y="98"/>
                    <a:pt x="444" y="85"/>
                  </a:cubicBezTo>
                  <a:cubicBezTo>
                    <a:pt x="436" y="72"/>
                    <a:pt x="426" y="61"/>
                    <a:pt x="413" y="54"/>
                  </a:cubicBezTo>
                  <a:cubicBezTo>
                    <a:pt x="400" y="46"/>
                    <a:pt x="385" y="42"/>
                    <a:pt x="370" y="42"/>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7" name="Freeform 23"/>
            <p:cNvSpPr>
              <a:spLocks noEditPoints="1"/>
            </p:cNvSpPr>
            <p:nvPr/>
          </p:nvSpPr>
          <p:spPr bwMode="auto">
            <a:xfrm>
              <a:off x="9582262" y="1860596"/>
              <a:ext cx="544199" cy="544649"/>
            </a:xfrm>
            <a:custGeom>
              <a:avLst/>
              <a:gdLst>
                <a:gd name="T0" fmla="*/ 320 w 512"/>
                <a:gd name="T1" fmla="*/ 145 h 512"/>
                <a:gd name="T2" fmla="*/ 384 w 512"/>
                <a:gd name="T3" fmla="*/ 256 h 512"/>
                <a:gd name="T4" fmla="*/ 320 w 512"/>
                <a:gd name="T5" fmla="*/ 367 h 512"/>
                <a:gd name="T6" fmla="*/ 192 w 512"/>
                <a:gd name="T7" fmla="*/ 367 h 512"/>
                <a:gd name="T8" fmla="*/ 128 w 512"/>
                <a:gd name="T9" fmla="*/ 256 h 512"/>
                <a:gd name="T10" fmla="*/ 192 w 512"/>
                <a:gd name="T11" fmla="*/ 145 h 512"/>
                <a:gd name="T12" fmla="*/ 120 w 512"/>
                <a:gd name="T13" fmla="*/ 370 h 512"/>
                <a:gd name="T14" fmla="*/ 142 w 512"/>
                <a:gd name="T15" fmla="*/ 392 h 512"/>
                <a:gd name="T16" fmla="*/ 105 w 512"/>
                <a:gd name="T17" fmla="*/ 437 h 512"/>
                <a:gd name="T18" fmla="*/ 75 w 512"/>
                <a:gd name="T19" fmla="*/ 437 h 512"/>
                <a:gd name="T20" fmla="*/ 75 w 512"/>
                <a:gd name="T21" fmla="*/ 407 h 512"/>
                <a:gd name="T22" fmla="*/ 120 w 512"/>
                <a:gd name="T23" fmla="*/ 370 h 512"/>
                <a:gd name="T24" fmla="*/ 271 w 512"/>
                <a:gd name="T25" fmla="*/ 433 h 512"/>
                <a:gd name="T26" fmla="*/ 277 w 512"/>
                <a:gd name="T27" fmla="*/ 491 h 512"/>
                <a:gd name="T28" fmla="*/ 256 w 512"/>
                <a:gd name="T29" fmla="*/ 512 h 512"/>
                <a:gd name="T30" fmla="*/ 235 w 512"/>
                <a:gd name="T31" fmla="*/ 491 h 512"/>
                <a:gd name="T32" fmla="*/ 241 w 512"/>
                <a:gd name="T33" fmla="*/ 433 h 512"/>
                <a:gd name="T34" fmla="*/ 21 w 512"/>
                <a:gd name="T35" fmla="*/ 235 h 512"/>
                <a:gd name="T36" fmla="*/ 79 w 512"/>
                <a:gd name="T37" fmla="*/ 241 h 512"/>
                <a:gd name="T38" fmla="*/ 79 w 512"/>
                <a:gd name="T39" fmla="*/ 271 h 512"/>
                <a:gd name="T40" fmla="*/ 21 w 512"/>
                <a:gd name="T41" fmla="*/ 277 h 512"/>
                <a:gd name="T42" fmla="*/ 0 w 512"/>
                <a:gd name="T43" fmla="*/ 256 h 512"/>
                <a:gd name="T44" fmla="*/ 21 w 512"/>
                <a:gd name="T45" fmla="*/ 235 h 512"/>
                <a:gd name="T46" fmla="*/ 196 w 512"/>
                <a:gd name="T47" fmla="*/ 196 h 512"/>
                <a:gd name="T48" fmla="*/ 196 w 512"/>
                <a:gd name="T49" fmla="*/ 316 h 512"/>
                <a:gd name="T50" fmla="*/ 316 w 512"/>
                <a:gd name="T51" fmla="*/ 316 h 512"/>
                <a:gd name="T52" fmla="*/ 316 w 512"/>
                <a:gd name="T53" fmla="*/ 196 h 512"/>
                <a:gd name="T54" fmla="*/ 392 w 512"/>
                <a:gd name="T55" fmla="*/ 370 h 512"/>
                <a:gd name="T56" fmla="*/ 437 w 512"/>
                <a:gd name="T57" fmla="*/ 407 h 512"/>
                <a:gd name="T58" fmla="*/ 437 w 512"/>
                <a:gd name="T59" fmla="*/ 437 h 512"/>
                <a:gd name="T60" fmla="*/ 407 w 512"/>
                <a:gd name="T61" fmla="*/ 437 h 512"/>
                <a:gd name="T62" fmla="*/ 370 w 512"/>
                <a:gd name="T63" fmla="*/ 392 h 512"/>
                <a:gd name="T64" fmla="*/ 392 w 512"/>
                <a:gd name="T65" fmla="*/ 370 h 512"/>
                <a:gd name="T66" fmla="*/ 105 w 512"/>
                <a:gd name="T67" fmla="*/ 75 h 512"/>
                <a:gd name="T68" fmla="*/ 142 w 512"/>
                <a:gd name="T69" fmla="*/ 120 h 512"/>
                <a:gd name="T70" fmla="*/ 120 w 512"/>
                <a:gd name="T71" fmla="*/ 142 h 512"/>
                <a:gd name="T72" fmla="*/ 75 w 512"/>
                <a:gd name="T73" fmla="*/ 105 h 512"/>
                <a:gd name="T74" fmla="*/ 75 w 512"/>
                <a:gd name="T75" fmla="*/ 75 h 512"/>
                <a:gd name="T76" fmla="*/ 256 w 512"/>
                <a:gd name="T77" fmla="*/ 0 h 512"/>
                <a:gd name="T78" fmla="*/ 277 w 512"/>
                <a:gd name="T79" fmla="*/ 21 h 512"/>
                <a:gd name="T80" fmla="*/ 271 w 512"/>
                <a:gd name="T81" fmla="*/ 79 h 512"/>
                <a:gd name="T82" fmla="*/ 241 w 512"/>
                <a:gd name="T83" fmla="*/ 79 h 512"/>
                <a:gd name="T84" fmla="*/ 235 w 512"/>
                <a:gd name="T85" fmla="*/ 21 h 512"/>
                <a:gd name="T86" fmla="*/ 256 w 512"/>
                <a:gd name="T87" fmla="*/ 0 h 512"/>
                <a:gd name="T88" fmla="*/ 491 w 512"/>
                <a:gd name="T89" fmla="*/ 235 h 512"/>
                <a:gd name="T90" fmla="*/ 512 w 512"/>
                <a:gd name="T91" fmla="*/ 256 h 512"/>
                <a:gd name="T92" fmla="*/ 491 w 512"/>
                <a:gd name="T93" fmla="*/ 277 h 512"/>
                <a:gd name="T94" fmla="*/ 433 w 512"/>
                <a:gd name="T95" fmla="*/ 271 h 512"/>
                <a:gd name="T96" fmla="*/ 433 w 512"/>
                <a:gd name="T97" fmla="*/ 241 h 512"/>
                <a:gd name="T98" fmla="*/ 422 w 512"/>
                <a:gd name="T99" fmla="*/ 69 h 512"/>
                <a:gd name="T100" fmla="*/ 443 w 512"/>
                <a:gd name="T101" fmla="*/ 90 h 512"/>
                <a:gd name="T102" fmla="*/ 407 w 512"/>
                <a:gd name="T103" fmla="*/ 135 h 512"/>
                <a:gd name="T104" fmla="*/ 377 w 512"/>
                <a:gd name="T105" fmla="*/ 135 h 512"/>
                <a:gd name="T106" fmla="*/ 377 w 512"/>
                <a:gd name="T107" fmla="*/ 105 h 512"/>
                <a:gd name="T108" fmla="*/ 422 w 512"/>
                <a:gd name="T109" fmla="*/ 6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2" h="512">
                  <a:moveTo>
                    <a:pt x="256" y="128"/>
                  </a:moveTo>
                  <a:cubicBezTo>
                    <a:pt x="279" y="128"/>
                    <a:pt x="301" y="134"/>
                    <a:pt x="320" y="145"/>
                  </a:cubicBezTo>
                  <a:cubicBezTo>
                    <a:pt x="340" y="157"/>
                    <a:pt x="355" y="172"/>
                    <a:pt x="367" y="192"/>
                  </a:cubicBezTo>
                  <a:cubicBezTo>
                    <a:pt x="378" y="211"/>
                    <a:pt x="384" y="233"/>
                    <a:pt x="384" y="256"/>
                  </a:cubicBezTo>
                  <a:cubicBezTo>
                    <a:pt x="384" y="279"/>
                    <a:pt x="378" y="301"/>
                    <a:pt x="367" y="320"/>
                  </a:cubicBezTo>
                  <a:cubicBezTo>
                    <a:pt x="355" y="340"/>
                    <a:pt x="340" y="355"/>
                    <a:pt x="320" y="367"/>
                  </a:cubicBezTo>
                  <a:cubicBezTo>
                    <a:pt x="301" y="378"/>
                    <a:pt x="279" y="384"/>
                    <a:pt x="256" y="384"/>
                  </a:cubicBezTo>
                  <a:cubicBezTo>
                    <a:pt x="233" y="384"/>
                    <a:pt x="211" y="378"/>
                    <a:pt x="192" y="367"/>
                  </a:cubicBezTo>
                  <a:cubicBezTo>
                    <a:pt x="172" y="355"/>
                    <a:pt x="157" y="340"/>
                    <a:pt x="145" y="320"/>
                  </a:cubicBezTo>
                  <a:cubicBezTo>
                    <a:pt x="134" y="301"/>
                    <a:pt x="128" y="279"/>
                    <a:pt x="128" y="256"/>
                  </a:cubicBezTo>
                  <a:cubicBezTo>
                    <a:pt x="128" y="233"/>
                    <a:pt x="134" y="211"/>
                    <a:pt x="145" y="192"/>
                  </a:cubicBezTo>
                  <a:cubicBezTo>
                    <a:pt x="157" y="172"/>
                    <a:pt x="172" y="157"/>
                    <a:pt x="192" y="145"/>
                  </a:cubicBezTo>
                  <a:cubicBezTo>
                    <a:pt x="211" y="134"/>
                    <a:pt x="233" y="128"/>
                    <a:pt x="256" y="128"/>
                  </a:cubicBezTo>
                  <a:close/>
                  <a:moveTo>
                    <a:pt x="120" y="370"/>
                  </a:moveTo>
                  <a:cubicBezTo>
                    <a:pt x="126" y="370"/>
                    <a:pt x="131" y="372"/>
                    <a:pt x="135" y="377"/>
                  </a:cubicBezTo>
                  <a:cubicBezTo>
                    <a:pt x="140" y="381"/>
                    <a:pt x="142" y="386"/>
                    <a:pt x="142" y="392"/>
                  </a:cubicBezTo>
                  <a:cubicBezTo>
                    <a:pt x="142" y="398"/>
                    <a:pt x="140" y="403"/>
                    <a:pt x="135" y="407"/>
                  </a:cubicBezTo>
                  <a:cubicBezTo>
                    <a:pt x="105" y="437"/>
                    <a:pt x="105" y="437"/>
                    <a:pt x="105" y="437"/>
                  </a:cubicBezTo>
                  <a:cubicBezTo>
                    <a:pt x="101" y="441"/>
                    <a:pt x="96" y="443"/>
                    <a:pt x="90" y="443"/>
                  </a:cubicBezTo>
                  <a:cubicBezTo>
                    <a:pt x="84" y="443"/>
                    <a:pt x="79" y="441"/>
                    <a:pt x="75" y="437"/>
                  </a:cubicBezTo>
                  <a:cubicBezTo>
                    <a:pt x="71" y="433"/>
                    <a:pt x="69" y="428"/>
                    <a:pt x="69" y="422"/>
                  </a:cubicBezTo>
                  <a:cubicBezTo>
                    <a:pt x="69" y="416"/>
                    <a:pt x="71" y="411"/>
                    <a:pt x="75" y="407"/>
                  </a:cubicBezTo>
                  <a:cubicBezTo>
                    <a:pt x="105" y="377"/>
                    <a:pt x="105" y="377"/>
                    <a:pt x="105" y="377"/>
                  </a:cubicBezTo>
                  <a:cubicBezTo>
                    <a:pt x="109" y="372"/>
                    <a:pt x="114" y="370"/>
                    <a:pt x="120" y="370"/>
                  </a:cubicBezTo>
                  <a:close/>
                  <a:moveTo>
                    <a:pt x="256" y="427"/>
                  </a:moveTo>
                  <a:cubicBezTo>
                    <a:pt x="262" y="427"/>
                    <a:pt x="267" y="429"/>
                    <a:pt x="271" y="433"/>
                  </a:cubicBezTo>
                  <a:cubicBezTo>
                    <a:pt x="275" y="437"/>
                    <a:pt x="277" y="442"/>
                    <a:pt x="277" y="448"/>
                  </a:cubicBezTo>
                  <a:cubicBezTo>
                    <a:pt x="277" y="491"/>
                    <a:pt x="277" y="491"/>
                    <a:pt x="277" y="491"/>
                  </a:cubicBezTo>
                  <a:cubicBezTo>
                    <a:pt x="277" y="497"/>
                    <a:pt x="275" y="502"/>
                    <a:pt x="271" y="506"/>
                  </a:cubicBezTo>
                  <a:cubicBezTo>
                    <a:pt x="267" y="510"/>
                    <a:pt x="262" y="512"/>
                    <a:pt x="256" y="512"/>
                  </a:cubicBezTo>
                  <a:cubicBezTo>
                    <a:pt x="250" y="512"/>
                    <a:pt x="245" y="510"/>
                    <a:pt x="241" y="506"/>
                  </a:cubicBezTo>
                  <a:cubicBezTo>
                    <a:pt x="237" y="502"/>
                    <a:pt x="235" y="497"/>
                    <a:pt x="235" y="491"/>
                  </a:cubicBezTo>
                  <a:cubicBezTo>
                    <a:pt x="235" y="448"/>
                    <a:pt x="235" y="448"/>
                    <a:pt x="235" y="448"/>
                  </a:cubicBezTo>
                  <a:cubicBezTo>
                    <a:pt x="235" y="442"/>
                    <a:pt x="237" y="437"/>
                    <a:pt x="241" y="433"/>
                  </a:cubicBezTo>
                  <a:cubicBezTo>
                    <a:pt x="245" y="429"/>
                    <a:pt x="250" y="427"/>
                    <a:pt x="256" y="427"/>
                  </a:cubicBezTo>
                  <a:close/>
                  <a:moveTo>
                    <a:pt x="21" y="235"/>
                  </a:moveTo>
                  <a:cubicBezTo>
                    <a:pt x="64" y="235"/>
                    <a:pt x="64" y="235"/>
                    <a:pt x="64" y="235"/>
                  </a:cubicBezTo>
                  <a:cubicBezTo>
                    <a:pt x="70" y="235"/>
                    <a:pt x="75" y="237"/>
                    <a:pt x="79" y="241"/>
                  </a:cubicBezTo>
                  <a:cubicBezTo>
                    <a:pt x="83" y="245"/>
                    <a:pt x="85" y="250"/>
                    <a:pt x="85" y="256"/>
                  </a:cubicBezTo>
                  <a:cubicBezTo>
                    <a:pt x="85" y="262"/>
                    <a:pt x="83" y="267"/>
                    <a:pt x="79" y="271"/>
                  </a:cubicBezTo>
                  <a:cubicBezTo>
                    <a:pt x="75" y="275"/>
                    <a:pt x="70" y="277"/>
                    <a:pt x="64" y="277"/>
                  </a:cubicBezTo>
                  <a:cubicBezTo>
                    <a:pt x="21" y="277"/>
                    <a:pt x="21" y="277"/>
                    <a:pt x="21" y="277"/>
                  </a:cubicBezTo>
                  <a:cubicBezTo>
                    <a:pt x="15" y="277"/>
                    <a:pt x="10" y="275"/>
                    <a:pt x="6" y="271"/>
                  </a:cubicBezTo>
                  <a:cubicBezTo>
                    <a:pt x="2" y="267"/>
                    <a:pt x="0" y="262"/>
                    <a:pt x="0" y="256"/>
                  </a:cubicBezTo>
                  <a:cubicBezTo>
                    <a:pt x="0" y="250"/>
                    <a:pt x="2" y="245"/>
                    <a:pt x="6" y="241"/>
                  </a:cubicBezTo>
                  <a:cubicBezTo>
                    <a:pt x="10" y="237"/>
                    <a:pt x="15" y="235"/>
                    <a:pt x="21" y="235"/>
                  </a:cubicBezTo>
                  <a:close/>
                  <a:moveTo>
                    <a:pt x="256" y="171"/>
                  </a:moveTo>
                  <a:cubicBezTo>
                    <a:pt x="232" y="171"/>
                    <a:pt x="212" y="179"/>
                    <a:pt x="196" y="196"/>
                  </a:cubicBezTo>
                  <a:cubicBezTo>
                    <a:pt x="179" y="212"/>
                    <a:pt x="171" y="232"/>
                    <a:pt x="171" y="256"/>
                  </a:cubicBezTo>
                  <a:cubicBezTo>
                    <a:pt x="171" y="280"/>
                    <a:pt x="179" y="300"/>
                    <a:pt x="196" y="316"/>
                  </a:cubicBezTo>
                  <a:cubicBezTo>
                    <a:pt x="212" y="333"/>
                    <a:pt x="232" y="341"/>
                    <a:pt x="256" y="341"/>
                  </a:cubicBezTo>
                  <a:cubicBezTo>
                    <a:pt x="280" y="341"/>
                    <a:pt x="300" y="333"/>
                    <a:pt x="316" y="316"/>
                  </a:cubicBezTo>
                  <a:cubicBezTo>
                    <a:pt x="333" y="300"/>
                    <a:pt x="341" y="280"/>
                    <a:pt x="341" y="256"/>
                  </a:cubicBezTo>
                  <a:cubicBezTo>
                    <a:pt x="341" y="232"/>
                    <a:pt x="333" y="212"/>
                    <a:pt x="316" y="196"/>
                  </a:cubicBezTo>
                  <a:cubicBezTo>
                    <a:pt x="300" y="179"/>
                    <a:pt x="280" y="171"/>
                    <a:pt x="256" y="171"/>
                  </a:cubicBezTo>
                  <a:close/>
                  <a:moveTo>
                    <a:pt x="392" y="370"/>
                  </a:moveTo>
                  <a:cubicBezTo>
                    <a:pt x="398" y="370"/>
                    <a:pt x="403" y="372"/>
                    <a:pt x="407" y="377"/>
                  </a:cubicBezTo>
                  <a:cubicBezTo>
                    <a:pt x="437" y="407"/>
                    <a:pt x="437" y="407"/>
                    <a:pt x="437" y="407"/>
                  </a:cubicBezTo>
                  <a:cubicBezTo>
                    <a:pt x="441" y="411"/>
                    <a:pt x="443" y="416"/>
                    <a:pt x="443" y="422"/>
                  </a:cubicBezTo>
                  <a:cubicBezTo>
                    <a:pt x="443" y="428"/>
                    <a:pt x="441" y="433"/>
                    <a:pt x="437" y="437"/>
                  </a:cubicBezTo>
                  <a:cubicBezTo>
                    <a:pt x="433" y="441"/>
                    <a:pt x="428" y="443"/>
                    <a:pt x="422" y="443"/>
                  </a:cubicBezTo>
                  <a:cubicBezTo>
                    <a:pt x="416" y="443"/>
                    <a:pt x="411" y="441"/>
                    <a:pt x="407" y="437"/>
                  </a:cubicBezTo>
                  <a:cubicBezTo>
                    <a:pt x="377" y="407"/>
                    <a:pt x="377" y="407"/>
                    <a:pt x="377" y="407"/>
                  </a:cubicBezTo>
                  <a:cubicBezTo>
                    <a:pt x="373" y="403"/>
                    <a:pt x="370" y="398"/>
                    <a:pt x="370" y="392"/>
                  </a:cubicBezTo>
                  <a:cubicBezTo>
                    <a:pt x="370" y="386"/>
                    <a:pt x="373" y="381"/>
                    <a:pt x="377" y="377"/>
                  </a:cubicBezTo>
                  <a:cubicBezTo>
                    <a:pt x="381" y="372"/>
                    <a:pt x="386" y="370"/>
                    <a:pt x="392" y="370"/>
                  </a:cubicBezTo>
                  <a:close/>
                  <a:moveTo>
                    <a:pt x="90" y="69"/>
                  </a:moveTo>
                  <a:cubicBezTo>
                    <a:pt x="96" y="69"/>
                    <a:pt x="101" y="71"/>
                    <a:pt x="105" y="75"/>
                  </a:cubicBezTo>
                  <a:cubicBezTo>
                    <a:pt x="135" y="105"/>
                    <a:pt x="135" y="105"/>
                    <a:pt x="135" y="105"/>
                  </a:cubicBezTo>
                  <a:cubicBezTo>
                    <a:pt x="140" y="109"/>
                    <a:pt x="142" y="114"/>
                    <a:pt x="142" y="120"/>
                  </a:cubicBezTo>
                  <a:cubicBezTo>
                    <a:pt x="142" y="126"/>
                    <a:pt x="140" y="131"/>
                    <a:pt x="135" y="135"/>
                  </a:cubicBezTo>
                  <a:cubicBezTo>
                    <a:pt x="131" y="139"/>
                    <a:pt x="126" y="142"/>
                    <a:pt x="120" y="142"/>
                  </a:cubicBezTo>
                  <a:cubicBezTo>
                    <a:pt x="114" y="142"/>
                    <a:pt x="109" y="139"/>
                    <a:pt x="105" y="135"/>
                  </a:cubicBezTo>
                  <a:cubicBezTo>
                    <a:pt x="75" y="105"/>
                    <a:pt x="75" y="105"/>
                    <a:pt x="75" y="105"/>
                  </a:cubicBezTo>
                  <a:cubicBezTo>
                    <a:pt x="71" y="101"/>
                    <a:pt x="69" y="96"/>
                    <a:pt x="69" y="90"/>
                  </a:cubicBezTo>
                  <a:cubicBezTo>
                    <a:pt x="69" y="84"/>
                    <a:pt x="71" y="79"/>
                    <a:pt x="75" y="75"/>
                  </a:cubicBezTo>
                  <a:cubicBezTo>
                    <a:pt x="79" y="71"/>
                    <a:pt x="84" y="69"/>
                    <a:pt x="90" y="69"/>
                  </a:cubicBezTo>
                  <a:close/>
                  <a:moveTo>
                    <a:pt x="256" y="0"/>
                  </a:moveTo>
                  <a:cubicBezTo>
                    <a:pt x="262" y="0"/>
                    <a:pt x="267" y="2"/>
                    <a:pt x="271" y="6"/>
                  </a:cubicBezTo>
                  <a:cubicBezTo>
                    <a:pt x="275" y="10"/>
                    <a:pt x="277" y="15"/>
                    <a:pt x="277" y="21"/>
                  </a:cubicBezTo>
                  <a:cubicBezTo>
                    <a:pt x="277" y="64"/>
                    <a:pt x="277" y="64"/>
                    <a:pt x="277" y="64"/>
                  </a:cubicBezTo>
                  <a:cubicBezTo>
                    <a:pt x="277" y="70"/>
                    <a:pt x="275" y="75"/>
                    <a:pt x="271" y="79"/>
                  </a:cubicBezTo>
                  <a:cubicBezTo>
                    <a:pt x="267" y="83"/>
                    <a:pt x="262" y="85"/>
                    <a:pt x="256" y="85"/>
                  </a:cubicBezTo>
                  <a:cubicBezTo>
                    <a:pt x="250" y="85"/>
                    <a:pt x="245" y="83"/>
                    <a:pt x="241" y="79"/>
                  </a:cubicBezTo>
                  <a:cubicBezTo>
                    <a:pt x="237" y="75"/>
                    <a:pt x="235" y="70"/>
                    <a:pt x="235" y="64"/>
                  </a:cubicBezTo>
                  <a:cubicBezTo>
                    <a:pt x="235" y="21"/>
                    <a:pt x="235" y="21"/>
                    <a:pt x="235" y="21"/>
                  </a:cubicBezTo>
                  <a:cubicBezTo>
                    <a:pt x="235" y="15"/>
                    <a:pt x="237" y="10"/>
                    <a:pt x="241" y="6"/>
                  </a:cubicBezTo>
                  <a:cubicBezTo>
                    <a:pt x="245" y="2"/>
                    <a:pt x="250" y="0"/>
                    <a:pt x="256" y="0"/>
                  </a:cubicBezTo>
                  <a:close/>
                  <a:moveTo>
                    <a:pt x="448" y="235"/>
                  </a:moveTo>
                  <a:cubicBezTo>
                    <a:pt x="491" y="235"/>
                    <a:pt x="491" y="235"/>
                    <a:pt x="491" y="235"/>
                  </a:cubicBezTo>
                  <a:cubicBezTo>
                    <a:pt x="497" y="235"/>
                    <a:pt x="502" y="237"/>
                    <a:pt x="506" y="241"/>
                  </a:cubicBezTo>
                  <a:cubicBezTo>
                    <a:pt x="510" y="245"/>
                    <a:pt x="512" y="250"/>
                    <a:pt x="512" y="256"/>
                  </a:cubicBezTo>
                  <a:cubicBezTo>
                    <a:pt x="512" y="262"/>
                    <a:pt x="510" y="267"/>
                    <a:pt x="506" y="271"/>
                  </a:cubicBezTo>
                  <a:cubicBezTo>
                    <a:pt x="502" y="275"/>
                    <a:pt x="497" y="277"/>
                    <a:pt x="491" y="277"/>
                  </a:cubicBezTo>
                  <a:cubicBezTo>
                    <a:pt x="448" y="277"/>
                    <a:pt x="448" y="277"/>
                    <a:pt x="448" y="277"/>
                  </a:cubicBezTo>
                  <a:cubicBezTo>
                    <a:pt x="442" y="277"/>
                    <a:pt x="437" y="275"/>
                    <a:pt x="433" y="271"/>
                  </a:cubicBezTo>
                  <a:cubicBezTo>
                    <a:pt x="429" y="267"/>
                    <a:pt x="427" y="262"/>
                    <a:pt x="427" y="256"/>
                  </a:cubicBezTo>
                  <a:cubicBezTo>
                    <a:pt x="427" y="250"/>
                    <a:pt x="429" y="245"/>
                    <a:pt x="433" y="241"/>
                  </a:cubicBezTo>
                  <a:cubicBezTo>
                    <a:pt x="437" y="237"/>
                    <a:pt x="442" y="235"/>
                    <a:pt x="448" y="235"/>
                  </a:cubicBezTo>
                  <a:close/>
                  <a:moveTo>
                    <a:pt x="422" y="69"/>
                  </a:moveTo>
                  <a:cubicBezTo>
                    <a:pt x="428" y="69"/>
                    <a:pt x="433" y="71"/>
                    <a:pt x="437" y="75"/>
                  </a:cubicBezTo>
                  <a:cubicBezTo>
                    <a:pt x="441" y="79"/>
                    <a:pt x="443" y="84"/>
                    <a:pt x="443" y="90"/>
                  </a:cubicBezTo>
                  <a:cubicBezTo>
                    <a:pt x="443" y="96"/>
                    <a:pt x="441" y="101"/>
                    <a:pt x="437" y="105"/>
                  </a:cubicBezTo>
                  <a:cubicBezTo>
                    <a:pt x="407" y="135"/>
                    <a:pt x="407" y="135"/>
                    <a:pt x="407" y="135"/>
                  </a:cubicBezTo>
                  <a:cubicBezTo>
                    <a:pt x="403" y="139"/>
                    <a:pt x="398" y="142"/>
                    <a:pt x="392" y="142"/>
                  </a:cubicBezTo>
                  <a:cubicBezTo>
                    <a:pt x="386" y="142"/>
                    <a:pt x="381" y="139"/>
                    <a:pt x="377" y="135"/>
                  </a:cubicBezTo>
                  <a:cubicBezTo>
                    <a:pt x="373" y="131"/>
                    <a:pt x="370" y="126"/>
                    <a:pt x="370" y="120"/>
                  </a:cubicBezTo>
                  <a:cubicBezTo>
                    <a:pt x="370" y="114"/>
                    <a:pt x="373" y="109"/>
                    <a:pt x="377" y="105"/>
                  </a:cubicBezTo>
                  <a:cubicBezTo>
                    <a:pt x="407" y="75"/>
                    <a:pt x="407" y="75"/>
                    <a:pt x="407" y="75"/>
                  </a:cubicBezTo>
                  <a:cubicBezTo>
                    <a:pt x="411" y="71"/>
                    <a:pt x="416" y="69"/>
                    <a:pt x="422" y="69"/>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78" name="Freeform 24"/>
            <p:cNvSpPr>
              <a:spLocks noEditPoints="1"/>
            </p:cNvSpPr>
            <p:nvPr/>
          </p:nvSpPr>
          <p:spPr bwMode="auto">
            <a:xfrm>
              <a:off x="10708115" y="1883083"/>
              <a:ext cx="499674" cy="499674"/>
            </a:xfrm>
            <a:custGeom>
              <a:avLst/>
              <a:gdLst>
                <a:gd name="T0" fmla="*/ 235 w 470"/>
                <a:gd name="T1" fmla="*/ 0 h 470"/>
                <a:gd name="T2" fmla="*/ 326 w 470"/>
                <a:gd name="T3" fmla="*/ 19 h 470"/>
                <a:gd name="T4" fmla="*/ 401 w 470"/>
                <a:gd name="T5" fmla="*/ 69 h 470"/>
                <a:gd name="T6" fmla="*/ 451 w 470"/>
                <a:gd name="T7" fmla="*/ 144 h 470"/>
                <a:gd name="T8" fmla="*/ 470 w 470"/>
                <a:gd name="T9" fmla="*/ 235 h 470"/>
                <a:gd name="T10" fmla="*/ 451 w 470"/>
                <a:gd name="T11" fmla="*/ 326 h 470"/>
                <a:gd name="T12" fmla="*/ 401 w 470"/>
                <a:gd name="T13" fmla="*/ 401 h 470"/>
                <a:gd name="T14" fmla="*/ 326 w 470"/>
                <a:gd name="T15" fmla="*/ 451 h 470"/>
                <a:gd name="T16" fmla="*/ 235 w 470"/>
                <a:gd name="T17" fmla="*/ 470 h 470"/>
                <a:gd name="T18" fmla="*/ 144 w 470"/>
                <a:gd name="T19" fmla="*/ 451 h 470"/>
                <a:gd name="T20" fmla="*/ 69 w 470"/>
                <a:gd name="T21" fmla="*/ 401 h 470"/>
                <a:gd name="T22" fmla="*/ 19 w 470"/>
                <a:gd name="T23" fmla="*/ 326 h 470"/>
                <a:gd name="T24" fmla="*/ 0 w 470"/>
                <a:gd name="T25" fmla="*/ 235 h 470"/>
                <a:gd name="T26" fmla="*/ 19 w 470"/>
                <a:gd name="T27" fmla="*/ 144 h 470"/>
                <a:gd name="T28" fmla="*/ 69 w 470"/>
                <a:gd name="T29" fmla="*/ 69 h 470"/>
                <a:gd name="T30" fmla="*/ 144 w 470"/>
                <a:gd name="T31" fmla="*/ 19 h 470"/>
                <a:gd name="T32" fmla="*/ 235 w 470"/>
                <a:gd name="T33" fmla="*/ 0 h 470"/>
                <a:gd name="T34" fmla="*/ 256 w 470"/>
                <a:gd name="T35" fmla="*/ 44 h 470"/>
                <a:gd name="T36" fmla="*/ 256 w 470"/>
                <a:gd name="T37" fmla="*/ 107 h 470"/>
                <a:gd name="T38" fmla="*/ 250 w 470"/>
                <a:gd name="T39" fmla="*/ 122 h 470"/>
                <a:gd name="T40" fmla="*/ 235 w 470"/>
                <a:gd name="T41" fmla="*/ 128 h 470"/>
                <a:gd name="T42" fmla="*/ 220 w 470"/>
                <a:gd name="T43" fmla="*/ 122 h 470"/>
                <a:gd name="T44" fmla="*/ 214 w 470"/>
                <a:gd name="T45" fmla="*/ 107 h 470"/>
                <a:gd name="T46" fmla="*/ 214 w 470"/>
                <a:gd name="T47" fmla="*/ 44 h 470"/>
                <a:gd name="T48" fmla="*/ 151 w 470"/>
                <a:gd name="T49" fmla="*/ 62 h 470"/>
                <a:gd name="T50" fmla="*/ 99 w 470"/>
                <a:gd name="T51" fmla="*/ 99 h 470"/>
                <a:gd name="T52" fmla="*/ 62 w 470"/>
                <a:gd name="T53" fmla="*/ 151 h 470"/>
                <a:gd name="T54" fmla="*/ 44 w 470"/>
                <a:gd name="T55" fmla="*/ 214 h 470"/>
                <a:gd name="T56" fmla="*/ 107 w 470"/>
                <a:gd name="T57" fmla="*/ 214 h 470"/>
                <a:gd name="T58" fmla="*/ 122 w 470"/>
                <a:gd name="T59" fmla="*/ 220 h 470"/>
                <a:gd name="T60" fmla="*/ 128 w 470"/>
                <a:gd name="T61" fmla="*/ 235 h 470"/>
                <a:gd name="T62" fmla="*/ 122 w 470"/>
                <a:gd name="T63" fmla="*/ 250 h 470"/>
                <a:gd name="T64" fmla="*/ 107 w 470"/>
                <a:gd name="T65" fmla="*/ 256 h 470"/>
                <a:gd name="T66" fmla="*/ 44 w 470"/>
                <a:gd name="T67" fmla="*/ 256 h 470"/>
                <a:gd name="T68" fmla="*/ 62 w 470"/>
                <a:gd name="T69" fmla="*/ 319 h 470"/>
                <a:gd name="T70" fmla="*/ 99 w 470"/>
                <a:gd name="T71" fmla="*/ 371 h 470"/>
                <a:gd name="T72" fmla="*/ 151 w 470"/>
                <a:gd name="T73" fmla="*/ 408 h 470"/>
                <a:gd name="T74" fmla="*/ 214 w 470"/>
                <a:gd name="T75" fmla="*/ 426 h 470"/>
                <a:gd name="T76" fmla="*/ 214 w 470"/>
                <a:gd name="T77" fmla="*/ 363 h 470"/>
                <a:gd name="T78" fmla="*/ 220 w 470"/>
                <a:gd name="T79" fmla="*/ 348 h 470"/>
                <a:gd name="T80" fmla="*/ 235 w 470"/>
                <a:gd name="T81" fmla="*/ 342 h 470"/>
                <a:gd name="T82" fmla="*/ 250 w 470"/>
                <a:gd name="T83" fmla="*/ 348 h 470"/>
                <a:gd name="T84" fmla="*/ 256 w 470"/>
                <a:gd name="T85" fmla="*/ 363 h 470"/>
                <a:gd name="T86" fmla="*/ 256 w 470"/>
                <a:gd name="T87" fmla="*/ 426 h 470"/>
                <a:gd name="T88" fmla="*/ 319 w 470"/>
                <a:gd name="T89" fmla="*/ 408 h 470"/>
                <a:gd name="T90" fmla="*/ 371 w 470"/>
                <a:gd name="T91" fmla="*/ 371 h 470"/>
                <a:gd name="T92" fmla="*/ 408 w 470"/>
                <a:gd name="T93" fmla="*/ 319 h 470"/>
                <a:gd name="T94" fmla="*/ 426 w 470"/>
                <a:gd name="T95" fmla="*/ 256 h 470"/>
                <a:gd name="T96" fmla="*/ 363 w 470"/>
                <a:gd name="T97" fmla="*/ 256 h 470"/>
                <a:gd name="T98" fmla="*/ 348 w 470"/>
                <a:gd name="T99" fmla="*/ 250 h 470"/>
                <a:gd name="T100" fmla="*/ 342 w 470"/>
                <a:gd name="T101" fmla="*/ 235 h 470"/>
                <a:gd name="T102" fmla="*/ 348 w 470"/>
                <a:gd name="T103" fmla="*/ 220 h 470"/>
                <a:gd name="T104" fmla="*/ 363 w 470"/>
                <a:gd name="T105" fmla="*/ 214 h 470"/>
                <a:gd name="T106" fmla="*/ 426 w 470"/>
                <a:gd name="T107" fmla="*/ 214 h 470"/>
                <a:gd name="T108" fmla="*/ 408 w 470"/>
                <a:gd name="T109" fmla="*/ 151 h 470"/>
                <a:gd name="T110" fmla="*/ 371 w 470"/>
                <a:gd name="T111" fmla="*/ 99 h 470"/>
                <a:gd name="T112" fmla="*/ 319 w 470"/>
                <a:gd name="T113" fmla="*/ 62 h 470"/>
                <a:gd name="T114" fmla="*/ 256 w 470"/>
                <a:gd name="T115" fmla="*/ 44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0" h="470">
                  <a:moveTo>
                    <a:pt x="235" y="0"/>
                  </a:moveTo>
                  <a:cubicBezTo>
                    <a:pt x="267" y="0"/>
                    <a:pt x="297" y="7"/>
                    <a:pt x="326" y="19"/>
                  </a:cubicBezTo>
                  <a:cubicBezTo>
                    <a:pt x="355" y="31"/>
                    <a:pt x="380" y="48"/>
                    <a:pt x="401" y="69"/>
                  </a:cubicBezTo>
                  <a:cubicBezTo>
                    <a:pt x="422" y="90"/>
                    <a:pt x="439" y="115"/>
                    <a:pt x="451" y="144"/>
                  </a:cubicBezTo>
                  <a:cubicBezTo>
                    <a:pt x="463" y="173"/>
                    <a:pt x="470" y="203"/>
                    <a:pt x="470" y="235"/>
                  </a:cubicBezTo>
                  <a:cubicBezTo>
                    <a:pt x="470" y="267"/>
                    <a:pt x="463" y="297"/>
                    <a:pt x="451" y="326"/>
                  </a:cubicBezTo>
                  <a:cubicBezTo>
                    <a:pt x="439" y="355"/>
                    <a:pt x="422" y="380"/>
                    <a:pt x="401" y="401"/>
                  </a:cubicBezTo>
                  <a:cubicBezTo>
                    <a:pt x="380" y="422"/>
                    <a:pt x="355" y="439"/>
                    <a:pt x="326" y="451"/>
                  </a:cubicBezTo>
                  <a:cubicBezTo>
                    <a:pt x="297" y="463"/>
                    <a:pt x="267" y="470"/>
                    <a:pt x="235" y="470"/>
                  </a:cubicBezTo>
                  <a:cubicBezTo>
                    <a:pt x="203" y="470"/>
                    <a:pt x="173" y="463"/>
                    <a:pt x="144" y="451"/>
                  </a:cubicBezTo>
                  <a:cubicBezTo>
                    <a:pt x="115" y="439"/>
                    <a:pt x="90" y="422"/>
                    <a:pt x="69" y="401"/>
                  </a:cubicBezTo>
                  <a:cubicBezTo>
                    <a:pt x="48" y="380"/>
                    <a:pt x="31" y="355"/>
                    <a:pt x="19" y="326"/>
                  </a:cubicBezTo>
                  <a:cubicBezTo>
                    <a:pt x="7" y="297"/>
                    <a:pt x="0" y="267"/>
                    <a:pt x="0" y="235"/>
                  </a:cubicBezTo>
                  <a:cubicBezTo>
                    <a:pt x="0" y="203"/>
                    <a:pt x="7" y="173"/>
                    <a:pt x="19" y="144"/>
                  </a:cubicBezTo>
                  <a:cubicBezTo>
                    <a:pt x="31" y="115"/>
                    <a:pt x="48" y="90"/>
                    <a:pt x="69" y="69"/>
                  </a:cubicBezTo>
                  <a:cubicBezTo>
                    <a:pt x="90" y="48"/>
                    <a:pt x="115" y="31"/>
                    <a:pt x="144" y="19"/>
                  </a:cubicBezTo>
                  <a:cubicBezTo>
                    <a:pt x="173" y="7"/>
                    <a:pt x="203" y="0"/>
                    <a:pt x="235" y="0"/>
                  </a:cubicBezTo>
                  <a:close/>
                  <a:moveTo>
                    <a:pt x="256" y="44"/>
                  </a:moveTo>
                  <a:cubicBezTo>
                    <a:pt x="256" y="107"/>
                    <a:pt x="256" y="107"/>
                    <a:pt x="256" y="107"/>
                  </a:cubicBezTo>
                  <a:cubicBezTo>
                    <a:pt x="256" y="113"/>
                    <a:pt x="254" y="118"/>
                    <a:pt x="250" y="122"/>
                  </a:cubicBezTo>
                  <a:cubicBezTo>
                    <a:pt x="246" y="126"/>
                    <a:pt x="241" y="128"/>
                    <a:pt x="235" y="128"/>
                  </a:cubicBezTo>
                  <a:cubicBezTo>
                    <a:pt x="229" y="128"/>
                    <a:pt x="224" y="126"/>
                    <a:pt x="220" y="122"/>
                  </a:cubicBezTo>
                  <a:cubicBezTo>
                    <a:pt x="216" y="118"/>
                    <a:pt x="214" y="113"/>
                    <a:pt x="214" y="107"/>
                  </a:cubicBezTo>
                  <a:cubicBezTo>
                    <a:pt x="214" y="44"/>
                    <a:pt x="214" y="44"/>
                    <a:pt x="214" y="44"/>
                  </a:cubicBezTo>
                  <a:cubicBezTo>
                    <a:pt x="192" y="47"/>
                    <a:pt x="171" y="53"/>
                    <a:pt x="151" y="62"/>
                  </a:cubicBezTo>
                  <a:cubicBezTo>
                    <a:pt x="131" y="72"/>
                    <a:pt x="114" y="84"/>
                    <a:pt x="99" y="99"/>
                  </a:cubicBezTo>
                  <a:cubicBezTo>
                    <a:pt x="84" y="114"/>
                    <a:pt x="72" y="131"/>
                    <a:pt x="62" y="151"/>
                  </a:cubicBezTo>
                  <a:cubicBezTo>
                    <a:pt x="53" y="171"/>
                    <a:pt x="47" y="192"/>
                    <a:pt x="44" y="214"/>
                  </a:cubicBezTo>
                  <a:cubicBezTo>
                    <a:pt x="107" y="214"/>
                    <a:pt x="107" y="214"/>
                    <a:pt x="107" y="214"/>
                  </a:cubicBezTo>
                  <a:cubicBezTo>
                    <a:pt x="113" y="214"/>
                    <a:pt x="118" y="216"/>
                    <a:pt x="122" y="220"/>
                  </a:cubicBezTo>
                  <a:cubicBezTo>
                    <a:pt x="126" y="224"/>
                    <a:pt x="128" y="229"/>
                    <a:pt x="128" y="235"/>
                  </a:cubicBezTo>
                  <a:cubicBezTo>
                    <a:pt x="128" y="241"/>
                    <a:pt x="126" y="246"/>
                    <a:pt x="122" y="250"/>
                  </a:cubicBezTo>
                  <a:cubicBezTo>
                    <a:pt x="118" y="254"/>
                    <a:pt x="113" y="256"/>
                    <a:pt x="107" y="256"/>
                  </a:cubicBezTo>
                  <a:cubicBezTo>
                    <a:pt x="44" y="256"/>
                    <a:pt x="44" y="256"/>
                    <a:pt x="44" y="256"/>
                  </a:cubicBezTo>
                  <a:cubicBezTo>
                    <a:pt x="47" y="278"/>
                    <a:pt x="53" y="299"/>
                    <a:pt x="62" y="319"/>
                  </a:cubicBezTo>
                  <a:cubicBezTo>
                    <a:pt x="72" y="339"/>
                    <a:pt x="84" y="356"/>
                    <a:pt x="99" y="371"/>
                  </a:cubicBezTo>
                  <a:cubicBezTo>
                    <a:pt x="114" y="386"/>
                    <a:pt x="131" y="398"/>
                    <a:pt x="151" y="408"/>
                  </a:cubicBezTo>
                  <a:cubicBezTo>
                    <a:pt x="171" y="417"/>
                    <a:pt x="192" y="423"/>
                    <a:pt x="214" y="426"/>
                  </a:cubicBezTo>
                  <a:cubicBezTo>
                    <a:pt x="214" y="363"/>
                    <a:pt x="214" y="363"/>
                    <a:pt x="214" y="363"/>
                  </a:cubicBezTo>
                  <a:cubicBezTo>
                    <a:pt x="214" y="357"/>
                    <a:pt x="216" y="352"/>
                    <a:pt x="220" y="348"/>
                  </a:cubicBezTo>
                  <a:cubicBezTo>
                    <a:pt x="224" y="344"/>
                    <a:pt x="229" y="342"/>
                    <a:pt x="235" y="342"/>
                  </a:cubicBezTo>
                  <a:cubicBezTo>
                    <a:pt x="241" y="342"/>
                    <a:pt x="246" y="344"/>
                    <a:pt x="250" y="348"/>
                  </a:cubicBezTo>
                  <a:cubicBezTo>
                    <a:pt x="254" y="352"/>
                    <a:pt x="256" y="357"/>
                    <a:pt x="256" y="363"/>
                  </a:cubicBezTo>
                  <a:cubicBezTo>
                    <a:pt x="256" y="426"/>
                    <a:pt x="256" y="426"/>
                    <a:pt x="256" y="426"/>
                  </a:cubicBezTo>
                  <a:cubicBezTo>
                    <a:pt x="278" y="423"/>
                    <a:pt x="299" y="417"/>
                    <a:pt x="319" y="408"/>
                  </a:cubicBezTo>
                  <a:cubicBezTo>
                    <a:pt x="339" y="398"/>
                    <a:pt x="356" y="386"/>
                    <a:pt x="371" y="371"/>
                  </a:cubicBezTo>
                  <a:cubicBezTo>
                    <a:pt x="386" y="356"/>
                    <a:pt x="398" y="339"/>
                    <a:pt x="408" y="319"/>
                  </a:cubicBezTo>
                  <a:cubicBezTo>
                    <a:pt x="417" y="299"/>
                    <a:pt x="423" y="278"/>
                    <a:pt x="426" y="256"/>
                  </a:cubicBezTo>
                  <a:cubicBezTo>
                    <a:pt x="363" y="256"/>
                    <a:pt x="363" y="256"/>
                    <a:pt x="363" y="256"/>
                  </a:cubicBezTo>
                  <a:cubicBezTo>
                    <a:pt x="357" y="256"/>
                    <a:pt x="352" y="254"/>
                    <a:pt x="348" y="250"/>
                  </a:cubicBezTo>
                  <a:cubicBezTo>
                    <a:pt x="344" y="246"/>
                    <a:pt x="342" y="241"/>
                    <a:pt x="342" y="235"/>
                  </a:cubicBezTo>
                  <a:cubicBezTo>
                    <a:pt x="342" y="229"/>
                    <a:pt x="344" y="224"/>
                    <a:pt x="348" y="220"/>
                  </a:cubicBezTo>
                  <a:cubicBezTo>
                    <a:pt x="352" y="216"/>
                    <a:pt x="357" y="214"/>
                    <a:pt x="363" y="214"/>
                  </a:cubicBezTo>
                  <a:cubicBezTo>
                    <a:pt x="426" y="214"/>
                    <a:pt x="426" y="214"/>
                    <a:pt x="426" y="214"/>
                  </a:cubicBezTo>
                  <a:cubicBezTo>
                    <a:pt x="423" y="192"/>
                    <a:pt x="417" y="171"/>
                    <a:pt x="408" y="151"/>
                  </a:cubicBezTo>
                  <a:cubicBezTo>
                    <a:pt x="398" y="131"/>
                    <a:pt x="386" y="114"/>
                    <a:pt x="371" y="99"/>
                  </a:cubicBezTo>
                  <a:cubicBezTo>
                    <a:pt x="356" y="84"/>
                    <a:pt x="339" y="72"/>
                    <a:pt x="319" y="62"/>
                  </a:cubicBezTo>
                  <a:cubicBezTo>
                    <a:pt x="299" y="53"/>
                    <a:pt x="278" y="47"/>
                    <a:pt x="256" y="44"/>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7" name="组合 6"/>
          <p:cNvGrpSpPr/>
          <p:nvPr/>
        </p:nvGrpSpPr>
        <p:grpSpPr>
          <a:xfrm>
            <a:off x="822297" y="3156771"/>
            <a:ext cx="10393535" cy="544199"/>
            <a:chOff x="814254" y="2541520"/>
            <a:chExt cx="10393535" cy="544199"/>
          </a:xfrm>
        </p:grpSpPr>
        <p:sp>
          <p:nvSpPr>
            <p:cNvPr id="179" name="Freeform 25"/>
            <p:cNvSpPr>
              <a:spLocks noEditPoints="1"/>
            </p:cNvSpPr>
            <p:nvPr/>
          </p:nvSpPr>
          <p:spPr bwMode="auto">
            <a:xfrm>
              <a:off x="814254" y="2541520"/>
              <a:ext cx="544199" cy="544199"/>
            </a:xfrm>
            <a:custGeom>
              <a:avLst/>
              <a:gdLst>
                <a:gd name="T0" fmla="*/ 806 w 1210"/>
                <a:gd name="T1" fmla="*/ 253 h 1210"/>
                <a:gd name="T2" fmla="*/ 1210 w 1210"/>
                <a:gd name="T3" fmla="*/ 0 h 1210"/>
                <a:gd name="T4" fmla="*/ 1210 w 1210"/>
                <a:gd name="T5" fmla="*/ 957 h 1210"/>
                <a:gd name="T6" fmla="*/ 806 w 1210"/>
                <a:gd name="T7" fmla="*/ 1210 h 1210"/>
                <a:gd name="T8" fmla="*/ 404 w 1210"/>
                <a:gd name="T9" fmla="*/ 957 h 1210"/>
                <a:gd name="T10" fmla="*/ 0 w 1210"/>
                <a:gd name="T11" fmla="*/ 1210 h 1210"/>
                <a:gd name="T12" fmla="*/ 0 w 1210"/>
                <a:gd name="T13" fmla="*/ 253 h 1210"/>
                <a:gd name="T14" fmla="*/ 404 w 1210"/>
                <a:gd name="T15" fmla="*/ 0 h 1210"/>
                <a:gd name="T16" fmla="*/ 806 w 1210"/>
                <a:gd name="T17" fmla="*/ 253 h 1210"/>
                <a:gd name="T18" fmla="*/ 352 w 1210"/>
                <a:gd name="T19" fmla="*/ 870 h 1210"/>
                <a:gd name="T20" fmla="*/ 352 w 1210"/>
                <a:gd name="T21" fmla="*/ 151 h 1210"/>
                <a:gd name="T22" fmla="*/ 102 w 1210"/>
                <a:gd name="T23" fmla="*/ 307 h 1210"/>
                <a:gd name="T24" fmla="*/ 102 w 1210"/>
                <a:gd name="T25" fmla="*/ 1028 h 1210"/>
                <a:gd name="T26" fmla="*/ 352 w 1210"/>
                <a:gd name="T27" fmla="*/ 870 h 1210"/>
                <a:gd name="T28" fmla="*/ 756 w 1210"/>
                <a:gd name="T29" fmla="*/ 340 h 1210"/>
                <a:gd name="T30" fmla="*/ 454 w 1210"/>
                <a:gd name="T31" fmla="*/ 149 h 1210"/>
                <a:gd name="T32" fmla="*/ 454 w 1210"/>
                <a:gd name="T33" fmla="*/ 870 h 1210"/>
                <a:gd name="T34" fmla="*/ 756 w 1210"/>
                <a:gd name="T35" fmla="*/ 1059 h 1210"/>
                <a:gd name="T36" fmla="*/ 756 w 1210"/>
                <a:gd name="T37" fmla="*/ 340 h 1210"/>
                <a:gd name="T38" fmla="*/ 756 w 1210"/>
                <a:gd name="T39" fmla="*/ 340 h 1210"/>
                <a:gd name="T40" fmla="*/ 1108 w 1210"/>
                <a:gd name="T41" fmla="*/ 903 h 1210"/>
                <a:gd name="T42" fmla="*/ 1108 w 1210"/>
                <a:gd name="T43" fmla="*/ 182 h 1210"/>
                <a:gd name="T44" fmla="*/ 858 w 1210"/>
                <a:gd name="T45" fmla="*/ 340 h 1210"/>
                <a:gd name="T46" fmla="*/ 858 w 1210"/>
                <a:gd name="T47" fmla="*/ 1059 h 1210"/>
                <a:gd name="T48" fmla="*/ 1108 w 1210"/>
                <a:gd name="T49" fmla="*/ 903 h 1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10" h="1210">
                  <a:moveTo>
                    <a:pt x="806" y="253"/>
                  </a:moveTo>
                  <a:lnTo>
                    <a:pt x="1210" y="0"/>
                  </a:lnTo>
                  <a:lnTo>
                    <a:pt x="1210" y="957"/>
                  </a:lnTo>
                  <a:lnTo>
                    <a:pt x="806" y="1210"/>
                  </a:lnTo>
                  <a:lnTo>
                    <a:pt x="404" y="957"/>
                  </a:lnTo>
                  <a:lnTo>
                    <a:pt x="0" y="1210"/>
                  </a:lnTo>
                  <a:lnTo>
                    <a:pt x="0" y="253"/>
                  </a:lnTo>
                  <a:lnTo>
                    <a:pt x="404" y="0"/>
                  </a:lnTo>
                  <a:lnTo>
                    <a:pt x="806" y="253"/>
                  </a:lnTo>
                  <a:close/>
                  <a:moveTo>
                    <a:pt x="352" y="870"/>
                  </a:moveTo>
                  <a:lnTo>
                    <a:pt x="352" y="151"/>
                  </a:lnTo>
                  <a:lnTo>
                    <a:pt x="102" y="307"/>
                  </a:lnTo>
                  <a:lnTo>
                    <a:pt x="102" y="1028"/>
                  </a:lnTo>
                  <a:lnTo>
                    <a:pt x="352" y="870"/>
                  </a:lnTo>
                  <a:close/>
                  <a:moveTo>
                    <a:pt x="756" y="340"/>
                  </a:moveTo>
                  <a:lnTo>
                    <a:pt x="454" y="149"/>
                  </a:lnTo>
                  <a:lnTo>
                    <a:pt x="454" y="870"/>
                  </a:lnTo>
                  <a:lnTo>
                    <a:pt x="756" y="1059"/>
                  </a:lnTo>
                  <a:lnTo>
                    <a:pt x="756" y="340"/>
                  </a:lnTo>
                  <a:lnTo>
                    <a:pt x="756" y="340"/>
                  </a:lnTo>
                  <a:close/>
                  <a:moveTo>
                    <a:pt x="1108" y="903"/>
                  </a:moveTo>
                  <a:lnTo>
                    <a:pt x="1108" y="182"/>
                  </a:lnTo>
                  <a:lnTo>
                    <a:pt x="858" y="340"/>
                  </a:lnTo>
                  <a:lnTo>
                    <a:pt x="858" y="1059"/>
                  </a:lnTo>
                  <a:lnTo>
                    <a:pt x="1108" y="903"/>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0" name="Freeform 26"/>
            <p:cNvSpPr>
              <a:spLocks noEditPoints="1"/>
            </p:cNvSpPr>
            <p:nvPr/>
          </p:nvSpPr>
          <p:spPr bwMode="auto">
            <a:xfrm>
              <a:off x="1951101" y="2552538"/>
              <a:ext cx="544199" cy="522162"/>
            </a:xfrm>
            <a:custGeom>
              <a:avLst/>
              <a:gdLst>
                <a:gd name="T0" fmla="*/ 256 w 512"/>
                <a:gd name="T1" fmla="*/ 0 h 491"/>
                <a:gd name="T2" fmla="*/ 320 w 512"/>
                <a:gd name="T3" fmla="*/ 17 h 491"/>
                <a:gd name="T4" fmla="*/ 367 w 512"/>
                <a:gd name="T5" fmla="*/ 64 h 491"/>
                <a:gd name="T6" fmla="*/ 384 w 512"/>
                <a:gd name="T7" fmla="*/ 128 h 491"/>
                <a:gd name="T8" fmla="*/ 384 w 512"/>
                <a:gd name="T9" fmla="*/ 192 h 491"/>
                <a:gd name="T10" fmla="*/ 374 w 512"/>
                <a:gd name="T11" fmla="*/ 243 h 491"/>
                <a:gd name="T12" fmla="*/ 345 w 512"/>
                <a:gd name="T13" fmla="*/ 284 h 491"/>
                <a:gd name="T14" fmla="*/ 431 w 512"/>
                <a:gd name="T15" fmla="*/ 307 h 491"/>
                <a:gd name="T16" fmla="*/ 491 w 512"/>
                <a:gd name="T17" fmla="*/ 342 h 491"/>
                <a:gd name="T18" fmla="*/ 512 w 512"/>
                <a:gd name="T19" fmla="*/ 385 h 491"/>
                <a:gd name="T20" fmla="*/ 512 w 512"/>
                <a:gd name="T21" fmla="*/ 427 h 491"/>
                <a:gd name="T22" fmla="*/ 493 w 512"/>
                <a:gd name="T23" fmla="*/ 472 h 491"/>
                <a:gd name="T24" fmla="*/ 448 w 512"/>
                <a:gd name="T25" fmla="*/ 491 h 491"/>
                <a:gd name="T26" fmla="*/ 64 w 512"/>
                <a:gd name="T27" fmla="*/ 491 h 491"/>
                <a:gd name="T28" fmla="*/ 19 w 512"/>
                <a:gd name="T29" fmla="*/ 472 h 491"/>
                <a:gd name="T30" fmla="*/ 0 w 512"/>
                <a:gd name="T31" fmla="*/ 427 h 491"/>
                <a:gd name="T32" fmla="*/ 0 w 512"/>
                <a:gd name="T33" fmla="*/ 385 h 491"/>
                <a:gd name="T34" fmla="*/ 21 w 512"/>
                <a:gd name="T35" fmla="*/ 342 h 491"/>
                <a:gd name="T36" fmla="*/ 81 w 512"/>
                <a:gd name="T37" fmla="*/ 306 h 491"/>
                <a:gd name="T38" fmla="*/ 167 w 512"/>
                <a:gd name="T39" fmla="*/ 284 h 491"/>
                <a:gd name="T40" fmla="*/ 138 w 512"/>
                <a:gd name="T41" fmla="*/ 242 h 491"/>
                <a:gd name="T42" fmla="*/ 128 w 512"/>
                <a:gd name="T43" fmla="*/ 192 h 491"/>
                <a:gd name="T44" fmla="*/ 128 w 512"/>
                <a:gd name="T45" fmla="*/ 128 h 491"/>
                <a:gd name="T46" fmla="*/ 145 w 512"/>
                <a:gd name="T47" fmla="*/ 64 h 491"/>
                <a:gd name="T48" fmla="*/ 192 w 512"/>
                <a:gd name="T49" fmla="*/ 17 h 491"/>
                <a:gd name="T50" fmla="*/ 256 w 512"/>
                <a:gd name="T51" fmla="*/ 0 h 491"/>
                <a:gd name="T52" fmla="*/ 256 w 512"/>
                <a:gd name="T53" fmla="*/ 320 h 491"/>
                <a:gd name="T54" fmla="*/ 167 w 512"/>
                <a:gd name="T55" fmla="*/ 327 h 491"/>
                <a:gd name="T56" fmla="*/ 92 w 512"/>
                <a:gd name="T57" fmla="*/ 348 h 491"/>
                <a:gd name="T58" fmla="*/ 69 w 512"/>
                <a:gd name="T59" fmla="*/ 359 h 491"/>
                <a:gd name="T60" fmla="*/ 53 w 512"/>
                <a:gd name="T61" fmla="*/ 370 h 491"/>
                <a:gd name="T62" fmla="*/ 45 w 512"/>
                <a:gd name="T63" fmla="*/ 379 h 491"/>
                <a:gd name="T64" fmla="*/ 43 w 512"/>
                <a:gd name="T65" fmla="*/ 384 h 491"/>
                <a:gd name="T66" fmla="*/ 43 w 512"/>
                <a:gd name="T67" fmla="*/ 427 h 491"/>
                <a:gd name="T68" fmla="*/ 49 w 512"/>
                <a:gd name="T69" fmla="*/ 442 h 491"/>
                <a:gd name="T70" fmla="*/ 64 w 512"/>
                <a:gd name="T71" fmla="*/ 448 h 491"/>
                <a:gd name="T72" fmla="*/ 448 w 512"/>
                <a:gd name="T73" fmla="*/ 448 h 491"/>
                <a:gd name="T74" fmla="*/ 463 w 512"/>
                <a:gd name="T75" fmla="*/ 442 h 491"/>
                <a:gd name="T76" fmla="*/ 469 w 512"/>
                <a:gd name="T77" fmla="*/ 427 h 491"/>
                <a:gd name="T78" fmla="*/ 469 w 512"/>
                <a:gd name="T79" fmla="*/ 385 h 491"/>
                <a:gd name="T80" fmla="*/ 467 w 512"/>
                <a:gd name="T81" fmla="*/ 379 h 491"/>
                <a:gd name="T82" fmla="*/ 459 w 512"/>
                <a:gd name="T83" fmla="*/ 370 h 491"/>
                <a:gd name="T84" fmla="*/ 443 w 512"/>
                <a:gd name="T85" fmla="*/ 360 h 491"/>
                <a:gd name="T86" fmla="*/ 421 w 512"/>
                <a:gd name="T87" fmla="*/ 348 h 491"/>
                <a:gd name="T88" fmla="*/ 345 w 512"/>
                <a:gd name="T89" fmla="*/ 327 h 491"/>
                <a:gd name="T90" fmla="*/ 256 w 512"/>
                <a:gd name="T91" fmla="*/ 320 h 491"/>
                <a:gd name="T92" fmla="*/ 256 w 512"/>
                <a:gd name="T93" fmla="*/ 43 h 491"/>
                <a:gd name="T94" fmla="*/ 196 w 512"/>
                <a:gd name="T95" fmla="*/ 68 h 491"/>
                <a:gd name="T96" fmla="*/ 171 w 512"/>
                <a:gd name="T97" fmla="*/ 128 h 491"/>
                <a:gd name="T98" fmla="*/ 171 w 512"/>
                <a:gd name="T99" fmla="*/ 192 h 491"/>
                <a:gd name="T100" fmla="*/ 196 w 512"/>
                <a:gd name="T101" fmla="*/ 252 h 491"/>
                <a:gd name="T102" fmla="*/ 256 w 512"/>
                <a:gd name="T103" fmla="*/ 277 h 491"/>
                <a:gd name="T104" fmla="*/ 316 w 512"/>
                <a:gd name="T105" fmla="*/ 252 h 491"/>
                <a:gd name="T106" fmla="*/ 341 w 512"/>
                <a:gd name="T107" fmla="*/ 192 h 491"/>
                <a:gd name="T108" fmla="*/ 341 w 512"/>
                <a:gd name="T109" fmla="*/ 128 h 491"/>
                <a:gd name="T110" fmla="*/ 316 w 512"/>
                <a:gd name="T111" fmla="*/ 68 h 491"/>
                <a:gd name="T112" fmla="*/ 256 w 512"/>
                <a:gd name="T113" fmla="*/ 43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491">
                  <a:moveTo>
                    <a:pt x="256" y="0"/>
                  </a:moveTo>
                  <a:cubicBezTo>
                    <a:pt x="279" y="0"/>
                    <a:pt x="301" y="6"/>
                    <a:pt x="320" y="17"/>
                  </a:cubicBezTo>
                  <a:cubicBezTo>
                    <a:pt x="340" y="29"/>
                    <a:pt x="355" y="44"/>
                    <a:pt x="367" y="64"/>
                  </a:cubicBezTo>
                  <a:cubicBezTo>
                    <a:pt x="378" y="83"/>
                    <a:pt x="384" y="105"/>
                    <a:pt x="384" y="128"/>
                  </a:cubicBezTo>
                  <a:cubicBezTo>
                    <a:pt x="384" y="192"/>
                    <a:pt x="384" y="192"/>
                    <a:pt x="384" y="192"/>
                  </a:cubicBezTo>
                  <a:cubicBezTo>
                    <a:pt x="384" y="210"/>
                    <a:pt x="381" y="227"/>
                    <a:pt x="374" y="243"/>
                  </a:cubicBezTo>
                  <a:cubicBezTo>
                    <a:pt x="367" y="258"/>
                    <a:pt x="357" y="272"/>
                    <a:pt x="345" y="284"/>
                  </a:cubicBezTo>
                  <a:cubicBezTo>
                    <a:pt x="377" y="289"/>
                    <a:pt x="406" y="297"/>
                    <a:pt x="431" y="307"/>
                  </a:cubicBezTo>
                  <a:cubicBezTo>
                    <a:pt x="457" y="317"/>
                    <a:pt x="476" y="328"/>
                    <a:pt x="491" y="342"/>
                  </a:cubicBezTo>
                  <a:cubicBezTo>
                    <a:pt x="505" y="355"/>
                    <a:pt x="512" y="370"/>
                    <a:pt x="512" y="385"/>
                  </a:cubicBezTo>
                  <a:cubicBezTo>
                    <a:pt x="512" y="427"/>
                    <a:pt x="512" y="427"/>
                    <a:pt x="512" y="427"/>
                  </a:cubicBezTo>
                  <a:cubicBezTo>
                    <a:pt x="512" y="444"/>
                    <a:pt x="506" y="459"/>
                    <a:pt x="493" y="472"/>
                  </a:cubicBezTo>
                  <a:cubicBezTo>
                    <a:pt x="481" y="484"/>
                    <a:pt x="466" y="491"/>
                    <a:pt x="448" y="491"/>
                  </a:cubicBezTo>
                  <a:cubicBezTo>
                    <a:pt x="64" y="491"/>
                    <a:pt x="64" y="491"/>
                    <a:pt x="64" y="491"/>
                  </a:cubicBezTo>
                  <a:cubicBezTo>
                    <a:pt x="46" y="491"/>
                    <a:pt x="31" y="484"/>
                    <a:pt x="19" y="472"/>
                  </a:cubicBezTo>
                  <a:cubicBezTo>
                    <a:pt x="6" y="459"/>
                    <a:pt x="0" y="444"/>
                    <a:pt x="0" y="427"/>
                  </a:cubicBezTo>
                  <a:cubicBezTo>
                    <a:pt x="0" y="385"/>
                    <a:pt x="0" y="385"/>
                    <a:pt x="0" y="385"/>
                  </a:cubicBezTo>
                  <a:cubicBezTo>
                    <a:pt x="0" y="370"/>
                    <a:pt x="7" y="355"/>
                    <a:pt x="21" y="342"/>
                  </a:cubicBezTo>
                  <a:cubicBezTo>
                    <a:pt x="36" y="328"/>
                    <a:pt x="55" y="316"/>
                    <a:pt x="81" y="306"/>
                  </a:cubicBezTo>
                  <a:cubicBezTo>
                    <a:pt x="106" y="296"/>
                    <a:pt x="135" y="289"/>
                    <a:pt x="167" y="284"/>
                  </a:cubicBezTo>
                  <a:cubicBezTo>
                    <a:pt x="155" y="272"/>
                    <a:pt x="145" y="258"/>
                    <a:pt x="138" y="242"/>
                  </a:cubicBezTo>
                  <a:cubicBezTo>
                    <a:pt x="131" y="227"/>
                    <a:pt x="128" y="210"/>
                    <a:pt x="128" y="192"/>
                  </a:cubicBezTo>
                  <a:cubicBezTo>
                    <a:pt x="128" y="128"/>
                    <a:pt x="128" y="128"/>
                    <a:pt x="128" y="128"/>
                  </a:cubicBezTo>
                  <a:cubicBezTo>
                    <a:pt x="128" y="105"/>
                    <a:pt x="134" y="83"/>
                    <a:pt x="145" y="64"/>
                  </a:cubicBezTo>
                  <a:cubicBezTo>
                    <a:pt x="157" y="44"/>
                    <a:pt x="172" y="29"/>
                    <a:pt x="192" y="17"/>
                  </a:cubicBezTo>
                  <a:cubicBezTo>
                    <a:pt x="211" y="6"/>
                    <a:pt x="233" y="0"/>
                    <a:pt x="256" y="0"/>
                  </a:cubicBezTo>
                  <a:close/>
                  <a:moveTo>
                    <a:pt x="256" y="320"/>
                  </a:moveTo>
                  <a:cubicBezTo>
                    <a:pt x="225" y="320"/>
                    <a:pt x="195" y="322"/>
                    <a:pt x="167" y="327"/>
                  </a:cubicBezTo>
                  <a:cubicBezTo>
                    <a:pt x="138" y="332"/>
                    <a:pt x="113" y="339"/>
                    <a:pt x="92" y="348"/>
                  </a:cubicBezTo>
                  <a:cubicBezTo>
                    <a:pt x="83" y="352"/>
                    <a:pt x="75" y="355"/>
                    <a:pt x="69" y="359"/>
                  </a:cubicBezTo>
                  <a:cubicBezTo>
                    <a:pt x="62" y="363"/>
                    <a:pt x="57" y="367"/>
                    <a:pt x="53" y="370"/>
                  </a:cubicBezTo>
                  <a:cubicBezTo>
                    <a:pt x="50" y="374"/>
                    <a:pt x="47" y="376"/>
                    <a:pt x="45" y="379"/>
                  </a:cubicBezTo>
                  <a:cubicBezTo>
                    <a:pt x="44" y="381"/>
                    <a:pt x="43" y="383"/>
                    <a:pt x="43" y="384"/>
                  </a:cubicBezTo>
                  <a:cubicBezTo>
                    <a:pt x="43" y="427"/>
                    <a:pt x="43" y="427"/>
                    <a:pt x="43" y="427"/>
                  </a:cubicBezTo>
                  <a:cubicBezTo>
                    <a:pt x="43" y="433"/>
                    <a:pt x="45" y="438"/>
                    <a:pt x="49" y="442"/>
                  </a:cubicBezTo>
                  <a:cubicBezTo>
                    <a:pt x="53" y="446"/>
                    <a:pt x="58" y="448"/>
                    <a:pt x="64" y="448"/>
                  </a:cubicBezTo>
                  <a:cubicBezTo>
                    <a:pt x="448" y="448"/>
                    <a:pt x="448" y="448"/>
                    <a:pt x="448" y="448"/>
                  </a:cubicBezTo>
                  <a:cubicBezTo>
                    <a:pt x="454" y="448"/>
                    <a:pt x="459" y="446"/>
                    <a:pt x="463" y="442"/>
                  </a:cubicBezTo>
                  <a:cubicBezTo>
                    <a:pt x="467" y="438"/>
                    <a:pt x="469" y="433"/>
                    <a:pt x="469" y="427"/>
                  </a:cubicBezTo>
                  <a:cubicBezTo>
                    <a:pt x="469" y="385"/>
                    <a:pt x="469" y="385"/>
                    <a:pt x="469" y="385"/>
                  </a:cubicBezTo>
                  <a:cubicBezTo>
                    <a:pt x="469" y="383"/>
                    <a:pt x="468" y="381"/>
                    <a:pt x="467" y="379"/>
                  </a:cubicBezTo>
                  <a:cubicBezTo>
                    <a:pt x="465" y="377"/>
                    <a:pt x="462" y="374"/>
                    <a:pt x="459" y="370"/>
                  </a:cubicBezTo>
                  <a:cubicBezTo>
                    <a:pt x="455" y="367"/>
                    <a:pt x="450" y="364"/>
                    <a:pt x="443" y="360"/>
                  </a:cubicBezTo>
                  <a:cubicBezTo>
                    <a:pt x="437" y="356"/>
                    <a:pt x="429" y="352"/>
                    <a:pt x="421" y="348"/>
                  </a:cubicBezTo>
                  <a:cubicBezTo>
                    <a:pt x="399" y="339"/>
                    <a:pt x="374" y="332"/>
                    <a:pt x="345" y="327"/>
                  </a:cubicBezTo>
                  <a:cubicBezTo>
                    <a:pt x="317" y="322"/>
                    <a:pt x="287" y="320"/>
                    <a:pt x="256" y="320"/>
                  </a:cubicBezTo>
                  <a:close/>
                  <a:moveTo>
                    <a:pt x="256" y="43"/>
                  </a:moveTo>
                  <a:cubicBezTo>
                    <a:pt x="232" y="43"/>
                    <a:pt x="212" y="51"/>
                    <a:pt x="196" y="68"/>
                  </a:cubicBezTo>
                  <a:cubicBezTo>
                    <a:pt x="179" y="84"/>
                    <a:pt x="171" y="104"/>
                    <a:pt x="171" y="128"/>
                  </a:cubicBezTo>
                  <a:cubicBezTo>
                    <a:pt x="171" y="192"/>
                    <a:pt x="171" y="192"/>
                    <a:pt x="171" y="192"/>
                  </a:cubicBezTo>
                  <a:cubicBezTo>
                    <a:pt x="171" y="216"/>
                    <a:pt x="179" y="236"/>
                    <a:pt x="196" y="252"/>
                  </a:cubicBezTo>
                  <a:cubicBezTo>
                    <a:pt x="212" y="269"/>
                    <a:pt x="232" y="277"/>
                    <a:pt x="256" y="277"/>
                  </a:cubicBezTo>
                  <a:cubicBezTo>
                    <a:pt x="280" y="277"/>
                    <a:pt x="300" y="269"/>
                    <a:pt x="316" y="252"/>
                  </a:cubicBezTo>
                  <a:cubicBezTo>
                    <a:pt x="333" y="236"/>
                    <a:pt x="341" y="216"/>
                    <a:pt x="341" y="192"/>
                  </a:cubicBezTo>
                  <a:cubicBezTo>
                    <a:pt x="341" y="128"/>
                    <a:pt x="341" y="128"/>
                    <a:pt x="341" y="128"/>
                  </a:cubicBezTo>
                  <a:cubicBezTo>
                    <a:pt x="341" y="104"/>
                    <a:pt x="333" y="84"/>
                    <a:pt x="316" y="68"/>
                  </a:cubicBezTo>
                  <a:cubicBezTo>
                    <a:pt x="300" y="51"/>
                    <a:pt x="280" y="43"/>
                    <a:pt x="256" y="4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1" name="Freeform 27"/>
            <p:cNvSpPr>
              <a:spLocks noEditPoints="1"/>
            </p:cNvSpPr>
            <p:nvPr/>
          </p:nvSpPr>
          <p:spPr bwMode="auto">
            <a:xfrm>
              <a:off x="3087948" y="2563557"/>
              <a:ext cx="499674" cy="500124"/>
            </a:xfrm>
            <a:custGeom>
              <a:avLst/>
              <a:gdLst>
                <a:gd name="T0" fmla="*/ 64 w 470"/>
                <a:gd name="T1" fmla="*/ 0 h 470"/>
                <a:gd name="T2" fmla="*/ 406 w 470"/>
                <a:gd name="T3" fmla="*/ 0 h 470"/>
                <a:gd name="T4" fmla="*/ 451 w 470"/>
                <a:gd name="T5" fmla="*/ 19 h 470"/>
                <a:gd name="T6" fmla="*/ 470 w 470"/>
                <a:gd name="T7" fmla="*/ 64 h 470"/>
                <a:gd name="T8" fmla="*/ 470 w 470"/>
                <a:gd name="T9" fmla="*/ 299 h 470"/>
                <a:gd name="T10" fmla="*/ 451 w 470"/>
                <a:gd name="T11" fmla="*/ 344 h 470"/>
                <a:gd name="T12" fmla="*/ 406 w 470"/>
                <a:gd name="T13" fmla="*/ 363 h 470"/>
                <a:gd name="T14" fmla="*/ 235 w 470"/>
                <a:gd name="T15" fmla="*/ 363 h 470"/>
                <a:gd name="T16" fmla="*/ 86 w 470"/>
                <a:gd name="T17" fmla="*/ 470 h 470"/>
                <a:gd name="T18" fmla="*/ 86 w 470"/>
                <a:gd name="T19" fmla="*/ 363 h 470"/>
                <a:gd name="T20" fmla="*/ 64 w 470"/>
                <a:gd name="T21" fmla="*/ 363 h 470"/>
                <a:gd name="T22" fmla="*/ 19 w 470"/>
                <a:gd name="T23" fmla="*/ 344 h 470"/>
                <a:gd name="T24" fmla="*/ 0 w 470"/>
                <a:gd name="T25" fmla="*/ 299 h 470"/>
                <a:gd name="T26" fmla="*/ 0 w 470"/>
                <a:gd name="T27" fmla="*/ 64 h 470"/>
                <a:gd name="T28" fmla="*/ 19 w 470"/>
                <a:gd name="T29" fmla="*/ 19 h 470"/>
                <a:gd name="T30" fmla="*/ 64 w 470"/>
                <a:gd name="T31" fmla="*/ 0 h 470"/>
                <a:gd name="T32" fmla="*/ 406 w 470"/>
                <a:gd name="T33" fmla="*/ 43 h 470"/>
                <a:gd name="T34" fmla="*/ 64 w 470"/>
                <a:gd name="T35" fmla="*/ 43 h 470"/>
                <a:gd name="T36" fmla="*/ 49 w 470"/>
                <a:gd name="T37" fmla="*/ 49 h 470"/>
                <a:gd name="T38" fmla="*/ 43 w 470"/>
                <a:gd name="T39" fmla="*/ 64 h 470"/>
                <a:gd name="T40" fmla="*/ 43 w 470"/>
                <a:gd name="T41" fmla="*/ 299 h 470"/>
                <a:gd name="T42" fmla="*/ 49 w 470"/>
                <a:gd name="T43" fmla="*/ 314 h 470"/>
                <a:gd name="T44" fmla="*/ 64 w 470"/>
                <a:gd name="T45" fmla="*/ 320 h 470"/>
                <a:gd name="T46" fmla="*/ 128 w 470"/>
                <a:gd name="T47" fmla="*/ 320 h 470"/>
                <a:gd name="T48" fmla="*/ 128 w 470"/>
                <a:gd name="T49" fmla="*/ 387 h 470"/>
                <a:gd name="T50" fmla="*/ 221 w 470"/>
                <a:gd name="T51" fmla="*/ 320 h 470"/>
                <a:gd name="T52" fmla="*/ 406 w 470"/>
                <a:gd name="T53" fmla="*/ 320 h 470"/>
                <a:gd name="T54" fmla="*/ 421 w 470"/>
                <a:gd name="T55" fmla="*/ 314 h 470"/>
                <a:gd name="T56" fmla="*/ 427 w 470"/>
                <a:gd name="T57" fmla="*/ 299 h 470"/>
                <a:gd name="T58" fmla="*/ 427 w 470"/>
                <a:gd name="T59" fmla="*/ 64 h 470"/>
                <a:gd name="T60" fmla="*/ 421 w 470"/>
                <a:gd name="T61" fmla="*/ 49 h 470"/>
                <a:gd name="T62" fmla="*/ 406 w 470"/>
                <a:gd name="T63" fmla="*/ 43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0" h="470">
                  <a:moveTo>
                    <a:pt x="64" y="0"/>
                  </a:moveTo>
                  <a:cubicBezTo>
                    <a:pt x="406" y="0"/>
                    <a:pt x="406" y="0"/>
                    <a:pt x="406" y="0"/>
                  </a:cubicBezTo>
                  <a:cubicBezTo>
                    <a:pt x="423" y="0"/>
                    <a:pt x="438" y="7"/>
                    <a:pt x="451" y="19"/>
                  </a:cubicBezTo>
                  <a:cubicBezTo>
                    <a:pt x="463" y="32"/>
                    <a:pt x="470" y="47"/>
                    <a:pt x="470" y="64"/>
                  </a:cubicBezTo>
                  <a:cubicBezTo>
                    <a:pt x="470" y="299"/>
                    <a:pt x="470" y="299"/>
                    <a:pt x="470" y="299"/>
                  </a:cubicBezTo>
                  <a:cubicBezTo>
                    <a:pt x="470" y="317"/>
                    <a:pt x="463" y="332"/>
                    <a:pt x="451" y="344"/>
                  </a:cubicBezTo>
                  <a:cubicBezTo>
                    <a:pt x="438" y="357"/>
                    <a:pt x="423" y="363"/>
                    <a:pt x="406" y="363"/>
                  </a:cubicBezTo>
                  <a:cubicBezTo>
                    <a:pt x="235" y="363"/>
                    <a:pt x="235" y="363"/>
                    <a:pt x="235" y="363"/>
                  </a:cubicBezTo>
                  <a:cubicBezTo>
                    <a:pt x="86" y="470"/>
                    <a:pt x="86" y="470"/>
                    <a:pt x="86" y="470"/>
                  </a:cubicBezTo>
                  <a:cubicBezTo>
                    <a:pt x="86" y="363"/>
                    <a:pt x="86" y="363"/>
                    <a:pt x="86" y="363"/>
                  </a:cubicBezTo>
                  <a:cubicBezTo>
                    <a:pt x="64" y="363"/>
                    <a:pt x="64" y="363"/>
                    <a:pt x="64" y="363"/>
                  </a:cubicBezTo>
                  <a:cubicBezTo>
                    <a:pt x="47" y="363"/>
                    <a:pt x="32" y="357"/>
                    <a:pt x="19" y="344"/>
                  </a:cubicBezTo>
                  <a:cubicBezTo>
                    <a:pt x="7" y="332"/>
                    <a:pt x="0" y="317"/>
                    <a:pt x="0" y="299"/>
                  </a:cubicBezTo>
                  <a:cubicBezTo>
                    <a:pt x="0" y="64"/>
                    <a:pt x="0" y="64"/>
                    <a:pt x="0" y="64"/>
                  </a:cubicBezTo>
                  <a:cubicBezTo>
                    <a:pt x="0" y="47"/>
                    <a:pt x="7" y="32"/>
                    <a:pt x="19" y="19"/>
                  </a:cubicBezTo>
                  <a:cubicBezTo>
                    <a:pt x="32" y="7"/>
                    <a:pt x="47" y="0"/>
                    <a:pt x="64" y="0"/>
                  </a:cubicBezTo>
                  <a:close/>
                  <a:moveTo>
                    <a:pt x="406" y="43"/>
                  </a:moveTo>
                  <a:cubicBezTo>
                    <a:pt x="64" y="43"/>
                    <a:pt x="64" y="43"/>
                    <a:pt x="64" y="43"/>
                  </a:cubicBezTo>
                  <a:cubicBezTo>
                    <a:pt x="58" y="43"/>
                    <a:pt x="53" y="45"/>
                    <a:pt x="49" y="49"/>
                  </a:cubicBezTo>
                  <a:cubicBezTo>
                    <a:pt x="45" y="53"/>
                    <a:pt x="43" y="58"/>
                    <a:pt x="43" y="64"/>
                  </a:cubicBezTo>
                  <a:cubicBezTo>
                    <a:pt x="43" y="299"/>
                    <a:pt x="43" y="299"/>
                    <a:pt x="43" y="299"/>
                  </a:cubicBezTo>
                  <a:cubicBezTo>
                    <a:pt x="43" y="305"/>
                    <a:pt x="45" y="310"/>
                    <a:pt x="49" y="314"/>
                  </a:cubicBezTo>
                  <a:cubicBezTo>
                    <a:pt x="53" y="318"/>
                    <a:pt x="58" y="320"/>
                    <a:pt x="64" y="320"/>
                  </a:cubicBezTo>
                  <a:cubicBezTo>
                    <a:pt x="128" y="320"/>
                    <a:pt x="128" y="320"/>
                    <a:pt x="128" y="320"/>
                  </a:cubicBezTo>
                  <a:cubicBezTo>
                    <a:pt x="128" y="387"/>
                    <a:pt x="128" y="387"/>
                    <a:pt x="128" y="387"/>
                  </a:cubicBezTo>
                  <a:cubicBezTo>
                    <a:pt x="221" y="320"/>
                    <a:pt x="221" y="320"/>
                    <a:pt x="221" y="320"/>
                  </a:cubicBezTo>
                  <a:cubicBezTo>
                    <a:pt x="406" y="320"/>
                    <a:pt x="406" y="320"/>
                    <a:pt x="406" y="320"/>
                  </a:cubicBezTo>
                  <a:cubicBezTo>
                    <a:pt x="412" y="320"/>
                    <a:pt x="417" y="318"/>
                    <a:pt x="421" y="314"/>
                  </a:cubicBezTo>
                  <a:cubicBezTo>
                    <a:pt x="425" y="310"/>
                    <a:pt x="427" y="305"/>
                    <a:pt x="427" y="299"/>
                  </a:cubicBezTo>
                  <a:cubicBezTo>
                    <a:pt x="427" y="64"/>
                    <a:pt x="427" y="64"/>
                    <a:pt x="427" y="64"/>
                  </a:cubicBezTo>
                  <a:cubicBezTo>
                    <a:pt x="427" y="58"/>
                    <a:pt x="425" y="53"/>
                    <a:pt x="421" y="49"/>
                  </a:cubicBezTo>
                  <a:cubicBezTo>
                    <a:pt x="417" y="45"/>
                    <a:pt x="412" y="43"/>
                    <a:pt x="406" y="4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2" name="Freeform 28"/>
            <p:cNvSpPr>
              <a:spLocks noEditPoints="1"/>
            </p:cNvSpPr>
            <p:nvPr/>
          </p:nvSpPr>
          <p:spPr bwMode="auto">
            <a:xfrm>
              <a:off x="4180270" y="2586945"/>
              <a:ext cx="452900" cy="453349"/>
            </a:xfrm>
            <a:custGeom>
              <a:avLst/>
              <a:gdLst>
                <a:gd name="T0" fmla="*/ 341 w 426"/>
                <a:gd name="T1" fmla="*/ 0 h 426"/>
                <a:gd name="T2" fmla="*/ 401 w 426"/>
                <a:gd name="T3" fmla="*/ 25 h 426"/>
                <a:gd name="T4" fmla="*/ 426 w 426"/>
                <a:gd name="T5" fmla="*/ 85 h 426"/>
                <a:gd name="T6" fmla="*/ 401 w 426"/>
                <a:gd name="T7" fmla="*/ 145 h 426"/>
                <a:gd name="T8" fmla="*/ 341 w 426"/>
                <a:gd name="T9" fmla="*/ 170 h 426"/>
                <a:gd name="T10" fmla="*/ 305 w 426"/>
                <a:gd name="T11" fmla="*/ 163 h 426"/>
                <a:gd name="T12" fmla="*/ 277 w 426"/>
                <a:gd name="T13" fmla="*/ 141 h 426"/>
                <a:gd name="T14" fmla="*/ 168 w 426"/>
                <a:gd name="T15" fmla="*/ 195 h 426"/>
                <a:gd name="T16" fmla="*/ 170 w 426"/>
                <a:gd name="T17" fmla="*/ 213 h 426"/>
                <a:gd name="T18" fmla="*/ 168 w 426"/>
                <a:gd name="T19" fmla="*/ 231 h 426"/>
                <a:gd name="T20" fmla="*/ 277 w 426"/>
                <a:gd name="T21" fmla="*/ 285 h 426"/>
                <a:gd name="T22" fmla="*/ 305 w 426"/>
                <a:gd name="T23" fmla="*/ 263 h 426"/>
                <a:gd name="T24" fmla="*/ 341 w 426"/>
                <a:gd name="T25" fmla="*/ 256 h 426"/>
                <a:gd name="T26" fmla="*/ 401 w 426"/>
                <a:gd name="T27" fmla="*/ 281 h 426"/>
                <a:gd name="T28" fmla="*/ 426 w 426"/>
                <a:gd name="T29" fmla="*/ 341 h 426"/>
                <a:gd name="T30" fmla="*/ 401 w 426"/>
                <a:gd name="T31" fmla="*/ 401 h 426"/>
                <a:gd name="T32" fmla="*/ 341 w 426"/>
                <a:gd name="T33" fmla="*/ 426 h 426"/>
                <a:gd name="T34" fmla="*/ 281 w 426"/>
                <a:gd name="T35" fmla="*/ 401 h 426"/>
                <a:gd name="T36" fmla="*/ 256 w 426"/>
                <a:gd name="T37" fmla="*/ 341 h 426"/>
                <a:gd name="T38" fmla="*/ 258 w 426"/>
                <a:gd name="T39" fmla="*/ 323 h 426"/>
                <a:gd name="T40" fmla="*/ 149 w 426"/>
                <a:gd name="T41" fmla="*/ 269 h 426"/>
                <a:gd name="T42" fmla="*/ 121 w 426"/>
                <a:gd name="T43" fmla="*/ 291 h 426"/>
                <a:gd name="T44" fmla="*/ 85 w 426"/>
                <a:gd name="T45" fmla="*/ 298 h 426"/>
                <a:gd name="T46" fmla="*/ 25 w 426"/>
                <a:gd name="T47" fmla="*/ 273 h 426"/>
                <a:gd name="T48" fmla="*/ 0 w 426"/>
                <a:gd name="T49" fmla="*/ 213 h 426"/>
                <a:gd name="T50" fmla="*/ 25 w 426"/>
                <a:gd name="T51" fmla="*/ 153 h 426"/>
                <a:gd name="T52" fmla="*/ 85 w 426"/>
                <a:gd name="T53" fmla="*/ 128 h 426"/>
                <a:gd name="T54" fmla="*/ 121 w 426"/>
                <a:gd name="T55" fmla="*/ 135 h 426"/>
                <a:gd name="T56" fmla="*/ 149 w 426"/>
                <a:gd name="T57" fmla="*/ 157 h 426"/>
                <a:gd name="T58" fmla="*/ 258 w 426"/>
                <a:gd name="T59" fmla="*/ 103 h 426"/>
                <a:gd name="T60" fmla="*/ 256 w 426"/>
                <a:gd name="T61" fmla="*/ 85 h 426"/>
                <a:gd name="T62" fmla="*/ 281 w 426"/>
                <a:gd name="T63" fmla="*/ 25 h 426"/>
                <a:gd name="T64" fmla="*/ 341 w 426"/>
                <a:gd name="T65" fmla="*/ 0 h 426"/>
                <a:gd name="T66" fmla="*/ 85 w 426"/>
                <a:gd name="T67" fmla="*/ 170 h 426"/>
                <a:gd name="T68" fmla="*/ 55 w 426"/>
                <a:gd name="T69" fmla="*/ 183 h 426"/>
                <a:gd name="T70" fmla="*/ 42 w 426"/>
                <a:gd name="T71" fmla="*/ 213 h 426"/>
                <a:gd name="T72" fmla="*/ 55 w 426"/>
                <a:gd name="T73" fmla="*/ 243 h 426"/>
                <a:gd name="T74" fmla="*/ 85 w 426"/>
                <a:gd name="T75" fmla="*/ 256 h 426"/>
                <a:gd name="T76" fmla="*/ 115 w 426"/>
                <a:gd name="T77" fmla="*/ 243 h 426"/>
                <a:gd name="T78" fmla="*/ 128 w 426"/>
                <a:gd name="T79" fmla="*/ 213 h 426"/>
                <a:gd name="T80" fmla="*/ 115 w 426"/>
                <a:gd name="T81" fmla="*/ 183 h 426"/>
                <a:gd name="T82" fmla="*/ 85 w 426"/>
                <a:gd name="T83" fmla="*/ 170 h 426"/>
                <a:gd name="T84" fmla="*/ 341 w 426"/>
                <a:gd name="T85" fmla="*/ 298 h 426"/>
                <a:gd name="T86" fmla="*/ 311 w 426"/>
                <a:gd name="T87" fmla="*/ 311 h 426"/>
                <a:gd name="T88" fmla="*/ 298 w 426"/>
                <a:gd name="T89" fmla="*/ 341 h 426"/>
                <a:gd name="T90" fmla="*/ 311 w 426"/>
                <a:gd name="T91" fmla="*/ 371 h 426"/>
                <a:gd name="T92" fmla="*/ 341 w 426"/>
                <a:gd name="T93" fmla="*/ 384 h 426"/>
                <a:gd name="T94" fmla="*/ 371 w 426"/>
                <a:gd name="T95" fmla="*/ 371 h 426"/>
                <a:gd name="T96" fmla="*/ 384 w 426"/>
                <a:gd name="T97" fmla="*/ 341 h 426"/>
                <a:gd name="T98" fmla="*/ 371 w 426"/>
                <a:gd name="T99" fmla="*/ 311 h 426"/>
                <a:gd name="T100" fmla="*/ 341 w 426"/>
                <a:gd name="T101" fmla="*/ 298 h 426"/>
                <a:gd name="T102" fmla="*/ 341 w 426"/>
                <a:gd name="T103" fmla="*/ 42 h 426"/>
                <a:gd name="T104" fmla="*/ 311 w 426"/>
                <a:gd name="T105" fmla="*/ 55 h 426"/>
                <a:gd name="T106" fmla="*/ 298 w 426"/>
                <a:gd name="T107" fmla="*/ 85 h 426"/>
                <a:gd name="T108" fmla="*/ 311 w 426"/>
                <a:gd name="T109" fmla="*/ 115 h 426"/>
                <a:gd name="T110" fmla="*/ 341 w 426"/>
                <a:gd name="T111" fmla="*/ 128 h 426"/>
                <a:gd name="T112" fmla="*/ 371 w 426"/>
                <a:gd name="T113" fmla="*/ 115 h 426"/>
                <a:gd name="T114" fmla="*/ 384 w 426"/>
                <a:gd name="T115" fmla="*/ 85 h 426"/>
                <a:gd name="T116" fmla="*/ 371 w 426"/>
                <a:gd name="T117" fmla="*/ 55 h 426"/>
                <a:gd name="T118" fmla="*/ 341 w 426"/>
                <a:gd name="T119" fmla="*/ 42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6" h="426">
                  <a:moveTo>
                    <a:pt x="341" y="0"/>
                  </a:moveTo>
                  <a:cubicBezTo>
                    <a:pt x="365" y="0"/>
                    <a:pt x="385" y="8"/>
                    <a:pt x="401" y="25"/>
                  </a:cubicBezTo>
                  <a:cubicBezTo>
                    <a:pt x="418" y="41"/>
                    <a:pt x="426" y="61"/>
                    <a:pt x="426" y="85"/>
                  </a:cubicBezTo>
                  <a:cubicBezTo>
                    <a:pt x="426" y="109"/>
                    <a:pt x="418" y="129"/>
                    <a:pt x="401" y="145"/>
                  </a:cubicBezTo>
                  <a:cubicBezTo>
                    <a:pt x="385" y="162"/>
                    <a:pt x="365" y="170"/>
                    <a:pt x="341" y="170"/>
                  </a:cubicBezTo>
                  <a:cubicBezTo>
                    <a:pt x="328" y="170"/>
                    <a:pt x="317" y="168"/>
                    <a:pt x="305" y="163"/>
                  </a:cubicBezTo>
                  <a:cubicBezTo>
                    <a:pt x="294" y="157"/>
                    <a:pt x="285" y="150"/>
                    <a:pt x="277" y="141"/>
                  </a:cubicBezTo>
                  <a:cubicBezTo>
                    <a:pt x="168" y="195"/>
                    <a:pt x="168" y="195"/>
                    <a:pt x="168" y="195"/>
                  </a:cubicBezTo>
                  <a:cubicBezTo>
                    <a:pt x="170" y="201"/>
                    <a:pt x="170" y="207"/>
                    <a:pt x="170" y="213"/>
                  </a:cubicBezTo>
                  <a:cubicBezTo>
                    <a:pt x="170" y="219"/>
                    <a:pt x="170" y="225"/>
                    <a:pt x="168" y="231"/>
                  </a:cubicBezTo>
                  <a:cubicBezTo>
                    <a:pt x="277" y="285"/>
                    <a:pt x="277" y="285"/>
                    <a:pt x="277" y="285"/>
                  </a:cubicBezTo>
                  <a:cubicBezTo>
                    <a:pt x="285" y="276"/>
                    <a:pt x="294" y="269"/>
                    <a:pt x="305" y="263"/>
                  </a:cubicBezTo>
                  <a:cubicBezTo>
                    <a:pt x="317" y="258"/>
                    <a:pt x="328" y="256"/>
                    <a:pt x="341" y="256"/>
                  </a:cubicBezTo>
                  <a:cubicBezTo>
                    <a:pt x="365" y="256"/>
                    <a:pt x="385" y="264"/>
                    <a:pt x="401" y="281"/>
                  </a:cubicBezTo>
                  <a:cubicBezTo>
                    <a:pt x="418" y="297"/>
                    <a:pt x="426" y="317"/>
                    <a:pt x="426" y="341"/>
                  </a:cubicBezTo>
                  <a:cubicBezTo>
                    <a:pt x="426" y="365"/>
                    <a:pt x="418" y="385"/>
                    <a:pt x="401" y="401"/>
                  </a:cubicBezTo>
                  <a:cubicBezTo>
                    <a:pt x="385" y="418"/>
                    <a:pt x="365" y="426"/>
                    <a:pt x="341" y="426"/>
                  </a:cubicBezTo>
                  <a:cubicBezTo>
                    <a:pt x="317" y="426"/>
                    <a:pt x="297" y="418"/>
                    <a:pt x="281" y="401"/>
                  </a:cubicBezTo>
                  <a:cubicBezTo>
                    <a:pt x="264" y="385"/>
                    <a:pt x="256" y="365"/>
                    <a:pt x="256" y="341"/>
                  </a:cubicBezTo>
                  <a:cubicBezTo>
                    <a:pt x="256" y="335"/>
                    <a:pt x="256" y="329"/>
                    <a:pt x="258" y="323"/>
                  </a:cubicBezTo>
                  <a:cubicBezTo>
                    <a:pt x="149" y="269"/>
                    <a:pt x="149" y="269"/>
                    <a:pt x="149" y="269"/>
                  </a:cubicBezTo>
                  <a:cubicBezTo>
                    <a:pt x="141" y="278"/>
                    <a:pt x="132" y="285"/>
                    <a:pt x="121" y="291"/>
                  </a:cubicBezTo>
                  <a:cubicBezTo>
                    <a:pt x="109" y="296"/>
                    <a:pt x="98" y="298"/>
                    <a:pt x="85" y="298"/>
                  </a:cubicBezTo>
                  <a:cubicBezTo>
                    <a:pt x="61" y="298"/>
                    <a:pt x="41" y="290"/>
                    <a:pt x="25" y="273"/>
                  </a:cubicBezTo>
                  <a:cubicBezTo>
                    <a:pt x="8" y="257"/>
                    <a:pt x="0" y="237"/>
                    <a:pt x="0" y="213"/>
                  </a:cubicBezTo>
                  <a:cubicBezTo>
                    <a:pt x="0" y="189"/>
                    <a:pt x="8" y="169"/>
                    <a:pt x="25" y="153"/>
                  </a:cubicBezTo>
                  <a:cubicBezTo>
                    <a:pt x="41" y="136"/>
                    <a:pt x="61" y="128"/>
                    <a:pt x="85" y="128"/>
                  </a:cubicBezTo>
                  <a:cubicBezTo>
                    <a:pt x="98" y="128"/>
                    <a:pt x="109" y="130"/>
                    <a:pt x="121" y="135"/>
                  </a:cubicBezTo>
                  <a:cubicBezTo>
                    <a:pt x="132" y="141"/>
                    <a:pt x="141" y="148"/>
                    <a:pt x="149" y="157"/>
                  </a:cubicBezTo>
                  <a:cubicBezTo>
                    <a:pt x="258" y="103"/>
                    <a:pt x="258" y="103"/>
                    <a:pt x="258" y="103"/>
                  </a:cubicBezTo>
                  <a:cubicBezTo>
                    <a:pt x="256" y="97"/>
                    <a:pt x="256" y="91"/>
                    <a:pt x="256" y="85"/>
                  </a:cubicBezTo>
                  <a:cubicBezTo>
                    <a:pt x="256" y="61"/>
                    <a:pt x="264" y="41"/>
                    <a:pt x="281" y="25"/>
                  </a:cubicBezTo>
                  <a:cubicBezTo>
                    <a:pt x="297" y="8"/>
                    <a:pt x="317" y="0"/>
                    <a:pt x="341" y="0"/>
                  </a:cubicBezTo>
                  <a:close/>
                  <a:moveTo>
                    <a:pt x="85" y="170"/>
                  </a:moveTo>
                  <a:cubicBezTo>
                    <a:pt x="73" y="170"/>
                    <a:pt x="63" y="174"/>
                    <a:pt x="55" y="183"/>
                  </a:cubicBezTo>
                  <a:cubicBezTo>
                    <a:pt x="46" y="191"/>
                    <a:pt x="42" y="201"/>
                    <a:pt x="42" y="213"/>
                  </a:cubicBezTo>
                  <a:cubicBezTo>
                    <a:pt x="42" y="225"/>
                    <a:pt x="46" y="235"/>
                    <a:pt x="55" y="243"/>
                  </a:cubicBezTo>
                  <a:cubicBezTo>
                    <a:pt x="63" y="252"/>
                    <a:pt x="73" y="256"/>
                    <a:pt x="85" y="256"/>
                  </a:cubicBezTo>
                  <a:cubicBezTo>
                    <a:pt x="97" y="256"/>
                    <a:pt x="107" y="252"/>
                    <a:pt x="115" y="243"/>
                  </a:cubicBezTo>
                  <a:cubicBezTo>
                    <a:pt x="124" y="235"/>
                    <a:pt x="128" y="225"/>
                    <a:pt x="128" y="213"/>
                  </a:cubicBezTo>
                  <a:cubicBezTo>
                    <a:pt x="128" y="201"/>
                    <a:pt x="124" y="191"/>
                    <a:pt x="115" y="183"/>
                  </a:cubicBezTo>
                  <a:cubicBezTo>
                    <a:pt x="107" y="174"/>
                    <a:pt x="97" y="170"/>
                    <a:pt x="85" y="170"/>
                  </a:cubicBezTo>
                  <a:close/>
                  <a:moveTo>
                    <a:pt x="341" y="298"/>
                  </a:moveTo>
                  <a:cubicBezTo>
                    <a:pt x="329" y="298"/>
                    <a:pt x="319" y="302"/>
                    <a:pt x="311" y="311"/>
                  </a:cubicBezTo>
                  <a:cubicBezTo>
                    <a:pt x="302" y="319"/>
                    <a:pt x="298" y="329"/>
                    <a:pt x="298" y="341"/>
                  </a:cubicBezTo>
                  <a:cubicBezTo>
                    <a:pt x="298" y="353"/>
                    <a:pt x="302" y="363"/>
                    <a:pt x="311" y="371"/>
                  </a:cubicBezTo>
                  <a:cubicBezTo>
                    <a:pt x="319" y="380"/>
                    <a:pt x="329" y="384"/>
                    <a:pt x="341" y="384"/>
                  </a:cubicBezTo>
                  <a:cubicBezTo>
                    <a:pt x="353" y="384"/>
                    <a:pt x="363" y="380"/>
                    <a:pt x="371" y="371"/>
                  </a:cubicBezTo>
                  <a:cubicBezTo>
                    <a:pt x="380" y="363"/>
                    <a:pt x="384" y="353"/>
                    <a:pt x="384" y="341"/>
                  </a:cubicBezTo>
                  <a:cubicBezTo>
                    <a:pt x="384" y="329"/>
                    <a:pt x="380" y="319"/>
                    <a:pt x="371" y="311"/>
                  </a:cubicBezTo>
                  <a:cubicBezTo>
                    <a:pt x="363" y="302"/>
                    <a:pt x="353" y="298"/>
                    <a:pt x="341" y="298"/>
                  </a:cubicBezTo>
                  <a:close/>
                  <a:moveTo>
                    <a:pt x="341" y="42"/>
                  </a:moveTo>
                  <a:cubicBezTo>
                    <a:pt x="329" y="42"/>
                    <a:pt x="319" y="46"/>
                    <a:pt x="311" y="55"/>
                  </a:cubicBezTo>
                  <a:cubicBezTo>
                    <a:pt x="302" y="63"/>
                    <a:pt x="298" y="73"/>
                    <a:pt x="298" y="85"/>
                  </a:cubicBezTo>
                  <a:cubicBezTo>
                    <a:pt x="298" y="97"/>
                    <a:pt x="302" y="107"/>
                    <a:pt x="311" y="115"/>
                  </a:cubicBezTo>
                  <a:cubicBezTo>
                    <a:pt x="319" y="124"/>
                    <a:pt x="329" y="128"/>
                    <a:pt x="341" y="128"/>
                  </a:cubicBezTo>
                  <a:cubicBezTo>
                    <a:pt x="353" y="128"/>
                    <a:pt x="363" y="124"/>
                    <a:pt x="371" y="115"/>
                  </a:cubicBezTo>
                  <a:cubicBezTo>
                    <a:pt x="380" y="107"/>
                    <a:pt x="384" y="97"/>
                    <a:pt x="384" y="85"/>
                  </a:cubicBezTo>
                  <a:cubicBezTo>
                    <a:pt x="384" y="73"/>
                    <a:pt x="380" y="63"/>
                    <a:pt x="371" y="55"/>
                  </a:cubicBezTo>
                  <a:cubicBezTo>
                    <a:pt x="363" y="46"/>
                    <a:pt x="353" y="42"/>
                    <a:pt x="341" y="42"/>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3" name="Freeform 29"/>
            <p:cNvSpPr>
              <a:spLocks noEditPoints="1"/>
            </p:cNvSpPr>
            <p:nvPr/>
          </p:nvSpPr>
          <p:spPr bwMode="auto">
            <a:xfrm>
              <a:off x="5225818" y="2563557"/>
              <a:ext cx="499674" cy="500124"/>
            </a:xfrm>
            <a:custGeom>
              <a:avLst/>
              <a:gdLst>
                <a:gd name="T0" fmla="*/ 0 w 470"/>
                <a:gd name="T1" fmla="*/ 0 h 470"/>
                <a:gd name="T2" fmla="*/ 242 w 470"/>
                <a:gd name="T3" fmla="*/ 0 h 470"/>
                <a:gd name="T4" fmla="*/ 451 w 470"/>
                <a:gd name="T5" fmla="*/ 209 h 470"/>
                <a:gd name="T6" fmla="*/ 470 w 470"/>
                <a:gd name="T7" fmla="*/ 255 h 470"/>
                <a:gd name="T8" fmla="*/ 451 w 470"/>
                <a:gd name="T9" fmla="*/ 300 h 470"/>
                <a:gd name="T10" fmla="*/ 300 w 470"/>
                <a:gd name="T11" fmla="*/ 451 h 470"/>
                <a:gd name="T12" fmla="*/ 255 w 470"/>
                <a:gd name="T13" fmla="*/ 470 h 470"/>
                <a:gd name="T14" fmla="*/ 209 w 470"/>
                <a:gd name="T15" fmla="*/ 451 h 470"/>
                <a:gd name="T16" fmla="*/ 0 w 470"/>
                <a:gd name="T17" fmla="*/ 242 h 470"/>
                <a:gd name="T18" fmla="*/ 0 w 470"/>
                <a:gd name="T19" fmla="*/ 0 h 470"/>
                <a:gd name="T20" fmla="*/ 421 w 470"/>
                <a:gd name="T21" fmla="*/ 240 h 470"/>
                <a:gd name="T22" fmla="*/ 224 w 470"/>
                <a:gd name="T23" fmla="*/ 43 h 470"/>
                <a:gd name="T24" fmla="*/ 43 w 470"/>
                <a:gd name="T25" fmla="*/ 43 h 470"/>
                <a:gd name="T26" fmla="*/ 43 w 470"/>
                <a:gd name="T27" fmla="*/ 224 h 470"/>
                <a:gd name="T28" fmla="*/ 240 w 470"/>
                <a:gd name="T29" fmla="*/ 421 h 470"/>
                <a:gd name="T30" fmla="*/ 255 w 470"/>
                <a:gd name="T31" fmla="*/ 427 h 470"/>
                <a:gd name="T32" fmla="*/ 270 w 470"/>
                <a:gd name="T33" fmla="*/ 421 h 470"/>
                <a:gd name="T34" fmla="*/ 421 w 470"/>
                <a:gd name="T35" fmla="*/ 270 h 470"/>
                <a:gd name="T36" fmla="*/ 427 w 470"/>
                <a:gd name="T37" fmla="*/ 255 h 470"/>
                <a:gd name="T38" fmla="*/ 421 w 470"/>
                <a:gd name="T39" fmla="*/ 240 h 470"/>
                <a:gd name="T40" fmla="*/ 160 w 470"/>
                <a:gd name="T41" fmla="*/ 107 h 470"/>
                <a:gd name="T42" fmla="*/ 198 w 470"/>
                <a:gd name="T43" fmla="*/ 123 h 470"/>
                <a:gd name="T44" fmla="*/ 214 w 470"/>
                <a:gd name="T45" fmla="*/ 160 h 470"/>
                <a:gd name="T46" fmla="*/ 198 w 470"/>
                <a:gd name="T47" fmla="*/ 198 h 470"/>
                <a:gd name="T48" fmla="*/ 160 w 470"/>
                <a:gd name="T49" fmla="*/ 214 h 470"/>
                <a:gd name="T50" fmla="*/ 123 w 470"/>
                <a:gd name="T51" fmla="*/ 198 h 470"/>
                <a:gd name="T52" fmla="*/ 107 w 470"/>
                <a:gd name="T53" fmla="*/ 160 h 470"/>
                <a:gd name="T54" fmla="*/ 123 w 470"/>
                <a:gd name="T55" fmla="*/ 123 h 470"/>
                <a:gd name="T56" fmla="*/ 160 w 470"/>
                <a:gd name="T57" fmla="*/ 107 h 470"/>
                <a:gd name="T58" fmla="*/ 160 w 470"/>
                <a:gd name="T59" fmla="*/ 150 h 470"/>
                <a:gd name="T60" fmla="*/ 153 w 470"/>
                <a:gd name="T61" fmla="*/ 153 h 470"/>
                <a:gd name="T62" fmla="*/ 150 w 470"/>
                <a:gd name="T63" fmla="*/ 160 h 470"/>
                <a:gd name="T64" fmla="*/ 153 w 470"/>
                <a:gd name="T65" fmla="*/ 168 h 470"/>
                <a:gd name="T66" fmla="*/ 160 w 470"/>
                <a:gd name="T67" fmla="*/ 171 h 470"/>
                <a:gd name="T68" fmla="*/ 168 w 470"/>
                <a:gd name="T69" fmla="*/ 168 h 470"/>
                <a:gd name="T70" fmla="*/ 171 w 470"/>
                <a:gd name="T71" fmla="*/ 160 h 470"/>
                <a:gd name="T72" fmla="*/ 168 w 470"/>
                <a:gd name="T73" fmla="*/ 153 h 470"/>
                <a:gd name="T74" fmla="*/ 160 w 470"/>
                <a:gd name="T75" fmla="*/ 15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0" h="470">
                  <a:moveTo>
                    <a:pt x="0" y="0"/>
                  </a:moveTo>
                  <a:cubicBezTo>
                    <a:pt x="242" y="0"/>
                    <a:pt x="242" y="0"/>
                    <a:pt x="242" y="0"/>
                  </a:cubicBezTo>
                  <a:cubicBezTo>
                    <a:pt x="451" y="209"/>
                    <a:pt x="451" y="209"/>
                    <a:pt x="451" y="209"/>
                  </a:cubicBezTo>
                  <a:cubicBezTo>
                    <a:pt x="463" y="222"/>
                    <a:pt x="470" y="237"/>
                    <a:pt x="470" y="255"/>
                  </a:cubicBezTo>
                  <a:cubicBezTo>
                    <a:pt x="470" y="272"/>
                    <a:pt x="463" y="288"/>
                    <a:pt x="451" y="300"/>
                  </a:cubicBezTo>
                  <a:cubicBezTo>
                    <a:pt x="300" y="451"/>
                    <a:pt x="300" y="451"/>
                    <a:pt x="300" y="451"/>
                  </a:cubicBezTo>
                  <a:cubicBezTo>
                    <a:pt x="288" y="463"/>
                    <a:pt x="272" y="470"/>
                    <a:pt x="255" y="470"/>
                  </a:cubicBezTo>
                  <a:cubicBezTo>
                    <a:pt x="237" y="470"/>
                    <a:pt x="222" y="463"/>
                    <a:pt x="209" y="451"/>
                  </a:cubicBezTo>
                  <a:cubicBezTo>
                    <a:pt x="0" y="242"/>
                    <a:pt x="0" y="242"/>
                    <a:pt x="0" y="242"/>
                  </a:cubicBezTo>
                  <a:cubicBezTo>
                    <a:pt x="0" y="0"/>
                    <a:pt x="0" y="0"/>
                    <a:pt x="0" y="0"/>
                  </a:cubicBezTo>
                  <a:close/>
                  <a:moveTo>
                    <a:pt x="421" y="240"/>
                  </a:moveTo>
                  <a:cubicBezTo>
                    <a:pt x="224" y="43"/>
                    <a:pt x="224" y="43"/>
                    <a:pt x="224" y="43"/>
                  </a:cubicBezTo>
                  <a:cubicBezTo>
                    <a:pt x="43" y="43"/>
                    <a:pt x="43" y="43"/>
                    <a:pt x="43" y="43"/>
                  </a:cubicBezTo>
                  <a:cubicBezTo>
                    <a:pt x="43" y="224"/>
                    <a:pt x="43" y="224"/>
                    <a:pt x="43" y="224"/>
                  </a:cubicBezTo>
                  <a:cubicBezTo>
                    <a:pt x="240" y="421"/>
                    <a:pt x="240" y="421"/>
                    <a:pt x="240" y="421"/>
                  </a:cubicBezTo>
                  <a:cubicBezTo>
                    <a:pt x="244" y="425"/>
                    <a:pt x="249" y="427"/>
                    <a:pt x="255" y="427"/>
                  </a:cubicBezTo>
                  <a:cubicBezTo>
                    <a:pt x="261" y="427"/>
                    <a:pt x="266" y="425"/>
                    <a:pt x="270" y="421"/>
                  </a:cubicBezTo>
                  <a:cubicBezTo>
                    <a:pt x="421" y="270"/>
                    <a:pt x="421" y="270"/>
                    <a:pt x="421" y="270"/>
                  </a:cubicBezTo>
                  <a:cubicBezTo>
                    <a:pt x="425" y="266"/>
                    <a:pt x="427" y="261"/>
                    <a:pt x="427" y="255"/>
                  </a:cubicBezTo>
                  <a:cubicBezTo>
                    <a:pt x="427" y="249"/>
                    <a:pt x="425" y="244"/>
                    <a:pt x="421" y="240"/>
                  </a:cubicBezTo>
                  <a:close/>
                  <a:moveTo>
                    <a:pt x="160" y="107"/>
                  </a:moveTo>
                  <a:cubicBezTo>
                    <a:pt x="175" y="107"/>
                    <a:pt x="188" y="112"/>
                    <a:pt x="198" y="123"/>
                  </a:cubicBezTo>
                  <a:cubicBezTo>
                    <a:pt x="208" y="133"/>
                    <a:pt x="214" y="146"/>
                    <a:pt x="214" y="160"/>
                  </a:cubicBezTo>
                  <a:cubicBezTo>
                    <a:pt x="214" y="175"/>
                    <a:pt x="208" y="188"/>
                    <a:pt x="198" y="198"/>
                  </a:cubicBezTo>
                  <a:cubicBezTo>
                    <a:pt x="188" y="208"/>
                    <a:pt x="175" y="214"/>
                    <a:pt x="160" y="214"/>
                  </a:cubicBezTo>
                  <a:cubicBezTo>
                    <a:pt x="146" y="214"/>
                    <a:pt x="133" y="208"/>
                    <a:pt x="123" y="198"/>
                  </a:cubicBezTo>
                  <a:cubicBezTo>
                    <a:pt x="112" y="188"/>
                    <a:pt x="107" y="175"/>
                    <a:pt x="107" y="160"/>
                  </a:cubicBezTo>
                  <a:cubicBezTo>
                    <a:pt x="107" y="146"/>
                    <a:pt x="112" y="133"/>
                    <a:pt x="123" y="123"/>
                  </a:cubicBezTo>
                  <a:cubicBezTo>
                    <a:pt x="133" y="112"/>
                    <a:pt x="146" y="107"/>
                    <a:pt x="160" y="107"/>
                  </a:cubicBezTo>
                  <a:close/>
                  <a:moveTo>
                    <a:pt x="160" y="150"/>
                  </a:moveTo>
                  <a:cubicBezTo>
                    <a:pt x="157" y="150"/>
                    <a:pt x="155" y="151"/>
                    <a:pt x="153" y="153"/>
                  </a:cubicBezTo>
                  <a:cubicBezTo>
                    <a:pt x="151" y="155"/>
                    <a:pt x="150" y="157"/>
                    <a:pt x="150" y="160"/>
                  </a:cubicBezTo>
                  <a:cubicBezTo>
                    <a:pt x="150" y="163"/>
                    <a:pt x="151" y="166"/>
                    <a:pt x="153" y="168"/>
                  </a:cubicBezTo>
                  <a:cubicBezTo>
                    <a:pt x="155" y="170"/>
                    <a:pt x="157" y="171"/>
                    <a:pt x="160" y="171"/>
                  </a:cubicBezTo>
                  <a:cubicBezTo>
                    <a:pt x="163" y="171"/>
                    <a:pt x="166" y="170"/>
                    <a:pt x="168" y="168"/>
                  </a:cubicBezTo>
                  <a:cubicBezTo>
                    <a:pt x="170" y="166"/>
                    <a:pt x="171" y="163"/>
                    <a:pt x="171" y="160"/>
                  </a:cubicBezTo>
                  <a:cubicBezTo>
                    <a:pt x="171" y="157"/>
                    <a:pt x="170" y="155"/>
                    <a:pt x="168" y="153"/>
                  </a:cubicBezTo>
                  <a:cubicBezTo>
                    <a:pt x="166" y="151"/>
                    <a:pt x="163" y="150"/>
                    <a:pt x="160" y="15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4" name="Freeform 30"/>
            <p:cNvSpPr>
              <a:spLocks noEditPoints="1"/>
            </p:cNvSpPr>
            <p:nvPr/>
          </p:nvSpPr>
          <p:spPr bwMode="auto">
            <a:xfrm>
              <a:off x="6318140" y="2666326"/>
              <a:ext cx="476287" cy="294587"/>
            </a:xfrm>
            <a:custGeom>
              <a:avLst/>
              <a:gdLst>
                <a:gd name="T0" fmla="*/ 0 w 1059"/>
                <a:gd name="T1" fmla="*/ 0 h 655"/>
                <a:gd name="T2" fmla="*/ 0 w 1059"/>
                <a:gd name="T3" fmla="*/ 655 h 655"/>
                <a:gd name="T4" fmla="*/ 1059 w 1059"/>
                <a:gd name="T5" fmla="*/ 655 h 655"/>
                <a:gd name="T6" fmla="*/ 1059 w 1059"/>
                <a:gd name="T7" fmla="*/ 0 h 655"/>
                <a:gd name="T8" fmla="*/ 0 w 1059"/>
                <a:gd name="T9" fmla="*/ 0 h 655"/>
                <a:gd name="T10" fmla="*/ 102 w 1059"/>
                <a:gd name="T11" fmla="*/ 556 h 655"/>
                <a:gd name="T12" fmla="*/ 102 w 1059"/>
                <a:gd name="T13" fmla="*/ 159 h 655"/>
                <a:gd name="T14" fmla="*/ 887 w 1059"/>
                <a:gd name="T15" fmla="*/ 556 h 655"/>
                <a:gd name="T16" fmla="*/ 102 w 1059"/>
                <a:gd name="T17" fmla="*/ 556 h 655"/>
                <a:gd name="T18" fmla="*/ 960 w 1059"/>
                <a:gd name="T19" fmla="*/ 502 h 655"/>
                <a:gd name="T20" fmla="*/ 639 w 1059"/>
                <a:gd name="T21" fmla="*/ 331 h 655"/>
                <a:gd name="T22" fmla="*/ 960 w 1059"/>
                <a:gd name="T23" fmla="*/ 159 h 655"/>
                <a:gd name="T24" fmla="*/ 960 w 1059"/>
                <a:gd name="T25" fmla="*/ 502 h 655"/>
                <a:gd name="T26" fmla="*/ 561 w 1059"/>
                <a:gd name="T27" fmla="*/ 272 h 655"/>
                <a:gd name="T28" fmla="*/ 223 w 1059"/>
                <a:gd name="T29" fmla="*/ 102 h 655"/>
                <a:gd name="T30" fmla="*/ 887 w 1059"/>
                <a:gd name="T31" fmla="*/ 102 h 655"/>
                <a:gd name="T32" fmla="*/ 561 w 1059"/>
                <a:gd name="T33" fmla="*/ 272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9" h="655">
                  <a:moveTo>
                    <a:pt x="0" y="0"/>
                  </a:moveTo>
                  <a:lnTo>
                    <a:pt x="0" y="655"/>
                  </a:lnTo>
                  <a:lnTo>
                    <a:pt x="1059" y="655"/>
                  </a:lnTo>
                  <a:lnTo>
                    <a:pt x="1059" y="0"/>
                  </a:lnTo>
                  <a:lnTo>
                    <a:pt x="0" y="0"/>
                  </a:lnTo>
                  <a:close/>
                  <a:moveTo>
                    <a:pt x="102" y="556"/>
                  </a:moveTo>
                  <a:lnTo>
                    <a:pt x="102" y="159"/>
                  </a:lnTo>
                  <a:lnTo>
                    <a:pt x="887" y="556"/>
                  </a:lnTo>
                  <a:lnTo>
                    <a:pt x="102" y="556"/>
                  </a:lnTo>
                  <a:close/>
                  <a:moveTo>
                    <a:pt x="960" y="502"/>
                  </a:moveTo>
                  <a:lnTo>
                    <a:pt x="639" y="331"/>
                  </a:lnTo>
                  <a:lnTo>
                    <a:pt x="960" y="159"/>
                  </a:lnTo>
                  <a:lnTo>
                    <a:pt x="960" y="502"/>
                  </a:lnTo>
                  <a:close/>
                  <a:moveTo>
                    <a:pt x="561" y="272"/>
                  </a:moveTo>
                  <a:lnTo>
                    <a:pt x="223" y="102"/>
                  </a:lnTo>
                  <a:lnTo>
                    <a:pt x="887" y="102"/>
                  </a:lnTo>
                  <a:lnTo>
                    <a:pt x="561" y="272"/>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5" name="Freeform 31"/>
            <p:cNvSpPr>
              <a:spLocks noEditPoints="1"/>
            </p:cNvSpPr>
            <p:nvPr/>
          </p:nvSpPr>
          <p:spPr bwMode="auto">
            <a:xfrm>
              <a:off x="7387075" y="2552538"/>
              <a:ext cx="522162" cy="522162"/>
            </a:xfrm>
            <a:custGeom>
              <a:avLst/>
              <a:gdLst>
                <a:gd name="T0" fmla="*/ 139 w 491"/>
                <a:gd name="T1" fmla="*/ 171 h 491"/>
                <a:gd name="T2" fmla="*/ 171 w 491"/>
                <a:gd name="T3" fmla="*/ 203 h 491"/>
                <a:gd name="T4" fmla="*/ 139 w 491"/>
                <a:gd name="T5" fmla="*/ 235 h 491"/>
                <a:gd name="T6" fmla="*/ 107 w 491"/>
                <a:gd name="T7" fmla="*/ 203 h 491"/>
                <a:gd name="T8" fmla="*/ 139 w 491"/>
                <a:gd name="T9" fmla="*/ 171 h 491"/>
                <a:gd name="T10" fmla="*/ 245 w 491"/>
                <a:gd name="T11" fmla="*/ 171 h 491"/>
                <a:gd name="T12" fmla="*/ 277 w 491"/>
                <a:gd name="T13" fmla="*/ 203 h 491"/>
                <a:gd name="T14" fmla="*/ 245 w 491"/>
                <a:gd name="T15" fmla="*/ 235 h 491"/>
                <a:gd name="T16" fmla="*/ 213 w 491"/>
                <a:gd name="T17" fmla="*/ 203 h 491"/>
                <a:gd name="T18" fmla="*/ 245 w 491"/>
                <a:gd name="T19" fmla="*/ 171 h 491"/>
                <a:gd name="T20" fmla="*/ 352 w 491"/>
                <a:gd name="T21" fmla="*/ 171 h 491"/>
                <a:gd name="T22" fmla="*/ 384 w 491"/>
                <a:gd name="T23" fmla="*/ 203 h 491"/>
                <a:gd name="T24" fmla="*/ 352 w 491"/>
                <a:gd name="T25" fmla="*/ 235 h 491"/>
                <a:gd name="T26" fmla="*/ 320 w 491"/>
                <a:gd name="T27" fmla="*/ 203 h 491"/>
                <a:gd name="T28" fmla="*/ 352 w 491"/>
                <a:gd name="T29" fmla="*/ 171 h 491"/>
                <a:gd name="T30" fmla="*/ 427 w 491"/>
                <a:gd name="T31" fmla="*/ 0 h 491"/>
                <a:gd name="T32" fmla="*/ 64 w 491"/>
                <a:gd name="T33" fmla="*/ 0 h 491"/>
                <a:gd name="T34" fmla="*/ 0 w 491"/>
                <a:gd name="T35" fmla="*/ 64 h 491"/>
                <a:gd name="T36" fmla="*/ 0 w 491"/>
                <a:gd name="T37" fmla="*/ 320 h 491"/>
                <a:gd name="T38" fmla="*/ 64 w 491"/>
                <a:gd name="T39" fmla="*/ 363 h 491"/>
                <a:gd name="T40" fmla="*/ 64 w 491"/>
                <a:gd name="T41" fmla="*/ 491 h 491"/>
                <a:gd name="T42" fmla="*/ 256 w 491"/>
                <a:gd name="T43" fmla="*/ 363 h 491"/>
                <a:gd name="T44" fmla="*/ 427 w 491"/>
                <a:gd name="T45" fmla="*/ 363 h 491"/>
                <a:gd name="T46" fmla="*/ 491 w 491"/>
                <a:gd name="T47" fmla="*/ 299 h 491"/>
                <a:gd name="T48" fmla="*/ 491 w 491"/>
                <a:gd name="T49" fmla="*/ 64 h 491"/>
                <a:gd name="T50" fmla="*/ 427 w 491"/>
                <a:gd name="T51" fmla="*/ 0 h 491"/>
                <a:gd name="T52" fmla="*/ 448 w 491"/>
                <a:gd name="T53" fmla="*/ 299 h 491"/>
                <a:gd name="T54" fmla="*/ 427 w 491"/>
                <a:gd name="T55" fmla="*/ 320 h 491"/>
                <a:gd name="T56" fmla="*/ 235 w 491"/>
                <a:gd name="T57" fmla="*/ 320 h 491"/>
                <a:gd name="T58" fmla="*/ 107 w 491"/>
                <a:gd name="T59" fmla="*/ 427 h 491"/>
                <a:gd name="T60" fmla="*/ 107 w 491"/>
                <a:gd name="T61" fmla="*/ 320 h 491"/>
                <a:gd name="T62" fmla="*/ 64 w 491"/>
                <a:gd name="T63" fmla="*/ 320 h 491"/>
                <a:gd name="T64" fmla="*/ 43 w 491"/>
                <a:gd name="T65" fmla="*/ 299 h 491"/>
                <a:gd name="T66" fmla="*/ 43 w 491"/>
                <a:gd name="T67" fmla="*/ 64 h 491"/>
                <a:gd name="T68" fmla="*/ 64 w 491"/>
                <a:gd name="T69" fmla="*/ 43 h 491"/>
                <a:gd name="T70" fmla="*/ 427 w 491"/>
                <a:gd name="T71" fmla="*/ 43 h 491"/>
                <a:gd name="T72" fmla="*/ 448 w 491"/>
                <a:gd name="T73" fmla="*/ 64 h 491"/>
                <a:gd name="T74" fmla="*/ 448 w 491"/>
                <a:gd name="T75" fmla="*/ 299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1" h="491">
                  <a:moveTo>
                    <a:pt x="139" y="171"/>
                  </a:moveTo>
                  <a:cubicBezTo>
                    <a:pt x="156" y="171"/>
                    <a:pt x="171" y="185"/>
                    <a:pt x="171" y="203"/>
                  </a:cubicBezTo>
                  <a:cubicBezTo>
                    <a:pt x="171" y="221"/>
                    <a:pt x="156" y="235"/>
                    <a:pt x="139" y="235"/>
                  </a:cubicBezTo>
                  <a:cubicBezTo>
                    <a:pt x="121" y="235"/>
                    <a:pt x="107" y="221"/>
                    <a:pt x="107" y="203"/>
                  </a:cubicBezTo>
                  <a:cubicBezTo>
                    <a:pt x="107" y="185"/>
                    <a:pt x="121" y="171"/>
                    <a:pt x="139" y="171"/>
                  </a:cubicBezTo>
                  <a:close/>
                  <a:moveTo>
                    <a:pt x="245" y="171"/>
                  </a:moveTo>
                  <a:cubicBezTo>
                    <a:pt x="263" y="171"/>
                    <a:pt x="277" y="185"/>
                    <a:pt x="277" y="203"/>
                  </a:cubicBezTo>
                  <a:cubicBezTo>
                    <a:pt x="277" y="221"/>
                    <a:pt x="263" y="235"/>
                    <a:pt x="245" y="235"/>
                  </a:cubicBezTo>
                  <a:cubicBezTo>
                    <a:pt x="228" y="235"/>
                    <a:pt x="213" y="221"/>
                    <a:pt x="213" y="203"/>
                  </a:cubicBezTo>
                  <a:cubicBezTo>
                    <a:pt x="213" y="185"/>
                    <a:pt x="228" y="171"/>
                    <a:pt x="245" y="171"/>
                  </a:cubicBezTo>
                  <a:close/>
                  <a:moveTo>
                    <a:pt x="352" y="171"/>
                  </a:moveTo>
                  <a:cubicBezTo>
                    <a:pt x="370" y="171"/>
                    <a:pt x="384" y="185"/>
                    <a:pt x="384" y="203"/>
                  </a:cubicBezTo>
                  <a:cubicBezTo>
                    <a:pt x="384" y="221"/>
                    <a:pt x="370" y="235"/>
                    <a:pt x="352" y="235"/>
                  </a:cubicBezTo>
                  <a:cubicBezTo>
                    <a:pt x="334" y="235"/>
                    <a:pt x="320" y="221"/>
                    <a:pt x="320" y="203"/>
                  </a:cubicBezTo>
                  <a:cubicBezTo>
                    <a:pt x="320" y="185"/>
                    <a:pt x="334" y="171"/>
                    <a:pt x="352" y="171"/>
                  </a:cubicBezTo>
                  <a:close/>
                  <a:moveTo>
                    <a:pt x="427" y="0"/>
                  </a:moveTo>
                  <a:cubicBezTo>
                    <a:pt x="64" y="0"/>
                    <a:pt x="64" y="0"/>
                    <a:pt x="64" y="0"/>
                  </a:cubicBezTo>
                  <a:cubicBezTo>
                    <a:pt x="29" y="0"/>
                    <a:pt x="0" y="29"/>
                    <a:pt x="0" y="64"/>
                  </a:cubicBezTo>
                  <a:cubicBezTo>
                    <a:pt x="0" y="320"/>
                    <a:pt x="0" y="320"/>
                    <a:pt x="0" y="320"/>
                  </a:cubicBezTo>
                  <a:cubicBezTo>
                    <a:pt x="0" y="356"/>
                    <a:pt x="43" y="363"/>
                    <a:pt x="64" y="363"/>
                  </a:cubicBezTo>
                  <a:cubicBezTo>
                    <a:pt x="64" y="491"/>
                    <a:pt x="64" y="491"/>
                    <a:pt x="64" y="491"/>
                  </a:cubicBezTo>
                  <a:cubicBezTo>
                    <a:pt x="256" y="363"/>
                    <a:pt x="256" y="363"/>
                    <a:pt x="256" y="363"/>
                  </a:cubicBezTo>
                  <a:cubicBezTo>
                    <a:pt x="427" y="363"/>
                    <a:pt x="427" y="363"/>
                    <a:pt x="427" y="363"/>
                  </a:cubicBezTo>
                  <a:cubicBezTo>
                    <a:pt x="462" y="363"/>
                    <a:pt x="491" y="334"/>
                    <a:pt x="491" y="299"/>
                  </a:cubicBezTo>
                  <a:cubicBezTo>
                    <a:pt x="491" y="64"/>
                    <a:pt x="491" y="64"/>
                    <a:pt x="491" y="64"/>
                  </a:cubicBezTo>
                  <a:cubicBezTo>
                    <a:pt x="491" y="29"/>
                    <a:pt x="462" y="0"/>
                    <a:pt x="427" y="0"/>
                  </a:cubicBezTo>
                  <a:close/>
                  <a:moveTo>
                    <a:pt x="448" y="299"/>
                  </a:moveTo>
                  <a:cubicBezTo>
                    <a:pt x="448" y="311"/>
                    <a:pt x="438" y="320"/>
                    <a:pt x="427" y="320"/>
                  </a:cubicBezTo>
                  <a:cubicBezTo>
                    <a:pt x="235" y="320"/>
                    <a:pt x="235" y="320"/>
                    <a:pt x="235" y="320"/>
                  </a:cubicBezTo>
                  <a:cubicBezTo>
                    <a:pt x="107" y="427"/>
                    <a:pt x="107" y="427"/>
                    <a:pt x="107" y="427"/>
                  </a:cubicBezTo>
                  <a:cubicBezTo>
                    <a:pt x="107" y="320"/>
                    <a:pt x="107" y="320"/>
                    <a:pt x="107" y="320"/>
                  </a:cubicBezTo>
                  <a:cubicBezTo>
                    <a:pt x="64" y="320"/>
                    <a:pt x="64" y="320"/>
                    <a:pt x="64" y="320"/>
                  </a:cubicBezTo>
                  <a:cubicBezTo>
                    <a:pt x="52" y="320"/>
                    <a:pt x="43" y="311"/>
                    <a:pt x="43" y="299"/>
                  </a:cubicBezTo>
                  <a:cubicBezTo>
                    <a:pt x="43" y="64"/>
                    <a:pt x="43" y="64"/>
                    <a:pt x="43" y="64"/>
                  </a:cubicBezTo>
                  <a:cubicBezTo>
                    <a:pt x="43" y="53"/>
                    <a:pt x="52" y="43"/>
                    <a:pt x="64" y="43"/>
                  </a:cubicBezTo>
                  <a:cubicBezTo>
                    <a:pt x="427" y="43"/>
                    <a:pt x="427" y="43"/>
                    <a:pt x="427" y="43"/>
                  </a:cubicBezTo>
                  <a:cubicBezTo>
                    <a:pt x="438" y="43"/>
                    <a:pt x="448" y="53"/>
                    <a:pt x="448" y="64"/>
                  </a:cubicBezTo>
                  <a:lnTo>
                    <a:pt x="448" y="299"/>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6" name="Freeform 32"/>
            <p:cNvSpPr>
              <a:spLocks noEditPoints="1"/>
            </p:cNvSpPr>
            <p:nvPr/>
          </p:nvSpPr>
          <p:spPr bwMode="auto">
            <a:xfrm>
              <a:off x="8501885" y="2569629"/>
              <a:ext cx="499224" cy="487980"/>
            </a:xfrm>
            <a:custGeom>
              <a:avLst/>
              <a:gdLst>
                <a:gd name="T0" fmla="*/ 235 w 470"/>
                <a:gd name="T1" fmla="*/ 393 h 459"/>
                <a:gd name="T2" fmla="*/ 234 w 470"/>
                <a:gd name="T3" fmla="*/ 394 h 459"/>
                <a:gd name="T4" fmla="*/ 64 w 470"/>
                <a:gd name="T5" fmla="*/ 177 h 459"/>
                <a:gd name="T6" fmla="*/ 43 w 470"/>
                <a:gd name="T7" fmla="*/ 128 h 459"/>
                <a:gd name="T8" fmla="*/ 128 w 470"/>
                <a:gd name="T9" fmla="*/ 43 h 459"/>
                <a:gd name="T10" fmla="*/ 235 w 470"/>
                <a:gd name="T11" fmla="*/ 128 h 459"/>
                <a:gd name="T12" fmla="*/ 235 w 470"/>
                <a:gd name="T13" fmla="*/ 58 h 459"/>
                <a:gd name="T14" fmla="*/ 128 w 470"/>
                <a:gd name="T15" fmla="*/ 0 h 459"/>
                <a:gd name="T16" fmla="*/ 0 w 470"/>
                <a:gd name="T17" fmla="*/ 128 h 459"/>
                <a:gd name="T18" fmla="*/ 27 w 470"/>
                <a:gd name="T19" fmla="*/ 207 h 459"/>
                <a:gd name="T20" fmla="*/ 235 w 470"/>
                <a:gd name="T21" fmla="*/ 459 h 459"/>
                <a:gd name="T22" fmla="*/ 235 w 470"/>
                <a:gd name="T23" fmla="*/ 393 h 459"/>
                <a:gd name="T24" fmla="*/ 235 w 470"/>
                <a:gd name="T25" fmla="*/ 393 h 459"/>
                <a:gd name="T26" fmla="*/ 236 w 470"/>
                <a:gd name="T27" fmla="*/ 394 h 459"/>
                <a:gd name="T28" fmla="*/ 406 w 470"/>
                <a:gd name="T29" fmla="*/ 177 h 459"/>
                <a:gd name="T30" fmla="*/ 427 w 470"/>
                <a:gd name="T31" fmla="*/ 128 h 459"/>
                <a:gd name="T32" fmla="*/ 342 w 470"/>
                <a:gd name="T33" fmla="*/ 43 h 459"/>
                <a:gd name="T34" fmla="*/ 235 w 470"/>
                <a:gd name="T35" fmla="*/ 128 h 459"/>
                <a:gd name="T36" fmla="*/ 235 w 470"/>
                <a:gd name="T37" fmla="*/ 58 h 459"/>
                <a:gd name="T38" fmla="*/ 342 w 470"/>
                <a:gd name="T39" fmla="*/ 0 h 459"/>
                <a:gd name="T40" fmla="*/ 470 w 470"/>
                <a:gd name="T41" fmla="*/ 128 h 459"/>
                <a:gd name="T42" fmla="*/ 443 w 470"/>
                <a:gd name="T43" fmla="*/ 207 h 459"/>
                <a:gd name="T44" fmla="*/ 235 w 470"/>
                <a:gd name="T45" fmla="*/ 459 h 459"/>
                <a:gd name="T46" fmla="*/ 235 w 470"/>
                <a:gd name="T47" fmla="*/ 393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0" h="459">
                  <a:moveTo>
                    <a:pt x="235" y="393"/>
                  </a:moveTo>
                  <a:cubicBezTo>
                    <a:pt x="234" y="394"/>
                    <a:pt x="234" y="394"/>
                    <a:pt x="234" y="394"/>
                  </a:cubicBezTo>
                  <a:cubicBezTo>
                    <a:pt x="64" y="177"/>
                    <a:pt x="64" y="177"/>
                    <a:pt x="64" y="177"/>
                  </a:cubicBezTo>
                  <a:cubicBezTo>
                    <a:pt x="57" y="167"/>
                    <a:pt x="43" y="155"/>
                    <a:pt x="43" y="128"/>
                  </a:cubicBezTo>
                  <a:cubicBezTo>
                    <a:pt x="43" y="81"/>
                    <a:pt x="81" y="43"/>
                    <a:pt x="128" y="43"/>
                  </a:cubicBezTo>
                  <a:cubicBezTo>
                    <a:pt x="175" y="43"/>
                    <a:pt x="235" y="81"/>
                    <a:pt x="235" y="128"/>
                  </a:cubicBezTo>
                  <a:cubicBezTo>
                    <a:pt x="235" y="58"/>
                    <a:pt x="235" y="58"/>
                    <a:pt x="235" y="58"/>
                  </a:cubicBezTo>
                  <a:cubicBezTo>
                    <a:pt x="212" y="23"/>
                    <a:pt x="173" y="0"/>
                    <a:pt x="128" y="0"/>
                  </a:cubicBezTo>
                  <a:cubicBezTo>
                    <a:pt x="58" y="0"/>
                    <a:pt x="0" y="58"/>
                    <a:pt x="0" y="128"/>
                  </a:cubicBezTo>
                  <a:cubicBezTo>
                    <a:pt x="0" y="172"/>
                    <a:pt x="22" y="192"/>
                    <a:pt x="27" y="207"/>
                  </a:cubicBezTo>
                  <a:cubicBezTo>
                    <a:pt x="235" y="459"/>
                    <a:pt x="235" y="459"/>
                    <a:pt x="235" y="459"/>
                  </a:cubicBezTo>
                  <a:cubicBezTo>
                    <a:pt x="235" y="393"/>
                    <a:pt x="235" y="393"/>
                    <a:pt x="235" y="393"/>
                  </a:cubicBezTo>
                  <a:close/>
                  <a:moveTo>
                    <a:pt x="235" y="393"/>
                  </a:moveTo>
                  <a:cubicBezTo>
                    <a:pt x="236" y="394"/>
                    <a:pt x="236" y="394"/>
                    <a:pt x="236" y="394"/>
                  </a:cubicBezTo>
                  <a:cubicBezTo>
                    <a:pt x="406" y="177"/>
                    <a:pt x="406" y="177"/>
                    <a:pt x="406" y="177"/>
                  </a:cubicBezTo>
                  <a:cubicBezTo>
                    <a:pt x="413" y="167"/>
                    <a:pt x="427" y="155"/>
                    <a:pt x="427" y="128"/>
                  </a:cubicBezTo>
                  <a:cubicBezTo>
                    <a:pt x="427" y="81"/>
                    <a:pt x="389" y="43"/>
                    <a:pt x="342" y="43"/>
                  </a:cubicBezTo>
                  <a:cubicBezTo>
                    <a:pt x="295" y="43"/>
                    <a:pt x="235" y="81"/>
                    <a:pt x="235" y="128"/>
                  </a:cubicBezTo>
                  <a:cubicBezTo>
                    <a:pt x="235" y="58"/>
                    <a:pt x="235" y="58"/>
                    <a:pt x="235" y="58"/>
                  </a:cubicBezTo>
                  <a:cubicBezTo>
                    <a:pt x="258" y="23"/>
                    <a:pt x="297" y="0"/>
                    <a:pt x="342" y="0"/>
                  </a:cubicBezTo>
                  <a:cubicBezTo>
                    <a:pt x="412" y="0"/>
                    <a:pt x="470" y="58"/>
                    <a:pt x="470" y="128"/>
                  </a:cubicBezTo>
                  <a:cubicBezTo>
                    <a:pt x="470" y="172"/>
                    <a:pt x="448" y="192"/>
                    <a:pt x="443" y="207"/>
                  </a:cubicBezTo>
                  <a:cubicBezTo>
                    <a:pt x="235" y="459"/>
                    <a:pt x="235" y="459"/>
                    <a:pt x="235" y="459"/>
                  </a:cubicBezTo>
                  <a:cubicBezTo>
                    <a:pt x="235" y="393"/>
                    <a:pt x="235" y="393"/>
                    <a:pt x="235" y="39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7" name="Freeform 33"/>
            <p:cNvSpPr>
              <a:spLocks noEditPoints="1"/>
            </p:cNvSpPr>
            <p:nvPr/>
          </p:nvSpPr>
          <p:spPr bwMode="auto">
            <a:xfrm>
              <a:off x="9593757" y="2549390"/>
              <a:ext cx="521712" cy="528458"/>
            </a:xfrm>
            <a:custGeom>
              <a:avLst/>
              <a:gdLst>
                <a:gd name="T0" fmla="*/ 212 w 491"/>
                <a:gd name="T1" fmla="*/ 192 h 497"/>
                <a:gd name="T2" fmla="*/ 63 w 491"/>
                <a:gd name="T3" fmla="*/ 129 h 497"/>
                <a:gd name="T4" fmla="*/ 212 w 491"/>
                <a:gd name="T5" fmla="*/ 192 h 497"/>
                <a:gd name="T6" fmla="*/ 212 w 491"/>
                <a:gd name="T7" fmla="*/ 256 h 497"/>
                <a:gd name="T8" fmla="*/ 63 w 491"/>
                <a:gd name="T9" fmla="*/ 193 h 497"/>
                <a:gd name="T10" fmla="*/ 212 w 491"/>
                <a:gd name="T11" fmla="*/ 256 h 497"/>
                <a:gd name="T12" fmla="*/ 148 w 491"/>
                <a:gd name="T13" fmla="*/ 279 h 497"/>
                <a:gd name="T14" fmla="*/ 63 w 491"/>
                <a:gd name="T15" fmla="*/ 257 h 497"/>
                <a:gd name="T16" fmla="*/ 148 w 491"/>
                <a:gd name="T17" fmla="*/ 279 h 497"/>
                <a:gd name="T18" fmla="*/ 278 w 491"/>
                <a:gd name="T19" fmla="*/ 192 h 497"/>
                <a:gd name="T20" fmla="*/ 428 w 491"/>
                <a:gd name="T21" fmla="*/ 129 h 497"/>
                <a:gd name="T22" fmla="*/ 278 w 491"/>
                <a:gd name="T23" fmla="*/ 192 h 497"/>
                <a:gd name="T24" fmla="*/ 278 w 491"/>
                <a:gd name="T25" fmla="*/ 256 h 497"/>
                <a:gd name="T26" fmla="*/ 428 w 491"/>
                <a:gd name="T27" fmla="*/ 193 h 497"/>
                <a:gd name="T28" fmla="*/ 278 w 491"/>
                <a:gd name="T29" fmla="*/ 256 h 497"/>
                <a:gd name="T30" fmla="*/ 428 w 491"/>
                <a:gd name="T31" fmla="*/ 257 h 497"/>
                <a:gd name="T32" fmla="*/ 343 w 491"/>
                <a:gd name="T33" fmla="*/ 279 h 497"/>
                <a:gd name="T34" fmla="*/ 428 w 491"/>
                <a:gd name="T35" fmla="*/ 257 h 497"/>
                <a:gd name="T36" fmla="*/ 470 w 491"/>
                <a:gd name="T37" fmla="*/ 0 h 497"/>
                <a:gd name="T38" fmla="*/ 248 w 491"/>
                <a:gd name="T39" fmla="*/ 78 h 497"/>
                <a:gd name="T40" fmla="*/ 242 w 491"/>
                <a:gd name="T41" fmla="*/ 78 h 497"/>
                <a:gd name="T42" fmla="*/ 20 w 491"/>
                <a:gd name="T43" fmla="*/ 0 h 497"/>
                <a:gd name="T44" fmla="*/ 0 w 491"/>
                <a:gd name="T45" fmla="*/ 0 h 497"/>
                <a:gd name="T46" fmla="*/ 0 w 491"/>
                <a:gd name="T47" fmla="*/ 405 h 497"/>
                <a:gd name="T48" fmla="*/ 20 w 491"/>
                <a:gd name="T49" fmla="*/ 405 h 497"/>
                <a:gd name="T50" fmla="*/ 200 w 491"/>
                <a:gd name="T51" fmla="*/ 457 h 497"/>
                <a:gd name="T52" fmla="*/ 227 w 491"/>
                <a:gd name="T53" fmla="*/ 481 h 497"/>
                <a:gd name="T54" fmla="*/ 244 w 491"/>
                <a:gd name="T55" fmla="*/ 497 h 497"/>
                <a:gd name="T56" fmla="*/ 246 w 491"/>
                <a:gd name="T57" fmla="*/ 497 h 497"/>
                <a:gd name="T58" fmla="*/ 263 w 491"/>
                <a:gd name="T59" fmla="*/ 481 h 497"/>
                <a:gd name="T60" fmla="*/ 291 w 491"/>
                <a:gd name="T61" fmla="*/ 457 h 497"/>
                <a:gd name="T62" fmla="*/ 470 w 491"/>
                <a:gd name="T63" fmla="*/ 405 h 497"/>
                <a:gd name="T64" fmla="*/ 491 w 491"/>
                <a:gd name="T65" fmla="*/ 405 h 497"/>
                <a:gd name="T66" fmla="*/ 491 w 491"/>
                <a:gd name="T67" fmla="*/ 0 h 497"/>
                <a:gd name="T68" fmla="*/ 470 w 491"/>
                <a:gd name="T69" fmla="*/ 0 h 497"/>
                <a:gd name="T70" fmla="*/ 235 w 491"/>
                <a:gd name="T71" fmla="*/ 430 h 497"/>
                <a:gd name="T72" fmla="*/ 227 w 491"/>
                <a:gd name="T73" fmla="*/ 423 h 497"/>
                <a:gd name="T74" fmla="*/ 43 w 491"/>
                <a:gd name="T75" fmla="*/ 363 h 497"/>
                <a:gd name="T76" fmla="*/ 43 w 491"/>
                <a:gd name="T77" fmla="*/ 43 h 497"/>
                <a:gd name="T78" fmla="*/ 228 w 491"/>
                <a:gd name="T79" fmla="*/ 121 h 497"/>
                <a:gd name="T80" fmla="*/ 234 w 491"/>
                <a:gd name="T81" fmla="*/ 128 h 497"/>
                <a:gd name="T82" fmla="*/ 235 w 491"/>
                <a:gd name="T83" fmla="*/ 128 h 497"/>
                <a:gd name="T84" fmla="*/ 235 w 491"/>
                <a:gd name="T85" fmla="*/ 430 h 497"/>
                <a:gd name="T86" fmla="*/ 448 w 491"/>
                <a:gd name="T87" fmla="*/ 363 h 497"/>
                <a:gd name="T88" fmla="*/ 264 w 491"/>
                <a:gd name="T89" fmla="*/ 423 h 497"/>
                <a:gd name="T90" fmla="*/ 256 w 491"/>
                <a:gd name="T91" fmla="*/ 430 h 497"/>
                <a:gd name="T92" fmla="*/ 256 w 491"/>
                <a:gd name="T93" fmla="*/ 128 h 497"/>
                <a:gd name="T94" fmla="*/ 257 w 491"/>
                <a:gd name="T95" fmla="*/ 128 h 497"/>
                <a:gd name="T96" fmla="*/ 263 w 491"/>
                <a:gd name="T97" fmla="*/ 121 h 497"/>
                <a:gd name="T98" fmla="*/ 448 w 491"/>
                <a:gd name="T99" fmla="*/ 43 h 497"/>
                <a:gd name="T100" fmla="*/ 448 w 491"/>
                <a:gd name="T101" fmla="*/ 363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91" h="497">
                  <a:moveTo>
                    <a:pt x="212" y="192"/>
                  </a:moveTo>
                  <a:cubicBezTo>
                    <a:pt x="176" y="164"/>
                    <a:pt x="132" y="134"/>
                    <a:pt x="63" y="129"/>
                  </a:cubicBezTo>
                  <a:lnTo>
                    <a:pt x="212" y="192"/>
                  </a:lnTo>
                  <a:close/>
                  <a:moveTo>
                    <a:pt x="212" y="256"/>
                  </a:moveTo>
                  <a:cubicBezTo>
                    <a:pt x="176" y="228"/>
                    <a:pt x="132" y="198"/>
                    <a:pt x="63" y="193"/>
                  </a:cubicBezTo>
                  <a:lnTo>
                    <a:pt x="212" y="256"/>
                  </a:lnTo>
                  <a:close/>
                  <a:moveTo>
                    <a:pt x="148" y="279"/>
                  </a:moveTo>
                  <a:cubicBezTo>
                    <a:pt x="124" y="268"/>
                    <a:pt x="97" y="259"/>
                    <a:pt x="63" y="257"/>
                  </a:cubicBezTo>
                  <a:lnTo>
                    <a:pt x="148" y="279"/>
                  </a:lnTo>
                  <a:close/>
                  <a:moveTo>
                    <a:pt x="278" y="192"/>
                  </a:moveTo>
                  <a:cubicBezTo>
                    <a:pt x="428" y="129"/>
                    <a:pt x="428" y="129"/>
                    <a:pt x="428" y="129"/>
                  </a:cubicBezTo>
                  <a:cubicBezTo>
                    <a:pt x="359" y="134"/>
                    <a:pt x="315" y="164"/>
                    <a:pt x="278" y="192"/>
                  </a:cubicBezTo>
                  <a:close/>
                  <a:moveTo>
                    <a:pt x="278" y="256"/>
                  </a:moveTo>
                  <a:cubicBezTo>
                    <a:pt x="428" y="193"/>
                    <a:pt x="428" y="193"/>
                    <a:pt x="428" y="193"/>
                  </a:cubicBezTo>
                  <a:cubicBezTo>
                    <a:pt x="359" y="198"/>
                    <a:pt x="315" y="228"/>
                    <a:pt x="278" y="256"/>
                  </a:cubicBezTo>
                  <a:close/>
                  <a:moveTo>
                    <a:pt x="428" y="257"/>
                  </a:moveTo>
                  <a:cubicBezTo>
                    <a:pt x="394" y="259"/>
                    <a:pt x="366" y="268"/>
                    <a:pt x="343" y="279"/>
                  </a:cubicBezTo>
                  <a:lnTo>
                    <a:pt x="428" y="257"/>
                  </a:lnTo>
                  <a:close/>
                  <a:moveTo>
                    <a:pt x="470" y="0"/>
                  </a:moveTo>
                  <a:cubicBezTo>
                    <a:pt x="377" y="0"/>
                    <a:pt x="292" y="43"/>
                    <a:pt x="248" y="78"/>
                  </a:cubicBezTo>
                  <a:cubicBezTo>
                    <a:pt x="242" y="78"/>
                    <a:pt x="242" y="78"/>
                    <a:pt x="242" y="78"/>
                  </a:cubicBezTo>
                  <a:cubicBezTo>
                    <a:pt x="199" y="43"/>
                    <a:pt x="114" y="0"/>
                    <a:pt x="20" y="0"/>
                  </a:cubicBezTo>
                  <a:cubicBezTo>
                    <a:pt x="0" y="0"/>
                    <a:pt x="0" y="0"/>
                    <a:pt x="0" y="0"/>
                  </a:cubicBezTo>
                  <a:cubicBezTo>
                    <a:pt x="0" y="405"/>
                    <a:pt x="0" y="405"/>
                    <a:pt x="0" y="405"/>
                  </a:cubicBezTo>
                  <a:cubicBezTo>
                    <a:pt x="20" y="405"/>
                    <a:pt x="20" y="405"/>
                    <a:pt x="20" y="405"/>
                  </a:cubicBezTo>
                  <a:cubicBezTo>
                    <a:pt x="89" y="405"/>
                    <a:pt x="166" y="432"/>
                    <a:pt x="200" y="457"/>
                  </a:cubicBezTo>
                  <a:cubicBezTo>
                    <a:pt x="210" y="465"/>
                    <a:pt x="219" y="473"/>
                    <a:pt x="227" y="481"/>
                  </a:cubicBezTo>
                  <a:cubicBezTo>
                    <a:pt x="244" y="497"/>
                    <a:pt x="244" y="497"/>
                    <a:pt x="244" y="497"/>
                  </a:cubicBezTo>
                  <a:cubicBezTo>
                    <a:pt x="246" y="497"/>
                    <a:pt x="246" y="497"/>
                    <a:pt x="246" y="497"/>
                  </a:cubicBezTo>
                  <a:cubicBezTo>
                    <a:pt x="263" y="481"/>
                    <a:pt x="263" y="481"/>
                    <a:pt x="263" y="481"/>
                  </a:cubicBezTo>
                  <a:cubicBezTo>
                    <a:pt x="272" y="473"/>
                    <a:pt x="281" y="465"/>
                    <a:pt x="291" y="457"/>
                  </a:cubicBezTo>
                  <a:cubicBezTo>
                    <a:pt x="325" y="432"/>
                    <a:pt x="401" y="405"/>
                    <a:pt x="470" y="405"/>
                  </a:cubicBezTo>
                  <a:cubicBezTo>
                    <a:pt x="491" y="405"/>
                    <a:pt x="491" y="405"/>
                    <a:pt x="491" y="405"/>
                  </a:cubicBezTo>
                  <a:cubicBezTo>
                    <a:pt x="491" y="0"/>
                    <a:pt x="491" y="0"/>
                    <a:pt x="491" y="0"/>
                  </a:cubicBezTo>
                  <a:cubicBezTo>
                    <a:pt x="470" y="0"/>
                    <a:pt x="470" y="0"/>
                    <a:pt x="470" y="0"/>
                  </a:cubicBezTo>
                  <a:close/>
                  <a:moveTo>
                    <a:pt x="235" y="430"/>
                  </a:moveTo>
                  <a:cubicBezTo>
                    <a:pt x="235" y="428"/>
                    <a:pt x="229" y="425"/>
                    <a:pt x="227" y="423"/>
                  </a:cubicBezTo>
                  <a:cubicBezTo>
                    <a:pt x="191" y="396"/>
                    <a:pt x="107" y="368"/>
                    <a:pt x="43" y="363"/>
                  </a:cubicBezTo>
                  <a:cubicBezTo>
                    <a:pt x="43" y="43"/>
                    <a:pt x="43" y="43"/>
                    <a:pt x="43" y="43"/>
                  </a:cubicBezTo>
                  <a:cubicBezTo>
                    <a:pt x="128" y="50"/>
                    <a:pt x="198" y="91"/>
                    <a:pt x="228" y="121"/>
                  </a:cubicBezTo>
                  <a:cubicBezTo>
                    <a:pt x="234" y="128"/>
                    <a:pt x="234" y="128"/>
                    <a:pt x="234" y="128"/>
                  </a:cubicBezTo>
                  <a:cubicBezTo>
                    <a:pt x="235" y="128"/>
                    <a:pt x="235" y="128"/>
                    <a:pt x="235" y="128"/>
                  </a:cubicBezTo>
                  <a:lnTo>
                    <a:pt x="235" y="430"/>
                  </a:lnTo>
                  <a:close/>
                  <a:moveTo>
                    <a:pt x="448" y="363"/>
                  </a:moveTo>
                  <a:cubicBezTo>
                    <a:pt x="384" y="368"/>
                    <a:pt x="300" y="396"/>
                    <a:pt x="264" y="423"/>
                  </a:cubicBezTo>
                  <a:cubicBezTo>
                    <a:pt x="261" y="425"/>
                    <a:pt x="256" y="428"/>
                    <a:pt x="256" y="430"/>
                  </a:cubicBezTo>
                  <a:cubicBezTo>
                    <a:pt x="256" y="128"/>
                    <a:pt x="256" y="128"/>
                    <a:pt x="256" y="128"/>
                  </a:cubicBezTo>
                  <a:cubicBezTo>
                    <a:pt x="257" y="128"/>
                    <a:pt x="257" y="128"/>
                    <a:pt x="257" y="128"/>
                  </a:cubicBezTo>
                  <a:cubicBezTo>
                    <a:pt x="263" y="121"/>
                    <a:pt x="263" y="121"/>
                    <a:pt x="263" y="121"/>
                  </a:cubicBezTo>
                  <a:cubicBezTo>
                    <a:pt x="293" y="91"/>
                    <a:pt x="363" y="50"/>
                    <a:pt x="448" y="43"/>
                  </a:cubicBezTo>
                  <a:cubicBezTo>
                    <a:pt x="448" y="363"/>
                    <a:pt x="448" y="363"/>
                    <a:pt x="448" y="36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88" name="Freeform 34"/>
            <p:cNvSpPr>
              <a:spLocks noEditPoints="1"/>
            </p:cNvSpPr>
            <p:nvPr/>
          </p:nvSpPr>
          <p:spPr bwMode="auto">
            <a:xfrm>
              <a:off x="10708115" y="2552538"/>
              <a:ext cx="499674" cy="522162"/>
            </a:xfrm>
            <a:custGeom>
              <a:avLst/>
              <a:gdLst>
                <a:gd name="T0" fmla="*/ 235 w 470"/>
                <a:gd name="T1" fmla="*/ 299 h 491"/>
                <a:gd name="T2" fmla="*/ 0 w 470"/>
                <a:gd name="T3" fmla="*/ 448 h 491"/>
                <a:gd name="T4" fmla="*/ 235 w 470"/>
                <a:gd name="T5" fmla="*/ 491 h 491"/>
                <a:gd name="T6" fmla="*/ 470 w 470"/>
                <a:gd name="T7" fmla="*/ 448 h 491"/>
                <a:gd name="T8" fmla="*/ 235 w 470"/>
                <a:gd name="T9" fmla="*/ 299 h 491"/>
                <a:gd name="T10" fmla="*/ 235 w 470"/>
                <a:gd name="T11" fmla="*/ 278 h 491"/>
                <a:gd name="T12" fmla="*/ 342 w 470"/>
                <a:gd name="T13" fmla="*/ 107 h 491"/>
                <a:gd name="T14" fmla="*/ 235 w 470"/>
                <a:gd name="T15" fmla="*/ 0 h 491"/>
                <a:gd name="T16" fmla="*/ 128 w 470"/>
                <a:gd name="T17" fmla="*/ 107 h 491"/>
                <a:gd name="T18" fmla="*/ 235 w 470"/>
                <a:gd name="T19" fmla="*/ 278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0" h="491">
                  <a:moveTo>
                    <a:pt x="235" y="299"/>
                  </a:moveTo>
                  <a:cubicBezTo>
                    <a:pt x="235" y="299"/>
                    <a:pt x="64" y="299"/>
                    <a:pt x="0" y="448"/>
                  </a:cubicBezTo>
                  <a:cubicBezTo>
                    <a:pt x="0" y="448"/>
                    <a:pt x="107" y="491"/>
                    <a:pt x="235" y="491"/>
                  </a:cubicBezTo>
                  <a:cubicBezTo>
                    <a:pt x="363" y="491"/>
                    <a:pt x="470" y="448"/>
                    <a:pt x="470" y="448"/>
                  </a:cubicBezTo>
                  <a:cubicBezTo>
                    <a:pt x="406" y="299"/>
                    <a:pt x="235" y="299"/>
                    <a:pt x="235" y="299"/>
                  </a:cubicBezTo>
                  <a:close/>
                  <a:moveTo>
                    <a:pt x="235" y="278"/>
                  </a:moveTo>
                  <a:cubicBezTo>
                    <a:pt x="299" y="278"/>
                    <a:pt x="342" y="214"/>
                    <a:pt x="342" y="107"/>
                  </a:cubicBezTo>
                  <a:cubicBezTo>
                    <a:pt x="342" y="0"/>
                    <a:pt x="235" y="0"/>
                    <a:pt x="235" y="0"/>
                  </a:cubicBezTo>
                  <a:cubicBezTo>
                    <a:pt x="235" y="0"/>
                    <a:pt x="128" y="0"/>
                    <a:pt x="128" y="107"/>
                  </a:cubicBezTo>
                  <a:cubicBezTo>
                    <a:pt x="128" y="214"/>
                    <a:pt x="171" y="278"/>
                    <a:pt x="235" y="278"/>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8" name="组合 7"/>
          <p:cNvGrpSpPr/>
          <p:nvPr/>
        </p:nvGrpSpPr>
        <p:grpSpPr>
          <a:xfrm>
            <a:off x="863119" y="4213210"/>
            <a:ext cx="10329671" cy="544199"/>
            <a:chOff x="882166" y="3225817"/>
            <a:chExt cx="10329671" cy="544199"/>
          </a:xfrm>
        </p:grpSpPr>
        <p:sp>
          <p:nvSpPr>
            <p:cNvPr id="189" name="Freeform 35"/>
            <p:cNvSpPr>
              <a:spLocks noEditPoints="1"/>
            </p:cNvSpPr>
            <p:nvPr/>
          </p:nvSpPr>
          <p:spPr bwMode="auto">
            <a:xfrm>
              <a:off x="882166" y="3247854"/>
              <a:ext cx="408375" cy="500124"/>
            </a:xfrm>
            <a:custGeom>
              <a:avLst/>
              <a:gdLst>
                <a:gd name="T0" fmla="*/ 341 w 384"/>
                <a:gd name="T1" fmla="*/ 0 h 470"/>
                <a:gd name="T2" fmla="*/ 43 w 384"/>
                <a:gd name="T3" fmla="*/ 0 h 470"/>
                <a:gd name="T4" fmla="*/ 0 w 384"/>
                <a:gd name="T5" fmla="*/ 43 h 470"/>
                <a:gd name="T6" fmla="*/ 0 w 384"/>
                <a:gd name="T7" fmla="*/ 427 h 470"/>
                <a:gd name="T8" fmla="*/ 43 w 384"/>
                <a:gd name="T9" fmla="*/ 470 h 470"/>
                <a:gd name="T10" fmla="*/ 341 w 384"/>
                <a:gd name="T11" fmla="*/ 470 h 470"/>
                <a:gd name="T12" fmla="*/ 384 w 384"/>
                <a:gd name="T13" fmla="*/ 427 h 470"/>
                <a:gd name="T14" fmla="*/ 384 w 384"/>
                <a:gd name="T15" fmla="*/ 43 h 470"/>
                <a:gd name="T16" fmla="*/ 341 w 384"/>
                <a:gd name="T17" fmla="*/ 0 h 470"/>
                <a:gd name="T18" fmla="*/ 213 w 384"/>
                <a:gd name="T19" fmla="*/ 448 h 470"/>
                <a:gd name="T20" fmla="*/ 171 w 384"/>
                <a:gd name="T21" fmla="*/ 448 h 470"/>
                <a:gd name="T22" fmla="*/ 171 w 384"/>
                <a:gd name="T23" fmla="*/ 406 h 470"/>
                <a:gd name="T24" fmla="*/ 213 w 384"/>
                <a:gd name="T25" fmla="*/ 406 h 470"/>
                <a:gd name="T26" fmla="*/ 213 w 384"/>
                <a:gd name="T27" fmla="*/ 448 h 470"/>
                <a:gd name="T28" fmla="*/ 341 w 384"/>
                <a:gd name="T29" fmla="*/ 384 h 470"/>
                <a:gd name="T30" fmla="*/ 43 w 384"/>
                <a:gd name="T31" fmla="*/ 384 h 470"/>
                <a:gd name="T32" fmla="*/ 43 w 384"/>
                <a:gd name="T33" fmla="*/ 43 h 470"/>
                <a:gd name="T34" fmla="*/ 341 w 384"/>
                <a:gd name="T35" fmla="*/ 43 h 470"/>
                <a:gd name="T36" fmla="*/ 341 w 384"/>
                <a:gd name="T37" fmla="*/ 384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470">
                  <a:moveTo>
                    <a:pt x="341" y="0"/>
                  </a:moveTo>
                  <a:cubicBezTo>
                    <a:pt x="43" y="0"/>
                    <a:pt x="43" y="0"/>
                    <a:pt x="43" y="0"/>
                  </a:cubicBezTo>
                  <a:cubicBezTo>
                    <a:pt x="19" y="0"/>
                    <a:pt x="0" y="20"/>
                    <a:pt x="0" y="43"/>
                  </a:cubicBezTo>
                  <a:cubicBezTo>
                    <a:pt x="0" y="427"/>
                    <a:pt x="0" y="427"/>
                    <a:pt x="0" y="427"/>
                  </a:cubicBezTo>
                  <a:cubicBezTo>
                    <a:pt x="0" y="450"/>
                    <a:pt x="19" y="470"/>
                    <a:pt x="43" y="470"/>
                  </a:cubicBezTo>
                  <a:cubicBezTo>
                    <a:pt x="341" y="470"/>
                    <a:pt x="341" y="470"/>
                    <a:pt x="341" y="470"/>
                  </a:cubicBezTo>
                  <a:cubicBezTo>
                    <a:pt x="365" y="470"/>
                    <a:pt x="384" y="450"/>
                    <a:pt x="384" y="427"/>
                  </a:cubicBezTo>
                  <a:cubicBezTo>
                    <a:pt x="384" y="43"/>
                    <a:pt x="384" y="43"/>
                    <a:pt x="384" y="43"/>
                  </a:cubicBezTo>
                  <a:cubicBezTo>
                    <a:pt x="384" y="20"/>
                    <a:pt x="365" y="0"/>
                    <a:pt x="341" y="0"/>
                  </a:cubicBezTo>
                  <a:close/>
                  <a:moveTo>
                    <a:pt x="213" y="448"/>
                  </a:moveTo>
                  <a:cubicBezTo>
                    <a:pt x="171" y="448"/>
                    <a:pt x="171" y="448"/>
                    <a:pt x="171" y="448"/>
                  </a:cubicBezTo>
                  <a:cubicBezTo>
                    <a:pt x="171" y="406"/>
                    <a:pt x="171" y="406"/>
                    <a:pt x="171" y="406"/>
                  </a:cubicBezTo>
                  <a:cubicBezTo>
                    <a:pt x="213" y="406"/>
                    <a:pt x="213" y="406"/>
                    <a:pt x="213" y="406"/>
                  </a:cubicBezTo>
                  <a:lnTo>
                    <a:pt x="213" y="448"/>
                  </a:lnTo>
                  <a:close/>
                  <a:moveTo>
                    <a:pt x="341" y="384"/>
                  </a:moveTo>
                  <a:cubicBezTo>
                    <a:pt x="43" y="384"/>
                    <a:pt x="43" y="384"/>
                    <a:pt x="43" y="384"/>
                  </a:cubicBezTo>
                  <a:cubicBezTo>
                    <a:pt x="43" y="43"/>
                    <a:pt x="43" y="43"/>
                    <a:pt x="43" y="43"/>
                  </a:cubicBezTo>
                  <a:cubicBezTo>
                    <a:pt x="341" y="43"/>
                    <a:pt x="341" y="43"/>
                    <a:pt x="341" y="43"/>
                  </a:cubicBezTo>
                  <a:lnTo>
                    <a:pt x="341" y="384"/>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0" name="Freeform 36"/>
            <p:cNvSpPr>
              <a:spLocks noEditPoints="1"/>
            </p:cNvSpPr>
            <p:nvPr/>
          </p:nvSpPr>
          <p:spPr bwMode="auto">
            <a:xfrm>
              <a:off x="1906376" y="3225817"/>
              <a:ext cx="412422" cy="544199"/>
            </a:xfrm>
            <a:custGeom>
              <a:avLst/>
              <a:gdLst>
                <a:gd name="T0" fmla="*/ 194 w 388"/>
                <a:gd name="T1" fmla="*/ 0 h 512"/>
                <a:gd name="T2" fmla="*/ 0 w 388"/>
                <a:gd name="T3" fmla="*/ 194 h 512"/>
                <a:gd name="T4" fmla="*/ 194 w 388"/>
                <a:gd name="T5" fmla="*/ 512 h 512"/>
                <a:gd name="T6" fmla="*/ 388 w 388"/>
                <a:gd name="T7" fmla="*/ 194 h 512"/>
                <a:gd name="T8" fmla="*/ 194 w 388"/>
                <a:gd name="T9" fmla="*/ 0 h 512"/>
                <a:gd name="T10" fmla="*/ 193 w 388"/>
                <a:gd name="T11" fmla="*/ 290 h 512"/>
                <a:gd name="T12" fmla="*/ 94 w 388"/>
                <a:gd name="T13" fmla="*/ 191 h 512"/>
                <a:gd name="T14" fmla="*/ 193 w 388"/>
                <a:gd name="T15" fmla="*/ 92 h 512"/>
                <a:gd name="T16" fmla="*/ 292 w 388"/>
                <a:gd name="T17" fmla="*/ 191 h 512"/>
                <a:gd name="T18" fmla="*/ 193 w 388"/>
                <a:gd name="T19" fmla="*/ 2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8" h="512">
                  <a:moveTo>
                    <a:pt x="194" y="0"/>
                  </a:moveTo>
                  <a:cubicBezTo>
                    <a:pt x="87" y="0"/>
                    <a:pt x="0" y="87"/>
                    <a:pt x="0" y="194"/>
                  </a:cubicBezTo>
                  <a:cubicBezTo>
                    <a:pt x="0" y="302"/>
                    <a:pt x="152" y="512"/>
                    <a:pt x="194" y="512"/>
                  </a:cubicBezTo>
                  <a:cubicBezTo>
                    <a:pt x="225" y="512"/>
                    <a:pt x="388" y="302"/>
                    <a:pt x="388" y="194"/>
                  </a:cubicBezTo>
                  <a:cubicBezTo>
                    <a:pt x="388" y="87"/>
                    <a:pt x="301" y="0"/>
                    <a:pt x="194" y="0"/>
                  </a:cubicBezTo>
                  <a:close/>
                  <a:moveTo>
                    <a:pt x="193" y="290"/>
                  </a:moveTo>
                  <a:cubicBezTo>
                    <a:pt x="139" y="290"/>
                    <a:pt x="94" y="246"/>
                    <a:pt x="94" y="191"/>
                  </a:cubicBezTo>
                  <a:cubicBezTo>
                    <a:pt x="94" y="137"/>
                    <a:pt x="139" y="92"/>
                    <a:pt x="193" y="92"/>
                  </a:cubicBezTo>
                  <a:cubicBezTo>
                    <a:pt x="248" y="92"/>
                    <a:pt x="292" y="137"/>
                    <a:pt x="292" y="191"/>
                  </a:cubicBezTo>
                  <a:cubicBezTo>
                    <a:pt x="292" y="246"/>
                    <a:pt x="248" y="290"/>
                    <a:pt x="193" y="29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1" name="Freeform 37"/>
            <p:cNvSpPr>
              <a:spLocks noEditPoints="1"/>
            </p:cNvSpPr>
            <p:nvPr/>
          </p:nvSpPr>
          <p:spPr bwMode="auto">
            <a:xfrm>
              <a:off x="2934633" y="3235261"/>
              <a:ext cx="522162" cy="525310"/>
            </a:xfrm>
            <a:custGeom>
              <a:avLst/>
              <a:gdLst>
                <a:gd name="T0" fmla="*/ 778 w 1161"/>
                <a:gd name="T1" fmla="*/ 28 h 1168"/>
                <a:gd name="T2" fmla="*/ 414 w 1161"/>
                <a:gd name="T3" fmla="*/ 232 h 1168"/>
                <a:gd name="T4" fmla="*/ 0 w 1161"/>
                <a:gd name="T5" fmla="*/ 0 h 1168"/>
                <a:gd name="T6" fmla="*/ 0 w 1161"/>
                <a:gd name="T7" fmla="*/ 922 h 1168"/>
                <a:gd name="T8" fmla="*/ 426 w 1161"/>
                <a:gd name="T9" fmla="*/ 1154 h 1168"/>
                <a:gd name="T10" fmla="*/ 768 w 1161"/>
                <a:gd name="T11" fmla="*/ 950 h 1168"/>
                <a:gd name="T12" fmla="*/ 1161 w 1161"/>
                <a:gd name="T13" fmla="*/ 1168 h 1168"/>
                <a:gd name="T14" fmla="*/ 1161 w 1161"/>
                <a:gd name="T15" fmla="*/ 246 h 1168"/>
                <a:gd name="T16" fmla="*/ 778 w 1161"/>
                <a:gd name="T17" fmla="*/ 28 h 1168"/>
                <a:gd name="T18" fmla="*/ 1059 w 1161"/>
                <a:gd name="T19" fmla="*/ 617 h 1168"/>
                <a:gd name="T20" fmla="*/ 806 w 1161"/>
                <a:gd name="T21" fmla="*/ 487 h 1168"/>
                <a:gd name="T22" fmla="*/ 806 w 1161"/>
                <a:gd name="T23" fmla="*/ 170 h 1168"/>
                <a:gd name="T24" fmla="*/ 1059 w 1161"/>
                <a:gd name="T25" fmla="*/ 307 h 1168"/>
                <a:gd name="T26" fmla="*/ 1059 w 1161"/>
                <a:gd name="T27" fmla="*/ 617 h 1168"/>
                <a:gd name="T28" fmla="*/ 454 w 1161"/>
                <a:gd name="T29" fmla="*/ 317 h 1168"/>
                <a:gd name="T30" fmla="*/ 707 w 1161"/>
                <a:gd name="T31" fmla="*/ 175 h 1168"/>
                <a:gd name="T32" fmla="*/ 707 w 1161"/>
                <a:gd name="T33" fmla="*/ 489 h 1168"/>
                <a:gd name="T34" fmla="*/ 454 w 1161"/>
                <a:gd name="T35" fmla="*/ 633 h 1168"/>
                <a:gd name="T36" fmla="*/ 454 w 1161"/>
                <a:gd name="T37" fmla="*/ 317 h 1168"/>
                <a:gd name="T38" fmla="*/ 454 w 1161"/>
                <a:gd name="T39" fmla="*/ 693 h 1168"/>
                <a:gd name="T40" fmla="*/ 707 w 1161"/>
                <a:gd name="T41" fmla="*/ 548 h 1168"/>
                <a:gd name="T42" fmla="*/ 707 w 1161"/>
                <a:gd name="T43" fmla="*/ 865 h 1168"/>
                <a:gd name="T44" fmla="*/ 454 w 1161"/>
                <a:gd name="T45" fmla="*/ 1009 h 1168"/>
                <a:gd name="T46" fmla="*/ 454 w 1161"/>
                <a:gd name="T47" fmla="*/ 693 h 1168"/>
                <a:gd name="T48" fmla="*/ 352 w 1161"/>
                <a:gd name="T49" fmla="*/ 317 h 1168"/>
                <a:gd name="T50" fmla="*/ 352 w 1161"/>
                <a:gd name="T51" fmla="*/ 631 h 1168"/>
                <a:gd name="T52" fmla="*/ 102 w 1161"/>
                <a:gd name="T53" fmla="*/ 480 h 1168"/>
                <a:gd name="T54" fmla="*/ 102 w 1161"/>
                <a:gd name="T55" fmla="*/ 175 h 1168"/>
                <a:gd name="T56" fmla="*/ 352 w 1161"/>
                <a:gd name="T57" fmla="*/ 317 h 1168"/>
                <a:gd name="T58" fmla="*/ 102 w 1161"/>
                <a:gd name="T59" fmla="*/ 539 h 1168"/>
                <a:gd name="T60" fmla="*/ 352 w 1161"/>
                <a:gd name="T61" fmla="*/ 690 h 1168"/>
                <a:gd name="T62" fmla="*/ 352 w 1161"/>
                <a:gd name="T63" fmla="*/ 1009 h 1168"/>
                <a:gd name="T64" fmla="*/ 102 w 1161"/>
                <a:gd name="T65" fmla="*/ 865 h 1168"/>
                <a:gd name="T66" fmla="*/ 102 w 1161"/>
                <a:gd name="T67" fmla="*/ 539 h 1168"/>
                <a:gd name="T68" fmla="*/ 806 w 1161"/>
                <a:gd name="T69" fmla="*/ 863 h 1168"/>
                <a:gd name="T70" fmla="*/ 806 w 1161"/>
                <a:gd name="T71" fmla="*/ 544 h 1168"/>
                <a:gd name="T72" fmla="*/ 1059 w 1161"/>
                <a:gd name="T73" fmla="*/ 674 h 1168"/>
                <a:gd name="T74" fmla="*/ 1059 w 1161"/>
                <a:gd name="T75" fmla="*/ 998 h 1168"/>
                <a:gd name="T76" fmla="*/ 806 w 1161"/>
                <a:gd name="T77" fmla="*/ 863 h 1168"/>
                <a:gd name="T78" fmla="*/ 806 w 1161"/>
                <a:gd name="T79" fmla="*/ 863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61" h="1168">
                  <a:moveTo>
                    <a:pt x="778" y="28"/>
                  </a:moveTo>
                  <a:lnTo>
                    <a:pt x="414" y="232"/>
                  </a:lnTo>
                  <a:lnTo>
                    <a:pt x="0" y="0"/>
                  </a:lnTo>
                  <a:lnTo>
                    <a:pt x="0" y="922"/>
                  </a:lnTo>
                  <a:lnTo>
                    <a:pt x="426" y="1154"/>
                  </a:lnTo>
                  <a:lnTo>
                    <a:pt x="768" y="950"/>
                  </a:lnTo>
                  <a:lnTo>
                    <a:pt x="1161" y="1168"/>
                  </a:lnTo>
                  <a:lnTo>
                    <a:pt x="1161" y="246"/>
                  </a:lnTo>
                  <a:lnTo>
                    <a:pt x="778" y="28"/>
                  </a:lnTo>
                  <a:close/>
                  <a:moveTo>
                    <a:pt x="1059" y="617"/>
                  </a:moveTo>
                  <a:lnTo>
                    <a:pt x="806" y="487"/>
                  </a:lnTo>
                  <a:lnTo>
                    <a:pt x="806" y="170"/>
                  </a:lnTo>
                  <a:lnTo>
                    <a:pt x="1059" y="307"/>
                  </a:lnTo>
                  <a:lnTo>
                    <a:pt x="1059" y="617"/>
                  </a:lnTo>
                  <a:close/>
                  <a:moveTo>
                    <a:pt x="454" y="317"/>
                  </a:moveTo>
                  <a:lnTo>
                    <a:pt x="707" y="175"/>
                  </a:lnTo>
                  <a:lnTo>
                    <a:pt x="707" y="489"/>
                  </a:lnTo>
                  <a:lnTo>
                    <a:pt x="454" y="633"/>
                  </a:lnTo>
                  <a:lnTo>
                    <a:pt x="454" y="317"/>
                  </a:lnTo>
                  <a:close/>
                  <a:moveTo>
                    <a:pt x="454" y="693"/>
                  </a:moveTo>
                  <a:lnTo>
                    <a:pt x="707" y="548"/>
                  </a:lnTo>
                  <a:lnTo>
                    <a:pt x="707" y="865"/>
                  </a:lnTo>
                  <a:lnTo>
                    <a:pt x="454" y="1009"/>
                  </a:lnTo>
                  <a:lnTo>
                    <a:pt x="454" y="693"/>
                  </a:lnTo>
                  <a:close/>
                  <a:moveTo>
                    <a:pt x="352" y="317"/>
                  </a:moveTo>
                  <a:lnTo>
                    <a:pt x="352" y="631"/>
                  </a:lnTo>
                  <a:lnTo>
                    <a:pt x="102" y="480"/>
                  </a:lnTo>
                  <a:lnTo>
                    <a:pt x="102" y="175"/>
                  </a:lnTo>
                  <a:lnTo>
                    <a:pt x="352" y="317"/>
                  </a:lnTo>
                  <a:close/>
                  <a:moveTo>
                    <a:pt x="102" y="539"/>
                  </a:moveTo>
                  <a:lnTo>
                    <a:pt x="352" y="690"/>
                  </a:lnTo>
                  <a:lnTo>
                    <a:pt x="352" y="1009"/>
                  </a:lnTo>
                  <a:lnTo>
                    <a:pt x="102" y="865"/>
                  </a:lnTo>
                  <a:lnTo>
                    <a:pt x="102" y="539"/>
                  </a:lnTo>
                  <a:close/>
                  <a:moveTo>
                    <a:pt x="806" y="863"/>
                  </a:moveTo>
                  <a:lnTo>
                    <a:pt x="806" y="544"/>
                  </a:lnTo>
                  <a:lnTo>
                    <a:pt x="1059" y="674"/>
                  </a:lnTo>
                  <a:lnTo>
                    <a:pt x="1059" y="998"/>
                  </a:lnTo>
                  <a:lnTo>
                    <a:pt x="806" y="863"/>
                  </a:lnTo>
                  <a:lnTo>
                    <a:pt x="806" y="863"/>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2" name="Freeform 38"/>
            <p:cNvSpPr/>
            <p:nvPr/>
          </p:nvSpPr>
          <p:spPr bwMode="auto">
            <a:xfrm>
              <a:off x="4072630" y="3244931"/>
              <a:ext cx="466842" cy="505970"/>
            </a:xfrm>
            <a:custGeom>
              <a:avLst/>
              <a:gdLst>
                <a:gd name="T0" fmla="*/ 439 w 439"/>
                <a:gd name="T1" fmla="*/ 28 h 476"/>
                <a:gd name="T2" fmla="*/ 439 w 439"/>
                <a:gd name="T3" fmla="*/ 348 h 476"/>
                <a:gd name="T4" fmla="*/ 429 w 439"/>
                <a:gd name="T5" fmla="*/ 373 h 476"/>
                <a:gd name="T6" fmla="*/ 404 w 439"/>
                <a:gd name="T7" fmla="*/ 391 h 476"/>
                <a:gd name="T8" fmla="*/ 375 w 439"/>
                <a:gd name="T9" fmla="*/ 400 h 476"/>
                <a:gd name="T10" fmla="*/ 347 w 439"/>
                <a:gd name="T11" fmla="*/ 403 h 476"/>
                <a:gd name="T12" fmla="*/ 320 w 439"/>
                <a:gd name="T13" fmla="*/ 400 h 476"/>
                <a:gd name="T14" fmla="*/ 290 w 439"/>
                <a:gd name="T15" fmla="*/ 391 h 476"/>
                <a:gd name="T16" fmla="*/ 265 w 439"/>
                <a:gd name="T17" fmla="*/ 373 h 476"/>
                <a:gd name="T18" fmla="*/ 256 w 439"/>
                <a:gd name="T19" fmla="*/ 348 h 476"/>
                <a:gd name="T20" fmla="*/ 265 w 439"/>
                <a:gd name="T21" fmla="*/ 322 h 476"/>
                <a:gd name="T22" fmla="*/ 290 w 439"/>
                <a:gd name="T23" fmla="*/ 305 h 476"/>
                <a:gd name="T24" fmla="*/ 320 w 439"/>
                <a:gd name="T25" fmla="*/ 296 h 476"/>
                <a:gd name="T26" fmla="*/ 347 w 439"/>
                <a:gd name="T27" fmla="*/ 293 h 476"/>
                <a:gd name="T28" fmla="*/ 402 w 439"/>
                <a:gd name="T29" fmla="*/ 304 h 476"/>
                <a:gd name="T30" fmla="*/ 402 w 439"/>
                <a:gd name="T31" fmla="*/ 151 h 476"/>
                <a:gd name="T32" fmla="*/ 183 w 439"/>
                <a:gd name="T33" fmla="*/ 218 h 476"/>
                <a:gd name="T34" fmla="*/ 183 w 439"/>
                <a:gd name="T35" fmla="*/ 421 h 476"/>
                <a:gd name="T36" fmla="*/ 173 w 439"/>
                <a:gd name="T37" fmla="*/ 446 h 476"/>
                <a:gd name="T38" fmla="*/ 148 w 439"/>
                <a:gd name="T39" fmla="*/ 464 h 476"/>
                <a:gd name="T40" fmla="*/ 119 w 439"/>
                <a:gd name="T41" fmla="*/ 473 h 476"/>
                <a:gd name="T42" fmla="*/ 91 w 439"/>
                <a:gd name="T43" fmla="*/ 476 h 476"/>
                <a:gd name="T44" fmla="*/ 64 w 439"/>
                <a:gd name="T45" fmla="*/ 473 h 476"/>
                <a:gd name="T46" fmla="*/ 34 w 439"/>
                <a:gd name="T47" fmla="*/ 464 h 476"/>
                <a:gd name="T48" fmla="*/ 9 w 439"/>
                <a:gd name="T49" fmla="*/ 446 h 476"/>
                <a:gd name="T50" fmla="*/ 0 w 439"/>
                <a:gd name="T51" fmla="*/ 421 h 476"/>
                <a:gd name="T52" fmla="*/ 9 w 439"/>
                <a:gd name="T53" fmla="*/ 396 h 476"/>
                <a:gd name="T54" fmla="*/ 34 w 439"/>
                <a:gd name="T55" fmla="*/ 378 h 476"/>
                <a:gd name="T56" fmla="*/ 64 w 439"/>
                <a:gd name="T57" fmla="*/ 369 h 476"/>
                <a:gd name="T58" fmla="*/ 91 w 439"/>
                <a:gd name="T59" fmla="*/ 366 h 476"/>
                <a:gd name="T60" fmla="*/ 146 w 439"/>
                <a:gd name="T61" fmla="*/ 377 h 476"/>
                <a:gd name="T62" fmla="*/ 146 w 439"/>
                <a:gd name="T63" fmla="*/ 101 h 476"/>
                <a:gd name="T64" fmla="*/ 151 w 439"/>
                <a:gd name="T65" fmla="*/ 85 h 476"/>
                <a:gd name="T66" fmla="*/ 165 w 439"/>
                <a:gd name="T67" fmla="*/ 75 h 476"/>
                <a:gd name="T68" fmla="*/ 403 w 439"/>
                <a:gd name="T69" fmla="*/ 2 h 476"/>
                <a:gd name="T70" fmla="*/ 411 w 439"/>
                <a:gd name="T71" fmla="*/ 0 h 476"/>
                <a:gd name="T72" fmla="*/ 431 w 439"/>
                <a:gd name="T73" fmla="*/ 8 h 476"/>
                <a:gd name="T74" fmla="*/ 439 w 439"/>
                <a:gd name="T75" fmla="*/ 28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9" h="476">
                  <a:moveTo>
                    <a:pt x="439" y="28"/>
                  </a:moveTo>
                  <a:cubicBezTo>
                    <a:pt x="439" y="348"/>
                    <a:pt x="439" y="348"/>
                    <a:pt x="439" y="348"/>
                  </a:cubicBezTo>
                  <a:cubicBezTo>
                    <a:pt x="439" y="357"/>
                    <a:pt x="435" y="366"/>
                    <a:pt x="429" y="373"/>
                  </a:cubicBezTo>
                  <a:cubicBezTo>
                    <a:pt x="422" y="381"/>
                    <a:pt x="414" y="387"/>
                    <a:pt x="404" y="391"/>
                  </a:cubicBezTo>
                  <a:cubicBezTo>
                    <a:pt x="394" y="395"/>
                    <a:pt x="385" y="398"/>
                    <a:pt x="375" y="400"/>
                  </a:cubicBezTo>
                  <a:cubicBezTo>
                    <a:pt x="365" y="402"/>
                    <a:pt x="356" y="403"/>
                    <a:pt x="347" y="403"/>
                  </a:cubicBezTo>
                  <a:cubicBezTo>
                    <a:pt x="339" y="403"/>
                    <a:pt x="329" y="402"/>
                    <a:pt x="320" y="400"/>
                  </a:cubicBezTo>
                  <a:cubicBezTo>
                    <a:pt x="310" y="398"/>
                    <a:pt x="300" y="395"/>
                    <a:pt x="290" y="391"/>
                  </a:cubicBezTo>
                  <a:cubicBezTo>
                    <a:pt x="280" y="387"/>
                    <a:pt x="272" y="381"/>
                    <a:pt x="265" y="373"/>
                  </a:cubicBezTo>
                  <a:cubicBezTo>
                    <a:pt x="259" y="366"/>
                    <a:pt x="256" y="357"/>
                    <a:pt x="256" y="348"/>
                  </a:cubicBezTo>
                  <a:cubicBezTo>
                    <a:pt x="256" y="338"/>
                    <a:pt x="259" y="330"/>
                    <a:pt x="265" y="322"/>
                  </a:cubicBezTo>
                  <a:cubicBezTo>
                    <a:pt x="272" y="315"/>
                    <a:pt x="280" y="309"/>
                    <a:pt x="290" y="305"/>
                  </a:cubicBezTo>
                  <a:cubicBezTo>
                    <a:pt x="300" y="301"/>
                    <a:pt x="310" y="298"/>
                    <a:pt x="320" y="296"/>
                  </a:cubicBezTo>
                  <a:cubicBezTo>
                    <a:pt x="329" y="294"/>
                    <a:pt x="339" y="293"/>
                    <a:pt x="347" y="293"/>
                  </a:cubicBezTo>
                  <a:cubicBezTo>
                    <a:pt x="367" y="293"/>
                    <a:pt x="385" y="297"/>
                    <a:pt x="402" y="304"/>
                  </a:cubicBezTo>
                  <a:cubicBezTo>
                    <a:pt x="402" y="151"/>
                    <a:pt x="402" y="151"/>
                    <a:pt x="402" y="151"/>
                  </a:cubicBezTo>
                  <a:cubicBezTo>
                    <a:pt x="183" y="218"/>
                    <a:pt x="183" y="218"/>
                    <a:pt x="183" y="218"/>
                  </a:cubicBezTo>
                  <a:cubicBezTo>
                    <a:pt x="183" y="421"/>
                    <a:pt x="183" y="421"/>
                    <a:pt x="183" y="421"/>
                  </a:cubicBezTo>
                  <a:cubicBezTo>
                    <a:pt x="183" y="431"/>
                    <a:pt x="179" y="439"/>
                    <a:pt x="173" y="446"/>
                  </a:cubicBezTo>
                  <a:cubicBezTo>
                    <a:pt x="166" y="454"/>
                    <a:pt x="158" y="460"/>
                    <a:pt x="148" y="464"/>
                  </a:cubicBezTo>
                  <a:cubicBezTo>
                    <a:pt x="138" y="468"/>
                    <a:pt x="129" y="471"/>
                    <a:pt x="119" y="473"/>
                  </a:cubicBezTo>
                  <a:cubicBezTo>
                    <a:pt x="109" y="475"/>
                    <a:pt x="100" y="476"/>
                    <a:pt x="91" y="476"/>
                  </a:cubicBezTo>
                  <a:cubicBezTo>
                    <a:pt x="83" y="476"/>
                    <a:pt x="73" y="475"/>
                    <a:pt x="64" y="473"/>
                  </a:cubicBezTo>
                  <a:cubicBezTo>
                    <a:pt x="54" y="471"/>
                    <a:pt x="44" y="468"/>
                    <a:pt x="34" y="464"/>
                  </a:cubicBezTo>
                  <a:cubicBezTo>
                    <a:pt x="24" y="460"/>
                    <a:pt x="16" y="454"/>
                    <a:pt x="9" y="446"/>
                  </a:cubicBezTo>
                  <a:cubicBezTo>
                    <a:pt x="3" y="439"/>
                    <a:pt x="0" y="431"/>
                    <a:pt x="0" y="421"/>
                  </a:cubicBezTo>
                  <a:cubicBezTo>
                    <a:pt x="0" y="412"/>
                    <a:pt x="3" y="403"/>
                    <a:pt x="9" y="396"/>
                  </a:cubicBezTo>
                  <a:cubicBezTo>
                    <a:pt x="16" y="388"/>
                    <a:pt x="24" y="382"/>
                    <a:pt x="34" y="378"/>
                  </a:cubicBezTo>
                  <a:cubicBezTo>
                    <a:pt x="44" y="374"/>
                    <a:pt x="54" y="371"/>
                    <a:pt x="64" y="369"/>
                  </a:cubicBezTo>
                  <a:cubicBezTo>
                    <a:pt x="73" y="367"/>
                    <a:pt x="83" y="366"/>
                    <a:pt x="91" y="366"/>
                  </a:cubicBezTo>
                  <a:cubicBezTo>
                    <a:pt x="111" y="366"/>
                    <a:pt x="129" y="370"/>
                    <a:pt x="146" y="377"/>
                  </a:cubicBezTo>
                  <a:cubicBezTo>
                    <a:pt x="146" y="101"/>
                    <a:pt x="146" y="101"/>
                    <a:pt x="146" y="101"/>
                  </a:cubicBezTo>
                  <a:cubicBezTo>
                    <a:pt x="146" y="95"/>
                    <a:pt x="148" y="90"/>
                    <a:pt x="151" y="85"/>
                  </a:cubicBezTo>
                  <a:cubicBezTo>
                    <a:pt x="155" y="80"/>
                    <a:pt x="160" y="77"/>
                    <a:pt x="165" y="75"/>
                  </a:cubicBezTo>
                  <a:cubicBezTo>
                    <a:pt x="403" y="2"/>
                    <a:pt x="403" y="2"/>
                    <a:pt x="403" y="2"/>
                  </a:cubicBezTo>
                  <a:cubicBezTo>
                    <a:pt x="405" y="1"/>
                    <a:pt x="408" y="0"/>
                    <a:pt x="411" y="0"/>
                  </a:cubicBezTo>
                  <a:cubicBezTo>
                    <a:pt x="419" y="0"/>
                    <a:pt x="425" y="3"/>
                    <a:pt x="431" y="8"/>
                  </a:cubicBezTo>
                  <a:cubicBezTo>
                    <a:pt x="436" y="14"/>
                    <a:pt x="439" y="20"/>
                    <a:pt x="439" y="28"/>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3" name="Freeform 39"/>
            <p:cNvSpPr>
              <a:spLocks noEditPoints="1"/>
            </p:cNvSpPr>
            <p:nvPr/>
          </p:nvSpPr>
          <p:spPr bwMode="auto">
            <a:xfrm>
              <a:off x="5155307" y="3284284"/>
              <a:ext cx="544199" cy="427264"/>
            </a:xfrm>
            <a:custGeom>
              <a:avLst/>
              <a:gdLst>
                <a:gd name="T0" fmla="*/ 475 w 512"/>
                <a:gd name="T1" fmla="*/ 357 h 402"/>
                <a:gd name="T2" fmla="*/ 475 w 512"/>
                <a:gd name="T3" fmla="*/ 137 h 402"/>
                <a:gd name="T4" fmla="*/ 455 w 512"/>
                <a:gd name="T5" fmla="*/ 156 h 402"/>
                <a:gd name="T6" fmla="*/ 334 w 512"/>
                <a:gd name="T7" fmla="*/ 253 h 402"/>
                <a:gd name="T8" fmla="*/ 310 w 512"/>
                <a:gd name="T9" fmla="*/ 272 h 402"/>
                <a:gd name="T10" fmla="*/ 285 w 512"/>
                <a:gd name="T11" fmla="*/ 286 h 402"/>
                <a:gd name="T12" fmla="*/ 256 w 512"/>
                <a:gd name="T13" fmla="*/ 293 h 402"/>
                <a:gd name="T14" fmla="*/ 255 w 512"/>
                <a:gd name="T15" fmla="*/ 293 h 402"/>
                <a:gd name="T16" fmla="*/ 226 w 512"/>
                <a:gd name="T17" fmla="*/ 286 h 402"/>
                <a:gd name="T18" fmla="*/ 201 w 512"/>
                <a:gd name="T19" fmla="*/ 272 h 402"/>
                <a:gd name="T20" fmla="*/ 178 w 512"/>
                <a:gd name="T21" fmla="*/ 253 h 402"/>
                <a:gd name="T22" fmla="*/ 56 w 512"/>
                <a:gd name="T23" fmla="*/ 156 h 402"/>
                <a:gd name="T24" fmla="*/ 36 w 512"/>
                <a:gd name="T25" fmla="*/ 137 h 402"/>
                <a:gd name="T26" fmla="*/ 36 w 512"/>
                <a:gd name="T27" fmla="*/ 357 h 402"/>
                <a:gd name="T28" fmla="*/ 39 w 512"/>
                <a:gd name="T29" fmla="*/ 363 h 402"/>
                <a:gd name="T30" fmla="*/ 45 w 512"/>
                <a:gd name="T31" fmla="*/ 366 h 402"/>
                <a:gd name="T32" fmla="*/ 466 w 512"/>
                <a:gd name="T33" fmla="*/ 366 h 402"/>
                <a:gd name="T34" fmla="*/ 472 w 512"/>
                <a:gd name="T35" fmla="*/ 363 h 402"/>
                <a:gd name="T36" fmla="*/ 475 w 512"/>
                <a:gd name="T37" fmla="*/ 357 h 402"/>
                <a:gd name="T38" fmla="*/ 475 w 512"/>
                <a:gd name="T39" fmla="*/ 56 h 402"/>
                <a:gd name="T40" fmla="*/ 475 w 512"/>
                <a:gd name="T41" fmla="*/ 49 h 402"/>
                <a:gd name="T42" fmla="*/ 475 w 512"/>
                <a:gd name="T43" fmla="*/ 46 h 402"/>
                <a:gd name="T44" fmla="*/ 474 w 512"/>
                <a:gd name="T45" fmla="*/ 42 h 402"/>
                <a:gd name="T46" fmla="*/ 473 w 512"/>
                <a:gd name="T47" fmla="*/ 39 h 402"/>
                <a:gd name="T48" fmla="*/ 470 w 512"/>
                <a:gd name="T49" fmla="*/ 37 h 402"/>
                <a:gd name="T50" fmla="*/ 466 w 512"/>
                <a:gd name="T51" fmla="*/ 37 h 402"/>
                <a:gd name="T52" fmla="*/ 45 w 512"/>
                <a:gd name="T53" fmla="*/ 37 h 402"/>
                <a:gd name="T54" fmla="*/ 39 w 512"/>
                <a:gd name="T55" fmla="*/ 39 h 402"/>
                <a:gd name="T56" fmla="*/ 36 w 512"/>
                <a:gd name="T57" fmla="*/ 46 h 402"/>
                <a:gd name="T58" fmla="*/ 78 w 512"/>
                <a:gd name="T59" fmla="*/ 127 h 402"/>
                <a:gd name="T60" fmla="*/ 193 w 512"/>
                <a:gd name="T61" fmla="*/ 217 h 402"/>
                <a:gd name="T62" fmla="*/ 203 w 512"/>
                <a:gd name="T63" fmla="*/ 226 h 402"/>
                <a:gd name="T64" fmla="*/ 216 w 512"/>
                <a:gd name="T65" fmla="*/ 237 h 402"/>
                <a:gd name="T66" fmla="*/ 229 w 512"/>
                <a:gd name="T67" fmla="*/ 246 h 402"/>
                <a:gd name="T68" fmla="*/ 243 w 512"/>
                <a:gd name="T69" fmla="*/ 253 h 402"/>
                <a:gd name="T70" fmla="*/ 255 w 512"/>
                <a:gd name="T71" fmla="*/ 256 h 402"/>
                <a:gd name="T72" fmla="*/ 256 w 512"/>
                <a:gd name="T73" fmla="*/ 256 h 402"/>
                <a:gd name="T74" fmla="*/ 268 w 512"/>
                <a:gd name="T75" fmla="*/ 253 h 402"/>
                <a:gd name="T76" fmla="*/ 283 w 512"/>
                <a:gd name="T77" fmla="*/ 246 h 402"/>
                <a:gd name="T78" fmla="*/ 295 w 512"/>
                <a:gd name="T79" fmla="*/ 237 h 402"/>
                <a:gd name="T80" fmla="*/ 309 w 512"/>
                <a:gd name="T81" fmla="*/ 226 h 402"/>
                <a:gd name="T82" fmla="*/ 319 w 512"/>
                <a:gd name="T83" fmla="*/ 217 h 402"/>
                <a:gd name="T84" fmla="*/ 433 w 512"/>
                <a:gd name="T85" fmla="*/ 127 h 402"/>
                <a:gd name="T86" fmla="*/ 462 w 512"/>
                <a:gd name="T87" fmla="*/ 94 h 402"/>
                <a:gd name="T88" fmla="*/ 475 w 512"/>
                <a:gd name="T89" fmla="*/ 56 h 402"/>
                <a:gd name="T90" fmla="*/ 512 w 512"/>
                <a:gd name="T91" fmla="*/ 46 h 402"/>
                <a:gd name="T92" fmla="*/ 512 w 512"/>
                <a:gd name="T93" fmla="*/ 357 h 402"/>
                <a:gd name="T94" fmla="*/ 498 w 512"/>
                <a:gd name="T95" fmla="*/ 389 h 402"/>
                <a:gd name="T96" fmla="*/ 466 w 512"/>
                <a:gd name="T97" fmla="*/ 402 h 402"/>
                <a:gd name="T98" fmla="*/ 45 w 512"/>
                <a:gd name="T99" fmla="*/ 402 h 402"/>
                <a:gd name="T100" fmla="*/ 13 w 512"/>
                <a:gd name="T101" fmla="*/ 389 h 402"/>
                <a:gd name="T102" fmla="*/ 0 w 512"/>
                <a:gd name="T103" fmla="*/ 357 h 402"/>
                <a:gd name="T104" fmla="*/ 0 w 512"/>
                <a:gd name="T105" fmla="*/ 46 h 402"/>
                <a:gd name="T106" fmla="*/ 13 w 512"/>
                <a:gd name="T107" fmla="*/ 13 h 402"/>
                <a:gd name="T108" fmla="*/ 45 w 512"/>
                <a:gd name="T109" fmla="*/ 0 h 402"/>
                <a:gd name="T110" fmla="*/ 466 w 512"/>
                <a:gd name="T111" fmla="*/ 0 h 402"/>
                <a:gd name="T112" fmla="*/ 498 w 512"/>
                <a:gd name="T113" fmla="*/ 13 h 402"/>
                <a:gd name="T114" fmla="*/ 512 w 512"/>
                <a:gd name="T115" fmla="*/ 46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402">
                  <a:moveTo>
                    <a:pt x="475" y="357"/>
                  </a:moveTo>
                  <a:cubicBezTo>
                    <a:pt x="475" y="137"/>
                    <a:pt x="475" y="137"/>
                    <a:pt x="475" y="137"/>
                  </a:cubicBezTo>
                  <a:cubicBezTo>
                    <a:pt x="469" y="144"/>
                    <a:pt x="463" y="150"/>
                    <a:pt x="455" y="156"/>
                  </a:cubicBezTo>
                  <a:cubicBezTo>
                    <a:pt x="404" y="195"/>
                    <a:pt x="364" y="227"/>
                    <a:pt x="334" y="253"/>
                  </a:cubicBezTo>
                  <a:cubicBezTo>
                    <a:pt x="324" y="261"/>
                    <a:pt x="316" y="267"/>
                    <a:pt x="310" y="272"/>
                  </a:cubicBezTo>
                  <a:cubicBezTo>
                    <a:pt x="304" y="276"/>
                    <a:pt x="296" y="281"/>
                    <a:pt x="285" y="286"/>
                  </a:cubicBezTo>
                  <a:cubicBezTo>
                    <a:pt x="275" y="290"/>
                    <a:pt x="265" y="293"/>
                    <a:pt x="256" y="293"/>
                  </a:cubicBezTo>
                  <a:cubicBezTo>
                    <a:pt x="255" y="293"/>
                    <a:pt x="255" y="293"/>
                    <a:pt x="255" y="293"/>
                  </a:cubicBezTo>
                  <a:cubicBezTo>
                    <a:pt x="246" y="293"/>
                    <a:pt x="237" y="290"/>
                    <a:pt x="226" y="286"/>
                  </a:cubicBezTo>
                  <a:cubicBezTo>
                    <a:pt x="216" y="281"/>
                    <a:pt x="208" y="276"/>
                    <a:pt x="201" y="272"/>
                  </a:cubicBezTo>
                  <a:cubicBezTo>
                    <a:pt x="195" y="267"/>
                    <a:pt x="187" y="261"/>
                    <a:pt x="178" y="253"/>
                  </a:cubicBezTo>
                  <a:cubicBezTo>
                    <a:pt x="148" y="227"/>
                    <a:pt x="107" y="195"/>
                    <a:pt x="56" y="156"/>
                  </a:cubicBezTo>
                  <a:cubicBezTo>
                    <a:pt x="49" y="150"/>
                    <a:pt x="42" y="144"/>
                    <a:pt x="36" y="137"/>
                  </a:cubicBezTo>
                  <a:cubicBezTo>
                    <a:pt x="36" y="357"/>
                    <a:pt x="36" y="357"/>
                    <a:pt x="36" y="357"/>
                  </a:cubicBezTo>
                  <a:cubicBezTo>
                    <a:pt x="36" y="359"/>
                    <a:pt x="37" y="361"/>
                    <a:pt x="39" y="363"/>
                  </a:cubicBezTo>
                  <a:cubicBezTo>
                    <a:pt x="41" y="365"/>
                    <a:pt x="43" y="366"/>
                    <a:pt x="45" y="366"/>
                  </a:cubicBezTo>
                  <a:cubicBezTo>
                    <a:pt x="466" y="366"/>
                    <a:pt x="466" y="366"/>
                    <a:pt x="466" y="366"/>
                  </a:cubicBezTo>
                  <a:cubicBezTo>
                    <a:pt x="469" y="366"/>
                    <a:pt x="471" y="365"/>
                    <a:pt x="472" y="363"/>
                  </a:cubicBezTo>
                  <a:cubicBezTo>
                    <a:pt x="474" y="361"/>
                    <a:pt x="475" y="359"/>
                    <a:pt x="475" y="357"/>
                  </a:cubicBezTo>
                  <a:close/>
                  <a:moveTo>
                    <a:pt x="475" y="56"/>
                  </a:moveTo>
                  <a:cubicBezTo>
                    <a:pt x="475" y="49"/>
                    <a:pt x="475" y="49"/>
                    <a:pt x="475" y="49"/>
                  </a:cubicBezTo>
                  <a:cubicBezTo>
                    <a:pt x="475" y="49"/>
                    <a:pt x="475" y="48"/>
                    <a:pt x="475" y="46"/>
                  </a:cubicBezTo>
                  <a:cubicBezTo>
                    <a:pt x="475" y="43"/>
                    <a:pt x="475" y="42"/>
                    <a:pt x="474" y="42"/>
                  </a:cubicBezTo>
                  <a:cubicBezTo>
                    <a:pt x="474" y="42"/>
                    <a:pt x="473" y="41"/>
                    <a:pt x="473" y="39"/>
                  </a:cubicBezTo>
                  <a:cubicBezTo>
                    <a:pt x="472" y="38"/>
                    <a:pt x="471" y="37"/>
                    <a:pt x="470" y="37"/>
                  </a:cubicBezTo>
                  <a:cubicBezTo>
                    <a:pt x="469" y="38"/>
                    <a:pt x="468" y="37"/>
                    <a:pt x="466" y="37"/>
                  </a:cubicBezTo>
                  <a:cubicBezTo>
                    <a:pt x="45" y="37"/>
                    <a:pt x="45" y="37"/>
                    <a:pt x="45" y="37"/>
                  </a:cubicBezTo>
                  <a:cubicBezTo>
                    <a:pt x="43" y="37"/>
                    <a:pt x="41" y="38"/>
                    <a:pt x="39" y="39"/>
                  </a:cubicBezTo>
                  <a:cubicBezTo>
                    <a:pt x="37" y="41"/>
                    <a:pt x="36" y="43"/>
                    <a:pt x="36" y="46"/>
                  </a:cubicBezTo>
                  <a:cubicBezTo>
                    <a:pt x="36" y="78"/>
                    <a:pt x="50" y="105"/>
                    <a:pt x="78" y="127"/>
                  </a:cubicBezTo>
                  <a:cubicBezTo>
                    <a:pt x="115" y="156"/>
                    <a:pt x="153" y="186"/>
                    <a:pt x="193" y="217"/>
                  </a:cubicBezTo>
                  <a:cubicBezTo>
                    <a:pt x="194" y="218"/>
                    <a:pt x="197" y="221"/>
                    <a:pt x="203" y="226"/>
                  </a:cubicBezTo>
                  <a:cubicBezTo>
                    <a:pt x="208" y="231"/>
                    <a:pt x="213" y="234"/>
                    <a:pt x="216" y="237"/>
                  </a:cubicBezTo>
                  <a:cubicBezTo>
                    <a:pt x="219" y="239"/>
                    <a:pt x="224" y="242"/>
                    <a:pt x="229" y="246"/>
                  </a:cubicBezTo>
                  <a:cubicBezTo>
                    <a:pt x="234" y="249"/>
                    <a:pt x="239" y="252"/>
                    <a:pt x="243" y="253"/>
                  </a:cubicBezTo>
                  <a:cubicBezTo>
                    <a:pt x="248" y="255"/>
                    <a:pt x="252" y="256"/>
                    <a:pt x="255" y="256"/>
                  </a:cubicBezTo>
                  <a:cubicBezTo>
                    <a:pt x="256" y="256"/>
                    <a:pt x="256" y="256"/>
                    <a:pt x="256" y="256"/>
                  </a:cubicBezTo>
                  <a:cubicBezTo>
                    <a:pt x="260" y="256"/>
                    <a:pt x="264" y="255"/>
                    <a:pt x="268" y="253"/>
                  </a:cubicBezTo>
                  <a:cubicBezTo>
                    <a:pt x="273" y="252"/>
                    <a:pt x="278" y="249"/>
                    <a:pt x="283" y="246"/>
                  </a:cubicBezTo>
                  <a:cubicBezTo>
                    <a:pt x="288" y="242"/>
                    <a:pt x="292" y="239"/>
                    <a:pt x="295" y="237"/>
                  </a:cubicBezTo>
                  <a:cubicBezTo>
                    <a:pt x="299" y="234"/>
                    <a:pt x="303" y="231"/>
                    <a:pt x="309" y="226"/>
                  </a:cubicBezTo>
                  <a:cubicBezTo>
                    <a:pt x="314" y="221"/>
                    <a:pt x="317" y="218"/>
                    <a:pt x="319" y="217"/>
                  </a:cubicBezTo>
                  <a:cubicBezTo>
                    <a:pt x="358" y="186"/>
                    <a:pt x="396" y="156"/>
                    <a:pt x="433" y="127"/>
                  </a:cubicBezTo>
                  <a:cubicBezTo>
                    <a:pt x="443" y="119"/>
                    <a:pt x="453" y="108"/>
                    <a:pt x="462" y="94"/>
                  </a:cubicBezTo>
                  <a:cubicBezTo>
                    <a:pt x="471" y="80"/>
                    <a:pt x="475" y="68"/>
                    <a:pt x="475" y="56"/>
                  </a:cubicBezTo>
                  <a:close/>
                  <a:moveTo>
                    <a:pt x="512" y="46"/>
                  </a:moveTo>
                  <a:cubicBezTo>
                    <a:pt x="512" y="357"/>
                    <a:pt x="512" y="357"/>
                    <a:pt x="512" y="357"/>
                  </a:cubicBezTo>
                  <a:cubicBezTo>
                    <a:pt x="512" y="369"/>
                    <a:pt x="507" y="380"/>
                    <a:pt x="498" y="389"/>
                  </a:cubicBezTo>
                  <a:cubicBezTo>
                    <a:pt x="489" y="398"/>
                    <a:pt x="479" y="402"/>
                    <a:pt x="466" y="402"/>
                  </a:cubicBezTo>
                  <a:cubicBezTo>
                    <a:pt x="45" y="402"/>
                    <a:pt x="45" y="402"/>
                    <a:pt x="45" y="402"/>
                  </a:cubicBezTo>
                  <a:cubicBezTo>
                    <a:pt x="33" y="402"/>
                    <a:pt x="22" y="398"/>
                    <a:pt x="13" y="389"/>
                  </a:cubicBezTo>
                  <a:cubicBezTo>
                    <a:pt x="4" y="380"/>
                    <a:pt x="0" y="369"/>
                    <a:pt x="0" y="357"/>
                  </a:cubicBezTo>
                  <a:cubicBezTo>
                    <a:pt x="0" y="46"/>
                    <a:pt x="0" y="46"/>
                    <a:pt x="0" y="46"/>
                  </a:cubicBezTo>
                  <a:cubicBezTo>
                    <a:pt x="0" y="33"/>
                    <a:pt x="4" y="22"/>
                    <a:pt x="13" y="13"/>
                  </a:cubicBezTo>
                  <a:cubicBezTo>
                    <a:pt x="22" y="5"/>
                    <a:pt x="33" y="0"/>
                    <a:pt x="45" y="0"/>
                  </a:cubicBezTo>
                  <a:cubicBezTo>
                    <a:pt x="466" y="0"/>
                    <a:pt x="466" y="0"/>
                    <a:pt x="466" y="0"/>
                  </a:cubicBezTo>
                  <a:cubicBezTo>
                    <a:pt x="479" y="0"/>
                    <a:pt x="489" y="5"/>
                    <a:pt x="498" y="13"/>
                  </a:cubicBezTo>
                  <a:cubicBezTo>
                    <a:pt x="507" y="22"/>
                    <a:pt x="512" y="33"/>
                    <a:pt x="512" y="46"/>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4" name="Freeform 40"/>
            <p:cNvSpPr/>
            <p:nvPr/>
          </p:nvSpPr>
          <p:spPr bwMode="auto">
            <a:xfrm>
              <a:off x="6315341" y="3264720"/>
              <a:ext cx="544199" cy="466392"/>
            </a:xfrm>
            <a:custGeom>
              <a:avLst/>
              <a:gdLst>
                <a:gd name="T0" fmla="*/ 256 w 512"/>
                <a:gd name="T1" fmla="*/ 439 h 439"/>
                <a:gd name="T2" fmla="*/ 243 w 512"/>
                <a:gd name="T3" fmla="*/ 434 h 439"/>
                <a:gd name="T4" fmla="*/ 65 w 512"/>
                <a:gd name="T5" fmla="*/ 262 h 439"/>
                <a:gd name="T6" fmla="*/ 57 w 512"/>
                <a:gd name="T7" fmla="*/ 255 h 439"/>
                <a:gd name="T8" fmla="*/ 41 w 512"/>
                <a:gd name="T9" fmla="*/ 236 h 439"/>
                <a:gd name="T10" fmla="*/ 22 w 512"/>
                <a:gd name="T11" fmla="*/ 208 h 439"/>
                <a:gd name="T12" fmla="*/ 6 w 512"/>
                <a:gd name="T13" fmla="*/ 174 h 439"/>
                <a:gd name="T14" fmla="*/ 0 w 512"/>
                <a:gd name="T15" fmla="*/ 134 h 439"/>
                <a:gd name="T16" fmla="*/ 36 w 512"/>
                <a:gd name="T17" fmla="*/ 36 h 439"/>
                <a:gd name="T18" fmla="*/ 136 w 512"/>
                <a:gd name="T19" fmla="*/ 0 h 439"/>
                <a:gd name="T20" fmla="*/ 172 w 512"/>
                <a:gd name="T21" fmla="*/ 7 h 439"/>
                <a:gd name="T22" fmla="*/ 207 w 512"/>
                <a:gd name="T23" fmla="*/ 23 h 439"/>
                <a:gd name="T24" fmla="*/ 234 w 512"/>
                <a:gd name="T25" fmla="*/ 43 h 439"/>
                <a:gd name="T26" fmla="*/ 256 w 512"/>
                <a:gd name="T27" fmla="*/ 62 h 439"/>
                <a:gd name="T28" fmla="*/ 277 w 512"/>
                <a:gd name="T29" fmla="*/ 43 h 439"/>
                <a:gd name="T30" fmla="*/ 305 w 512"/>
                <a:gd name="T31" fmla="*/ 23 h 439"/>
                <a:gd name="T32" fmla="*/ 339 w 512"/>
                <a:gd name="T33" fmla="*/ 7 h 439"/>
                <a:gd name="T34" fmla="*/ 375 w 512"/>
                <a:gd name="T35" fmla="*/ 0 h 439"/>
                <a:gd name="T36" fmla="*/ 475 w 512"/>
                <a:gd name="T37" fmla="*/ 36 h 439"/>
                <a:gd name="T38" fmla="*/ 512 w 512"/>
                <a:gd name="T39" fmla="*/ 134 h 439"/>
                <a:gd name="T40" fmla="*/ 446 w 512"/>
                <a:gd name="T41" fmla="*/ 263 h 439"/>
                <a:gd name="T42" fmla="*/ 268 w 512"/>
                <a:gd name="T43" fmla="*/ 434 h 439"/>
                <a:gd name="T44" fmla="*/ 256 w 512"/>
                <a:gd name="T45" fmla="*/ 439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12" h="439">
                  <a:moveTo>
                    <a:pt x="256" y="439"/>
                  </a:moveTo>
                  <a:cubicBezTo>
                    <a:pt x="251" y="439"/>
                    <a:pt x="247" y="438"/>
                    <a:pt x="243" y="434"/>
                  </a:cubicBezTo>
                  <a:cubicBezTo>
                    <a:pt x="65" y="262"/>
                    <a:pt x="65" y="262"/>
                    <a:pt x="65" y="262"/>
                  </a:cubicBezTo>
                  <a:cubicBezTo>
                    <a:pt x="63" y="261"/>
                    <a:pt x="60" y="258"/>
                    <a:pt x="57" y="255"/>
                  </a:cubicBezTo>
                  <a:cubicBezTo>
                    <a:pt x="54" y="251"/>
                    <a:pt x="48" y="245"/>
                    <a:pt x="41" y="236"/>
                  </a:cubicBezTo>
                  <a:cubicBezTo>
                    <a:pt x="34" y="227"/>
                    <a:pt x="27" y="218"/>
                    <a:pt x="22" y="208"/>
                  </a:cubicBezTo>
                  <a:cubicBezTo>
                    <a:pt x="16" y="199"/>
                    <a:pt x="11" y="187"/>
                    <a:pt x="6" y="174"/>
                  </a:cubicBezTo>
                  <a:cubicBezTo>
                    <a:pt x="2" y="160"/>
                    <a:pt x="0" y="147"/>
                    <a:pt x="0" y="134"/>
                  </a:cubicBezTo>
                  <a:cubicBezTo>
                    <a:pt x="0" y="92"/>
                    <a:pt x="12" y="60"/>
                    <a:pt x="36" y="36"/>
                  </a:cubicBezTo>
                  <a:cubicBezTo>
                    <a:pt x="60" y="12"/>
                    <a:pt x="94" y="0"/>
                    <a:pt x="136" y="0"/>
                  </a:cubicBezTo>
                  <a:cubicBezTo>
                    <a:pt x="148" y="0"/>
                    <a:pt x="160" y="3"/>
                    <a:pt x="172" y="7"/>
                  </a:cubicBezTo>
                  <a:cubicBezTo>
                    <a:pt x="185" y="11"/>
                    <a:pt x="196" y="16"/>
                    <a:pt x="207" y="23"/>
                  </a:cubicBezTo>
                  <a:cubicBezTo>
                    <a:pt x="217" y="30"/>
                    <a:pt x="226" y="37"/>
                    <a:pt x="234" y="43"/>
                  </a:cubicBezTo>
                  <a:cubicBezTo>
                    <a:pt x="242" y="49"/>
                    <a:pt x="249" y="55"/>
                    <a:pt x="256" y="62"/>
                  </a:cubicBezTo>
                  <a:cubicBezTo>
                    <a:pt x="263" y="55"/>
                    <a:pt x="270" y="49"/>
                    <a:pt x="277" y="43"/>
                  </a:cubicBezTo>
                  <a:cubicBezTo>
                    <a:pt x="285" y="37"/>
                    <a:pt x="294" y="30"/>
                    <a:pt x="305" y="23"/>
                  </a:cubicBezTo>
                  <a:cubicBezTo>
                    <a:pt x="315" y="16"/>
                    <a:pt x="327" y="11"/>
                    <a:pt x="339" y="7"/>
                  </a:cubicBezTo>
                  <a:cubicBezTo>
                    <a:pt x="351" y="3"/>
                    <a:pt x="363" y="0"/>
                    <a:pt x="375" y="0"/>
                  </a:cubicBezTo>
                  <a:cubicBezTo>
                    <a:pt x="418" y="0"/>
                    <a:pt x="451" y="12"/>
                    <a:pt x="475" y="36"/>
                  </a:cubicBezTo>
                  <a:cubicBezTo>
                    <a:pt x="500" y="60"/>
                    <a:pt x="512" y="92"/>
                    <a:pt x="512" y="134"/>
                  </a:cubicBezTo>
                  <a:cubicBezTo>
                    <a:pt x="512" y="176"/>
                    <a:pt x="490" y="219"/>
                    <a:pt x="446" y="263"/>
                  </a:cubicBezTo>
                  <a:cubicBezTo>
                    <a:pt x="268" y="434"/>
                    <a:pt x="268" y="434"/>
                    <a:pt x="268" y="434"/>
                  </a:cubicBezTo>
                  <a:cubicBezTo>
                    <a:pt x="265" y="438"/>
                    <a:pt x="261" y="439"/>
                    <a:pt x="256" y="439"/>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5" name="Freeform 41"/>
            <p:cNvSpPr/>
            <p:nvPr/>
          </p:nvSpPr>
          <p:spPr bwMode="auto">
            <a:xfrm>
              <a:off x="7475375" y="3257074"/>
              <a:ext cx="504621" cy="481684"/>
            </a:xfrm>
            <a:custGeom>
              <a:avLst/>
              <a:gdLst>
                <a:gd name="T0" fmla="*/ 475 w 475"/>
                <a:gd name="T1" fmla="*/ 176 h 453"/>
                <a:gd name="T2" fmla="*/ 468 w 475"/>
                <a:gd name="T3" fmla="*/ 189 h 453"/>
                <a:gd name="T4" fmla="*/ 364 w 475"/>
                <a:gd name="T5" fmla="*/ 291 h 453"/>
                <a:gd name="T6" fmla="*/ 389 w 475"/>
                <a:gd name="T7" fmla="*/ 433 h 453"/>
                <a:gd name="T8" fmla="*/ 389 w 475"/>
                <a:gd name="T9" fmla="*/ 439 h 453"/>
                <a:gd name="T10" fmla="*/ 386 w 475"/>
                <a:gd name="T11" fmla="*/ 449 h 453"/>
                <a:gd name="T12" fmla="*/ 377 w 475"/>
                <a:gd name="T13" fmla="*/ 453 h 453"/>
                <a:gd name="T14" fmla="*/ 366 w 475"/>
                <a:gd name="T15" fmla="*/ 450 h 453"/>
                <a:gd name="T16" fmla="*/ 237 w 475"/>
                <a:gd name="T17" fmla="*/ 383 h 453"/>
                <a:gd name="T18" fmla="*/ 109 w 475"/>
                <a:gd name="T19" fmla="*/ 450 h 453"/>
                <a:gd name="T20" fmla="*/ 98 w 475"/>
                <a:gd name="T21" fmla="*/ 453 h 453"/>
                <a:gd name="T22" fmla="*/ 89 w 475"/>
                <a:gd name="T23" fmla="*/ 449 h 453"/>
                <a:gd name="T24" fmla="*/ 86 w 475"/>
                <a:gd name="T25" fmla="*/ 439 h 453"/>
                <a:gd name="T26" fmla="*/ 86 w 475"/>
                <a:gd name="T27" fmla="*/ 433 h 453"/>
                <a:gd name="T28" fmla="*/ 111 w 475"/>
                <a:gd name="T29" fmla="*/ 291 h 453"/>
                <a:gd name="T30" fmla="*/ 7 w 475"/>
                <a:gd name="T31" fmla="*/ 189 h 453"/>
                <a:gd name="T32" fmla="*/ 0 w 475"/>
                <a:gd name="T33" fmla="*/ 176 h 453"/>
                <a:gd name="T34" fmla="*/ 16 w 475"/>
                <a:gd name="T35" fmla="*/ 163 h 453"/>
                <a:gd name="T36" fmla="*/ 159 w 475"/>
                <a:gd name="T37" fmla="*/ 142 h 453"/>
                <a:gd name="T38" fmla="*/ 223 w 475"/>
                <a:gd name="T39" fmla="*/ 12 h 453"/>
                <a:gd name="T40" fmla="*/ 237 w 475"/>
                <a:gd name="T41" fmla="*/ 0 h 453"/>
                <a:gd name="T42" fmla="*/ 251 w 475"/>
                <a:gd name="T43" fmla="*/ 12 h 453"/>
                <a:gd name="T44" fmla="*/ 316 w 475"/>
                <a:gd name="T45" fmla="*/ 142 h 453"/>
                <a:gd name="T46" fmla="*/ 459 w 475"/>
                <a:gd name="T47" fmla="*/ 163 h 453"/>
                <a:gd name="T48" fmla="*/ 475 w 475"/>
                <a:gd name="T49" fmla="*/ 1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5" h="453">
                  <a:moveTo>
                    <a:pt x="475" y="176"/>
                  </a:moveTo>
                  <a:cubicBezTo>
                    <a:pt x="475" y="180"/>
                    <a:pt x="473" y="185"/>
                    <a:pt x="468" y="189"/>
                  </a:cubicBezTo>
                  <a:cubicBezTo>
                    <a:pt x="364" y="291"/>
                    <a:pt x="364" y="291"/>
                    <a:pt x="364" y="291"/>
                  </a:cubicBezTo>
                  <a:cubicBezTo>
                    <a:pt x="389" y="433"/>
                    <a:pt x="389" y="433"/>
                    <a:pt x="389" y="433"/>
                  </a:cubicBezTo>
                  <a:cubicBezTo>
                    <a:pt x="389" y="435"/>
                    <a:pt x="389" y="437"/>
                    <a:pt x="389" y="439"/>
                  </a:cubicBezTo>
                  <a:cubicBezTo>
                    <a:pt x="389" y="443"/>
                    <a:pt x="388" y="447"/>
                    <a:pt x="386" y="449"/>
                  </a:cubicBezTo>
                  <a:cubicBezTo>
                    <a:pt x="384" y="452"/>
                    <a:pt x="381" y="453"/>
                    <a:pt x="377" y="453"/>
                  </a:cubicBezTo>
                  <a:cubicBezTo>
                    <a:pt x="374" y="453"/>
                    <a:pt x="370" y="452"/>
                    <a:pt x="366" y="450"/>
                  </a:cubicBezTo>
                  <a:cubicBezTo>
                    <a:pt x="237" y="383"/>
                    <a:pt x="237" y="383"/>
                    <a:pt x="237" y="383"/>
                  </a:cubicBezTo>
                  <a:cubicBezTo>
                    <a:pt x="109" y="450"/>
                    <a:pt x="109" y="450"/>
                    <a:pt x="109" y="450"/>
                  </a:cubicBezTo>
                  <a:cubicBezTo>
                    <a:pt x="105" y="452"/>
                    <a:pt x="101" y="453"/>
                    <a:pt x="98" y="453"/>
                  </a:cubicBezTo>
                  <a:cubicBezTo>
                    <a:pt x="94" y="453"/>
                    <a:pt x="91" y="452"/>
                    <a:pt x="89" y="449"/>
                  </a:cubicBezTo>
                  <a:cubicBezTo>
                    <a:pt x="87" y="447"/>
                    <a:pt x="86" y="443"/>
                    <a:pt x="86" y="439"/>
                  </a:cubicBezTo>
                  <a:cubicBezTo>
                    <a:pt x="86" y="438"/>
                    <a:pt x="86" y="436"/>
                    <a:pt x="86" y="433"/>
                  </a:cubicBezTo>
                  <a:cubicBezTo>
                    <a:pt x="111" y="291"/>
                    <a:pt x="111" y="291"/>
                    <a:pt x="111" y="291"/>
                  </a:cubicBezTo>
                  <a:cubicBezTo>
                    <a:pt x="7" y="189"/>
                    <a:pt x="7" y="189"/>
                    <a:pt x="7" y="189"/>
                  </a:cubicBezTo>
                  <a:cubicBezTo>
                    <a:pt x="2" y="184"/>
                    <a:pt x="0" y="180"/>
                    <a:pt x="0" y="176"/>
                  </a:cubicBezTo>
                  <a:cubicBezTo>
                    <a:pt x="0" y="169"/>
                    <a:pt x="5" y="164"/>
                    <a:pt x="16" y="163"/>
                  </a:cubicBezTo>
                  <a:cubicBezTo>
                    <a:pt x="159" y="142"/>
                    <a:pt x="159" y="142"/>
                    <a:pt x="159" y="142"/>
                  </a:cubicBezTo>
                  <a:cubicBezTo>
                    <a:pt x="223" y="12"/>
                    <a:pt x="223" y="12"/>
                    <a:pt x="223" y="12"/>
                  </a:cubicBezTo>
                  <a:cubicBezTo>
                    <a:pt x="227" y="4"/>
                    <a:pt x="232" y="0"/>
                    <a:pt x="237" y="0"/>
                  </a:cubicBezTo>
                  <a:cubicBezTo>
                    <a:pt x="243" y="0"/>
                    <a:pt x="248" y="4"/>
                    <a:pt x="251" y="12"/>
                  </a:cubicBezTo>
                  <a:cubicBezTo>
                    <a:pt x="316" y="142"/>
                    <a:pt x="316" y="142"/>
                    <a:pt x="316" y="142"/>
                  </a:cubicBezTo>
                  <a:cubicBezTo>
                    <a:pt x="459" y="163"/>
                    <a:pt x="459" y="163"/>
                    <a:pt x="459" y="163"/>
                  </a:cubicBezTo>
                  <a:cubicBezTo>
                    <a:pt x="470" y="164"/>
                    <a:pt x="475" y="169"/>
                    <a:pt x="475" y="176"/>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6" name="Freeform 42"/>
            <p:cNvSpPr>
              <a:spLocks noEditPoints="1"/>
            </p:cNvSpPr>
            <p:nvPr/>
          </p:nvSpPr>
          <p:spPr bwMode="auto">
            <a:xfrm>
              <a:off x="8595831" y="3264720"/>
              <a:ext cx="427264" cy="466392"/>
            </a:xfrm>
            <a:custGeom>
              <a:avLst/>
              <a:gdLst>
                <a:gd name="T0" fmla="*/ 402 w 402"/>
                <a:gd name="T1" fmla="*/ 365 h 439"/>
                <a:gd name="T2" fmla="*/ 381 w 402"/>
                <a:gd name="T3" fmla="*/ 419 h 439"/>
                <a:gd name="T4" fmla="*/ 326 w 402"/>
                <a:gd name="T5" fmla="*/ 439 h 439"/>
                <a:gd name="T6" fmla="*/ 76 w 402"/>
                <a:gd name="T7" fmla="*/ 439 h 439"/>
                <a:gd name="T8" fmla="*/ 21 w 402"/>
                <a:gd name="T9" fmla="*/ 419 h 439"/>
                <a:gd name="T10" fmla="*/ 0 w 402"/>
                <a:gd name="T11" fmla="*/ 365 h 439"/>
                <a:gd name="T12" fmla="*/ 1 w 402"/>
                <a:gd name="T13" fmla="*/ 336 h 439"/>
                <a:gd name="T14" fmla="*/ 5 w 402"/>
                <a:gd name="T15" fmla="*/ 305 h 439"/>
                <a:gd name="T16" fmla="*/ 12 w 402"/>
                <a:gd name="T17" fmla="*/ 274 h 439"/>
                <a:gd name="T18" fmla="*/ 25 w 402"/>
                <a:gd name="T19" fmla="*/ 246 h 439"/>
                <a:gd name="T20" fmla="*/ 42 w 402"/>
                <a:gd name="T21" fmla="*/ 223 h 439"/>
                <a:gd name="T22" fmla="*/ 67 w 402"/>
                <a:gd name="T23" fmla="*/ 207 h 439"/>
                <a:gd name="T24" fmla="*/ 99 w 402"/>
                <a:gd name="T25" fmla="*/ 202 h 439"/>
                <a:gd name="T26" fmla="*/ 111 w 402"/>
                <a:gd name="T27" fmla="*/ 208 h 439"/>
                <a:gd name="T28" fmla="*/ 132 w 402"/>
                <a:gd name="T29" fmla="*/ 221 h 439"/>
                <a:gd name="T30" fmla="*/ 163 w 402"/>
                <a:gd name="T31" fmla="*/ 235 h 439"/>
                <a:gd name="T32" fmla="*/ 201 w 402"/>
                <a:gd name="T33" fmla="*/ 241 h 439"/>
                <a:gd name="T34" fmla="*/ 239 w 402"/>
                <a:gd name="T35" fmla="*/ 235 h 439"/>
                <a:gd name="T36" fmla="*/ 270 w 402"/>
                <a:gd name="T37" fmla="*/ 221 h 439"/>
                <a:gd name="T38" fmla="*/ 291 w 402"/>
                <a:gd name="T39" fmla="*/ 208 h 439"/>
                <a:gd name="T40" fmla="*/ 303 w 402"/>
                <a:gd name="T41" fmla="*/ 202 h 439"/>
                <a:gd name="T42" fmla="*/ 335 w 402"/>
                <a:gd name="T43" fmla="*/ 207 h 439"/>
                <a:gd name="T44" fmla="*/ 359 w 402"/>
                <a:gd name="T45" fmla="*/ 223 h 439"/>
                <a:gd name="T46" fmla="*/ 377 w 402"/>
                <a:gd name="T47" fmla="*/ 246 h 439"/>
                <a:gd name="T48" fmla="*/ 389 w 402"/>
                <a:gd name="T49" fmla="*/ 274 h 439"/>
                <a:gd name="T50" fmla="*/ 397 w 402"/>
                <a:gd name="T51" fmla="*/ 305 h 439"/>
                <a:gd name="T52" fmla="*/ 401 w 402"/>
                <a:gd name="T53" fmla="*/ 336 h 439"/>
                <a:gd name="T54" fmla="*/ 402 w 402"/>
                <a:gd name="T55" fmla="*/ 365 h 439"/>
                <a:gd name="T56" fmla="*/ 311 w 402"/>
                <a:gd name="T57" fmla="*/ 110 h 439"/>
                <a:gd name="T58" fmla="*/ 278 w 402"/>
                <a:gd name="T59" fmla="*/ 188 h 439"/>
                <a:gd name="T60" fmla="*/ 201 w 402"/>
                <a:gd name="T61" fmla="*/ 220 h 439"/>
                <a:gd name="T62" fmla="*/ 123 w 402"/>
                <a:gd name="T63" fmla="*/ 188 h 439"/>
                <a:gd name="T64" fmla="*/ 91 w 402"/>
                <a:gd name="T65" fmla="*/ 110 h 439"/>
                <a:gd name="T66" fmla="*/ 123 w 402"/>
                <a:gd name="T67" fmla="*/ 33 h 439"/>
                <a:gd name="T68" fmla="*/ 201 w 402"/>
                <a:gd name="T69" fmla="*/ 0 h 439"/>
                <a:gd name="T70" fmla="*/ 278 w 402"/>
                <a:gd name="T71" fmla="*/ 33 h 439"/>
                <a:gd name="T72" fmla="*/ 311 w 402"/>
                <a:gd name="T73" fmla="*/ 11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2" h="439">
                  <a:moveTo>
                    <a:pt x="402" y="365"/>
                  </a:moveTo>
                  <a:cubicBezTo>
                    <a:pt x="402" y="388"/>
                    <a:pt x="395" y="406"/>
                    <a:pt x="381" y="419"/>
                  </a:cubicBezTo>
                  <a:cubicBezTo>
                    <a:pt x="367" y="433"/>
                    <a:pt x="349" y="439"/>
                    <a:pt x="326" y="439"/>
                  </a:cubicBezTo>
                  <a:cubicBezTo>
                    <a:pt x="76" y="439"/>
                    <a:pt x="76" y="439"/>
                    <a:pt x="76" y="439"/>
                  </a:cubicBezTo>
                  <a:cubicBezTo>
                    <a:pt x="53" y="439"/>
                    <a:pt x="35" y="433"/>
                    <a:pt x="21" y="419"/>
                  </a:cubicBezTo>
                  <a:cubicBezTo>
                    <a:pt x="7" y="406"/>
                    <a:pt x="0" y="388"/>
                    <a:pt x="0" y="365"/>
                  </a:cubicBezTo>
                  <a:cubicBezTo>
                    <a:pt x="0" y="355"/>
                    <a:pt x="0" y="345"/>
                    <a:pt x="1" y="336"/>
                  </a:cubicBezTo>
                  <a:cubicBezTo>
                    <a:pt x="1" y="326"/>
                    <a:pt x="3" y="316"/>
                    <a:pt x="5" y="305"/>
                  </a:cubicBezTo>
                  <a:cubicBezTo>
                    <a:pt x="7" y="293"/>
                    <a:pt x="9" y="283"/>
                    <a:pt x="12" y="274"/>
                  </a:cubicBezTo>
                  <a:cubicBezTo>
                    <a:pt x="15" y="264"/>
                    <a:pt x="19" y="255"/>
                    <a:pt x="25" y="246"/>
                  </a:cubicBezTo>
                  <a:cubicBezTo>
                    <a:pt x="30" y="237"/>
                    <a:pt x="36" y="229"/>
                    <a:pt x="42" y="223"/>
                  </a:cubicBezTo>
                  <a:cubicBezTo>
                    <a:pt x="49" y="216"/>
                    <a:pt x="57" y="211"/>
                    <a:pt x="67" y="207"/>
                  </a:cubicBezTo>
                  <a:cubicBezTo>
                    <a:pt x="76" y="204"/>
                    <a:pt x="87" y="202"/>
                    <a:pt x="99" y="202"/>
                  </a:cubicBezTo>
                  <a:cubicBezTo>
                    <a:pt x="100" y="202"/>
                    <a:pt x="104" y="204"/>
                    <a:pt x="111" y="208"/>
                  </a:cubicBezTo>
                  <a:cubicBezTo>
                    <a:pt x="117" y="212"/>
                    <a:pt x="124" y="216"/>
                    <a:pt x="132" y="221"/>
                  </a:cubicBezTo>
                  <a:cubicBezTo>
                    <a:pt x="140" y="227"/>
                    <a:pt x="150" y="231"/>
                    <a:pt x="163" y="235"/>
                  </a:cubicBezTo>
                  <a:cubicBezTo>
                    <a:pt x="175" y="239"/>
                    <a:pt x="188" y="241"/>
                    <a:pt x="201" y="241"/>
                  </a:cubicBezTo>
                  <a:cubicBezTo>
                    <a:pt x="214" y="241"/>
                    <a:pt x="226" y="239"/>
                    <a:pt x="239" y="235"/>
                  </a:cubicBezTo>
                  <a:cubicBezTo>
                    <a:pt x="252" y="231"/>
                    <a:pt x="262" y="227"/>
                    <a:pt x="270" y="221"/>
                  </a:cubicBezTo>
                  <a:cubicBezTo>
                    <a:pt x="278" y="216"/>
                    <a:pt x="285" y="212"/>
                    <a:pt x="291" y="208"/>
                  </a:cubicBezTo>
                  <a:cubicBezTo>
                    <a:pt x="297" y="204"/>
                    <a:pt x="301" y="202"/>
                    <a:pt x="303" y="202"/>
                  </a:cubicBezTo>
                  <a:cubicBezTo>
                    <a:pt x="315" y="202"/>
                    <a:pt x="325" y="204"/>
                    <a:pt x="335" y="207"/>
                  </a:cubicBezTo>
                  <a:cubicBezTo>
                    <a:pt x="345" y="211"/>
                    <a:pt x="353" y="216"/>
                    <a:pt x="359" y="223"/>
                  </a:cubicBezTo>
                  <a:cubicBezTo>
                    <a:pt x="366" y="229"/>
                    <a:pt x="372" y="237"/>
                    <a:pt x="377" y="246"/>
                  </a:cubicBezTo>
                  <a:cubicBezTo>
                    <a:pt x="382" y="255"/>
                    <a:pt x="386" y="264"/>
                    <a:pt x="389" y="274"/>
                  </a:cubicBezTo>
                  <a:cubicBezTo>
                    <a:pt x="393" y="283"/>
                    <a:pt x="395" y="293"/>
                    <a:pt x="397" y="305"/>
                  </a:cubicBezTo>
                  <a:cubicBezTo>
                    <a:pt x="399" y="316"/>
                    <a:pt x="400" y="326"/>
                    <a:pt x="401" y="336"/>
                  </a:cubicBezTo>
                  <a:cubicBezTo>
                    <a:pt x="402" y="345"/>
                    <a:pt x="402" y="355"/>
                    <a:pt x="402" y="365"/>
                  </a:cubicBezTo>
                  <a:close/>
                  <a:moveTo>
                    <a:pt x="311" y="110"/>
                  </a:moveTo>
                  <a:cubicBezTo>
                    <a:pt x="311" y="140"/>
                    <a:pt x="300" y="166"/>
                    <a:pt x="278" y="188"/>
                  </a:cubicBezTo>
                  <a:cubicBezTo>
                    <a:pt x="257" y="209"/>
                    <a:pt x="231" y="220"/>
                    <a:pt x="201" y="220"/>
                  </a:cubicBezTo>
                  <a:cubicBezTo>
                    <a:pt x="171" y="220"/>
                    <a:pt x="145" y="209"/>
                    <a:pt x="123" y="188"/>
                  </a:cubicBezTo>
                  <a:cubicBezTo>
                    <a:pt x="102" y="166"/>
                    <a:pt x="91" y="140"/>
                    <a:pt x="91" y="110"/>
                  </a:cubicBezTo>
                  <a:cubicBezTo>
                    <a:pt x="91" y="80"/>
                    <a:pt x="102" y="54"/>
                    <a:pt x="123" y="33"/>
                  </a:cubicBezTo>
                  <a:cubicBezTo>
                    <a:pt x="145" y="11"/>
                    <a:pt x="171" y="0"/>
                    <a:pt x="201" y="0"/>
                  </a:cubicBezTo>
                  <a:cubicBezTo>
                    <a:pt x="231" y="0"/>
                    <a:pt x="257" y="11"/>
                    <a:pt x="278" y="33"/>
                  </a:cubicBezTo>
                  <a:cubicBezTo>
                    <a:pt x="300" y="54"/>
                    <a:pt x="311" y="80"/>
                    <a:pt x="311" y="11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7" name="Freeform 43"/>
            <p:cNvSpPr>
              <a:spLocks noEditPoints="1"/>
            </p:cNvSpPr>
            <p:nvPr/>
          </p:nvSpPr>
          <p:spPr bwMode="auto">
            <a:xfrm>
              <a:off x="9638930" y="3302949"/>
              <a:ext cx="490229" cy="389935"/>
            </a:xfrm>
            <a:custGeom>
              <a:avLst/>
              <a:gdLst>
                <a:gd name="T0" fmla="*/ 395 w 461"/>
                <a:gd name="T1" fmla="*/ 211 h 367"/>
                <a:gd name="T2" fmla="*/ 395 w 461"/>
                <a:gd name="T3" fmla="*/ 348 h 367"/>
                <a:gd name="T4" fmla="*/ 390 w 461"/>
                <a:gd name="T5" fmla="*/ 361 h 367"/>
                <a:gd name="T6" fmla="*/ 377 w 461"/>
                <a:gd name="T7" fmla="*/ 367 h 367"/>
                <a:gd name="T8" fmla="*/ 267 w 461"/>
                <a:gd name="T9" fmla="*/ 367 h 367"/>
                <a:gd name="T10" fmla="*/ 267 w 461"/>
                <a:gd name="T11" fmla="*/ 257 h 367"/>
                <a:gd name="T12" fmla="*/ 194 w 461"/>
                <a:gd name="T13" fmla="*/ 257 h 367"/>
                <a:gd name="T14" fmla="*/ 194 w 461"/>
                <a:gd name="T15" fmla="*/ 367 h 367"/>
                <a:gd name="T16" fmla="*/ 84 w 461"/>
                <a:gd name="T17" fmla="*/ 367 h 367"/>
                <a:gd name="T18" fmla="*/ 71 w 461"/>
                <a:gd name="T19" fmla="*/ 361 h 367"/>
                <a:gd name="T20" fmla="*/ 66 w 461"/>
                <a:gd name="T21" fmla="*/ 348 h 367"/>
                <a:gd name="T22" fmla="*/ 66 w 461"/>
                <a:gd name="T23" fmla="*/ 211 h 367"/>
                <a:gd name="T24" fmla="*/ 66 w 461"/>
                <a:gd name="T25" fmla="*/ 210 h 367"/>
                <a:gd name="T26" fmla="*/ 66 w 461"/>
                <a:gd name="T27" fmla="*/ 210 h 367"/>
                <a:gd name="T28" fmla="*/ 230 w 461"/>
                <a:gd name="T29" fmla="*/ 74 h 367"/>
                <a:gd name="T30" fmla="*/ 395 w 461"/>
                <a:gd name="T31" fmla="*/ 210 h 367"/>
                <a:gd name="T32" fmla="*/ 395 w 461"/>
                <a:gd name="T33" fmla="*/ 211 h 367"/>
                <a:gd name="T34" fmla="*/ 459 w 461"/>
                <a:gd name="T35" fmla="*/ 192 h 367"/>
                <a:gd name="T36" fmla="*/ 441 w 461"/>
                <a:gd name="T37" fmla="*/ 213 h 367"/>
                <a:gd name="T38" fmla="*/ 435 w 461"/>
                <a:gd name="T39" fmla="*/ 216 h 367"/>
                <a:gd name="T40" fmla="*/ 434 w 461"/>
                <a:gd name="T41" fmla="*/ 216 h 367"/>
                <a:gd name="T42" fmla="*/ 428 w 461"/>
                <a:gd name="T43" fmla="*/ 214 h 367"/>
                <a:gd name="T44" fmla="*/ 230 w 461"/>
                <a:gd name="T45" fmla="*/ 49 h 367"/>
                <a:gd name="T46" fmla="*/ 33 w 461"/>
                <a:gd name="T47" fmla="*/ 214 h 367"/>
                <a:gd name="T48" fmla="*/ 26 w 461"/>
                <a:gd name="T49" fmla="*/ 216 h 367"/>
                <a:gd name="T50" fmla="*/ 20 w 461"/>
                <a:gd name="T51" fmla="*/ 213 h 367"/>
                <a:gd name="T52" fmla="*/ 2 w 461"/>
                <a:gd name="T53" fmla="*/ 192 h 367"/>
                <a:gd name="T54" fmla="*/ 0 w 461"/>
                <a:gd name="T55" fmla="*/ 185 h 367"/>
                <a:gd name="T56" fmla="*/ 3 w 461"/>
                <a:gd name="T57" fmla="*/ 179 h 367"/>
                <a:gd name="T58" fmla="*/ 209 w 461"/>
                <a:gd name="T59" fmla="*/ 8 h 367"/>
                <a:gd name="T60" fmla="*/ 230 w 461"/>
                <a:gd name="T61" fmla="*/ 0 h 367"/>
                <a:gd name="T62" fmla="*/ 252 w 461"/>
                <a:gd name="T63" fmla="*/ 8 h 367"/>
                <a:gd name="T64" fmla="*/ 322 w 461"/>
                <a:gd name="T65" fmla="*/ 66 h 367"/>
                <a:gd name="T66" fmla="*/ 322 w 461"/>
                <a:gd name="T67" fmla="*/ 10 h 367"/>
                <a:gd name="T68" fmla="*/ 324 w 461"/>
                <a:gd name="T69" fmla="*/ 4 h 367"/>
                <a:gd name="T70" fmla="*/ 331 w 461"/>
                <a:gd name="T71" fmla="*/ 1 h 367"/>
                <a:gd name="T72" fmla="*/ 386 w 461"/>
                <a:gd name="T73" fmla="*/ 1 h 367"/>
                <a:gd name="T74" fmla="*/ 392 w 461"/>
                <a:gd name="T75" fmla="*/ 4 h 367"/>
                <a:gd name="T76" fmla="*/ 395 w 461"/>
                <a:gd name="T77" fmla="*/ 10 h 367"/>
                <a:gd name="T78" fmla="*/ 395 w 461"/>
                <a:gd name="T79" fmla="*/ 127 h 367"/>
                <a:gd name="T80" fmla="*/ 458 w 461"/>
                <a:gd name="T81" fmla="*/ 179 h 367"/>
                <a:gd name="T82" fmla="*/ 461 w 461"/>
                <a:gd name="T83" fmla="*/ 185 h 367"/>
                <a:gd name="T84" fmla="*/ 459 w 461"/>
                <a:gd name="T85" fmla="*/ 192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1" h="367">
                  <a:moveTo>
                    <a:pt x="395" y="211"/>
                  </a:moveTo>
                  <a:cubicBezTo>
                    <a:pt x="395" y="348"/>
                    <a:pt x="395" y="348"/>
                    <a:pt x="395" y="348"/>
                  </a:cubicBezTo>
                  <a:cubicBezTo>
                    <a:pt x="395" y="353"/>
                    <a:pt x="393" y="358"/>
                    <a:pt x="390" y="361"/>
                  </a:cubicBezTo>
                  <a:cubicBezTo>
                    <a:pt x="386" y="365"/>
                    <a:pt x="382" y="367"/>
                    <a:pt x="377" y="367"/>
                  </a:cubicBezTo>
                  <a:cubicBezTo>
                    <a:pt x="267" y="367"/>
                    <a:pt x="267" y="367"/>
                    <a:pt x="267" y="367"/>
                  </a:cubicBezTo>
                  <a:cubicBezTo>
                    <a:pt x="267" y="257"/>
                    <a:pt x="267" y="257"/>
                    <a:pt x="267" y="257"/>
                  </a:cubicBezTo>
                  <a:cubicBezTo>
                    <a:pt x="194" y="257"/>
                    <a:pt x="194" y="257"/>
                    <a:pt x="194" y="257"/>
                  </a:cubicBezTo>
                  <a:cubicBezTo>
                    <a:pt x="194" y="367"/>
                    <a:pt x="194" y="367"/>
                    <a:pt x="194" y="367"/>
                  </a:cubicBezTo>
                  <a:cubicBezTo>
                    <a:pt x="84" y="367"/>
                    <a:pt x="84" y="367"/>
                    <a:pt x="84" y="367"/>
                  </a:cubicBezTo>
                  <a:cubicBezTo>
                    <a:pt x="79" y="367"/>
                    <a:pt x="75" y="365"/>
                    <a:pt x="71" y="361"/>
                  </a:cubicBezTo>
                  <a:cubicBezTo>
                    <a:pt x="68" y="358"/>
                    <a:pt x="66" y="353"/>
                    <a:pt x="66" y="348"/>
                  </a:cubicBezTo>
                  <a:cubicBezTo>
                    <a:pt x="66" y="211"/>
                    <a:pt x="66" y="211"/>
                    <a:pt x="66" y="211"/>
                  </a:cubicBezTo>
                  <a:cubicBezTo>
                    <a:pt x="66" y="211"/>
                    <a:pt x="66" y="211"/>
                    <a:pt x="66" y="210"/>
                  </a:cubicBezTo>
                  <a:cubicBezTo>
                    <a:pt x="66" y="210"/>
                    <a:pt x="66" y="210"/>
                    <a:pt x="66" y="210"/>
                  </a:cubicBezTo>
                  <a:cubicBezTo>
                    <a:pt x="230" y="74"/>
                    <a:pt x="230" y="74"/>
                    <a:pt x="230" y="74"/>
                  </a:cubicBezTo>
                  <a:cubicBezTo>
                    <a:pt x="395" y="210"/>
                    <a:pt x="395" y="210"/>
                    <a:pt x="395" y="210"/>
                  </a:cubicBezTo>
                  <a:cubicBezTo>
                    <a:pt x="395" y="210"/>
                    <a:pt x="395" y="211"/>
                    <a:pt x="395" y="211"/>
                  </a:cubicBezTo>
                  <a:close/>
                  <a:moveTo>
                    <a:pt x="459" y="192"/>
                  </a:moveTo>
                  <a:cubicBezTo>
                    <a:pt x="441" y="213"/>
                    <a:pt x="441" y="213"/>
                    <a:pt x="441" y="213"/>
                  </a:cubicBezTo>
                  <a:cubicBezTo>
                    <a:pt x="440" y="214"/>
                    <a:pt x="438" y="216"/>
                    <a:pt x="435" y="216"/>
                  </a:cubicBezTo>
                  <a:cubicBezTo>
                    <a:pt x="434" y="216"/>
                    <a:pt x="434" y="216"/>
                    <a:pt x="434" y="216"/>
                  </a:cubicBezTo>
                  <a:cubicBezTo>
                    <a:pt x="432" y="216"/>
                    <a:pt x="430" y="215"/>
                    <a:pt x="428" y="214"/>
                  </a:cubicBezTo>
                  <a:cubicBezTo>
                    <a:pt x="230" y="49"/>
                    <a:pt x="230" y="49"/>
                    <a:pt x="230" y="49"/>
                  </a:cubicBezTo>
                  <a:cubicBezTo>
                    <a:pt x="33" y="214"/>
                    <a:pt x="33" y="214"/>
                    <a:pt x="33" y="214"/>
                  </a:cubicBezTo>
                  <a:cubicBezTo>
                    <a:pt x="30" y="215"/>
                    <a:pt x="28" y="216"/>
                    <a:pt x="26" y="216"/>
                  </a:cubicBezTo>
                  <a:cubicBezTo>
                    <a:pt x="23" y="216"/>
                    <a:pt x="21" y="214"/>
                    <a:pt x="20" y="213"/>
                  </a:cubicBezTo>
                  <a:cubicBezTo>
                    <a:pt x="2" y="192"/>
                    <a:pt x="2" y="192"/>
                    <a:pt x="2" y="192"/>
                  </a:cubicBezTo>
                  <a:cubicBezTo>
                    <a:pt x="1" y="190"/>
                    <a:pt x="0" y="187"/>
                    <a:pt x="0" y="185"/>
                  </a:cubicBezTo>
                  <a:cubicBezTo>
                    <a:pt x="0" y="182"/>
                    <a:pt x="1" y="180"/>
                    <a:pt x="3" y="179"/>
                  </a:cubicBezTo>
                  <a:cubicBezTo>
                    <a:pt x="209" y="8"/>
                    <a:pt x="209" y="8"/>
                    <a:pt x="209" y="8"/>
                  </a:cubicBezTo>
                  <a:cubicBezTo>
                    <a:pt x="215" y="3"/>
                    <a:pt x="222" y="0"/>
                    <a:pt x="230" y="0"/>
                  </a:cubicBezTo>
                  <a:cubicBezTo>
                    <a:pt x="239" y="0"/>
                    <a:pt x="246" y="3"/>
                    <a:pt x="252" y="8"/>
                  </a:cubicBezTo>
                  <a:cubicBezTo>
                    <a:pt x="322" y="66"/>
                    <a:pt x="322" y="66"/>
                    <a:pt x="322" y="66"/>
                  </a:cubicBezTo>
                  <a:cubicBezTo>
                    <a:pt x="322" y="10"/>
                    <a:pt x="322" y="10"/>
                    <a:pt x="322" y="10"/>
                  </a:cubicBezTo>
                  <a:cubicBezTo>
                    <a:pt x="322" y="8"/>
                    <a:pt x="323" y="5"/>
                    <a:pt x="324" y="4"/>
                  </a:cubicBezTo>
                  <a:cubicBezTo>
                    <a:pt x="326" y="2"/>
                    <a:pt x="328" y="1"/>
                    <a:pt x="331" y="1"/>
                  </a:cubicBezTo>
                  <a:cubicBezTo>
                    <a:pt x="386" y="1"/>
                    <a:pt x="386" y="1"/>
                    <a:pt x="386" y="1"/>
                  </a:cubicBezTo>
                  <a:cubicBezTo>
                    <a:pt x="389" y="1"/>
                    <a:pt x="391" y="2"/>
                    <a:pt x="392" y="4"/>
                  </a:cubicBezTo>
                  <a:cubicBezTo>
                    <a:pt x="394" y="5"/>
                    <a:pt x="395" y="8"/>
                    <a:pt x="395" y="10"/>
                  </a:cubicBezTo>
                  <a:cubicBezTo>
                    <a:pt x="395" y="127"/>
                    <a:pt x="395" y="127"/>
                    <a:pt x="395" y="127"/>
                  </a:cubicBezTo>
                  <a:cubicBezTo>
                    <a:pt x="458" y="179"/>
                    <a:pt x="458" y="179"/>
                    <a:pt x="458" y="179"/>
                  </a:cubicBezTo>
                  <a:cubicBezTo>
                    <a:pt x="460" y="180"/>
                    <a:pt x="461" y="182"/>
                    <a:pt x="461" y="185"/>
                  </a:cubicBezTo>
                  <a:cubicBezTo>
                    <a:pt x="461" y="187"/>
                    <a:pt x="460" y="190"/>
                    <a:pt x="459" y="192"/>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98" name="Freeform 44"/>
            <p:cNvSpPr>
              <a:spLocks noEditPoints="1"/>
            </p:cNvSpPr>
            <p:nvPr/>
          </p:nvSpPr>
          <p:spPr bwMode="auto">
            <a:xfrm>
              <a:off x="10744995" y="3264720"/>
              <a:ext cx="466842" cy="466392"/>
            </a:xfrm>
            <a:custGeom>
              <a:avLst/>
              <a:gdLst>
                <a:gd name="T0" fmla="*/ 256 w 439"/>
                <a:gd name="T1" fmla="*/ 119 h 439"/>
                <a:gd name="T2" fmla="*/ 256 w 439"/>
                <a:gd name="T3" fmla="*/ 247 h 439"/>
                <a:gd name="T4" fmla="*/ 253 w 439"/>
                <a:gd name="T5" fmla="*/ 254 h 439"/>
                <a:gd name="T6" fmla="*/ 247 w 439"/>
                <a:gd name="T7" fmla="*/ 256 h 439"/>
                <a:gd name="T8" fmla="*/ 155 w 439"/>
                <a:gd name="T9" fmla="*/ 256 h 439"/>
                <a:gd name="T10" fmla="*/ 149 w 439"/>
                <a:gd name="T11" fmla="*/ 254 h 439"/>
                <a:gd name="T12" fmla="*/ 146 w 439"/>
                <a:gd name="T13" fmla="*/ 247 h 439"/>
                <a:gd name="T14" fmla="*/ 146 w 439"/>
                <a:gd name="T15" fmla="*/ 229 h 439"/>
                <a:gd name="T16" fmla="*/ 149 w 439"/>
                <a:gd name="T17" fmla="*/ 222 h 439"/>
                <a:gd name="T18" fmla="*/ 155 w 439"/>
                <a:gd name="T19" fmla="*/ 220 h 439"/>
                <a:gd name="T20" fmla="*/ 219 w 439"/>
                <a:gd name="T21" fmla="*/ 220 h 439"/>
                <a:gd name="T22" fmla="*/ 219 w 439"/>
                <a:gd name="T23" fmla="*/ 119 h 439"/>
                <a:gd name="T24" fmla="*/ 222 w 439"/>
                <a:gd name="T25" fmla="*/ 113 h 439"/>
                <a:gd name="T26" fmla="*/ 228 w 439"/>
                <a:gd name="T27" fmla="*/ 110 h 439"/>
                <a:gd name="T28" fmla="*/ 247 w 439"/>
                <a:gd name="T29" fmla="*/ 110 h 439"/>
                <a:gd name="T30" fmla="*/ 253 w 439"/>
                <a:gd name="T31" fmla="*/ 113 h 439"/>
                <a:gd name="T32" fmla="*/ 256 w 439"/>
                <a:gd name="T33" fmla="*/ 119 h 439"/>
                <a:gd name="T34" fmla="*/ 375 w 439"/>
                <a:gd name="T35" fmla="*/ 220 h 439"/>
                <a:gd name="T36" fmla="*/ 354 w 439"/>
                <a:gd name="T37" fmla="*/ 142 h 439"/>
                <a:gd name="T38" fmla="*/ 297 w 439"/>
                <a:gd name="T39" fmla="*/ 85 h 439"/>
                <a:gd name="T40" fmla="*/ 219 w 439"/>
                <a:gd name="T41" fmla="*/ 64 h 439"/>
                <a:gd name="T42" fmla="*/ 141 w 439"/>
                <a:gd name="T43" fmla="*/ 85 h 439"/>
                <a:gd name="T44" fmla="*/ 85 w 439"/>
                <a:gd name="T45" fmla="*/ 142 h 439"/>
                <a:gd name="T46" fmla="*/ 64 w 439"/>
                <a:gd name="T47" fmla="*/ 220 h 439"/>
                <a:gd name="T48" fmla="*/ 85 w 439"/>
                <a:gd name="T49" fmla="*/ 298 h 439"/>
                <a:gd name="T50" fmla="*/ 141 w 439"/>
                <a:gd name="T51" fmla="*/ 354 h 439"/>
                <a:gd name="T52" fmla="*/ 219 w 439"/>
                <a:gd name="T53" fmla="*/ 375 h 439"/>
                <a:gd name="T54" fmla="*/ 297 w 439"/>
                <a:gd name="T55" fmla="*/ 354 h 439"/>
                <a:gd name="T56" fmla="*/ 354 w 439"/>
                <a:gd name="T57" fmla="*/ 298 h 439"/>
                <a:gd name="T58" fmla="*/ 375 w 439"/>
                <a:gd name="T59" fmla="*/ 220 h 439"/>
                <a:gd name="T60" fmla="*/ 439 w 439"/>
                <a:gd name="T61" fmla="*/ 220 h 439"/>
                <a:gd name="T62" fmla="*/ 409 w 439"/>
                <a:gd name="T63" fmla="*/ 330 h 439"/>
                <a:gd name="T64" fmla="*/ 329 w 439"/>
                <a:gd name="T65" fmla="*/ 410 h 439"/>
                <a:gd name="T66" fmla="*/ 219 w 439"/>
                <a:gd name="T67" fmla="*/ 439 h 439"/>
                <a:gd name="T68" fmla="*/ 109 w 439"/>
                <a:gd name="T69" fmla="*/ 410 h 439"/>
                <a:gd name="T70" fmla="*/ 29 w 439"/>
                <a:gd name="T71" fmla="*/ 330 h 439"/>
                <a:gd name="T72" fmla="*/ 0 w 439"/>
                <a:gd name="T73" fmla="*/ 220 h 439"/>
                <a:gd name="T74" fmla="*/ 29 w 439"/>
                <a:gd name="T75" fmla="*/ 110 h 439"/>
                <a:gd name="T76" fmla="*/ 109 w 439"/>
                <a:gd name="T77" fmla="*/ 30 h 439"/>
                <a:gd name="T78" fmla="*/ 219 w 439"/>
                <a:gd name="T79" fmla="*/ 0 h 439"/>
                <a:gd name="T80" fmla="*/ 329 w 439"/>
                <a:gd name="T81" fmla="*/ 30 h 439"/>
                <a:gd name="T82" fmla="*/ 409 w 439"/>
                <a:gd name="T83" fmla="*/ 110 h 439"/>
                <a:gd name="T84" fmla="*/ 439 w 439"/>
                <a:gd name="T85" fmla="*/ 22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9" h="439">
                  <a:moveTo>
                    <a:pt x="256" y="119"/>
                  </a:moveTo>
                  <a:cubicBezTo>
                    <a:pt x="256" y="247"/>
                    <a:pt x="256" y="247"/>
                    <a:pt x="256" y="247"/>
                  </a:cubicBezTo>
                  <a:cubicBezTo>
                    <a:pt x="256" y="250"/>
                    <a:pt x="255" y="252"/>
                    <a:pt x="253" y="254"/>
                  </a:cubicBezTo>
                  <a:cubicBezTo>
                    <a:pt x="251" y="256"/>
                    <a:pt x="249" y="256"/>
                    <a:pt x="247" y="256"/>
                  </a:cubicBezTo>
                  <a:cubicBezTo>
                    <a:pt x="155" y="256"/>
                    <a:pt x="155" y="256"/>
                    <a:pt x="155" y="256"/>
                  </a:cubicBezTo>
                  <a:cubicBezTo>
                    <a:pt x="153" y="256"/>
                    <a:pt x="150" y="256"/>
                    <a:pt x="149" y="254"/>
                  </a:cubicBezTo>
                  <a:cubicBezTo>
                    <a:pt x="147" y="252"/>
                    <a:pt x="146" y="250"/>
                    <a:pt x="146" y="247"/>
                  </a:cubicBezTo>
                  <a:cubicBezTo>
                    <a:pt x="146" y="229"/>
                    <a:pt x="146" y="229"/>
                    <a:pt x="146" y="229"/>
                  </a:cubicBezTo>
                  <a:cubicBezTo>
                    <a:pt x="146" y="226"/>
                    <a:pt x="147" y="224"/>
                    <a:pt x="149" y="222"/>
                  </a:cubicBezTo>
                  <a:cubicBezTo>
                    <a:pt x="150" y="221"/>
                    <a:pt x="153" y="220"/>
                    <a:pt x="155" y="220"/>
                  </a:cubicBezTo>
                  <a:cubicBezTo>
                    <a:pt x="219" y="220"/>
                    <a:pt x="219" y="220"/>
                    <a:pt x="219" y="220"/>
                  </a:cubicBezTo>
                  <a:cubicBezTo>
                    <a:pt x="219" y="119"/>
                    <a:pt x="219" y="119"/>
                    <a:pt x="219" y="119"/>
                  </a:cubicBezTo>
                  <a:cubicBezTo>
                    <a:pt x="219" y="117"/>
                    <a:pt x="220" y="114"/>
                    <a:pt x="222" y="113"/>
                  </a:cubicBezTo>
                  <a:cubicBezTo>
                    <a:pt x="223" y="111"/>
                    <a:pt x="226" y="110"/>
                    <a:pt x="228" y="110"/>
                  </a:cubicBezTo>
                  <a:cubicBezTo>
                    <a:pt x="247" y="110"/>
                    <a:pt x="247" y="110"/>
                    <a:pt x="247" y="110"/>
                  </a:cubicBezTo>
                  <a:cubicBezTo>
                    <a:pt x="249" y="110"/>
                    <a:pt x="251" y="111"/>
                    <a:pt x="253" y="113"/>
                  </a:cubicBezTo>
                  <a:cubicBezTo>
                    <a:pt x="255" y="114"/>
                    <a:pt x="256" y="117"/>
                    <a:pt x="256" y="119"/>
                  </a:cubicBezTo>
                  <a:close/>
                  <a:moveTo>
                    <a:pt x="375" y="220"/>
                  </a:moveTo>
                  <a:cubicBezTo>
                    <a:pt x="375" y="192"/>
                    <a:pt x="368" y="166"/>
                    <a:pt x="354" y="142"/>
                  </a:cubicBezTo>
                  <a:cubicBezTo>
                    <a:pt x="340" y="118"/>
                    <a:pt x="321" y="99"/>
                    <a:pt x="297" y="85"/>
                  </a:cubicBezTo>
                  <a:cubicBezTo>
                    <a:pt x="273" y="71"/>
                    <a:pt x="247" y="64"/>
                    <a:pt x="219" y="64"/>
                  </a:cubicBezTo>
                  <a:cubicBezTo>
                    <a:pt x="191" y="64"/>
                    <a:pt x="165" y="71"/>
                    <a:pt x="141" y="85"/>
                  </a:cubicBezTo>
                  <a:cubicBezTo>
                    <a:pt x="117" y="99"/>
                    <a:pt x="99" y="118"/>
                    <a:pt x="85" y="142"/>
                  </a:cubicBezTo>
                  <a:cubicBezTo>
                    <a:pt x="71" y="166"/>
                    <a:pt x="64" y="192"/>
                    <a:pt x="64" y="220"/>
                  </a:cubicBezTo>
                  <a:cubicBezTo>
                    <a:pt x="64" y="248"/>
                    <a:pt x="71" y="274"/>
                    <a:pt x="85" y="298"/>
                  </a:cubicBezTo>
                  <a:cubicBezTo>
                    <a:pt x="99" y="322"/>
                    <a:pt x="117" y="341"/>
                    <a:pt x="141" y="354"/>
                  </a:cubicBezTo>
                  <a:cubicBezTo>
                    <a:pt x="165" y="368"/>
                    <a:pt x="191" y="375"/>
                    <a:pt x="219" y="375"/>
                  </a:cubicBezTo>
                  <a:cubicBezTo>
                    <a:pt x="247" y="375"/>
                    <a:pt x="273" y="368"/>
                    <a:pt x="297" y="354"/>
                  </a:cubicBezTo>
                  <a:cubicBezTo>
                    <a:pt x="321" y="341"/>
                    <a:pt x="340" y="322"/>
                    <a:pt x="354" y="298"/>
                  </a:cubicBezTo>
                  <a:cubicBezTo>
                    <a:pt x="368" y="274"/>
                    <a:pt x="375" y="248"/>
                    <a:pt x="375" y="220"/>
                  </a:cubicBezTo>
                  <a:close/>
                  <a:moveTo>
                    <a:pt x="439" y="220"/>
                  </a:moveTo>
                  <a:cubicBezTo>
                    <a:pt x="439" y="260"/>
                    <a:pt x="429" y="296"/>
                    <a:pt x="409" y="330"/>
                  </a:cubicBezTo>
                  <a:cubicBezTo>
                    <a:pt x="390" y="364"/>
                    <a:pt x="363" y="390"/>
                    <a:pt x="329" y="410"/>
                  </a:cubicBezTo>
                  <a:cubicBezTo>
                    <a:pt x="296" y="430"/>
                    <a:pt x="259" y="439"/>
                    <a:pt x="219" y="439"/>
                  </a:cubicBezTo>
                  <a:cubicBezTo>
                    <a:pt x="179" y="439"/>
                    <a:pt x="143" y="430"/>
                    <a:pt x="109" y="410"/>
                  </a:cubicBezTo>
                  <a:cubicBezTo>
                    <a:pt x="75" y="390"/>
                    <a:pt x="49" y="364"/>
                    <a:pt x="29" y="330"/>
                  </a:cubicBezTo>
                  <a:cubicBezTo>
                    <a:pt x="10" y="296"/>
                    <a:pt x="0" y="260"/>
                    <a:pt x="0" y="220"/>
                  </a:cubicBezTo>
                  <a:cubicBezTo>
                    <a:pt x="0" y="180"/>
                    <a:pt x="10" y="143"/>
                    <a:pt x="29" y="110"/>
                  </a:cubicBezTo>
                  <a:cubicBezTo>
                    <a:pt x="49" y="76"/>
                    <a:pt x="75" y="50"/>
                    <a:pt x="109" y="30"/>
                  </a:cubicBezTo>
                  <a:cubicBezTo>
                    <a:pt x="143" y="10"/>
                    <a:pt x="179" y="0"/>
                    <a:pt x="219" y="0"/>
                  </a:cubicBezTo>
                  <a:cubicBezTo>
                    <a:pt x="259" y="0"/>
                    <a:pt x="296" y="10"/>
                    <a:pt x="329" y="30"/>
                  </a:cubicBezTo>
                  <a:cubicBezTo>
                    <a:pt x="363" y="50"/>
                    <a:pt x="390" y="76"/>
                    <a:pt x="409" y="110"/>
                  </a:cubicBezTo>
                  <a:cubicBezTo>
                    <a:pt x="429" y="143"/>
                    <a:pt x="439" y="180"/>
                    <a:pt x="439" y="22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10" name="组合 9"/>
          <p:cNvGrpSpPr/>
          <p:nvPr/>
        </p:nvGrpSpPr>
        <p:grpSpPr>
          <a:xfrm>
            <a:off x="839282" y="5242980"/>
            <a:ext cx="10377344" cy="544649"/>
            <a:chOff x="871822" y="3902468"/>
            <a:chExt cx="10377344" cy="544649"/>
          </a:xfrm>
        </p:grpSpPr>
        <p:sp>
          <p:nvSpPr>
            <p:cNvPr id="199" name="Freeform 45"/>
            <p:cNvSpPr/>
            <p:nvPr/>
          </p:nvSpPr>
          <p:spPr bwMode="auto">
            <a:xfrm>
              <a:off x="871822" y="3945194"/>
              <a:ext cx="389035" cy="459196"/>
            </a:xfrm>
            <a:custGeom>
              <a:avLst/>
              <a:gdLst>
                <a:gd name="T0" fmla="*/ 333 w 366"/>
                <a:gd name="T1" fmla="*/ 0 h 432"/>
                <a:gd name="T2" fmla="*/ 345 w 366"/>
                <a:gd name="T3" fmla="*/ 2 h 432"/>
                <a:gd name="T4" fmla="*/ 360 w 366"/>
                <a:gd name="T5" fmla="*/ 14 h 432"/>
                <a:gd name="T6" fmla="*/ 366 w 366"/>
                <a:gd name="T7" fmla="*/ 32 h 432"/>
                <a:gd name="T8" fmla="*/ 366 w 366"/>
                <a:gd name="T9" fmla="*/ 400 h 432"/>
                <a:gd name="T10" fmla="*/ 360 w 366"/>
                <a:gd name="T11" fmla="*/ 418 h 432"/>
                <a:gd name="T12" fmla="*/ 345 w 366"/>
                <a:gd name="T13" fmla="*/ 429 h 432"/>
                <a:gd name="T14" fmla="*/ 333 w 366"/>
                <a:gd name="T15" fmla="*/ 432 h 432"/>
                <a:gd name="T16" fmla="*/ 309 w 366"/>
                <a:gd name="T17" fmla="*/ 422 h 432"/>
                <a:gd name="T18" fmla="*/ 183 w 366"/>
                <a:gd name="T19" fmla="*/ 301 h 432"/>
                <a:gd name="T20" fmla="*/ 57 w 366"/>
                <a:gd name="T21" fmla="*/ 422 h 432"/>
                <a:gd name="T22" fmla="*/ 33 w 366"/>
                <a:gd name="T23" fmla="*/ 432 h 432"/>
                <a:gd name="T24" fmla="*/ 21 w 366"/>
                <a:gd name="T25" fmla="*/ 429 h 432"/>
                <a:gd name="T26" fmla="*/ 6 w 366"/>
                <a:gd name="T27" fmla="*/ 418 h 432"/>
                <a:gd name="T28" fmla="*/ 0 w 366"/>
                <a:gd name="T29" fmla="*/ 400 h 432"/>
                <a:gd name="T30" fmla="*/ 0 w 366"/>
                <a:gd name="T31" fmla="*/ 32 h 432"/>
                <a:gd name="T32" fmla="*/ 6 w 366"/>
                <a:gd name="T33" fmla="*/ 14 h 432"/>
                <a:gd name="T34" fmla="*/ 21 w 366"/>
                <a:gd name="T35" fmla="*/ 2 h 432"/>
                <a:gd name="T36" fmla="*/ 33 w 366"/>
                <a:gd name="T37" fmla="*/ 0 h 432"/>
                <a:gd name="T38" fmla="*/ 333 w 366"/>
                <a:gd name="T39" fmla="*/ 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6" h="432">
                  <a:moveTo>
                    <a:pt x="333" y="0"/>
                  </a:moveTo>
                  <a:cubicBezTo>
                    <a:pt x="337" y="0"/>
                    <a:pt x="341" y="0"/>
                    <a:pt x="345" y="2"/>
                  </a:cubicBezTo>
                  <a:cubicBezTo>
                    <a:pt x="352" y="5"/>
                    <a:pt x="357" y="9"/>
                    <a:pt x="360" y="14"/>
                  </a:cubicBezTo>
                  <a:cubicBezTo>
                    <a:pt x="364" y="19"/>
                    <a:pt x="366" y="25"/>
                    <a:pt x="366" y="32"/>
                  </a:cubicBezTo>
                  <a:cubicBezTo>
                    <a:pt x="366" y="400"/>
                    <a:pt x="366" y="400"/>
                    <a:pt x="366" y="400"/>
                  </a:cubicBezTo>
                  <a:cubicBezTo>
                    <a:pt x="366" y="406"/>
                    <a:pt x="364" y="412"/>
                    <a:pt x="360" y="418"/>
                  </a:cubicBezTo>
                  <a:cubicBezTo>
                    <a:pt x="357" y="423"/>
                    <a:pt x="352" y="427"/>
                    <a:pt x="345" y="429"/>
                  </a:cubicBezTo>
                  <a:cubicBezTo>
                    <a:pt x="342" y="431"/>
                    <a:pt x="338" y="432"/>
                    <a:pt x="333" y="432"/>
                  </a:cubicBezTo>
                  <a:cubicBezTo>
                    <a:pt x="324" y="432"/>
                    <a:pt x="316" y="429"/>
                    <a:pt x="309" y="422"/>
                  </a:cubicBezTo>
                  <a:cubicBezTo>
                    <a:pt x="183" y="301"/>
                    <a:pt x="183" y="301"/>
                    <a:pt x="183" y="301"/>
                  </a:cubicBezTo>
                  <a:cubicBezTo>
                    <a:pt x="57" y="422"/>
                    <a:pt x="57" y="422"/>
                    <a:pt x="57" y="422"/>
                  </a:cubicBezTo>
                  <a:cubicBezTo>
                    <a:pt x="50" y="429"/>
                    <a:pt x="42" y="432"/>
                    <a:pt x="33" y="432"/>
                  </a:cubicBezTo>
                  <a:cubicBezTo>
                    <a:pt x="29" y="432"/>
                    <a:pt x="25" y="431"/>
                    <a:pt x="21" y="429"/>
                  </a:cubicBezTo>
                  <a:cubicBezTo>
                    <a:pt x="15" y="427"/>
                    <a:pt x="10" y="423"/>
                    <a:pt x="6" y="418"/>
                  </a:cubicBezTo>
                  <a:cubicBezTo>
                    <a:pt x="2" y="412"/>
                    <a:pt x="0" y="406"/>
                    <a:pt x="0" y="400"/>
                  </a:cubicBezTo>
                  <a:cubicBezTo>
                    <a:pt x="0" y="32"/>
                    <a:pt x="0" y="32"/>
                    <a:pt x="0" y="32"/>
                  </a:cubicBezTo>
                  <a:cubicBezTo>
                    <a:pt x="0" y="25"/>
                    <a:pt x="2" y="19"/>
                    <a:pt x="6" y="14"/>
                  </a:cubicBezTo>
                  <a:cubicBezTo>
                    <a:pt x="10" y="9"/>
                    <a:pt x="15" y="5"/>
                    <a:pt x="21" y="2"/>
                  </a:cubicBezTo>
                  <a:cubicBezTo>
                    <a:pt x="25" y="0"/>
                    <a:pt x="29" y="0"/>
                    <a:pt x="33" y="0"/>
                  </a:cubicBezTo>
                  <a:cubicBezTo>
                    <a:pt x="333" y="0"/>
                    <a:pt x="333" y="0"/>
                    <a:pt x="333" y="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0" name="Freeform 46"/>
            <p:cNvSpPr>
              <a:spLocks noEditPoints="1"/>
            </p:cNvSpPr>
            <p:nvPr/>
          </p:nvSpPr>
          <p:spPr bwMode="auto">
            <a:xfrm>
              <a:off x="1887086" y="3942046"/>
              <a:ext cx="311678" cy="465493"/>
            </a:xfrm>
            <a:custGeom>
              <a:avLst/>
              <a:gdLst>
                <a:gd name="T0" fmla="*/ 220 w 293"/>
                <a:gd name="T1" fmla="*/ 146 h 438"/>
                <a:gd name="T2" fmla="*/ 198 w 293"/>
                <a:gd name="T3" fmla="*/ 94 h 438"/>
                <a:gd name="T4" fmla="*/ 147 w 293"/>
                <a:gd name="T5" fmla="*/ 73 h 438"/>
                <a:gd name="T6" fmla="*/ 95 w 293"/>
                <a:gd name="T7" fmla="*/ 94 h 438"/>
                <a:gd name="T8" fmla="*/ 73 w 293"/>
                <a:gd name="T9" fmla="*/ 146 h 438"/>
                <a:gd name="T10" fmla="*/ 95 w 293"/>
                <a:gd name="T11" fmla="*/ 198 h 438"/>
                <a:gd name="T12" fmla="*/ 147 w 293"/>
                <a:gd name="T13" fmla="*/ 219 h 438"/>
                <a:gd name="T14" fmla="*/ 198 w 293"/>
                <a:gd name="T15" fmla="*/ 198 h 438"/>
                <a:gd name="T16" fmla="*/ 220 w 293"/>
                <a:gd name="T17" fmla="*/ 146 h 438"/>
                <a:gd name="T18" fmla="*/ 293 w 293"/>
                <a:gd name="T19" fmla="*/ 146 h 438"/>
                <a:gd name="T20" fmla="*/ 283 w 293"/>
                <a:gd name="T21" fmla="*/ 197 h 438"/>
                <a:gd name="T22" fmla="*/ 179 w 293"/>
                <a:gd name="T23" fmla="*/ 418 h 438"/>
                <a:gd name="T24" fmla="*/ 166 w 293"/>
                <a:gd name="T25" fmla="*/ 433 h 438"/>
                <a:gd name="T26" fmla="*/ 147 w 293"/>
                <a:gd name="T27" fmla="*/ 438 h 438"/>
                <a:gd name="T28" fmla="*/ 127 w 293"/>
                <a:gd name="T29" fmla="*/ 433 h 438"/>
                <a:gd name="T30" fmla="*/ 114 w 293"/>
                <a:gd name="T31" fmla="*/ 418 h 438"/>
                <a:gd name="T32" fmla="*/ 10 w 293"/>
                <a:gd name="T33" fmla="*/ 197 h 438"/>
                <a:gd name="T34" fmla="*/ 0 w 293"/>
                <a:gd name="T35" fmla="*/ 146 h 438"/>
                <a:gd name="T36" fmla="*/ 43 w 293"/>
                <a:gd name="T37" fmla="*/ 42 h 438"/>
                <a:gd name="T38" fmla="*/ 147 w 293"/>
                <a:gd name="T39" fmla="*/ 0 h 438"/>
                <a:gd name="T40" fmla="*/ 250 w 293"/>
                <a:gd name="T41" fmla="*/ 42 h 438"/>
                <a:gd name="T42" fmla="*/ 293 w 293"/>
                <a:gd name="T43" fmla="*/ 14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438">
                  <a:moveTo>
                    <a:pt x="220" y="146"/>
                  </a:moveTo>
                  <a:cubicBezTo>
                    <a:pt x="220" y="126"/>
                    <a:pt x="213" y="108"/>
                    <a:pt x="198" y="94"/>
                  </a:cubicBezTo>
                  <a:cubicBezTo>
                    <a:pt x="184" y="80"/>
                    <a:pt x="167" y="73"/>
                    <a:pt x="147" y="73"/>
                  </a:cubicBezTo>
                  <a:cubicBezTo>
                    <a:pt x="126" y="73"/>
                    <a:pt x="109" y="80"/>
                    <a:pt x="95" y="94"/>
                  </a:cubicBezTo>
                  <a:cubicBezTo>
                    <a:pt x="81" y="108"/>
                    <a:pt x="73" y="126"/>
                    <a:pt x="73" y="146"/>
                  </a:cubicBezTo>
                  <a:cubicBezTo>
                    <a:pt x="73" y="166"/>
                    <a:pt x="81" y="183"/>
                    <a:pt x="95" y="198"/>
                  </a:cubicBezTo>
                  <a:cubicBezTo>
                    <a:pt x="109" y="212"/>
                    <a:pt x="126" y="219"/>
                    <a:pt x="147" y="219"/>
                  </a:cubicBezTo>
                  <a:cubicBezTo>
                    <a:pt x="167" y="219"/>
                    <a:pt x="184" y="212"/>
                    <a:pt x="198" y="198"/>
                  </a:cubicBezTo>
                  <a:cubicBezTo>
                    <a:pt x="213" y="183"/>
                    <a:pt x="220" y="166"/>
                    <a:pt x="220" y="146"/>
                  </a:cubicBezTo>
                  <a:close/>
                  <a:moveTo>
                    <a:pt x="293" y="146"/>
                  </a:moveTo>
                  <a:cubicBezTo>
                    <a:pt x="293" y="167"/>
                    <a:pt x="290" y="184"/>
                    <a:pt x="283" y="197"/>
                  </a:cubicBezTo>
                  <a:cubicBezTo>
                    <a:pt x="179" y="418"/>
                    <a:pt x="179" y="418"/>
                    <a:pt x="179" y="418"/>
                  </a:cubicBezTo>
                  <a:cubicBezTo>
                    <a:pt x="176" y="424"/>
                    <a:pt x="172" y="429"/>
                    <a:pt x="166" y="433"/>
                  </a:cubicBezTo>
                  <a:cubicBezTo>
                    <a:pt x="160" y="437"/>
                    <a:pt x="153" y="438"/>
                    <a:pt x="147" y="438"/>
                  </a:cubicBezTo>
                  <a:cubicBezTo>
                    <a:pt x="140" y="438"/>
                    <a:pt x="133" y="437"/>
                    <a:pt x="127" y="433"/>
                  </a:cubicBezTo>
                  <a:cubicBezTo>
                    <a:pt x="121" y="429"/>
                    <a:pt x="117" y="424"/>
                    <a:pt x="114" y="418"/>
                  </a:cubicBezTo>
                  <a:cubicBezTo>
                    <a:pt x="10" y="197"/>
                    <a:pt x="10" y="197"/>
                    <a:pt x="10" y="197"/>
                  </a:cubicBezTo>
                  <a:cubicBezTo>
                    <a:pt x="3" y="184"/>
                    <a:pt x="0" y="167"/>
                    <a:pt x="0" y="146"/>
                  </a:cubicBezTo>
                  <a:cubicBezTo>
                    <a:pt x="0" y="105"/>
                    <a:pt x="15" y="71"/>
                    <a:pt x="43" y="42"/>
                  </a:cubicBezTo>
                  <a:cubicBezTo>
                    <a:pt x="72" y="14"/>
                    <a:pt x="106" y="0"/>
                    <a:pt x="147" y="0"/>
                  </a:cubicBezTo>
                  <a:cubicBezTo>
                    <a:pt x="187" y="0"/>
                    <a:pt x="221" y="14"/>
                    <a:pt x="250" y="42"/>
                  </a:cubicBezTo>
                  <a:cubicBezTo>
                    <a:pt x="279" y="71"/>
                    <a:pt x="293" y="105"/>
                    <a:pt x="293" y="146"/>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1" name="Freeform 47"/>
            <p:cNvSpPr>
              <a:spLocks noEditPoints="1"/>
            </p:cNvSpPr>
            <p:nvPr/>
          </p:nvSpPr>
          <p:spPr bwMode="auto">
            <a:xfrm>
              <a:off x="2824993" y="3902468"/>
              <a:ext cx="505970" cy="544649"/>
            </a:xfrm>
            <a:custGeom>
              <a:avLst/>
              <a:gdLst>
                <a:gd name="T0" fmla="*/ 119 w 476"/>
                <a:gd name="T1" fmla="*/ 475 h 512"/>
                <a:gd name="T2" fmla="*/ 37 w 476"/>
                <a:gd name="T3" fmla="*/ 393 h 512"/>
                <a:gd name="T4" fmla="*/ 137 w 476"/>
                <a:gd name="T5" fmla="*/ 475 h 512"/>
                <a:gd name="T6" fmla="*/ 229 w 476"/>
                <a:gd name="T7" fmla="*/ 393 h 512"/>
                <a:gd name="T8" fmla="*/ 137 w 476"/>
                <a:gd name="T9" fmla="*/ 475 h 512"/>
                <a:gd name="T10" fmla="*/ 119 w 476"/>
                <a:gd name="T11" fmla="*/ 375 h 512"/>
                <a:gd name="T12" fmla="*/ 37 w 476"/>
                <a:gd name="T13" fmla="*/ 283 h 512"/>
                <a:gd name="T14" fmla="*/ 137 w 476"/>
                <a:gd name="T15" fmla="*/ 375 h 512"/>
                <a:gd name="T16" fmla="*/ 229 w 476"/>
                <a:gd name="T17" fmla="*/ 283 h 512"/>
                <a:gd name="T18" fmla="*/ 137 w 476"/>
                <a:gd name="T19" fmla="*/ 375 h 512"/>
                <a:gd name="T20" fmla="*/ 119 w 476"/>
                <a:gd name="T21" fmla="*/ 265 h 512"/>
                <a:gd name="T22" fmla="*/ 37 w 476"/>
                <a:gd name="T23" fmla="*/ 183 h 512"/>
                <a:gd name="T24" fmla="*/ 247 w 476"/>
                <a:gd name="T25" fmla="*/ 475 h 512"/>
                <a:gd name="T26" fmla="*/ 339 w 476"/>
                <a:gd name="T27" fmla="*/ 393 h 512"/>
                <a:gd name="T28" fmla="*/ 247 w 476"/>
                <a:gd name="T29" fmla="*/ 475 h 512"/>
                <a:gd name="T30" fmla="*/ 229 w 476"/>
                <a:gd name="T31" fmla="*/ 265 h 512"/>
                <a:gd name="T32" fmla="*/ 137 w 476"/>
                <a:gd name="T33" fmla="*/ 183 h 512"/>
                <a:gd name="T34" fmla="*/ 357 w 476"/>
                <a:gd name="T35" fmla="*/ 475 h 512"/>
                <a:gd name="T36" fmla="*/ 439 w 476"/>
                <a:gd name="T37" fmla="*/ 393 h 512"/>
                <a:gd name="T38" fmla="*/ 357 w 476"/>
                <a:gd name="T39" fmla="*/ 475 h 512"/>
                <a:gd name="T40" fmla="*/ 339 w 476"/>
                <a:gd name="T41" fmla="*/ 375 h 512"/>
                <a:gd name="T42" fmla="*/ 247 w 476"/>
                <a:gd name="T43" fmla="*/ 283 h 512"/>
                <a:gd name="T44" fmla="*/ 147 w 476"/>
                <a:gd name="T45" fmla="*/ 128 h 512"/>
                <a:gd name="T46" fmla="*/ 144 w 476"/>
                <a:gd name="T47" fmla="*/ 39 h 512"/>
                <a:gd name="T48" fmla="*/ 119 w 476"/>
                <a:gd name="T49" fmla="*/ 37 h 512"/>
                <a:gd name="T50" fmla="*/ 110 w 476"/>
                <a:gd name="T51" fmla="*/ 46 h 512"/>
                <a:gd name="T52" fmla="*/ 113 w 476"/>
                <a:gd name="T53" fmla="*/ 134 h 512"/>
                <a:gd name="T54" fmla="*/ 137 w 476"/>
                <a:gd name="T55" fmla="*/ 137 h 512"/>
                <a:gd name="T56" fmla="*/ 147 w 476"/>
                <a:gd name="T57" fmla="*/ 128 h 512"/>
                <a:gd name="T58" fmla="*/ 439 w 476"/>
                <a:gd name="T59" fmla="*/ 375 h 512"/>
                <a:gd name="T60" fmla="*/ 357 w 476"/>
                <a:gd name="T61" fmla="*/ 283 h 512"/>
                <a:gd name="T62" fmla="*/ 247 w 476"/>
                <a:gd name="T63" fmla="*/ 265 h 512"/>
                <a:gd name="T64" fmla="*/ 339 w 476"/>
                <a:gd name="T65" fmla="*/ 183 h 512"/>
                <a:gd name="T66" fmla="*/ 247 w 476"/>
                <a:gd name="T67" fmla="*/ 265 h 512"/>
                <a:gd name="T68" fmla="*/ 439 w 476"/>
                <a:gd name="T69" fmla="*/ 265 h 512"/>
                <a:gd name="T70" fmla="*/ 357 w 476"/>
                <a:gd name="T71" fmla="*/ 183 h 512"/>
                <a:gd name="T72" fmla="*/ 366 w 476"/>
                <a:gd name="T73" fmla="*/ 128 h 512"/>
                <a:gd name="T74" fmla="*/ 363 w 476"/>
                <a:gd name="T75" fmla="*/ 39 h 512"/>
                <a:gd name="T76" fmla="*/ 339 w 476"/>
                <a:gd name="T77" fmla="*/ 37 h 512"/>
                <a:gd name="T78" fmla="*/ 329 w 476"/>
                <a:gd name="T79" fmla="*/ 46 h 512"/>
                <a:gd name="T80" fmla="*/ 332 w 476"/>
                <a:gd name="T81" fmla="*/ 134 h 512"/>
                <a:gd name="T82" fmla="*/ 357 w 476"/>
                <a:gd name="T83" fmla="*/ 137 h 512"/>
                <a:gd name="T84" fmla="*/ 366 w 476"/>
                <a:gd name="T85" fmla="*/ 128 h 512"/>
                <a:gd name="T86" fmla="*/ 476 w 476"/>
                <a:gd name="T87" fmla="*/ 475 h 512"/>
                <a:gd name="T88" fmla="*/ 439 w 476"/>
                <a:gd name="T89" fmla="*/ 512 h 512"/>
                <a:gd name="T90" fmla="*/ 11 w 476"/>
                <a:gd name="T91" fmla="*/ 501 h 512"/>
                <a:gd name="T92" fmla="*/ 0 w 476"/>
                <a:gd name="T93" fmla="*/ 110 h 512"/>
                <a:gd name="T94" fmla="*/ 37 w 476"/>
                <a:gd name="T95" fmla="*/ 73 h 512"/>
                <a:gd name="T96" fmla="*/ 73 w 476"/>
                <a:gd name="T97" fmla="*/ 46 h 512"/>
                <a:gd name="T98" fmla="*/ 119 w 476"/>
                <a:gd name="T99" fmla="*/ 0 h 512"/>
                <a:gd name="T100" fmla="*/ 170 w 476"/>
                <a:gd name="T101" fmla="*/ 13 h 512"/>
                <a:gd name="T102" fmla="*/ 183 w 476"/>
                <a:gd name="T103" fmla="*/ 73 h 512"/>
                <a:gd name="T104" fmla="*/ 293 w 476"/>
                <a:gd name="T105" fmla="*/ 46 h 512"/>
                <a:gd name="T106" fmla="*/ 339 w 476"/>
                <a:gd name="T107" fmla="*/ 0 h 512"/>
                <a:gd name="T108" fmla="*/ 389 w 476"/>
                <a:gd name="T109" fmla="*/ 13 h 512"/>
                <a:gd name="T110" fmla="*/ 403 w 476"/>
                <a:gd name="T111" fmla="*/ 73 h 512"/>
                <a:gd name="T112" fmla="*/ 465 w 476"/>
                <a:gd name="T113" fmla="*/ 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6" h="512">
                  <a:moveTo>
                    <a:pt x="37" y="475"/>
                  </a:moveTo>
                  <a:cubicBezTo>
                    <a:pt x="119" y="475"/>
                    <a:pt x="119" y="475"/>
                    <a:pt x="119" y="475"/>
                  </a:cubicBezTo>
                  <a:cubicBezTo>
                    <a:pt x="119" y="393"/>
                    <a:pt x="119" y="393"/>
                    <a:pt x="119" y="393"/>
                  </a:cubicBezTo>
                  <a:cubicBezTo>
                    <a:pt x="37" y="393"/>
                    <a:pt x="37" y="393"/>
                    <a:pt x="37" y="393"/>
                  </a:cubicBezTo>
                  <a:lnTo>
                    <a:pt x="37" y="475"/>
                  </a:lnTo>
                  <a:close/>
                  <a:moveTo>
                    <a:pt x="137" y="475"/>
                  </a:moveTo>
                  <a:cubicBezTo>
                    <a:pt x="229" y="475"/>
                    <a:pt x="229" y="475"/>
                    <a:pt x="229" y="475"/>
                  </a:cubicBezTo>
                  <a:cubicBezTo>
                    <a:pt x="229" y="393"/>
                    <a:pt x="229" y="393"/>
                    <a:pt x="229" y="393"/>
                  </a:cubicBezTo>
                  <a:cubicBezTo>
                    <a:pt x="137" y="393"/>
                    <a:pt x="137" y="393"/>
                    <a:pt x="137" y="393"/>
                  </a:cubicBezTo>
                  <a:lnTo>
                    <a:pt x="137" y="475"/>
                  </a:lnTo>
                  <a:close/>
                  <a:moveTo>
                    <a:pt x="37" y="375"/>
                  </a:moveTo>
                  <a:cubicBezTo>
                    <a:pt x="119" y="375"/>
                    <a:pt x="119" y="375"/>
                    <a:pt x="119" y="375"/>
                  </a:cubicBezTo>
                  <a:cubicBezTo>
                    <a:pt x="119" y="283"/>
                    <a:pt x="119" y="283"/>
                    <a:pt x="119" y="283"/>
                  </a:cubicBezTo>
                  <a:cubicBezTo>
                    <a:pt x="37" y="283"/>
                    <a:pt x="37" y="283"/>
                    <a:pt x="37" y="283"/>
                  </a:cubicBezTo>
                  <a:lnTo>
                    <a:pt x="37" y="375"/>
                  </a:lnTo>
                  <a:close/>
                  <a:moveTo>
                    <a:pt x="137" y="375"/>
                  </a:moveTo>
                  <a:cubicBezTo>
                    <a:pt x="229" y="375"/>
                    <a:pt x="229" y="375"/>
                    <a:pt x="229" y="375"/>
                  </a:cubicBezTo>
                  <a:cubicBezTo>
                    <a:pt x="229" y="283"/>
                    <a:pt x="229" y="283"/>
                    <a:pt x="229" y="283"/>
                  </a:cubicBezTo>
                  <a:cubicBezTo>
                    <a:pt x="137" y="283"/>
                    <a:pt x="137" y="283"/>
                    <a:pt x="137" y="283"/>
                  </a:cubicBezTo>
                  <a:lnTo>
                    <a:pt x="137" y="375"/>
                  </a:lnTo>
                  <a:close/>
                  <a:moveTo>
                    <a:pt x="37" y="265"/>
                  </a:moveTo>
                  <a:cubicBezTo>
                    <a:pt x="119" y="265"/>
                    <a:pt x="119" y="265"/>
                    <a:pt x="119" y="265"/>
                  </a:cubicBezTo>
                  <a:cubicBezTo>
                    <a:pt x="119" y="183"/>
                    <a:pt x="119" y="183"/>
                    <a:pt x="119" y="183"/>
                  </a:cubicBezTo>
                  <a:cubicBezTo>
                    <a:pt x="37" y="183"/>
                    <a:pt x="37" y="183"/>
                    <a:pt x="37" y="183"/>
                  </a:cubicBezTo>
                  <a:lnTo>
                    <a:pt x="37" y="265"/>
                  </a:lnTo>
                  <a:close/>
                  <a:moveTo>
                    <a:pt x="247" y="475"/>
                  </a:moveTo>
                  <a:cubicBezTo>
                    <a:pt x="339" y="475"/>
                    <a:pt x="339" y="475"/>
                    <a:pt x="339" y="475"/>
                  </a:cubicBezTo>
                  <a:cubicBezTo>
                    <a:pt x="339" y="393"/>
                    <a:pt x="339" y="393"/>
                    <a:pt x="339" y="393"/>
                  </a:cubicBezTo>
                  <a:cubicBezTo>
                    <a:pt x="247" y="393"/>
                    <a:pt x="247" y="393"/>
                    <a:pt x="247" y="393"/>
                  </a:cubicBezTo>
                  <a:lnTo>
                    <a:pt x="247" y="475"/>
                  </a:lnTo>
                  <a:close/>
                  <a:moveTo>
                    <a:pt x="137" y="265"/>
                  </a:moveTo>
                  <a:cubicBezTo>
                    <a:pt x="229" y="265"/>
                    <a:pt x="229" y="265"/>
                    <a:pt x="229" y="265"/>
                  </a:cubicBezTo>
                  <a:cubicBezTo>
                    <a:pt x="229" y="183"/>
                    <a:pt x="229" y="183"/>
                    <a:pt x="229" y="183"/>
                  </a:cubicBezTo>
                  <a:cubicBezTo>
                    <a:pt x="137" y="183"/>
                    <a:pt x="137" y="183"/>
                    <a:pt x="137" y="183"/>
                  </a:cubicBezTo>
                  <a:lnTo>
                    <a:pt x="137" y="265"/>
                  </a:lnTo>
                  <a:close/>
                  <a:moveTo>
                    <a:pt x="357" y="475"/>
                  </a:moveTo>
                  <a:cubicBezTo>
                    <a:pt x="439" y="475"/>
                    <a:pt x="439" y="475"/>
                    <a:pt x="439" y="475"/>
                  </a:cubicBezTo>
                  <a:cubicBezTo>
                    <a:pt x="439" y="393"/>
                    <a:pt x="439" y="393"/>
                    <a:pt x="439" y="393"/>
                  </a:cubicBezTo>
                  <a:cubicBezTo>
                    <a:pt x="357" y="393"/>
                    <a:pt x="357" y="393"/>
                    <a:pt x="357" y="393"/>
                  </a:cubicBezTo>
                  <a:lnTo>
                    <a:pt x="357" y="475"/>
                  </a:lnTo>
                  <a:close/>
                  <a:moveTo>
                    <a:pt x="247" y="375"/>
                  </a:moveTo>
                  <a:cubicBezTo>
                    <a:pt x="339" y="375"/>
                    <a:pt x="339" y="375"/>
                    <a:pt x="339" y="375"/>
                  </a:cubicBezTo>
                  <a:cubicBezTo>
                    <a:pt x="339" y="283"/>
                    <a:pt x="339" y="283"/>
                    <a:pt x="339" y="283"/>
                  </a:cubicBezTo>
                  <a:cubicBezTo>
                    <a:pt x="247" y="283"/>
                    <a:pt x="247" y="283"/>
                    <a:pt x="247" y="283"/>
                  </a:cubicBezTo>
                  <a:lnTo>
                    <a:pt x="247" y="375"/>
                  </a:lnTo>
                  <a:close/>
                  <a:moveTo>
                    <a:pt x="147" y="128"/>
                  </a:moveTo>
                  <a:cubicBezTo>
                    <a:pt x="147" y="46"/>
                    <a:pt x="147" y="46"/>
                    <a:pt x="147" y="46"/>
                  </a:cubicBezTo>
                  <a:cubicBezTo>
                    <a:pt x="147" y="43"/>
                    <a:pt x="146" y="41"/>
                    <a:pt x="144" y="39"/>
                  </a:cubicBezTo>
                  <a:cubicBezTo>
                    <a:pt x="142" y="37"/>
                    <a:pt x="140" y="37"/>
                    <a:pt x="137" y="37"/>
                  </a:cubicBezTo>
                  <a:cubicBezTo>
                    <a:pt x="119" y="37"/>
                    <a:pt x="119" y="37"/>
                    <a:pt x="119" y="37"/>
                  </a:cubicBezTo>
                  <a:cubicBezTo>
                    <a:pt x="117" y="37"/>
                    <a:pt x="115" y="37"/>
                    <a:pt x="113" y="39"/>
                  </a:cubicBezTo>
                  <a:cubicBezTo>
                    <a:pt x="111" y="41"/>
                    <a:pt x="110" y="43"/>
                    <a:pt x="110" y="46"/>
                  </a:cubicBezTo>
                  <a:cubicBezTo>
                    <a:pt x="110" y="128"/>
                    <a:pt x="110" y="128"/>
                    <a:pt x="110" y="128"/>
                  </a:cubicBezTo>
                  <a:cubicBezTo>
                    <a:pt x="110" y="130"/>
                    <a:pt x="111" y="133"/>
                    <a:pt x="113" y="134"/>
                  </a:cubicBezTo>
                  <a:cubicBezTo>
                    <a:pt x="115" y="136"/>
                    <a:pt x="117" y="137"/>
                    <a:pt x="119" y="137"/>
                  </a:cubicBezTo>
                  <a:cubicBezTo>
                    <a:pt x="137" y="137"/>
                    <a:pt x="137" y="137"/>
                    <a:pt x="137" y="137"/>
                  </a:cubicBezTo>
                  <a:cubicBezTo>
                    <a:pt x="140" y="137"/>
                    <a:pt x="142" y="136"/>
                    <a:pt x="144" y="134"/>
                  </a:cubicBezTo>
                  <a:cubicBezTo>
                    <a:pt x="146" y="133"/>
                    <a:pt x="147" y="130"/>
                    <a:pt x="147" y="128"/>
                  </a:cubicBezTo>
                  <a:close/>
                  <a:moveTo>
                    <a:pt x="357" y="375"/>
                  </a:moveTo>
                  <a:cubicBezTo>
                    <a:pt x="439" y="375"/>
                    <a:pt x="439" y="375"/>
                    <a:pt x="439" y="375"/>
                  </a:cubicBezTo>
                  <a:cubicBezTo>
                    <a:pt x="439" y="283"/>
                    <a:pt x="439" y="283"/>
                    <a:pt x="439" y="283"/>
                  </a:cubicBezTo>
                  <a:cubicBezTo>
                    <a:pt x="357" y="283"/>
                    <a:pt x="357" y="283"/>
                    <a:pt x="357" y="283"/>
                  </a:cubicBezTo>
                  <a:lnTo>
                    <a:pt x="357" y="375"/>
                  </a:lnTo>
                  <a:close/>
                  <a:moveTo>
                    <a:pt x="247" y="265"/>
                  </a:moveTo>
                  <a:cubicBezTo>
                    <a:pt x="339" y="265"/>
                    <a:pt x="339" y="265"/>
                    <a:pt x="339" y="265"/>
                  </a:cubicBezTo>
                  <a:cubicBezTo>
                    <a:pt x="339" y="183"/>
                    <a:pt x="339" y="183"/>
                    <a:pt x="339" y="183"/>
                  </a:cubicBezTo>
                  <a:cubicBezTo>
                    <a:pt x="247" y="183"/>
                    <a:pt x="247" y="183"/>
                    <a:pt x="247" y="183"/>
                  </a:cubicBezTo>
                  <a:lnTo>
                    <a:pt x="247" y="265"/>
                  </a:lnTo>
                  <a:close/>
                  <a:moveTo>
                    <a:pt x="357" y="265"/>
                  </a:moveTo>
                  <a:cubicBezTo>
                    <a:pt x="439" y="265"/>
                    <a:pt x="439" y="265"/>
                    <a:pt x="439" y="265"/>
                  </a:cubicBezTo>
                  <a:cubicBezTo>
                    <a:pt x="439" y="183"/>
                    <a:pt x="439" y="183"/>
                    <a:pt x="439" y="183"/>
                  </a:cubicBezTo>
                  <a:cubicBezTo>
                    <a:pt x="357" y="183"/>
                    <a:pt x="357" y="183"/>
                    <a:pt x="357" y="183"/>
                  </a:cubicBezTo>
                  <a:lnTo>
                    <a:pt x="357" y="265"/>
                  </a:lnTo>
                  <a:close/>
                  <a:moveTo>
                    <a:pt x="366" y="128"/>
                  </a:moveTo>
                  <a:cubicBezTo>
                    <a:pt x="366" y="46"/>
                    <a:pt x="366" y="46"/>
                    <a:pt x="366" y="46"/>
                  </a:cubicBezTo>
                  <a:cubicBezTo>
                    <a:pt x="366" y="43"/>
                    <a:pt x="365" y="41"/>
                    <a:pt x="363" y="39"/>
                  </a:cubicBezTo>
                  <a:cubicBezTo>
                    <a:pt x="361" y="37"/>
                    <a:pt x="359" y="37"/>
                    <a:pt x="357" y="37"/>
                  </a:cubicBezTo>
                  <a:cubicBezTo>
                    <a:pt x="339" y="37"/>
                    <a:pt x="339" y="37"/>
                    <a:pt x="339" y="37"/>
                  </a:cubicBezTo>
                  <a:cubicBezTo>
                    <a:pt x="336" y="37"/>
                    <a:pt x="334" y="37"/>
                    <a:pt x="332" y="39"/>
                  </a:cubicBezTo>
                  <a:cubicBezTo>
                    <a:pt x="330" y="41"/>
                    <a:pt x="329" y="43"/>
                    <a:pt x="329" y="46"/>
                  </a:cubicBezTo>
                  <a:cubicBezTo>
                    <a:pt x="329" y="128"/>
                    <a:pt x="329" y="128"/>
                    <a:pt x="329" y="128"/>
                  </a:cubicBezTo>
                  <a:cubicBezTo>
                    <a:pt x="329" y="130"/>
                    <a:pt x="330" y="133"/>
                    <a:pt x="332" y="134"/>
                  </a:cubicBezTo>
                  <a:cubicBezTo>
                    <a:pt x="334" y="136"/>
                    <a:pt x="336" y="137"/>
                    <a:pt x="339" y="137"/>
                  </a:cubicBezTo>
                  <a:cubicBezTo>
                    <a:pt x="357" y="137"/>
                    <a:pt x="357" y="137"/>
                    <a:pt x="357" y="137"/>
                  </a:cubicBezTo>
                  <a:cubicBezTo>
                    <a:pt x="359" y="137"/>
                    <a:pt x="361" y="136"/>
                    <a:pt x="363" y="134"/>
                  </a:cubicBezTo>
                  <a:cubicBezTo>
                    <a:pt x="365" y="133"/>
                    <a:pt x="366" y="130"/>
                    <a:pt x="366" y="128"/>
                  </a:cubicBezTo>
                  <a:close/>
                  <a:moveTo>
                    <a:pt x="476" y="110"/>
                  </a:moveTo>
                  <a:cubicBezTo>
                    <a:pt x="476" y="475"/>
                    <a:pt x="476" y="475"/>
                    <a:pt x="476" y="475"/>
                  </a:cubicBezTo>
                  <a:cubicBezTo>
                    <a:pt x="476" y="485"/>
                    <a:pt x="472" y="494"/>
                    <a:pt x="465" y="501"/>
                  </a:cubicBezTo>
                  <a:cubicBezTo>
                    <a:pt x="458" y="508"/>
                    <a:pt x="449" y="512"/>
                    <a:pt x="439" y="512"/>
                  </a:cubicBezTo>
                  <a:cubicBezTo>
                    <a:pt x="37" y="512"/>
                    <a:pt x="37" y="512"/>
                    <a:pt x="37" y="512"/>
                  </a:cubicBezTo>
                  <a:cubicBezTo>
                    <a:pt x="27" y="512"/>
                    <a:pt x="18" y="508"/>
                    <a:pt x="11" y="501"/>
                  </a:cubicBezTo>
                  <a:cubicBezTo>
                    <a:pt x="4" y="494"/>
                    <a:pt x="0" y="485"/>
                    <a:pt x="0" y="475"/>
                  </a:cubicBezTo>
                  <a:cubicBezTo>
                    <a:pt x="0" y="110"/>
                    <a:pt x="0" y="110"/>
                    <a:pt x="0" y="110"/>
                  </a:cubicBezTo>
                  <a:cubicBezTo>
                    <a:pt x="0" y="100"/>
                    <a:pt x="4" y="91"/>
                    <a:pt x="11" y="84"/>
                  </a:cubicBezTo>
                  <a:cubicBezTo>
                    <a:pt x="18" y="77"/>
                    <a:pt x="27" y="73"/>
                    <a:pt x="37" y="73"/>
                  </a:cubicBezTo>
                  <a:cubicBezTo>
                    <a:pt x="73" y="73"/>
                    <a:pt x="73" y="73"/>
                    <a:pt x="73" y="73"/>
                  </a:cubicBezTo>
                  <a:cubicBezTo>
                    <a:pt x="73" y="46"/>
                    <a:pt x="73" y="46"/>
                    <a:pt x="73" y="46"/>
                  </a:cubicBezTo>
                  <a:cubicBezTo>
                    <a:pt x="73" y="33"/>
                    <a:pt x="78" y="22"/>
                    <a:pt x="87" y="13"/>
                  </a:cubicBezTo>
                  <a:cubicBezTo>
                    <a:pt x="96" y="4"/>
                    <a:pt x="107" y="0"/>
                    <a:pt x="119" y="0"/>
                  </a:cubicBezTo>
                  <a:cubicBezTo>
                    <a:pt x="137" y="0"/>
                    <a:pt x="137" y="0"/>
                    <a:pt x="137" y="0"/>
                  </a:cubicBezTo>
                  <a:cubicBezTo>
                    <a:pt x="150" y="0"/>
                    <a:pt x="161" y="4"/>
                    <a:pt x="170" y="13"/>
                  </a:cubicBezTo>
                  <a:cubicBezTo>
                    <a:pt x="179" y="22"/>
                    <a:pt x="183" y="33"/>
                    <a:pt x="183" y="46"/>
                  </a:cubicBezTo>
                  <a:cubicBezTo>
                    <a:pt x="183" y="73"/>
                    <a:pt x="183" y="73"/>
                    <a:pt x="183" y="73"/>
                  </a:cubicBezTo>
                  <a:cubicBezTo>
                    <a:pt x="293" y="73"/>
                    <a:pt x="293" y="73"/>
                    <a:pt x="293" y="73"/>
                  </a:cubicBezTo>
                  <a:cubicBezTo>
                    <a:pt x="293" y="46"/>
                    <a:pt x="293" y="46"/>
                    <a:pt x="293" y="46"/>
                  </a:cubicBezTo>
                  <a:cubicBezTo>
                    <a:pt x="293" y="33"/>
                    <a:pt x="297" y="22"/>
                    <a:pt x="306" y="13"/>
                  </a:cubicBezTo>
                  <a:cubicBezTo>
                    <a:pt x="315" y="4"/>
                    <a:pt x="326" y="0"/>
                    <a:pt x="339" y="0"/>
                  </a:cubicBezTo>
                  <a:cubicBezTo>
                    <a:pt x="357" y="0"/>
                    <a:pt x="357" y="0"/>
                    <a:pt x="357" y="0"/>
                  </a:cubicBezTo>
                  <a:cubicBezTo>
                    <a:pt x="369" y="0"/>
                    <a:pt x="380" y="4"/>
                    <a:pt x="389" y="13"/>
                  </a:cubicBezTo>
                  <a:cubicBezTo>
                    <a:pt x="398" y="22"/>
                    <a:pt x="403" y="33"/>
                    <a:pt x="403" y="46"/>
                  </a:cubicBezTo>
                  <a:cubicBezTo>
                    <a:pt x="403" y="73"/>
                    <a:pt x="403" y="73"/>
                    <a:pt x="403" y="73"/>
                  </a:cubicBezTo>
                  <a:cubicBezTo>
                    <a:pt x="439" y="73"/>
                    <a:pt x="439" y="73"/>
                    <a:pt x="439" y="73"/>
                  </a:cubicBezTo>
                  <a:cubicBezTo>
                    <a:pt x="449" y="73"/>
                    <a:pt x="458" y="77"/>
                    <a:pt x="465" y="84"/>
                  </a:cubicBezTo>
                  <a:cubicBezTo>
                    <a:pt x="472" y="91"/>
                    <a:pt x="476" y="100"/>
                    <a:pt x="476" y="11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2" name="Freeform 48"/>
            <p:cNvSpPr>
              <a:spLocks noEditPoints="1"/>
            </p:cNvSpPr>
            <p:nvPr/>
          </p:nvSpPr>
          <p:spPr bwMode="auto">
            <a:xfrm>
              <a:off x="3957192" y="3942046"/>
              <a:ext cx="544199" cy="465493"/>
            </a:xfrm>
            <a:custGeom>
              <a:avLst/>
              <a:gdLst>
                <a:gd name="T0" fmla="*/ 476 w 512"/>
                <a:gd name="T1" fmla="*/ 133 h 438"/>
                <a:gd name="T2" fmla="*/ 470 w 512"/>
                <a:gd name="T3" fmla="*/ 92 h 438"/>
                <a:gd name="T4" fmla="*/ 454 w 512"/>
                <a:gd name="T5" fmla="*/ 64 h 438"/>
                <a:gd name="T6" fmla="*/ 431 w 512"/>
                <a:gd name="T7" fmla="*/ 47 h 438"/>
                <a:gd name="T8" fmla="*/ 404 w 512"/>
                <a:gd name="T9" fmla="*/ 38 h 438"/>
                <a:gd name="T10" fmla="*/ 376 w 512"/>
                <a:gd name="T11" fmla="*/ 36 h 438"/>
                <a:gd name="T12" fmla="*/ 344 w 512"/>
                <a:gd name="T13" fmla="*/ 43 h 438"/>
                <a:gd name="T14" fmla="*/ 312 w 512"/>
                <a:gd name="T15" fmla="*/ 62 h 438"/>
                <a:gd name="T16" fmla="*/ 287 w 512"/>
                <a:gd name="T17" fmla="*/ 82 h 438"/>
                <a:gd name="T18" fmla="*/ 270 w 512"/>
                <a:gd name="T19" fmla="*/ 100 h 438"/>
                <a:gd name="T20" fmla="*/ 256 w 512"/>
                <a:gd name="T21" fmla="*/ 106 h 438"/>
                <a:gd name="T22" fmla="*/ 242 w 512"/>
                <a:gd name="T23" fmla="*/ 100 h 438"/>
                <a:gd name="T24" fmla="*/ 225 w 512"/>
                <a:gd name="T25" fmla="*/ 82 h 438"/>
                <a:gd name="T26" fmla="*/ 200 w 512"/>
                <a:gd name="T27" fmla="*/ 62 h 438"/>
                <a:gd name="T28" fmla="*/ 169 w 512"/>
                <a:gd name="T29" fmla="*/ 43 h 438"/>
                <a:gd name="T30" fmla="*/ 137 w 512"/>
                <a:gd name="T31" fmla="*/ 36 h 438"/>
                <a:gd name="T32" fmla="*/ 109 w 512"/>
                <a:gd name="T33" fmla="*/ 38 h 438"/>
                <a:gd name="T34" fmla="*/ 82 w 512"/>
                <a:gd name="T35" fmla="*/ 47 h 438"/>
                <a:gd name="T36" fmla="*/ 59 w 512"/>
                <a:gd name="T37" fmla="*/ 64 h 438"/>
                <a:gd name="T38" fmla="*/ 43 w 512"/>
                <a:gd name="T39" fmla="*/ 92 h 438"/>
                <a:gd name="T40" fmla="*/ 37 w 512"/>
                <a:gd name="T41" fmla="*/ 133 h 438"/>
                <a:gd name="T42" fmla="*/ 90 w 512"/>
                <a:gd name="T43" fmla="*/ 235 h 438"/>
                <a:gd name="T44" fmla="*/ 256 w 512"/>
                <a:gd name="T45" fmla="*/ 395 h 438"/>
                <a:gd name="T46" fmla="*/ 422 w 512"/>
                <a:gd name="T47" fmla="*/ 235 h 438"/>
                <a:gd name="T48" fmla="*/ 476 w 512"/>
                <a:gd name="T49" fmla="*/ 133 h 438"/>
                <a:gd name="T50" fmla="*/ 512 w 512"/>
                <a:gd name="T51" fmla="*/ 133 h 438"/>
                <a:gd name="T52" fmla="*/ 447 w 512"/>
                <a:gd name="T53" fmla="*/ 262 h 438"/>
                <a:gd name="T54" fmla="*/ 269 w 512"/>
                <a:gd name="T55" fmla="*/ 433 h 438"/>
                <a:gd name="T56" fmla="*/ 256 w 512"/>
                <a:gd name="T57" fmla="*/ 438 h 438"/>
                <a:gd name="T58" fmla="*/ 244 w 512"/>
                <a:gd name="T59" fmla="*/ 433 h 438"/>
                <a:gd name="T60" fmla="*/ 65 w 512"/>
                <a:gd name="T61" fmla="*/ 261 h 438"/>
                <a:gd name="T62" fmla="*/ 58 w 512"/>
                <a:gd name="T63" fmla="*/ 254 h 438"/>
                <a:gd name="T64" fmla="*/ 42 w 512"/>
                <a:gd name="T65" fmla="*/ 235 h 438"/>
                <a:gd name="T66" fmla="*/ 22 w 512"/>
                <a:gd name="T67" fmla="*/ 207 h 438"/>
                <a:gd name="T68" fmla="*/ 7 w 512"/>
                <a:gd name="T69" fmla="*/ 173 h 438"/>
                <a:gd name="T70" fmla="*/ 0 w 512"/>
                <a:gd name="T71" fmla="*/ 133 h 438"/>
                <a:gd name="T72" fmla="*/ 37 w 512"/>
                <a:gd name="T73" fmla="*/ 35 h 438"/>
                <a:gd name="T74" fmla="*/ 137 w 512"/>
                <a:gd name="T75" fmla="*/ 0 h 438"/>
                <a:gd name="T76" fmla="*/ 173 w 512"/>
                <a:gd name="T77" fmla="*/ 6 h 438"/>
                <a:gd name="T78" fmla="*/ 207 w 512"/>
                <a:gd name="T79" fmla="*/ 22 h 438"/>
                <a:gd name="T80" fmla="*/ 235 w 512"/>
                <a:gd name="T81" fmla="*/ 42 h 438"/>
                <a:gd name="T82" fmla="*/ 256 w 512"/>
                <a:gd name="T83" fmla="*/ 61 h 438"/>
                <a:gd name="T84" fmla="*/ 278 w 512"/>
                <a:gd name="T85" fmla="*/ 42 h 438"/>
                <a:gd name="T86" fmla="*/ 305 w 512"/>
                <a:gd name="T87" fmla="*/ 22 h 438"/>
                <a:gd name="T88" fmla="*/ 340 w 512"/>
                <a:gd name="T89" fmla="*/ 6 h 438"/>
                <a:gd name="T90" fmla="*/ 376 w 512"/>
                <a:gd name="T91" fmla="*/ 0 h 438"/>
                <a:gd name="T92" fmla="*/ 476 w 512"/>
                <a:gd name="T93" fmla="*/ 35 h 438"/>
                <a:gd name="T94" fmla="*/ 512 w 512"/>
                <a:gd name="T95" fmla="*/ 13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438">
                  <a:moveTo>
                    <a:pt x="476" y="133"/>
                  </a:moveTo>
                  <a:cubicBezTo>
                    <a:pt x="476" y="118"/>
                    <a:pt x="474" y="104"/>
                    <a:pt x="470" y="92"/>
                  </a:cubicBezTo>
                  <a:cubicBezTo>
                    <a:pt x="465" y="81"/>
                    <a:pt x="460" y="71"/>
                    <a:pt x="454" y="64"/>
                  </a:cubicBezTo>
                  <a:cubicBezTo>
                    <a:pt x="447" y="57"/>
                    <a:pt x="440" y="52"/>
                    <a:pt x="431" y="47"/>
                  </a:cubicBezTo>
                  <a:cubicBezTo>
                    <a:pt x="421" y="43"/>
                    <a:pt x="412" y="40"/>
                    <a:pt x="404" y="38"/>
                  </a:cubicBezTo>
                  <a:cubicBezTo>
                    <a:pt x="395" y="37"/>
                    <a:pt x="386" y="36"/>
                    <a:pt x="376" y="36"/>
                  </a:cubicBezTo>
                  <a:cubicBezTo>
                    <a:pt x="366" y="36"/>
                    <a:pt x="355" y="39"/>
                    <a:pt x="344" y="43"/>
                  </a:cubicBezTo>
                  <a:cubicBezTo>
                    <a:pt x="332" y="48"/>
                    <a:pt x="322" y="54"/>
                    <a:pt x="312" y="62"/>
                  </a:cubicBezTo>
                  <a:cubicBezTo>
                    <a:pt x="303" y="69"/>
                    <a:pt x="294" y="76"/>
                    <a:pt x="287" y="82"/>
                  </a:cubicBezTo>
                  <a:cubicBezTo>
                    <a:pt x="281" y="89"/>
                    <a:pt x="275" y="95"/>
                    <a:pt x="270" y="100"/>
                  </a:cubicBezTo>
                  <a:cubicBezTo>
                    <a:pt x="267" y="104"/>
                    <a:pt x="262" y="106"/>
                    <a:pt x="256" y="106"/>
                  </a:cubicBezTo>
                  <a:cubicBezTo>
                    <a:pt x="250" y="106"/>
                    <a:pt x="246" y="104"/>
                    <a:pt x="242" y="100"/>
                  </a:cubicBezTo>
                  <a:cubicBezTo>
                    <a:pt x="238" y="95"/>
                    <a:pt x="232" y="89"/>
                    <a:pt x="225" y="82"/>
                  </a:cubicBezTo>
                  <a:cubicBezTo>
                    <a:pt x="218" y="76"/>
                    <a:pt x="210" y="69"/>
                    <a:pt x="200" y="62"/>
                  </a:cubicBezTo>
                  <a:cubicBezTo>
                    <a:pt x="191" y="54"/>
                    <a:pt x="180" y="48"/>
                    <a:pt x="169" y="43"/>
                  </a:cubicBezTo>
                  <a:cubicBezTo>
                    <a:pt x="157" y="39"/>
                    <a:pt x="147" y="36"/>
                    <a:pt x="137" y="36"/>
                  </a:cubicBezTo>
                  <a:cubicBezTo>
                    <a:pt x="127" y="36"/>
                    <a:pt x="118" y="37"/>
                    <a:pt x="109" y="38"/>
                  </a:cubicBezTo>
                  <a:cubicBezTo>
                    <a:pt x="100" y="40"/>
                    <a:pt x="91" y="43"/>
                    <a:pt x="82" y="47"/>
                  </a:cubicBezTo>
                  <a:cubicBezTo>
                    <a:pt x="73" y="52"/>
                    <a:pt x="65" y="57"/>
                    <a:pt x="59" y="64"/>
                  </a:cubicBezTo>
                  <a:cubicBezTo>
                    <a:pt x="52" y="71"/>
                    <a:pt x="47" y="81"/>
                    <a:pt x="43" y="92"/>
                  </a:cubicBezTo>
                  <a:cubicBezTo>
                    <a:pt x="39" y="104"/>
                    <a:pt x="37" y="118"/>
                    <a:pt x="37" y="133"/>
                  </a:cubicBezTo>
                  <a:cubicBezTo>
                    <a:pt x="37" y="165"/>
                    <a:pt x="55" y="199"/>
                    <a:pt x="90" y="235"/>
                  </a:cubicBezTo>
                  <a:cubicBezTo>
                    <a:pt x="256" y="395"/>
                    <a:pt x="256" y="395"/>
                    <a:pt x="256" y="395"/>
                  </a:cubicBezTo>
                  <a:cubicBezTo>
                    <a:pt x="422" y="235"/>
                    <a:pt x="422" y="235"/>
                    <a:pt x="422" y="235"/>
                  </a:cubicBezTo>
                  <a:cubicBezTo>
                    <a:pt x="458" y="199"/>
                    <a:pt x="476" y="165"/>
                    <a:pt x="476" y="133"/>
                  </a:cubicBezTo>
                  <a:close/>
                  <a:moveTo>
                    <a:pt x="512" y="133"/>
                  </a:moveTo>
                  <a:cubicBezTo>
                    <a:pt x="512" y="175"/>
                    <a:pt x="490" y="218"/>
                    <a:pt x="447" y="262"/>
                  </a:cubicBezTo>
                  <a:cubicBezTo>
                    <a:pt x="269" y="433"/>
                    <a:pt x="269" y="433"/>
                    <a:pt x="269" y="433"/>
                  </a:cubicBezTo>
                  <a:cubicBezTo>
                    <a:pt x="265" y="437"/>
                    <a:pt x="261" y="438"/>
                    <a:pt x="256" y="438"/>
                  </a:cubicBezTo>
                  <a:cubicBezTo>
                    <a:pt x="251" y="438"/>
                    <a:pt x="247" y="437"/>
                    <a:pt x="244" y="433"/>
                  </a:cubicBezTo>
                  <a:cubicBezTo>
                    <a:pt x="65" y="261"/>
                    <a:pt x="65" y="261"/>
                    <a:pt x="65" y="261"/>
                  </a:cubicBezTo>
                  <a:cubicBezTo>
                    <a:pt x="64" y="260"/>
                    <a:pt x="61" y="257"/>
                    <a:pt x="58" y="254"/>
                  </a:cubicBezTo>
                  <a:cubicBezTo>
                    <a:pt x="54" y="250"/>
                    <a:pt x="49" y="244"/>
                    <a:pt x="42" y="235"/>
                  </a:cubicBezTo>
                  <a:cubicBezTo>
                    <a:pt x="34" y="226"/>
                    <a:pt x="28" y="217"/>
                    <a:pt x="22" y="207"/>
                  </a:cubicBezTo>
                  <a:cubicBezTo>
                    <a:pt x="17" y="198"/>
                    <a:pt x="11" y="186"/>
                    <a:pt x="7" y="173"/>
                  </a:cubicBezTo>
                  <a:cubicBezTo>
                    <a:pt x="3" y="159"/>
                    <a:pt x="0" y="146"/>
                    <a:pt x="0" y="133"/>
                  </a:cubicBezTo>
                  <a:cubicBezTo>
                    <a:pt x="0" y="91"/>
                    <a:pt x="12" y="59"/>
                    <a:pt x="37" y="35"/>
                  </a:cubicBezTo>
                  <a:cubicBezTo>
                    <a:pt x="61" y="11"/>
                    <a:pt x="94" y="0"/>
                    <a:pt x="137" y="0"/>
                  </a:cubicBezTo>
                  <a:cubicBezTo>
                    <a:pt x="149" y="0"/>
                    <a:pt x="161" y="2"/>
                    <a:pt x="173" y="6"/>
                  </a:cubicBezTo>
                  <a:cubicBezTo>
                    <a:pt x="185" y="10"/>
                    <a:pt x="197" y="15"/>
                    <a:pt x="207" y="22"/>
                  </a:cubicBezTo>
                  <a:cubicBezTo>
                    <a:pt x="218" y="29"/>
                    <a:pt x="227" y="36"/>
                    <a:pt x="235" y="42"/>
                  </a:cubicBezTo>
                  <a:cubicBezTo>
                    <a:pt x="242" y="48"/>
                    <a:pt x="249" y="54"/>
                    <a:pt x="256" y="61"/>
                  </a:cubicBezTo>
                  <a:cubicBezTo>
                    <a:pt x="263" y="54"/>
                    <a:pt x="270" y="48"/>
                    <a:pt x="278" y="42"/>
                  </a:cubicBezTo>
                  <a:cubicBezTo>
                    <a:pt x="286" y="36"/>
                    <a:pt x="295" y="29"/>
                    <a:pt x="305" y="22"/>
                  </a:cubicBezTo>
                  <a:cubicBezTo>
                    <a:pt x="316" y="15"/>
                    <a:pt x="327" y="10"/>
                    <a:pt x="340" y="6"/>
                  </a:cubicBezTo>
                  <a:cubicBezTo>
                    <a:pt x="352" y="2"/>
                    <a:pt x="364" y="0"/>
                    <a:pt x="376" y="0"/>
                  </a:cubicBezTo>
                  <a:cubicBezTo>
                    <a:pt x="418" y="0"/>
                    <a:pt x="452" y="11"/>
                    <a:pt x="476" y="35"/>
                  </a:cubicBezTo>
                  <a:cubicBezTo>
                    <a:pt x="500" y="59"/>
                    <a:pt x="512" y="91"/>
                    <a:pt x="512" y="13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3" name="Freeform 49"/>
            <p:cNvSpPr>
              <a:spLocks noEditPoints="1"/>
            </p:cNvSpPr>
            <p:nvPr/>
          </p:nvSpPr>
          <p:spPr bwMode="auto">
            <a:xfrm>
              <a:off x="5127620" y="3902468"/>
              <a:ext cx="583328" cy="544649"/>
            </a:xfrm>
            <a:custGeom>
              <a:avLst/>
              <a:gdLst>
                <a:gd name="T0" fmla="*/ 94 w 549"/>
                <a:gd name="T1" fmla="*/ 293 h 512"/>
                <a:gd name="T2" fmla="*/ 16 w 549"/>
                <a:gd name="T3" fmla="*/ 281 h 512"/>
                <a:gd name="T4" fmla="*/ 36 w 549"/>
                <a:gd name="T5" fmla="*/ 146 h 512"/>
                <a:gd name="T6" fmla="*/ 76 w 549"/>
                <a:gd name="T7" fmla="*/ 164 h 512"/>
                <a:gd name="T8" fmla="*/ 148 w 549"/>
                <a:gd name="T9" fmla="*/ 164 h 512"/>
                <a:gd name="T10" fmla="*/ 170 w 549"/>
                <a:gd name="T11" fmla="*/ 256 h 512"/>
                <a:gd name="T12" fmla="*/ 455 w 549"/>
                <a:gd name="T13" fmla="*/ 492 h 512"/>
                <a:gd name="T14" fmla="*/ 150 w 549"/>
                <a:gd name="T15" fmla="*/ 512 h 512"/>
                <a:gd name="T16" fmla="*/ 73 w 549"/>
                <a:gd name="T17" fmla="*/ 438 h 512"/>
                <a:gd name="T18" fmla="*/ 78 w 549"/>
                <a:gd name="T19" fmla="*/ 377 h 512"/>
                <a:gd name="T20" fmla="*/ 98 w 549"/>
                <a:gd name="T21" fmla="*/ 318 h 512"/>
                <a:gd name="T22" fmla="*/ 140 w 549"/>
                <a:gd name="T23" fmla="*/ 280 h 512"/>
                <a:gd name="T24" fmla="*/ 185 w 549"/>
                <a:gd name="T25" fmla="*/ 280 h 512"/>
                <a:gd name="T26" fmla="*/ 236 w 549"/>
                <a:gd name="T27" fmla="*/ 308 h 512"/>
                <a:gd name="T28" fmla="*/ 313 w 549"/>
                <a:gd name="T29" fmla="*/ 308 h 512"/>
                <a:gd name="T30" fmla="*/ 365 w 549"/>
                <a:gd name="T31" fmla="*/ 280 h 512"/>
                <a:gd name="T32" fmla="*/ 409 w 549"/>
                <a:gd name="T33" fmla="*/ 280 h 512"/>
                <a:gd name="T34" fmla="*/ 451 w 549"/>
                <a:gd name="T35" fmla="*/ 318 h 512"/>
                <a:gd name="T36" fmla="*/ 471 w 549"/>
                <a:gd name="T37" fmla="*/ 377 h 512"/>
                <a:gd name="T38" fmla="*/ 476 w 549"/>
                <a:gd name="T39" fmla="*/ 438 h 512"/>
                <a:gd name="T40" fmla="*/ 162 w 549"/>
                <a:gd name="T41" fmla="*/ 125 h 512"/>
                <a:gd name="T42" fmla="*/ 58 w 549"/>
                <a:gd name="T43" fmla="*/ 125 h 512"/>
                <a:gd name="T44" fmla="*/ 58 w 549"/>
                <a:gd name="T45" fmla="*/ 21 h 512"/>
                <a:gd name="T46" fmla="*/ 162 w 549"/>
                <a:gd name="T47" fmla="*/ 21 h 512"/>
                <a:gd name="T48" fmla="*/ 384 w 549"/>
                <a:gd name="T49" fmla="*/ 183 h 512"/>
                <a:gd name="T50" fmla="*/ 275 w 549"/>
                <a:gd name="T51" fmla="*/ 293 h 512"/>
                <a:gd name="T52" fmla="*/ 165 w 549"/>
                <a:gd name="T53" fmla="*/ 183 h 512"/>
                <a:gd name="T54" fmla="*/ 275 w 549"/>
                <a:gd name="T55" fmla="*/ 73 h 512"/>
                <a:gd name="T56" fmla="*/ 384 w 549"/>
                <a:gd name="T57" fmla="*/ 183 h 512"/>
                <a:gd name="T58" fmla="*/ 533 w 549"/>
                <a:gd name="T59" fmla="*/ 281 h 512"/>
                <a:gd name="T60" fmla="*/ 455 w 549"/>
                <a:gd name="T61" fmla="*/ 293 h 512"/>
                <a:gd name="T62" fmla="*/ 403 w 549"/>
                <a:gd name="T63" fmla="*/ 183 h 512"/>
                <a:gd name="T64" fmla="*/ 439 w 549"/>
                <a:gd name="T65" fmla="*/ 171 h 512"/>
                <a:gd name="T66" fmla="*/ 501 w 549"/>
                <a:gd name="T67" fmla="*/ 152 h 512"/>
                <a:gd name="T68" fmla="*/ 549 w 549"/>
                <a:gd name="T69" fmla="*/ 247 h 512"/>
                <a:gd name="T70" fmla="*/ 491 w 549"/>
                <a:gd name="T71" fmla="*/ 125 h 512"/>
                <a:gd name="T72" fmla="*/ 387 w 549"/>
                <a:gd name="T73" fmla="*/ 125 h 512"/>
                <a:gd name="T74" fmla="*/ 387 w 549"/>
                <a:gd name="T75" fmla="*/ 21 h 512"/>
                <a:gd name="T76" fmla="*/ 491 w 549"/>
                <a:gd name="T77" fmla="*/ 2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9" h="512">
                  <a:moveTo>
                    <a:pt x="170" y="256"/>
                  </a:moveTo>
                  <a:cubicBezTo>
                    <a:pt x="139" y="257"/>
                    <a:pt x="114" y="269"/>
                    <a:pt x="94" y="293"/>
                  </a:cubicBezTo>
                  <a:cubicBezTo>
                    <a:pt x="56" y="293"/>
                    <a:pt x="56" y="293"/>
                    <a:pt x="56" y="293"/>
                  </a:cubicBezTo>
                  <a:cubicBezTo>
                    <a:pt x="40" y="293"/>
                    <a:pt x="27" y="289"/>
                    <a:pt x="16" y="281"/>
                  </a:cubicBezTo>
                  <a:cubicBezTo>
                    <a:pt x="6" y="273"/>
                    <a:pt x="0" y="262"/>
                    <a:pt x="0" y="247"/>
                  </a:cubicBezTo>
                  <a:cubicBezTo>
                    <a:pt x="0" y="180"/>
                    <a:pt x="12" y="146"/>
                    <a:pt x="36" y="146"/>
                  </a:cubicBezTo>
                  <a:cubicBezTo>
                    <a:pt x="37" y="146"/>
                    <a:pt x="41" y="148"/>
                    <a:pt x="48" y="152"/>
                  </a:cubicBezTo>
                  <a:cubicBezTo>
                    <a:pt x="55" y="156"/>
                    <a:pt x="65" y="160"/>
                    <a:pt x="76" y="164"/>
                  </a:cubicBezTo>
                  <a:cubicBezTo>
                    <a:pt x="87" y="169"/>
                    <a:pt x="99" y="171"/>
                    <a:pt x="110" y="171"/>
                  </a:cubicBezTo>
                  <a:cubicBezTo>
                    <a:pt x="123" y="171"/>
                    <a:pt x="135" y="168"/>
                    <a:pt x="148" y="164"/>
                  </a:cubicBezTo>
                  <a:cubicBezTo>
                    <a:pt x="147" y="171"/>
                    <a:pt x="147" y="177"/>
                    <a:pt x="147" y="183"/>
                  </a:cubicBezTo>
                  <a:cubicBezTo>
                    <a:pt x="147" y="209"/>
                    <a:pt x="154" y="234"/>
                    <a:pt x="170" y="256"/>
                  </a:cubicBezTo>
                  <a:close/>
                  <a:moveTo>
                    <a:pt x="476" y="438"/>
                  </a:moveTo>
                  <a:cubicBezTo>
                    <a:pt x="476" y="461"/>
                    <a:pt x="469" y="479"/>
                    <a:pt x="455" y="492"/>
                  </a:cubicBezTo>
                  <a:cubicBezTo>
                    <a:pt x="441" y="505"/>
                    <a:pt x="422" y="512"/>
                    <a:pt x="399" y="512"/>
                  </a:cubicBezTo>
                  <a:cubicBezTo>
                    <a:pt x="150" y="512"/>
                    <a:pt x="150" y="512"/>
                    <a:pt x="150" y="512"/>
                  </a:cubicBezTo>
                  <a:cubicBezTo>
                    <a:pt x="127" y="512"/>
                    <a:pt x="108" y="505"/>
                    <a:pt x="94" y="492"/>
                  </a:cubicBezTo>
                  <a:cubicBezTo>
                    <a:pt x="80" y="479"/>
                    <a:pt x="73" y="461"/>
                    <a:pt x="73" y="438"/>
                  </a:cubicBezTo>
                  <a:cubicBezTo>
                    <a:pt x="73" y="428"/>
                    <a:pt x="74" y="418"/>
                    <a:pt x="74" y="408"/>
                  </a:cubicBezTo>
                  <a:cubicBezTo>
                    <a:pt x="75" y="399"/>
                    <a:pt x="76" y="388"/>
                    <a:pt x="78" y="377"/>
                  </a:cubicBezTo>
                  <a:cubicBezTo>
                    <a:pt x="80" y="366"/>
                    <a:pt x="83" y="356"/>
                    <a:pt x="86" y="346"/>
                  </a:cubicBezTo>
                  <a:cubicBezTo>
                    <a:pt x="89" y="337"/>
                    <a:pt x="93" y="327"/>
                    <a:pt x="98" y="318"/>
                  </a:cubicBezTo>
                  <a:cubicBezTo>
                    <a:pt x="103" y="309"/>
                    <a:pt x="109" y="302"/>
                    <a:pt x="116" y="295"/>
                  </a:cubicBezTo>
                  <a:cubicBezTo>
                    <a:pt x="123" y="289"/>
                    <a:pt x="131" y="284"/>
                    <a:pt x="140" y="280"/>
                  </a:cubicBezTo>
                  <a:cubicBezTo>
                    <a:pt x="150" y="276"/>
                    <a:pt x="161" y="274"/>
                    <a:pt x="172" y="274"/>
                  </a:cubicBezTo>
                  <a:cubicBezTo>
                    <a:pt x="174" y="274"/>
                    <a:pt x="178" y="276"/>
                    <a:pt x="185" y="280"/>
                  </a:cubicBezTo>
                  <a:cubicBezTo>
                    <a:pt x="191" y="285"/>
                    <a:pt x="198" y="289"/>
                    <a:pt x="205" y="294"/>
                  </a:cubicBezTo>
                  <a:cubicBezTo>
                    <a:pt x="213" y="299"/>
                    <a:pt x="223" y="304"/>
                    <a:pt x="236" y="308"/>
                  </a:cubicBezTo>
                  <a:cubicBezTo>
                    <a:pt x="249" y="312"/>
                    <a:pt x="262" y="314"/>
                    <a:pt x="275" y="314"/>
                  </a:cubicBezTo>
                  <a:cubicBezTo>
                    <a:pt x="288" y="314"/>
                    <a:pt x="300" y="312"/>
                    <a:pt x="313" y="308"/>
                  </a:cubicBezTo>
                  <a:cubicBezTo>
                    <a:pt x="326" y="304"/>
                    <a:pt x="336" y="299"/>
                    <a:pt x="344" y="294"/>
                  </a:cubicBezTo>
                  <a:cubicBezTo>
                    <a:pt x="351" y="289"/>
                    <a:pt x="358" y="285"/>
                    <a:pt x="365" y="280"/>
                  </a:cubicBezTo>
                  <a:cubicBezTo>
                    <a:pt x="371" y="276"/>
                    <a:pt x="375" y="274"/>
                    <a:pt x="377" y="274"/>
                  </a:cubicBezTo>
                  <a:cubicBezTo>
                    <a:pt x="388" y="274"/>
                    <a:pt x="399" y="276"/>
                    <a:pt x="409" y="280"/>
                  </a:cubicBezTo>
                  <a:cubicBezTo>
                    <a:pt x="418" y="284"/>
                    <a:pt x="426" y="289"/>
                    <a:pt x="433" y="295"/>
                  </a:cubicBezTo>
                  <a:cubicBezTo>
                    <a:pt x="440" y="302"/>
                    <a:pt x="446" y="309"/>
                    <a:pt x="451" y="318"/>
                  </a:cubicBezTo>
                  <a:cubicBezTo>
                    <a:pt x="456" y="327"/>
                    <a:pt x="460" y="337"/>
                    <a:pt x="463" y="346"/>
                  </a:cubicBezTo>
                  <a:cubicBezTo>
                    <a:pt x="466" y="356"/>
                    <a:pt x="469" y="366"/>
                    <a:pt x="471" y="377"/>
                  </a:cubicBezTo>
                  <a:cubicBezTo>
                    <a:pt x="473" y="388"/>
                    <a:pt x="474" y="399"/>
                    <a:pt x="475" y="408"/>
                  </a:cubicBezTo>
                  <a:cubicBezTo>
                    <a:pt x="475" y="418"/>
                    <a:pt x="476" y="428"/>
                    <a:pt x="476" y="438"/>
                  </a:cubicBezTo>
                  <a:close/>
                  <a:moveTo>
                    <a:pt x="183" y="73"/>
                  </a:moveTo>
                  <a:cubicBezTo>
                    <a:pt x="183" y="93"/>
                    <a:pt x="176" y="111"/>
                    <a:pt x="162" y="125"/>
                  </a:cubicBezTo>
                  <a:cubicBezTo>
                    <a:pt x="147" y="139"/>
                    <a:pt x="130" y="146"/>
                    <a:pt x="110" y="146"/>
                  </a:cubicBezTo>
                  <a:cubicBezTo>
                    <a:pt x="90" y="146"/>
                    <a:pt x="73" y="139"/>
                    <a:pt x="58" y="125"/>
                  </a:cubicBezTo>
                  <a:cubicBezTo>
                    <a:pt x="44" y="111"/>
                    <a:pt x="37" y="93"/>
                    <a:pt x="37" y="73"/>
                  </a:cubicBezTo>
                  <a:cubicBezTo>
                    <a:pt x="37" y="53"/>
                    <a:pt x="44" y="36"/>
                    <a:pt x="58" y="21"/>
                  </a:cubicBezTo>
                  <a:cubicBezTo>
                    <a:pt x="73" y="7"/>
                    <a:pt x="90" y="0"/>
                    <a:pt x="110" y="0"/>
                  </a:cubicBezTo>
                  <a:cubicBezTo>
                    <a:pt x="130" y="0"/>
                    <a:pt x="147" y="7"/>
                    <a:pt x="162" y="21"/>
                  </a:cubicBezTo>
                  <a:cubicBezTo>
                    <a:pt x="176" y="36"/>
                    <a:pt x="183" y="53"/>
                    <a:pt x="183" y="73"/>
                  </a:cubicBezTo>
                  <a:close/>
                  <a:moveTo>
                    <a:pt x="384" y="183"/>
                  </a:moveTo>
                  <a:cubicBezTo>
                    <a:pt x="384" y="213"/>
                    <a:pt x="374" y="239"/>
                    <a:pt x="352" y="260"/>
                  </a:cubicBezTo>
                  <a:cubicBezTo>
                    <a:pt x="331" y="282"/>
                    <a:pt x="305" y="293"/>
                    <a:pt x="275" y="293"/>
                  </a:cubicBezTo>
                  <a:cubicBezTo>
                    <a:pt x="244" y="293"/>
                    <a:pt x="218" y="282"/>
                    <a:pt x="197" y="260"/>
                  </a:cubicBezTo>
                  <a:cubicBezTo>
                    <a:pt x="176" y="239"/>
                    <a:pt x="165" y="213"/>
                    <a:pt x="165" y="183"/>
                  </a:cubicBezTo>
                  <a:cubicBezTo>
                    <a:pt x="165" y="153"/>
                    <a:pt x="176" y="127"/>
                    <a:pt x="197" y="105"/>
                  </a:cubicBezTo>
                  <a:cubicBezTo>
                    <a:pt x="218" y="84"/>
                    <a:pt x="244" y="73"/>
                    <a:pt x="275" y="73"/>
                  </a:cubicBezTo>
                  <a:cubicBezTo>
                    <a:pt x="305" y="73"/>
                    <a:pt x="331" y="84"/>
                    <a:pt x="352" y="105"/>
                  </a:cubicBezTo>
                  <a:cubicBezTo>
                    <a:pt x="374" y="127"/>
                    <a:pt x="384" y="153"/>
                    <a:pt x="384" y="183"/>
                  </a:cubicBezTo>
                  <a:close/>
                  <a:moveTo>
                    <a:pt x="549" y="247"/>
                  </a:moveTo>
                  <a:cubicBezTo>
                    <a:pt x="549" y="262"/>
                    <a:pt x="544" y="273"/>
                    <a:pt x="533" y="281"/>
                  </a:cubicBezTo>
                  <a:cubicBezTo>
                    <a:pt x="522" y="289"/>
                    <a:pt x="509" y="293"/>
                    <a:pt x="493" y="293"/>
                  </a:cubicBezTo>
                  <a:cubicBezTo>
                    <a:pt x="455" y="293"/>
                    <a:pt x="455" y="293"/>
                    <a:pt x="455" y="293"/>
                  </a:cubicBezTo>
                  <a:cubicBezTo>
                    <a:pt x="436" y="269"/>
                    <a:pt x="410" y="257"/>
                    <a:pt x="379" y="256"/>
                  </a:cubicBezTo>
                  <a:cubicBezTo>
                    <a:pt x="395" y="234"/>
                    <a:pt x="403" y="209"/>
                    <a:pt x="403" y="183"/>
                  </a:cubicBezTo>
                  <a:cubicBezTo>
                    <a:pt x="403" y="177"/>
                    <a:pt x="402" y="171"/>
                    <a:pt x="401" y="164"/>
                  </a:cubicBezTo>
                  <a:cubicBezTo>
                    <a:pt x="414" y="168"/>
                    <a:pt x="426" y="171"/>
                    <a:pt x="439" y="171"/>
                  </a:cubicBezTo>
                  <a:cubicBezTo>
                    <a:pt x="450" y="171"/>
                    <a:pt x="462" y="169"/>
                    <a:pt x="473" y="164"/>
                  </a:cubicBezTo>
                  <a:cubicBezTo>
                    <a:pt x="485" y="160"/>
                    <a:pt x="494" y="156"/>
                    <a:pt x="501" y="152"/>
                  </a:cubicBezTo>
                  <a:cubicBezTo>
                    <a:pt x="508" y="148"/>
                    <a:pt x="512" y="146"/>
                    <a:pt x="513" y="146"/>
                  </a:cubicBezTo>
                  <a:cubicBezTo>
                    <a:pt x="537" y="146"/>
                    <a:pt x="549" y="180"/>
                    <a:pt x="549" y="247"/>
                  </a:cubicBezTo>
                  <a:close/>
                  <a:moveTo>
                    <a:pt x="512" y="73"/>
                  </a:moveTo>
                  <a:cubicBezTo>
                    <a:pt x="512" y="93"/>
                    <a:pt x="505" y="111"/>
                    <a:pt x="491" y="125"/>
                  </a:cubicBezTo>
                  <a:cubicBezTo>
                    <a:pt x="477" y="139"/>
                    <a:pt x="459" y="146"/>
                    <a:pt x="439" y="146"/>
                  </a:cubicBezTo>
                  <a:cubicBezTo>
                    <a:pt x="419" y="146"/>
                    <a:pt x="402" y="139"/>
                    <a:pt x="387" y="125"/>
                  </a:cubicBezTo>
                  <a:cubicBezTo>
                    <a:pt x="373" y="111"/>
                    <a:pt x="366" y="93"/>
                    <a:pt x="366" y="73"/>
                  </a:cubicBezTo>
                  <a:cubicBezTo>
                    <a:pt x="366" y="53"/>
                    <a:pt x="373" y="36"/>
                    <a:pt x="387" y="21"/>
                  </a:cubicBezTo>
                  <a:cubicBezTo>
                    <a:pt x="402" y="7"/>
                    <a:pt x="419" y="0"/>
                    <a:pt x="439" y="0"/>
                  </a:cubicBezTo>
                  <a:cubicBezTo>
                    <a:pt x="459" y="0"/>
                    <a:pt x="477" y="7"/>
                    <a:pt x="491" y="21"/>
                  </a:cubicBezTo>
                  <a:cubicBezTo>
                    <a:pt x="505" y="36"/>
                    <a:pt x="512" y="53"/>
                    <a:pt x="512" y="7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4" name="Freeform 50"/>
            <p:cNvSpPr>
              <a:spLocks noEditPoints="1"/>
            </p:cNvSpPr>
            <p:nvPr/>
          </p:nvSpPr>
          <p:spPr bwMode="auto">
            <a:xfrm>
              <a:off x="6337177" y="3942046"/>
              <a:ext cx="544649" cy="465493"/>
            </a:xfrm>
            <a:custGeom>
              <a:avLst/>
              <a:gdLst>
                <a:gd name="T0" fmla="*/ 183 w 512"/>
                <a:gd name="T1" fmla="*/ 73 h 438"/>
                <a:gd name="T2" fmla="*/ 329 w 512"/>
                <a:gd name="T3" fmla="*/ 73 h 438"/>
                <a:gd name="T4" fmla="*/ 329 w 512"/>
                <a:gd name="T5" fmla="*/ 36 h 438"/>
                <a:gd name="T6" fmla="*/ 183 w 512"/>
                <a:gd name="T7" fmla="*/ 36 h 438"/>
                <a:gd name="T8" fmla="*/ 183 w 512"/>
                <a:gd name="T9" fmla="*/ 73 h 438"/>
                <a:gd name="T10" fmla="*/ 83 w 512"/>
                <a:gd name="T11" fmla="*/ 73 h 438"/>
                <a:gd name="T12" fmla="*/ 83 w 512"/>
                <a:gd name="T13" fmla="*/ 438 h 438"/>
                <a:gd name="T14" fmla="*/ 64 w 512"/>
                <a:gd name="T15" fmla="*/ 438 h 438"/>
                <a:gd name="T16" fmla="*/ 19 w 512"/>
                <a:gd name="T17" fmla="*/ 420 h 438"/>
                <a:gd name="T18" fmla="*/ 0 w 512"/>
                <a:gd name="T19" fmla="*/ 374 h 438"/>
                <a:gd name="T20" fmla="*/ 0 w 512"/>
                <a:gd name="T21" fmla="*/ 137 h 438"/>
                <a:gd name="T22" fmla="*/ 19 w 512"/>
                <a:gd name="T23" fmla="*/ 92 h 438"/>
                <a:gd name="T24" fmla="*/ 64 w 512"/>
                <a:gd name="T25" fmla="*/ 73 h 438"/>
                <a:gd name="T26" fmla="*/ 83 w 512"/>
                <a:gd name="T27" fmla="*/ 73 h 438"/>
                <a:gd name="T28" fmla="*/ 403 w 512"/>
                <a:gd name="T29" fmla="*/ 73 h 438"/>
                <a:gd name="T30" fmla="*/ 403 w 512"/>
                <a:gd name="T31" fmla="*/ 438 h 438"/>
                <a:gd name="T32" fmla="*/ 110 w 512"/>
                <a:gd name="T33" fmla="*/ 438 h 438"/>
                <a:gd name="T34" fmla="*/ 110 w 512"/>
                <a:gd name="T35" fmla="*/ 73 h 438"/>
                <a:gd name="T36" fmla="*/ 147 w 512"/>
                <a:gd name="T37" fmla="*/ 73 h 438"/>
                <a:gd name="T38" fmla="*/ 147 w 512"/>
                <a:gd name="T39" fmla="*/ 27 h 438"/>
                <a:gd name="T40" fmla="*/ 155 w 512"/>
                <a:gd name="T41" fmla="*/ 8 h 438"/>
                <a:gd name="T42" fmla="*/ 174 w 512"/>
                <a:gd name="T43" fmla="*/ 0 h 438"/>
                <a:gd name="T44" fmla="*/ 339 w 512"/>
                <a:gd name="T45" fmla="*/ 0 h 438"/>
                <a:gd name="T46" fmla="*/ 358 w 512"/>
                <a:gd name="T47" fmla="*/ 8 h 438"/>
                <a:gd name="T48" fmla="*/ 366 w 512"/>
                <a:gd name="T49" fmla="*/ 27 h 438"/>
                <a:gd name="T50" fmla="*/ 366 w 512"/>
                <a:gd name="T51" fmla="*/ 73 h 438"/>
                <a:gd name="T52" fmla="*/ 403 w 512"/>
                <a:gd name="T53" fmla="*/ 73 h 438"/>
                <a:gd name="T54" fmla="*/ 512 w 512"/>
                <a:gd name="T55" fmla="*/ 137 h 438"/>
                <a:gd name="T56" fmla="*/ 512 w 512"/>
                <a:gd name="T57" fmla="*/ 374 h 438"/>
                <a:gd name="T58" fmla="*/ 493 w 512"/>
                <a:gd name="T59" fmla="*/ 420 h 438"/>
                <a:gd name="T60" fmla="*/ 448 w 512"/>
                <a:gd name="T61" fmla="*/ 438 h 438"/>
                <a:gd name="T62" fmla="*/ 430 w 512"/>
                <a:gd name="T63" fmla="*/ 438 h 438"/>
                <a:gd name="T64" fmla="*/ 430 w 512"/>
                <a:gd name="T65" fmla="*/ 73 h 438"/>
                <a:gd name="T66" fmla="*/ 448 w 512"/>
                <a:gd name="T67" fmla="*/ 73 h 438"/>
                <a:gd name="T68" fmla="*/ 493 w 512"/>
                <a:gd name="T69" fmla="*/ 92 h 438"/>
                <a:gd name="T70" fmla="*/ 512 w 512"/>
                <a:gd name="T71" fmla="*/ 137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2" h="438">
                  <a:moveTo>
                    <a:pt x="183" y="73"/>
                  </a:moveTo>
                  <a:cubicBezTo>
                    <a:pt x="329" y="73"/>
                    <a:pt x="329" y="73"/>
                    <a:pt x="329" y="73"/>
                  </a:cubicBezTo>
                  <a:cubicBezTo>
                    <a:pt x="329" y="36"/>
                    <a:pt x="329" y="36"/>
                    <a:pt x="329" y="36"/>
                  </a:cubicBezTo>
                  <a:cubicBezTo>
                    <a:pt x="183" y="36"/>
                    <a:pt x="183" y="36"/>
                    <a:pt x="183" y="36"/>
                  </a:cubicBezTo>
                  <a:lnTo>
                    <a:pt x="183" y="73"/>
                  </a:lnTo>
                  <a:close/>
                  <a:moveTo>
                    <a:pt x="83" y="73"/>
                  </a:moveTo>
                  <a:cubicBezTo>
                    <a:pt x="83" y="438"/>
                    <a:pt x="83" y="438"/>
                    <a:pt x="83" y="438"/>
                  </a:cubicBezTo>
                  <a:cubicBezTo>
                    <a:pt x="64" y="438"/>
                    <a:pt x="64" y="438"/>
                    <a:pt x="64" y="438"/>
                  </a:cubicBezTo>
                  <a:cubicBezTo>
                    <a:pt x="47" y="438"/>
                    <a:pt x="32" y="432"/>
                    <a:pt x="19" y="420"/>
                  </a:cubicBezTo>
                  <a:cubicBezTo>
                    <a:pt x="7" y="407"/>
                    <a:pt x="0" y="392"/>
                    <a:pt x="0" y="374"/>
                  </a:cubicBezTo>
                  <a:cubicBezTo>
                    <a:pt x="0" y="137"/>
                    <a:pt x="0" y="137"/>
                    <a:pt x="0" y="137"/>
                  </a:cubicBezTo>
                  <a:cubicBezTo>
                    <a:pt x="0" y="119"/>
                    <a:pt x="7" y="104"/>
                    <a:pt x="19" y="92"/>
                  </a:cubicBezTo>
                  <a:cubicBezTo>
                    <a:pt x="32" y="79"/>
                    <a:pt x="47" y="73"/>
                    <a:pt x="64" y="73"/>
                  </a:cubicBezTo>
                  <a:lnTo>
                    <a:pt x="83" y="73"/>
                  </a:lnTo>
                  <a:close/>
                  <a:moveTo>
                    <a:pt x="403" y="73"/>
                  </a:moveTo>
                  <a:cubicBezTo>
                    <a:pt x="403" y="438"/>
                    <a:pt x="403" y="438"/>
                    <a:pt x="403" y="438"/>
                  </a:cubicBezTo>
                  <a:cubicBezTo>
                    <a:pt x="110" y="438"/>
                    <a:pt x="110" y="438"/>
                    <a:pt x="110" y="438"/>
                  </a:cubicBezTo>
                  <a:cubicBezTo>
                    <a:pt x="110" y="73"/>
                    <a:pt x="110" y="73"/>
                    <a:pt x="110" y="73"/>
                  </a:cubicBezTo>
                  <a:cubicBezTo>
                    <a:pt x="147" y="73"/>
                    <a:pt x="147" y="73"/>
                    <a:pt x="147" y="73"/>
                  </a:cubicBezTo>
                  <a:cubicBezTo>
                    <a:pt x="147" y="27"/>
                    <a:pt x="147" y="27"/>
                    <a:pt x="147" y="27"/>
                  </a:cubicBezTo>
                  <a:cubicBezTo>
                    <a:pt x="147" y="19"/>
                    <a:pt x="149" y="13"/>
                    <a:pt x="155" y="8"/>
                  </a:cubicBezTo>
                  <a:cubicBezTo>
                    <a:pt x="160" y="2"/>
                    <a:pt x="166" y="0"/>
                    <a:pt x="174" y="0"/>
                  </a:cubicBezTo>
                  <a:cubicBezTo>
                    <a:pt x="339" y="0"/>
                    <a:pt x="339" y="0"/>
                    <a:pt x="339" y="0"/>
                  </a:cubicBezTo>
                  <a:cubicBezTo>
                    <a:pt x="346" y="0"/>
                    <a:pt x="353" y="2"/>
                    <a:pt x="358" y="8"/>
                  </a:cubicBezTo>
                  <a:cubicBezTo>
                    <a:pt x="363" y="13"/>
                    <a:pt x="366" y="19"/>
                    <a:pt x="366" y="27"/>
                  </a:cubicBezTo>
                  <a:cubicBezTo>
                    <a:pt x="366" y="73"/>
                    <a:pt x="366" y="73"/>
                    <a:pt x="366" y="73"/>
                  </a:cubicBezTo>
                  <a:lnTo>
                    <a:pt x="403" y="73"/>
                  </a:lnTo>
                  <a:close/>
                  <a:moveTo>
                    <a:pt x="512" y="137"/>
                  </a:moveTo>
                  <a:cubicBezTo>
                    <a:pt x="512" y="374"/>
                    <a:pt x="512" y="374"/>
                    <a:pt x="512" y="374"/>
                  </a:cubicBezTo>
                  <a:cubicBezTo>
                    <a:pt x="512" y="392"/>
                    <a:pt x="506" y="407"/>
                    <a:pt x="493" y="420"/>
                  </a:cubicBezTo>
                  <a:cubicBezTo>
                    <a:pt x="481" y="432"/>
                    <a:pt x="466" y="438"/>
                    <a:pt x="448" y="438"/>
                  </a:cubicBezTo>
                  <a:cubicBezTo>
                    <a:pt x="430" y="438"/>
                    <a:pt x="430" y="438"/>
                    <a:pt x="430" y="438"/>
                  </a:cubicBezTo>
                  <a:cubicBezTo>
                    <a:pt x="430" y="73"/>
                    <a:pt x="430" y="73"/>
                    <a:pt x="430" y="73"/>
                  </a:cubicBezTo>
                  <a:cubicBezTo>
                    <a:pt x="448" y="73"/>
                    <a:pt x="448" y="73"/>
                    <a:pt x="448" y="73"/>
                  </a:cubicBezTo>
                  <a:cubicBezTo>
                    <a:pt x="466" y="73"/>
                    <a:pt x="481" y="79"/>
                    <a:pt x="493" y="92"/>
                  </a:cubicBezTo>
                  <a:cubicBezTo>
                    <a:pt x="506" y="104"/>
                    <a:pt x="512" y="119"/>
                    <a:pt x="512" y="13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5" name="Freeform 51"/>
            <p:cNvSpPr>
              <a:spLocks noEditPoints="1"/>
            </p:cNvSpPr>
            <p:nvPr/>
          </p:nvSpPr>
          <p:spPr bwMode="auto">
            <a:xfrm>
              <a:off x="7508055" y="3942046"/>
              <a:ext cx="466842" cy="465493"/>
            </a:xfrm>
            <a:custGeom>
              <a:avLst/>
              <a:gdLst>
                <a:gd name="T0" fmla="*/ 285 w 439"/>
                <a:gd name="T1" fmla="*/ 326 h 438"/>
                <a:gd name="T2" fmla="*/ 155 w 439"/>
                <a:gd name="T3" fmla="*/ 326 h 438"/>
                <a:gd name="T4" fmla="*/ 116 w 439"/>
                <a:gd name="T5" fmla="*/ 256 h 438"/>
                <a:gd name="T6" fmla="*/ 141 w 439"/>
                <a:gd name="T7" fmla="*/ 248 h 438"/>
                <a:gd name="T8" fmla="*/ 176 w 439"/>
                <a:gd name="T9" fmla="*/ 296 h 438"/>
                <a:gd name="T10" fmla="*/ 263 w 439"/>
                <a:gd name="T11" fmla="*/ 296 h 438"/>
                <a:gd name="T12" fmla="*/ 299 w 439"/>
                <a:gd name="T13" fmla="*/ 248 h 438"/>
                <a:gd name="T14" fmla="*/ 323 w 439"/>
                <a:gd name="T15" fmla="*/ 256 h 438"/>
                <a:gd name="T16" fmla="*/ 183 w 439"/>
                <a:gd name="T17" fmla="*/ 146 h 438"/>
                <a:gd name="T18" fmla="*/ 147 w 439"/>
                <a:gd name="T19" fmla="*/ 182 h 438"/>
                <a:gd name="T20" fmla="*/ 110 w 439"/>
                <a:gd name="T21" fmla="*/ 146 h 438"/>
                <a:gd name="T22" fmla="*/ 147 w 439"/>
                <a:gd name="T23" fmla="*/ 109 h 438"/>
                <a:gd name="T24" fmla="*/ 183 w 439"/>
                <a:gd name="T25" fmla="*/ 146 h 438"/>
                <a:gd name="T26" fmla="*/ 319 w 439"/>
                <a:gd name="T27" fmla="*/ 172 h 438"/>
                <a:gd name="T28" fmla="*/ 267 w 439"/>
                <a:gd name="T29" fmla="*/ 172 h 438"/>
                <a:gd name="T30" fmla="*/ 267 w 439"/>
                <a:gd name="T31" fmla="*/ 120 h 438"/>
                <a:gd name="T32" fmla="*/ 319 w 439"/>
                <a:gd name="T33" fmla="*/ 120 h 438"/>
                <a:gd name="T34" fmla="*/ 403 w 439"/>
                <a:gd name="T35" fmla="*/ 219 h 438"/>
                <a:gd name="T36" fmla="*/ 349 w 439"/>
                <a:gd name="T37" fmla="*/ 90 h 438"/>
                <a:gd name="T38" fmla="*/ 220 w 439"/>
                <a:gd name="T39" fmla="*/ 36 h 438"/>
                <a:gd name="T40" fmla="*/ 90 w 439"/>
                <a:gd name="T41" fmla="*/ 90 h 438"/>
                <a:gd name="T42" fmla="*/ 37 w 439"/>
                <a:gd name="T43" fmla="*/ 219 h 438"/>
                <a:gd name="T44" fmla="*/ 90 w 439"/>
                <a:gd name="T45" fmla="*/ 348 h 438"/>
                <a:gd name="T46" fmla="*/ 220 w 439"/>
                <a:gd name="T47" fmla="*/ 402 h 438"/>
                <a:gd name="T48" fmla="*/ 349 w 439"/>
                <a:gd name="T49" fmla="*/ 348 h 438"/>
                <a:gd name="T50" fmla="*/ 403 w 439"/>
                <a:gd name="T51" fmla="*/ 219 h 438"/>
                <a:gd name="T52" fmla="*/ 410 w 439"/>
                <a:gd name="T53" fmla="*/ 329 h 438"/>
                <a:gd name="T54" fmla="*/ 220 w 439"/>
                <a:gd name="T55" fmla="*/ 438 h 438"/>
                <a:gd name="T56" fmla="*/ 30 w 439"/>
                <a:gd name="T57" fmla="*/ 329 h 438"/>
                <a:gd name="T58" fmla="*/ 30 w 439"/>
                <a:gd name="T59" fmla="*/ 109 h 438"/>
                <a:gd name="T60" fmla="*/ 220 w 439"/>
                <a:gd name="T61" fmla="*/ 0 h 438"/>
                <a:gd name="T62" fmla="*/ 410 w 439"/>
                <a:gd name="T63" fmla="*/ 109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9" h="438">
                  <a:moveTo>
                    <a:pt x="324" y="270"/>
                  </a:moveTo>
                  <a:cubicBezTo>
                    <a:pt x="317" y="293"/>
                    <a:pt x="304" y="312"/>
                    <a:pt x="285" y="326"/>
                  </a:cubicBezTo>
                  <a:cubicBezTo>
                    <a:pt x="266" y="340"/>
                    <a:pt x="244" y="347"/>
                    <a:pt x="220" y="347"/>
                  </a:cubicBezTo>
                  <a:cubicBezTo>
                    <a:pt x="196" y="347"/>
                    <a:pt x="174" y="340"/>
                    <a:pt x="155" y="326"/>
                  </a:cubicBezTo>
                  <a:cubicBezTo>
                    <a:pt x="135" y="312"/>
                    <a:pt x="122" y="293"/>
                    <a:pt x="115" y="270"/>
                  </a:cubicBezTo>
                  <a:cubicBezTo>
                    <a:pt x="114" y="265"/>
                    <a:pt x="114" y="261"/>
                    <a:pt x="116" y="256"/>
                  </a:cubicBezTo>
                  <a:cubicBezTo>
                    <a:pt x="119" y="252"/>
                    <a:pt x="122" y="249"/>
                    <a:pt x="127" y="247"/>
                  </a:cubicBezTo>
                  <a:cubicBezTo>
                    <a:pt x="132" y="246"/>
                    <a:pt x="137" y="246"/>
                    <a:pt x="141" y="248"/>
                  </a:cubicBezTo>
                  <a:cubicBezTo>
                    <a:pt x="145" y="251"/>
                    <a:pt x="148" y="254"/>
                    <a:pt x="150" y="259"/>
                  </a:cubicBezTo>
                  <a:cubicBezTo>
                    <a:pt x="155" y="275"/>
                    <a:pt x="164" y="287"/>
                    <a:pt x="176" y="296"/>
                  </a:cubicBezTo>
                  <a:cubicBezTo>
                    <a:pt x="189" y="306"/>
                    <a:pt x="204" y="310"/>
                    <a:pt x="220" y="310"/>
                  </a:cubicBezTo>
                  <a:cubicBezTo>
                    <a:pt x="236" y="310"/>
                    <a:pt x="250" y="306"/>
                    <a:pt x="263" y="296"/>
                  </a:cubicBezTo>
                  <a:cubicBezTo>
                    <a:pt x="276" y="287"/>
                    <a:pt x="285" y="275"/>
                    <a:pt x="289" y="259"/>
                  </a:cubicBezTo>
                  <a:cubicBezTo>
                    <a:pt x="291" y="254"/>
                    <a:pt x="294" y="251"/>
                    <a:pt x="299" y="248"/>
                  </a:cubicBezTo>
                  <a:cubicBezTo>
                    <a:pt x="303" y="246"/>
                    <a:pt x="308" y="246"/>
                    <a:pt x="313" y="247"/>
                  </a:cubicBezTo>
                  <a:cubicBezTo>
                    <a:pt x="317" y="249"/>
                    <a:pt x="321" y="252"/>
                    <a:pt x="323" y="256"/>
                  </a:cubicBezTo>
                  <a:cubicBezTo>
                    <a:pt x="325" y="261"/>
                    <a:pt x="326" y="265"/>
                    <a:pt x="324" y="270"/>
                  </a:cubicBezTo>
                  <a:close/>
                  <a:moveTo>
                    <a:pt x="183" y="146"/>
                  </a:moveTo>
                  <a:cubicBezTo>
                    <a:pt x="183" y="156"/>
                    <a:pt x="180" y="165"/>
                    <a:pt x="172" y="172"/>
                  </a:cubicBezTo>
                  <a:cubicBezTo>
                    <a:pt x="165" y="179"/>
                    <a:pt x="157" y="182"/>
                    <a:pt x="147" y="182"/>
                  </a:cubicBezTo>
                  <a:cubicBezTo>
                    <a:pt x="136" y="182"/>
                    <a:pt x="128" y="179"/>
                    <a:pt x="121" y="172"/>
                  </a:cubicBezTo>
                  <a:cubicBezTo>
                    <a:pt x="114" y="165"/>
                    <a:pt x="110" y="156"/>
                    <a:pt x="110" y="146"/>
                  </a:cubicBezTo>
                  <a:cubicBezTo>
                    <a:pt x="110" y="136"/>
                    <a:pt x="114" y="127"/>
                    <a:pt x="121" y="120"/>
                  </a:cubicBezTo>
                  <a:cubicBezTo>
                    <a:pt x="128" y="113"/>
                    <a:pt x="136" y="109"/>
                    <a:pt x="147" y="109"/>
                  </a:cubicBezTo>
                  <a:cubicBezTo>
                    <a:pt x="157" y="109"/>
                    <a:pt x="165" y="113"/>
                    <a:pt x="172" y="120"/>
                  </a:cubicBezTo>
                  <a:cubicBezTo>
                    <a:pt x="180" y="127"/>
                    <a:pt x="183" y="136"/>
                    <a:pt x="183" y="146"/>
                  </a:cubicBezTo>
                  <a:close/>
                  <a:moveTo>
                    <a:pt x="329" y="146"/>
                  </a:moveTo>
                  <a:cubicBezTo>
                    <a:pt x="329" y="156"/>
                    <a:pt x="326" y="165"/>
                    <a:pt x="319" y="172"/>
                  </a:cubicBezTo>
                  <a:cubicBezTo>
                    <a:pt x="312" y="179"/>
                    <a:pt x="303" y="182"/>
                    <a:pt x="293" y="182"/>
                  </a:cubicBezTo>
                  <a:cubicBezTo>
                    <a:pt x="283" y="182"/>
                    <a:pt x="274" y="179"/>
                    <a:pt x="267" y="172"/>
                  </a:cubicBezTo>
                  <a:cubicBezTo>
                    <a:pt x="260" y="165"/>
                    <a:pt x="256" y="156"/>
                    <a:pt x="256" y="146"/>
                  </a:cubicBezTo>
                  <a:cubicBezTo>
                    <a:pt x="256" y="136"/>
                    <a:pt x="260" y="127"/>
                    <a:pt x="267" y="120"/>
                  </a:cubicBezTo>
                  <a:cubicBezTo>
                    <a:pt x="274" y="113"/>
                    <a:pt x="283" y="109"/>
                    <a:pt x="293" y="109"/>
                  </a:cubicBezTo>
                  <a:cubicBezTo>
                    <a:pt x="303" y="109"/>
                    <a:pt x="312" y="113"/>
                    <a:pt x="319" y="120"/>
                  </a:cubicBezTo>
                  <a:cubicBezTo>
                    <a:pt x="326" y="127"/>
                    <a:pt x="329" y="136"/>
                    <a:pt x="329" y="146"/>
                  </a:cubicBezTo>
                  <a:close/>
                  <a:moveTo>
                    <a:pt x="403" y="219"/>
                  </a:moveTo>
                  <a:cubicBezTo>
                    <a:pt x="403" y="194"/>
                    <a:pt x="398" y="171"/>
                    <a:pt x="388" y="148"/>
                  </a:cubicBezTo>
                  <a:cubicBezTo>
                    <a:pt x="378" y="125"/>
                    <a:pt x="365" y="106"/>
                    <a:pt x="349" y="90"/>
                  </a:cubicBezTo>
                  <a:cubicBezTo>
                    <a:pt x="333" y="73"/>
                    <a:pt x="313" y="60"/>
                    <a:pt x="291" y="51"/>
                  </a:cubicBezTo>
                  <a:cubicBezTo>
                    <a:pt x="268" y="41"/>
                    <a:pt x="244" y="36"/>
                    <a:pt x="220" y="36"/>
                  </a:cubicBezTo>
                  <a:cubicBezTo>
                    <a:pt x="195" y="36"/>
                    <a:pt x="171" y="41"/>
                    <a:pt x="149" y="51"/>
                  </a:cubicBezTo>
                  <a:cubicBezTo>
                    <a:pt x="126" y="60"/>
                    <a:pt x="107" y="73"/>
                    <a:pt x="90" y="90"/>
                  </a:cubicBezTo>
                  <a:cubicBezTo>
                    <a:pt x="74" y="106"/>
                    <a:pt x="61" y="125"/>
                    <a:pt x="51" y="148"/>
                  </a:cubicBezTo>
                  <a:cubicBezTo>
                    <a:pt x="42" y="171"/>
                    <a:pt x="37" y="194"/>
                    <a:pt x="37" y="219"/>
                  </a:cubicBezTo>
                  <a:cubicBezTo>
                    <a:pt x="37" y="244"/>
                    <a:pt x="42" y="267"/>
                    <a:pt x="51" y="290"/>
                  </a:cubicBezTo>
                  <a:cubicBezTo>
                    <a:pt x="61" y="313"/>
                    <a:pt x="74" y="332"/>
                    <a:pt x="90" y="348"/>
                  </a:cubicBezTo>
                  <a:cubicBezTo>
                    <a:pt x="107" y="365"/>
                    <a:pt x="126" y="378"/>
                    <a:pt x="149" y="387"/>
                  </a:cubicBezTo>
                  <a:cubicBezTo>
                    <a:pt x="171" y="397"/>
                    <a:pt x="195" y="402"/>
                    <a:pt x="220" y="402"/>
                  </a:cubicBezTo>
                  <a:cubicBezTo>
                    <a:pt x="244" y="402"/>
                    <a:pt x="268" y="397"/>
                    <a:pt x="291" y="387"/>
                  </a:cubicBezTo>
                  <a:cubicBezTo>
                    <a:pt x="313" y="378"/>
                    <a:pt x="333" y="365"/>
                    <a:pt x="349" y="348"/>
                  </a:cubicBezTo>
                  <a:cubicBezTo>
                    <a:pt x="365" y="332"/>
                    <a:pt x="378" y="313"/>
                    <a:pt x="388" y="290"/>
                  </a:cubicBezTo>
                  <a:cubicBezTo>
                    <a:pt x="398" y="267"/>
                    <a:pt x="403" y="244"/>
                    <a:pt x="403" y="219"/>
                  </a:cubicBezTo>
                  <a:close/>
                  <a:moveTo>
                    <a:pt x="439" y="219"/>
                  </a:moveTo>
                  <a:cubicBezTo>
                    <a:pt x="439" y="259"/>
                    <a:pt x="429" y="296"/>
                    <a:pt x="410" y="329"/>
                  </a:cubicBezTo>
                  <a:cubicBezTo>
                    <a:pt x="390" y="363"/>
                    <a:pt x="363" y="389"/>
                    <a:pt x="330" y="409"/>
                  </a:cubicBezTo>
                  <a:cubicBezTo>
                    <a:pt x="296" y="429"/>
                    <a:pt x="260" y="438"/>
                    <a:pt x="220" y="438"/>
                  </a:cubicBezTo>
                  <a:cubicBezTo>
                    <a:pt x="180" y="438"/>
                    <a:pt x="143" y="429"/>
                    <a:pt x="110" y="409"/>
                  </a:cubicBezTo>
                  <a:cubicBezTo>
                    <a:pt x="76" y="389"/>
                    <a:pt x="49" y="363"/>
                    <a:pt x="30" y="329"/>
                  </a:cubicBezTo>
                  <a:cubicBezTo>
                    <a:pt x="10" y="296"/>
                    <a:pt x="0" y="259"/>
                    <a:pt x="0" y="219"/>
                  </a:cubicBezTo>
                  <a:cubicBezTo>
                    <a:pt x="0" y="179"/>
                    <a:pt x="10" y="142"/>
                    <a:pt x="30" y="109"/>
                  </a:cubicBezTo>
                  <a:cubicBezTo>
                    <a:pt x="49" y="75"/>
                    <a:pt x="76" y="49"/>
                    <a:pt x="110" y="29"/>
                  </a:cubicBezTo>
                  <a:cubicBezTo>
                    <a:pt x="143" y="9"/>
                    <a:pt x="180" y="0"/>
                    <a:pt x="220" y="0"/>
                  </a:cubicBezTo>
                  <a:cubicBezTo>
                    <a:pt x="260" y="0"/>
                    <a:pt x="296" y="9"/>
                    <a:pt x="330" y="29"/>
                  </a:cubicBezTo>
                  <a:cubicBezTo>
                    <a:pt x="363" y="49"/>
                    <a:pt x="390" y="75"/>
                    <a:pt x="410" y="109"/>
                  </a:cubicBezTo>
                  <a:cubicBezTo>
                    <a:pt x="429" y="142"/>
                    <a:pt x="439" y="179"/>
                    <a:pt x="439" y="219"/>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6" name="Freeform 52"/>
            <p:cNvSpPr>
              <a:spLocks noEditPoints="1"/>
            </p:cNvSpPr>
            <p:nvPr/>
          </p:nvSpPr>
          <p:spPr bwMode="auto">
            <a:xfrm>
              <a:off x="8601126" y="3942046"/>
              <a:ext cx="466393" cy="465493"/>
            </a:xfrm>
            <a:custGeom>
              <a:avLst/>
              <a:gdLst>
                <a:gd name="T0" fmla="*/ 323 w 439"/>
                <a:gd name="T1" fmla="*/ 328 h 438"/>
                <a:gd name="T2" fmla="*/ 299 w 439"/>
                <a:gd name="T3" fmla="*/ 336 h 438"/>
                <a:gd name="T4" fmla="*/ 263 w 439"/>
                <a:gd name="T5" fmla="*/ 288 h 438"/>
                <a:gd name="T6" fmla="*/ 176 w 439"/>
                <a:gd name="T7" fmla="*/ 288 h 438"/>
                <a:gd name="T8" fmla="*/ 141 w 439"/>
                <a:gd name="T9" fmla="*/ 336 h 438"/>
                <a:gd name="T10" fmla="*/ 116 w 439"/>
                <a:gd name="T11" fmla="*/ 328 h 438"/>
                <a:gd name="T12" fmla="*/ 155 w 439"/>
                <a:gd name="T13" fmla="*/ 258 h 438"/>
                <a:gd name="T14" fmla="*/ 285 w 439"/>
                <a:gd name="T15" fmla="*/ 258 h 438"/>
                <a:gd name="T16" fmla="*/ 183 w 439"/>
                <a:gd name="T17" fmla="*/ 146 h 438"/>
                <a:gd name="T18" fmla="*/ 147 w 439"/>
                <a:gd name="T19" fmla="*/ 182 h 438"/>
                <a:gd name="T20" fmla="*/ 110 w 439"/>
                <a:gd name="T21" fmla="*/ 146 h 438"/>
                <a:gd name="T22" fmla="*/ 147 w 439"/>
                <a:gd name="T23" fmla="*/ 109 h 438"/>
                <a:gd name="T24" fmla="*/ 183 w 439"/>
                <a:gd name="T25" fmla="*/ 146 h 438"/>
                <a:gd name="T26" fmla="*/ 319 w 439"/>
                <a:gd name="T27" fmla="*/ 172 h 438"/>
                <a:gd name="T28" fmla="*/ 267 w 439"/>
                <a:gd name="T29" fmla="*/ 172 h 438"/>
                <a:gd name="T30" fmla="*/ 267 w 439"/>
                <a:gd name="T31" fmla="*/ 120 h 438"/>
                <a:gd name="T32" fmla="*/ 319 w 439"/>
                <a:gd name="T33" fmla="*/ 120 h 438"/>
                <a:gd name="T34" fmla="*/ 403 w 439"/>
                <a:gd name="T35" fmla="*/ 219 h 438"/>
                <a:gd name="T36" fmla="*/ 349 w 439"/>
                <a:gd name="T37" fmla="*/ 90 h 438"/>
                <a:gd name="T38" fmla="*/ 220 w 439"/>
                <a:gd name="T39" fmla="*/ 36 h 438"/>
                <a:gd name="T40" fmla="*/ 90 w 439"/>
                <a:gd name="T41" fmla="*/ 90 h 438"/>
                <a:gd name="T42" fmla="*/ 37 w 439"/>
                <a:gd name="T43" fmla="*/ 219 h 438"/>
                <a:gd name="T44" fmla="*/ 90 w 439"/>
                <a:gd name="T45" fmla="*/ 348 h 438"/>
                <a:gd name="T46" fmla="*/ 220 w 439"/>
                <a:gd name="T47" fmla="*/ 402 h 438"/>
                <a:gd name="T48" fmla="*/ 349 w 439"/>
                <a:gd name="T49" fmla="*/ 348 h 438"/>
                <a:gd name="T50" fmla="*/ 403 w 439"/>
                <a:gd name="T51" fmla="*/ 219 h 438"/>
                <a:gd name="T52" fmla="*/ 410 w 439"/>
                <a:gd name="T53" fmla="*/ 329 h 438"/>
                <a:gd name="T54" fmla="*/ 220 w 439"/>
                <a:gd name="T55" fmla="*/ 438 h 438"/>
                <a:gd name="T56" fmla="*/ 30 w 439"/>
                <a:gd name="T57" fmla="*/ 329 h 438"/>
                <a:gd name="T58" fmla="*/ 30 w 439"/>
                <a:gd name="T59" fmla="*/ 109 h 438"/>
                <a:gd name="T60" fmla="*/ 220 w 439"/>
                <a:gd name="T61" fmla="*/ 0 h 438"/>
                <a:gd name="T62" fmla="*/ 410 w 439"/>
                <a:gd name="T63" fmla="*/ 109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9" h="438">
                  <a:moveTo>
                    <a:pt x="324" y="314"/>
                  </a:moveTo>
                  <a:cubicBezTo>
                    <a:pt x="326" y="319"/>
                    <a:pt x="325" y="324"/>
                    <a:pt x="323" y="328"/>
                  </a:cubicBezTo>
                  <a:cubicBezTo>
                    <a:pt x="321" y="332"/>
                    <a:pt x="317" y="335"/>
                    <a:pt x="313" y="337"/>
                  </a:cubicBezTo>
                  <a:cubicBezTo>
                    <a:pt x="308" y="339"/>
                    <a:pt x="303" y="338"/>
                    <a:pt x="299" y="336"/>
                  </a:cubicBezTo>
                  <a:cubicBezTo>
                    <a:pt x="294" y="334"/>
                    <a:pt x="291" y="330"/>
                    <a:pt x="289" y="325"/>
                  </a:cubicBezTo>
                  <a:cubicBezTo>
                    <a:pt x="285" y="310"/>
                    <a:pt x="276" y="297"/>
                    <a:pt x="263" y="288"/>
                  </a:cubicBezTo>
                  <a:cubicBezTo>
                    <a:pt x="250" y="279"/>
                    <a:pt x="236" y="274"/>
                    <a:pt x="220" y="274"/>
                  </a:cubicBezTo>
                  <a:cubicBezTo>
                    <a:pt x="204" y="274"/>
                    <a:pt x="189" y="279"/>
                    <a:pt x="176" y="288"/>
                  </a:cubicBezTo>
                  <a:cubicBezTo>
                    <a:pt x="164" y="297"/>
                    <a:pt x="155" y="310"/>
                    <a:pt x="150" y="325"/>
                  </a:cubicBezTo>
                  <a:cubicBezTo>
                    <a:pt x="148" y="330"/>
                    <a:pt x="145" y="334"/>
                    <a:pt x="141" y="336"/>
                  </a:cubicBezTo>
                  <a:cubicBezTo>
                    <a:pt x="137" y="338"/>
                    <a:pt x="132" y="339"/>
                    <a:pt x="127" y="337"/>
                  </a:cubicBezTo>
                  <a:cubicBezTo>
                    <a:pt x="122" y="335"/>
                    <a:pt x="119" y="332"/>
                    <a:pt x="116" y="328"/>
                  </a:cubicBezTo>
                  <a:cubicBezTo>
                    <a:pt x="114" y="324"/>
                    <a:pt x="114" y="319"/>
                    <a:pt x="115" y="314"/>
                  </a:cubicBezTo>
                  <a:cubicBezTo>
                    <a:pt x="122" y="291"/>
                    <a:pt x="135" y="273"/>
                    <a:pt x="155" y="258"/>
                  </a:cubicBezTo>
                  <a:cubicBezTo>
                    <a:pt x="174" y="244"/>
                    <a:pt x="196" y="237"/>
                    <a:pt x="220" y="237"/>
                  </a:cubicBezTo>
                  <a:cubicBezTo>
                    <a:pt x="244" y="237"/>
                    <a:pt x="266" y="244"/>
                    <a:pt x="285" y="258"/>
                  </a:cubicBezTo>
                  <a:cubicBezTo>
                    <a:pt x="304" y="273"/>
                    <a:pt x="317" y="291"/>
                    <a:pt x="324" y="314"/>
                  </a:cubicBezTo>
                  <a:close/>
                  <a:moveTo>
                    <a:pt x="183" y="146"/>
                  </a:moveTo>
                  <a:cubicBezTo>
                    <a:pt x="183" y="156"/>
                    <a:pt x="180" y="165"/>
                    <a:pt x="172" y="172"/>
                  </a:cubicBezTo>
                  <a:cubicBezTo>
                    <a:pt x="165" y="179"/>
                    <a:pt x="157" y="182"/>
                    <a:pt x="147" y="182"/>
                  </a:cubicBezTo>
                  <a:cubicBezTo>
                    <a:pt x="136" y="182"/>
                    <a:pt x="128" y="179"/>
                    <a:pt x="121" y="172"/>
                  </a:cubicBezTo>
                  <a:cubicBezTo>
                    <a:pt x="114" y="165"/>
                    <a:pt x="110" y="156"/>
                    <a:pt x="110" y="146"/>
                  </a:cubicBezTo>
                  <a:cubicBezTo>
                    <a:pt x="110" y="136"/>
                    <a:pt x="114" y="127"/>
                    <a:pt x="121" y="120"/>
                  </a:cubicBezTo>
                  <a:cubicBezTo>
                    <a:pt x="128" y="113"/>
                    <a:pt x="136" y="109"/>
                    <a:pt x="147" y="109"/>
                  </a:cubicBezTo>
                  <a:cubicBezTo>
                    <a:pt x="157" y="109"/>
                    <a:pt x="165" y="113"/>
                    <a:pt x="172" y="120"/>
                  </a:cubicBezTo>
                  <a:cubicBezTo>
                    <a:pt x="180" y="127"/>
                    <a:pt x="183" y="136"/>
                    <a:pt x="183" y="146"/>
                  </a:cubicBezTo>
                  <a:close/>
                  <a:moveTo>
                    <a:pt x="329" y="146"/>
                  </a:moveTo>
                  <a:cubicBezTo>
                    <a:pt x="329" y="156"/>
                    <a:pt x="326" y="165"/>
                    <a:pt x="319" y="172"/>
                  </a:cubicBezTo>
                  <a:cubicBezTo>
                    <a:pt x="312" y="179"/>
                    <a:pt x="303" y="182"/>
                    <a:pt x="293" y="182"/>
                  </a:cubicBezTo>
                  <a:cubicBezTo>
                    <a:pt x="283" y="182"/>
                    <a:pt x="274" y="179"/>
                    <a:pt x="267" y="172"/>
                  </a:cubicBezTo>
                  <a:cubicBezTo>
                    <a:pt x="260" y="165"/>
                    <a:pt x="256" y="156"/>
                    <a:pt x="256" y="146"/>
                  </a:cubicBezTo>
                  <a:cubicBezTo>
                    <a:pt x="256" y="136"/>
                    <a:pt x="260" y="127"/>
                    <a:pt x="267" y="120"/>
                  </a:cubicBezTo>
                  <a:cubicBezTo>
                    <a:pt x="274" y="113"/>
                    <a:pt x="283" y="109"/>
                    <a:pt x="293" y="109"/>
                  </a:cubicBezTo>
                  <a:cubicBezTo>
                    <a:pt x="303" y="109"/>
                    <a:pt x="312" y="113"/>
                    <a:pt x="319" y="120"/>
                  </a:cubicBezTo>
                  <a:cubicBezTo>
                    <a:pt x="326" y="127"/>
                    <a:pt x="329" y="136"/>
                    <a:pt x="329" y="146"/>
                  </a:cubicBezTo>
                  <a:close/>
                  <a:moveTo>
                    <a:pt x="403" y="219"/>
                  </a:moveTo>
                  <a:cubicBezTo>
                    <a:pt x="403" y="194"/>
                    <a:pt x="398" y="171"/>
                    <a:pt x="388" y="148"/>
                  </a:cubicBezTo>
                  <a:cubicBezTo>
                    <a:pt x="378" y="125"/>
                    <a:pt x="365" y="106"/>
                    <a:pt x="349" y="90"/>
                  </a:cubicBezTo>
                  <a:cubicBezTo>
                    <a:pt x="333" y="73"/>
                    <a:pt x="313" y="60"/>
                    <a:pt x="291" y="51"/>
                  </a:cubicBezTo>
                  <a:cubicBezTo>
                    <a:pt x="268" y="41"/>
                    <a:pt x="244" y="36"/>
                    <a:pt x="220" y="36"/>
                  </a:cubicBezTo>
                  <a:cubicBezTo>
                    <a:pt x="195" y="36"/>
                    <a:pt x="171" y="41"/>
                    <a:pt x="149" y="51"/>
                  </a:cubicBezTo>
                  <a:cubicBezTo>
                    <a:pt x="126" y="60"/>
                    <a:pt x="107" y="73"/>
                    <a:pt x="90" y="90"/>
                  </a:cubicBezTo>
                  <a:cubicBezTo>
                    <a:pt x="74" y="106"/>
                    <a:pt x="61" y="125"/>
                    <a:pt x="51" y="148"/>
                  </a:cubicBezTo>
                  <a:cubicBezTo>
                    <a:pt x="42" y="171"/>
                    <a:pt x="37" y="194"/>
                    <a:pt x="37" y="219"/>
                  </a:cubicBezTo>
                  <a:cubicBezTo>
                    <a:pt x="37" y="244"/>
                    <a:pt x="42" y="267"/>
                    <a:pt x="51" y="290"/>
                  </a:cubicBezTo>
                  <a:cubicBezTo>
                    <a:pt x="61" y="313"/>
                    <a:pt x="74" y="332"/>
                    <a:pt x="90" y="348"/>
                  </a:cubicBezTo>
                  <a:cubicBezTo>
                    <a:pt x="107" y="365"/>
                    <a:pt x="126" y="378"/>
                    <a:pt x="149" y="387"/>
                  </a:cubicBezTo>
                  <a:cubicBezTo>
                    <a:pt x="171" y="397"/>
                    <a:pt x="195" y="402"/>
                    <a:pt x="220" y="402"/>
                  </a:cubicBezTo>
                  <a:cubicBezTo>
                    <a:pt x="244" y="402"/>
                    <a:pt x="268" y="397"/>
                    <a:pt x="291" y="387"/>
                  </a:cubicBezTo>
                  <a:cubicBezTo>
                    <a:pt x="313" y="378"/>
                    <a:pt x="333" y="365"/>
                    <a:pt x="349" y="348"/>
                  </a:cubicBezTo>
                  <a:cubicBezTo>
                    <a:pt x="365" y="332"/>
                    <a:pt x="378" y="313"/>
                    <a:pt x="388" y="290"/>
                  </a:cubicBezTo>
                  <a:cubicBezTo>
                    <a:pt x="398" y="267"/>
                    <a:pt x="403" y="244"/>
                    <a:pt x="403" y="219"/>
                  </a:cubicBezTo>
                  <a:close/>
                  <a:moveTo>
                    <a:pt x="439" y="219"/>
                  </a:moveTo>
                  <a:cubicBezTo>
                    <a:pt x="439" y="259"/>
                    <a:pt x="429" y="296"/>
                    <a:pt x="410" y="329"/>
                  </a:cubicBezTo>
                  <a:cubicBezTo>
                    <a:pt x="390" y="363"/>
                    <a:pt x="363" y="389"/>
                    <a:pt x="330" y="409"/>
                  </a:cubicBezTo>
                  <a:cubicBezTo>
                    <a:pt x="296" y="429"/>
                    <a:pt x="260" y="438"/>
                    <a:pt x="220" y="438"/>
                  </a:cubicBezTo>
                  <a:cubicBezTo>
                    <a:pt x="180" y="438"/>
                    <a:pt x="143" y="429"/>
                    <a:pt x="110" y="409"/>
                  </a:cubicBezTo>
                  <a:cubicBezTo>
                    <a:pt x="76" y="389"/>
                    <a:pt x="49" y="363"/>
                    <a:pt x="30" y="329"/>
                  </a:cubicBezTo>
                  <a:cubicBezTo>
                    <a:pt x="10" y="296"/>
                    <a:pt x="0" y="259"/>
                    <a:pt x="0" y="219"/>
                  </a:cubicBezTo>
                  <a:cubicBezTo>
                    <a:pt x="0" y="179"/>
                    <a:pt x="10" y="142"/>
                    <a:pt x="30" y="109"/>
                  </a:cubicBezTo>
                  <a:cubicBezTo>
                    <a:pt x="49" y="75"/>
                    <a:pt x="76" y="49"/>
                    <a:pt x="110" y="29"/>
                  </a:cubicBezTo>
                  <a:cubicBezTo>
                    <a:pt x="143" y="9"/>
                    <a:pt x="180" y="0"/>
                    <a:pt x="220" y="0"/>
                  </a:cubicBezTo>
                  <a:cubicBezTo>
                    <a:pt x="260" y="0"/>
                    <a:pt x="296" y="9"/>
                    <a:pt x="330" y="29"/>
                  </a:cubicBezTo>
                  <a:cubicBezTo>
                    <a:pt x="363" y="49"/>
                    <a:pt x="390" y="75"/>
                    <a:pt x="410" y="109"/>
                  </a:cubicBezTo>
                  <a:cubicBezTo>
                    <a:pt x="429" y="142"/>
                    <a:pt x="439" y="179"/>
                    <a:pt x="439" y="219"/>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7" name="Freeform 53"/>
            <p:cNvSpPr>
              <a:spLocks noEditPoints="1"/>
            </p:cNvSpPr>
            <p:nvPr/>
          </p:nvSpPr>
          <p:spPr bwMode="auto">
            <a:xfrm>
              <a:off x="9693748" y="3922257"/>
              <a:ext cx="423216" cy="505071"/>
            </a:xfrm>
            <a:custGeom>
              <a:avLst/>
              <a:gdLst>
                <a:gd name="T0" fmla="*/ 398 w 398"/>
                <a:gd name="T1" fmla="*/ 347 h 475"/>
                <a:gd name="T2" fmla="*/ 363 w 398"/>
                <a:gd name="T3" fmla="*/ 419 h 475"/>
                <a:gd name="T4" fmla="*/ 290 w 398"/>
                <a:gd name="T5" fmla="*/ 475 h 475"/>
                <a:gd name="T6" fmla="*/ 250 w 398"/>
                <a:gd name="T7" fmla="*/ 465 h 475"/>
                <a:gd name="T8" fmla="*/ 207 w 398"/>
                <a:gd name="T9" fmla="*/ 456 h 475"/>
                <a:gd name="T10" fmla="*/ 166 w 398"/>
                <a:gd name="T11" fmla="*/ 466 h 475"/>
                <a:gd name="T12" fmla="*/ 128 w 398"/>
                <a:gd name="T13" fmla="*/ 475 h 475"/>
                <a:gd name="T14" fmla="*/ 42 w 398"/>
                <a:gd name="T15" fmla="*/ 401 h 475"/>
                <a:gd name="T16" fmla="*/ 0 w 398"/>
                <a:gd name="T17" fmla="*/ 258 h 475"/>
                <a:gd name="T18" fmla="*/ 33 w 398"/>
                <a:gd name="T19" fmla="*/ 151 h 475"/>
                <a:gd name="T20" fmla="*/ 114 w 398"/>
                <a:gd name="T21" fmla="*/ 110 h 475"/>
                <a:gd name="T22" fmla="*/ 164 w 398"/>
                <a:gd name="T23" fmla="*/ 118 h 475"/>
                <a:gd name="T24" fmla="*/ 204 w 398"/>
                <a:gd name="T25" fmla="*/ 127 h 475"/>
                <a:gd name="T26" fmla="*/ 245 w 398"/>
                <a:gd name="T27" fmla="*/ 117 h 475"/>
                <a:gd name="T28" fmla="*/ 294 w 398"/>
                <a:gd name="T29" fmla="*/ 107 h 475"/>
                <a:gd name="T30" fmla="*/ 355 w 398"/>
                <a:gd name="T31" fmla="*/ 126 h 475"/>
                <a:gd name="T32" fmla="*/ 385 w 398"/>
                <a:gd name="T33" fmla="*/ 155 h 475"/>
                <a:gd name="T34" fmla="*/ 352 w 398"/>
                <a:gd name="T35" fmla="*/ 188 h 475"/>
                <a:gd name="T36" fmla="*/ 333 w 398"/>
                <a:gd name="T37" fmla="*/ 247 h 475"/>
                <a:gd name="T38" fmla="*/ 353 w 398"/>
                <a:gd name="T39" fmla="*/ 311 h 475"/>
                <a:gd name="T40" fmla="*/ 398 w 398"/>
                <a:gd name="T41" fmla="*/ 347 h 475"/>
                <a:gd name="T42" fmla="*/ 291 w 398"/>
                <a:gd name="T43" fmla="*/ 12 h 475"/>
                <a:gd name="T44" fmla="*/ 283 w 398"/>
                <a:gd name="T45" fmla="*/ 51 h 475"/>
                <a:gd name="T46" fmla="*/ 256 w 398"/>
                <a:gd name="T47" fmla="*/ 90 h 475"/>
                <a:gd name="T48" fmla="*/ 225 w 398"/>
                <a:gd name="T49" fmla="*/ 111 h 475"/>
                <a:gd name="T50" fmla="*/ 195 w 398"/>
                <a:gd name="T51" fmla="*/ 116 h 475"/>
                <a:gd name="T52" fmla="*/ 218 w 398"/>
                <a:gd name="T53" fmla="*/ 42 h 475"/>
                <a:gd name="T54" fmla="*/ 289 w 398"/>
                <a:gd name="T55" fmla="*/ 0 h 475"/>
                <a:gd name="T56" fmla="*/ 290 w 398"/>
                <a:gd name="T57" fmla="*/ 3 h 475"/>
                <a:gd name="T58" fmla="*/ 291 w 398"/>
                <a:gd name="T59" fmla="*/ 6 h 475"/>
                <a:gd name="T60" fmla="*/ 291 w 398"/>
                <a:gd name="T61" fmla="*/ 9 h 475"/>
                <a:gd name="T62" fmla="*/ 291 w 398"/>
                <a:gd name="T63" fmla="*/ 1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98" h="475">
                  <a:moveTo>
                    <a:pt x="398" y="347"/>
                  </a:moveTo>
                  <a:cubicBezTo>
                    <a:pt x="391" y="371"/>
                    <a:pt x="379" y="395"/>
                    <a:pt x="363" y="419"/>
                  </a:cubicBezTo>
                  <a:cubicBezTo>
                    <a:pt x="339" y="456"/>
                    <a:pt x="314" y="475"/>
                    <a:pt x="290" y="475"/>
                  </a:cubicBezTo>
                  <a:cubicBezTo>
                    <a:pt x="280" y="475"/>
                    <a:pt x="267" y="472"/>
                    <a:pt x="250" y="465"/>
                  </a:cubicBezTo>
                  <a:cubicBezTo>
                    <a:pt x="233" y="459"/>
                    <a:pt x="219" y="456"/>
                    <a:pt x="207" y="456"/>
                  </a:cubicBezTo>
                  <a:cubicBezTo>
                    <a:pt x="195" y="456"/>
                    <a:pt x="181" y="459"/>
                    <a:pt x="166" y="466"/>
                  </a:cubicBezTo>
                  <a:cubicBezTo>
                    <a:pt x="151" y="472"/>
                    <a:pt x="138" y="475"/>
                    <a:pt x="128" y="475"/>
                  </a:cubicBezTo>
                  <a:cubicBezTo>
                    <a:pt x="99" y="475"/>
                    <a:pt x="71" y="451"/>
                    <a:pt x="42" y="401"/>
                  </a:cubicBezTo>
                  <a:cubicBezTo>
                    <a:pt x="14" y="352"/>
                    <a:pt x="0" y="304"/>
                    <a:pt x="0" y="258"/>
                  </a:cubicBezTo>
                  <a:cubicBezTo>
                    <a:pt x="0" y="214"/>
                    <a:pt x="11" y="179"/>
                    <a:pt x="33" y="151"/>
                  </a:cubicBezTo>
                  <a:cubicBezTo>
                    <a:pt x="54" y="123"/>
                    <a:pt x="81" y="110"/>
                    <a:pt x="114" y="110"/>
                  </a:cubicBezTo>
                  <a:cubicBezTo>
                    <a:pt x="127" y="110"/>
                    <a:pt x="144" y="113"/>
                    <a:pt x="164" y="118"/>
                  </a:cubicBezTo>
                  <a:cubicBezTo>
                    <a:pt x="184" y="124"/>
                    <a:pt x="197" y="127"/>
                    <a:pt x="204" y="127"/>
                  </a:cubicBezTo>
                  <a:cubicBezTo>
                    <a:pt x="212" y="127"/>
                    <a:pt x="226" y="124"/>
                    <a:pt x="245" y="117"/>
                  </a:cubicBezTo>
                  <a:cubicBezTo>
                    <a:pt x="264" y="111"/>
                    <a:pt x="280" y="107"/>
                    <a:pt x="294" y="107"/>
                  </a:cubicBezTo>
                  <a:cubicBezTo>
                    <a:pt x="317" y="107"/>
                    <a:pt x="337" y="114"/>
                    <a:pt x="355" y="126"/>
                  </a:cubicBezTo>
                  <a:cubicBezTo>
                    <a:pt x="365" y="133"/>
                    <a:pt x="375" y="142"/>
                    <a:pt x="385" y="155"/>
                  </a:cubicBezTo>
                  <a:cubicBezTo>
                    <a:pt x="370" y="167"/>
                    <a:pt x="359" y="179"/>
                    <a:pt x="352" y="188"/>
                  </a:cubicBezTo>
                  <a:cubicBezTo>
                    <a:pt x="340" y="206"/>
                    <a:pt x="333" y="226"/>
                    <a:pt x="333" y="247"/>
                  </a:cubicBezTo>
                  <a:cubicBezTo>
                    <a:pt x="333" y="271"/>
                    <a:pt x="340" y="292"/>
                    <a:pt x="353" y="311"/>
                  </a:cubicBezTo>
                  <a:cubicBezTo>
                    <a:pt x="366" y="330"/>
                    <a:pt x="381" y="342"/>
                    <a:pt x="398" y="347"/>
                  </a:cubicBezTo>
                  <a:close/>
                  <a:moveTo>
                    <a:pt x="291" y="12"/>
                  </a:moveTo>
                  <a:cubicBezTo>
                    <a:pt x="291" y="24"/>
                    <a:pt x="288" y="37"/>
                    <a:pt x="283" y="51"/>
                  </a:cubicBezTo>
                  <a:cubicBezTo>
                    <a:pt x="277" y="65"/>
                    <a:pt x="268" y="78"/>
                    <a:pt x="256" y="90"/>
                  </a:cubicBezTo>
                  <a:cubicBezTo>
                    <a:pt x="246" y="101"/>
                    <a:pt x="235" y="107"/>
                    <a:pt x="225" y="111"/>
                  </a:cubicBezTo>
                  <a:cubicBezTo>
                    <a:pt x="218" y="113"/>
                    <a:pt x="208" y="115"/>
                    <a:pt x="195" y="116"/>
                  </a:cubicBezTo>
                  <a:cubicBezTo>
                    <a:pt x="196" y="87"/>
                    <a:pt x="203" y="63"/>
                    <a:pt x="218" y="42"/>
                  </a:cubicBezTo>
                  <a:cubicBezTo>
                    <a:pt x="232" y="22"/>
                    <a:pt x="256" y="8"/>
                    <a:pt x="289" y="0"/>
                  </a:cubicBezTo>
                  <a:cubicBezTo>
                    <a:pt x="289" y="1"/>
                    <a:pt x="290" y="2"/>
                    <a:pt x="290" y="3"/>
                  </a:cubicBezTo>
                  <a:cubicBezTo>
                    <a:pt x="290" y="5"/>
                    <a:pt x="290" y="6"/>
                    <a:pt x="291" y="6"/>
                  </a:cubicBezTo>
                  <a:cubicBezTo>
                    <a:pt x="291" y="7"/>
                    <a:pt x="291" y="8"/>
                    <a:pt x="291" y="9"/>
                  </a:cubicBezTo>
                  <a:cubicBezTo>
                    <a:pt x="291" y="10"/>
                    <a:pt x="291" y="11"/>
                    <a:pt x="291" y="12"/>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208" name="Freeform 54"/>
            <p:cNvSpPr>
              <a:spLocks noEditPoints="1"/>
            </p:cNvSpPr>
            <p:nvPr/>
          </p:nvSpPr>
          <p:spPr bwMode="auto">
            <a:xfrm>
              <a:off x="10743196" y="3922257"/>
              <a:ext cx="505970" cy="505071"/>
            </a:xfrm>
            <a:custGeom>
              <a:avLst/>
              <a:gdLst>
                <a:gd name="T0" fmla="*/ 461 w 1125"/>
                <a:gd name="T1" fmla="*/ 591 h 1123"/>
                <a:gd name="T2" fmla="*/ 461 w 1125"/>
                <a:gd name="T3" fmla="*/ 1030 h 1123"/>
                <a:gd name="T4" fmla="*/ 0 w 1125"/>
                <a:gd name="T5" fmla="*/ 969 h 1123"/>
                <a:gd name="T6" fmla="*/ 0 w 1125"/>
                <a:gd name="T7" fmla="*/ 591 h 1123"/>
                <a:gd name="T8" fmla="*/ 461 w 1125"/>
                <a:gd name="T9" fmla="*/ 591 h 1123"/>
                <a:gd name="T10" fmla="*/ 461 w 1125"/>
                <a:gd name="T11" fmla="*/ 89 h 1123"/>
                <a:gd name="T12" fmla="*/ 461 w 1125"/>
                <a:gd name="T13" fmla="*/ 534 h 1123"/>
                <a:gd name="T14" fmla="*/ 0 w 1125"/>
                <a:gd name="T15" fmla="*/ 534 h 1123"/>
                <a:gd name="T16" fmla="*/ 0 w 1125"/>
                <a:gd name="T17" fmla="*/ 153 h 1123"/>
                <a:gd name="T18" fmla="*/ 461 w 1125"/>
                <a:gd name="T19" fmla="*/ 89 h 1123"/>
                <a:gd name="T20" fmla="*/ 1125 w 1125"/>
                <a:gd name="T21" fmla="*/ 591 h 1123"/>
                <a:gd name="T22" fmla="*/ 1125 w 1125"/>
                <a:gd name="T23" fmla="*/ 1123 h 1123"/>
                <a:gd name="T24" fmla="*/ 513 w 1125"/>
                <a:gd name="T25" fmla="*/ 1038 h 1123"/>
                <a:gd name="T26" fmla="*/ 513 w 1125"/>
                <a:gd name="T27" fmla="*/ 591 h 1123"/>
                <a:gd name="T28" fmla="*/ 1125 w 1125"/>
                <a:gd name="T29" fmla="*/ 591 h 1123"/>
                <a:gd name="T30" fmla="*/ 1125 w 1125"/>
                <a:gd name="T31" fmla="*/ 0 h 1123"/>
                <a:gd name="T32" fmla="*/ 1125 w 1125"/>
                <a:gd name="T33" fmla="*/ 534 h 1123"/>
                <a:gd name="T34" fmla="*/ 513 w 1125"/>
                <a:gd name="T35" fmla="*/ 534 h 1123"/>
                <a:gd name="T36" fmla="*/ 513 w 1125"/>
                <a:gd name="T37" fmla="*/ 82 h 1123"/>
                <a:gd name="T38" fmla="*/ 1125 w 1125"/>
                <a:gd name="T39" fmla="*/ 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25" h="1123">
                  <a:moveTo>
                    <a:pt x="461" y="591"/>
                  </a:moveTo>
                  <a:lnTo>
                    <a:pt x="461" y="1030"/>
                  </a:lnTo>
                  <a:lnTo>
                    <a:pt x="0" y="969"/>
                  </a:lnTo>
                  <a:lnTo>
                    <a:pt x="0" y="591"/>
                  </a:lnTo>
                  <a:lnTo>
                    <a:pt x="461" y="591"/>
                  </a:lnTo>
                  <a:close/>
                  <a:moveTo>
                    <a:pt x="461" y="89"/>
                  </a:moveTo>
                  <a:lnTo>
                    <a:pt x="461" y="534"/>
                  </a:lnTo>
                  <a:lnTo>
                    <a:pt x="0" y="534"/>
                  </a:lnTo>
                  <a:lnTo>
                    <a:pt x="0" y="153"/>
                  </a:lnTo>
                  <a:lnTo>
                    <a:pt x="461" y="89"/>
                  </a:lnTo>
                  <a:close/>
                  <a:moveTo>
                    <a:pt x="1125" y="591"/>
                  </a:moveTo>
                  <a:lnTo>
                    <a:pt x="1125" y="1123"/>
                  </a:lnTo>
                  <a:lnTo>
                    <a:pt x="513" y="1038"/>
                  </a:lnTo>
                  <a:lnTo>
                    <a:pt x="513" y="591"/>
                  </a:lnTo>
                  <a:lnTo>
                    <a:pt x="1125" y="591"/>
                  </a:lnTo>
                  <a:close/>
                  <a:moveTo>
                    <a:pt x="1125" y="0"/>
                  </a:moveTo>
                  <a:lnTo>
                    <a:pt x="1125" y="534"/>
                  </a:lnTo>
                  <a:lnTo>
                    <a:pt x="513" y="534"/>
                  </a:lnTo>
                  <a:lnTo>
                    <a:pt x="513" y="82"/>
                  </a:lnTo>
                  <a:lnTo>
                    <a:pt x="1125"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宽&quot;,&quot;HeaderHeight&quot;:10.612244897959188,&quot;FooterHeight&quot;:10.0,&quot;SideMargin&quot;:6.4,&quot;TopMargin&quot;:0.0,&quot;BottomMargin&quot;:0.0,&quot;IntervalMargin&quot;:0.0,&quot;SettingType&quot;:&quot;System&quot;}"/>
  <p:tag name="KSO_WPP_MARK_KEY" val="e2a1a379-73bd-4f44-b8e5-7533a6cdda44"/>
  <p:tag name="COMMONDATA" val="eyJoZGlkIjoiNDRjMTk2MTgxM2Q0Yzc3NWY4ODE4ZTQzY2RiMWJiZjYifQ=="/>
</p:tagLst>
</file>

<file path=ppt/tags/tag2.xml><?xml version="1.0" encoding="utf-8"?>
<p:tagLst xmlns:a="http://schemas.openxmlformats.org/drawingml/2006/main" xmlns:r="http://schemas.openxmlformats.org/officeDocument/2006/relationships" xmlns:p="http://schemas.openxmlformats.org/presentationml/2006/main">
  <p:tag name="ISLIDE.ICON" val="#46247;"/>
</p:tagLst>
</file>

<file path=ppt/tags/tag3.xml><?xml version="1.0" encoding="utf-8"?>
<p:tagLst xmlns:a="http://schemas.openxmlformats.org/drawingml/2006/main" xmlns:r="http://schemas.openxmlformats.org/officeDocument/2006/relationships" xmlns:p="http://schemas.openxmlformats.org/presentationml/2006/main">
  <p:tag name="ISLIDE.ICON" val="#46247;"/>
</p:tagLst>
</file>

<file path=ppt/tags/tag4.xml><?xml version="1.0" encoding="utf-8"?>
<p:tagLst xmlns:a="http://schemas.openxmlformats.org/drawingml/2006/main" xmlns:r="http://schemas.openxmlformats.org/officeDocument/2006/relationships" xmlns:p="http://schemas.openxmlformats.org/presentationml/2006/main">
  <p:tag name="ISLIDE.ICON" val="#46247;"/>
</p:tagLst>
</file>

<file path=ppt/tags/tag5.xml><?xml version="1.0" encoding="utf-8"?>
<p:tagLst xmlns:a="http://schemas.openxmlformats.org/drawingml/2006/main" xmlns:r="http://schemas.openxmlformats.org/officeDocument/2006/relationships" xmlns:p="http://schemas.openxmlformats.org/presentationml/2006/main">
  <p:tag name="ISLIDE.ICON" val="#46247;"/>
</p:tagLst>
</file>

<file path=ppt/tags/tag6.xml><?xml version="1.0" encoding="utf-8"?>
<p:tagLst xmlns:a="http://schemas.openxmlformats.org/drawingml/2006/main" xmlns:r="http://schemas.openxmlformats.org/officeDocument/2006/relationships" xmlns:p="http://schemas.openxmlformats.org/presentationml/2006/main">
  <p:tag name="ISLIDE.ICON" val="#46247;"/>
</p:tagLst>
</file>

<file path=ppt/tags/tag7.xml><?xml version="1.0" encoding="utf-8"?>
<p:tagLst xmlns:a="http://schemas.openxmlformats.org/drawingml/2006/main" xmlns:r="http://schemas.openxmlformats.org/officeDocument/2006/relationships" xmlns:p="http://schemas.openxmlformats.org/presentationml/2006/main">
  <p:tag name="ISLIDE.ICON" val="#46247;"/>
</p:tagLst>
</file>

<file path=ppt/tags/tag8.xml><?xml version="1.0" encoding="utf-8"?>
<p:tagLst xmlns:a="http://schemas.openxmlformats.org/drawingml/2006/main" xmlns:r="http://schemas.openxmlformats.org/officeDocument/2006/relationships" xmlns:p="http://schemas.openxmlformats.org/presentationml/2006/main">
  <p:tag name="ISLIDE.ICON" val="#46247;"/>
</p:tagLst>
</file>

<file path=ppt/tags/tag9.xml><?xml version="1.0" encoding="utf-8"?>
<p:tagLst xmlns:a="http://schemas.openxmlformats.org/drawingml/2006/main" xmlns:r="http://schemas.openxmlformats.org/officeDocument/2006/relationships" xmlns:p="http://schemas.openxmlformats.org/presentationml/2006/main">
  <p:tag name="ISLIDE.ICON" val="#46247;#407218;"/>
</p:tagLst>
</file>

<file path=ppt/tags/tag10.xml><?xml version="1.0" encoding="utf-8"?>
<p:tagLst xmlns:a="http://schemas.openxmlformats.org/drawingml/2006/main" xmlns:r="http://schemas.openxmlformats.org/officeDocument/2006/relationships" xmlns:p="http://schemas.openxmlformats.org/presentationml/2006/main">
  <p:tag name="ISLIDE.ICON" val="#46247;#407218;"/>
</p:tagLst>
</file>

<file path=ppt/tags/tag11.xml><?xml version="1.0" encoding="utf-8"?>
<p:tagLst xmlns:a="http://schemas.openxmlformats.org/drawingml/2006/main" xmlns:r="http://schemas.openxmlformats.org/officeDocument/2006/relationships" xmlns:p="http://schemas.openxmlformats.org/presentationml/2006/main">
  <p:tag name="ISLIDE.ICON" val="#166610;#67823;#152653;#152018;#166739;"/>
</p:tagLst>
</file>

<file path=ppt/tags/tag12.xml><?xml version="1.0" encoding="utf-8"?>
<p:tagLst xmlns:a="http://schemas.openxmlformats.org/drawingml/2006/main" xmlns:r="http://schemas.openxmlformats.org/officeDocument/2006/relationships" xmlns:p="http://schemas.openxmlformats.org/presentationml/2006/main">
  <p:tag name="ISLIDE.ICON" val="#166610;#67823;#152653;#152018;#166739;"/>
</p:tagLst>
</file>

<file path=ppt/tags/tag13.xml><?xml version="1.0" encoding="utf-8"?>
<p:tagLst xmlns:a="http://schemas.openxmlformats.org/drawingml/2006/main" xmlns:r="http://schemas.openxmlformats.org/officeDocument/2006/relationships" xmlns:p="http://schemas.openxmlformats.org/presentationml/2006/main">
  <p:tag name="ISLIDE.ICON" val="#46247;"/>
</p:tagLst>
</file>

<file path=ppt/tags/tag14.xml><?xml version="1.0" encoding="utf-8"?>
<p:tagLst xmlns:a="http://schemas.openxmlformats.org/drawingml/2006/main" xmlns:r="http://schemas.openxmlformats.org/officeDocument/2006/relationships" xmlns:p="http://schemas.openxmlformats.org/presentationml/2006/main">
  <p:tag name="ISLIDE.VECTOR" val="#254577;"/>
</p:tagLst>
</file>

<file path=ppt/tags/tag15.xml><?xml version="1.0" encoding="utf-8"?>
<p:tagLst xmlns:a="http://schemas.openxmlformats.org/drawingml/2006/main" xmlns:r="http://schemas.openxmlformats.org/officeDocument/2006/relationships" xmlns:p="http://schemas.openxmlformats.org/presentationml/2006/main">
  <p:tag name="ISLIDE.VECTOR" val="#254577;"/>
</p:tagLst>
</file>

<file path=ppt/tags/tag16.xml><?xml version="1.0" encoding="utf-8"?>
<p:tagLst xmlns:a="http://schemas.openxmlformats.org/drawingml/2006/main" xmlns:r="http://schemas.openxmlformats.org/officeDocument/2006/relationships" xmlns:p="http://schemas.openxmlformats.org/presentationml/2006/main">
  <p:tag name="ISLIDE.ICON" val="#131919;"/>
</p:tagLst>
</file>

<file path=ppt/tags/tag17.xml><?xml version="1.0" encoding="utf-8"?>
<p:tagLst xmlns:a="http://schemas.openxmlformats.org/drawingml/2006/main" xmlns:r="http://schemas.openxmlformats.org/officeDocument/2006/relationships" xmlns:p="http://schemas.openxmlformats.org/presentationml/2006/main">
  <p:tag name="ISLIDE.VECTOR" val="#254577;"/>
</p:tagLst>
</file>

<file path=ppt/tags/tag18.xml><?xml version="1.0" encoding="utf-8"?>
<p:tagLst xmlns:a="http://schemas.openxmlformats.org/drawingml/2006/main" xmlns:r="http://schemas.openxmlformats.org/officeDocument/2006/relationships" xmlns:p="http://schemas.openxmlformats.org/presentationml/2006/main">
  <p:tag name="ISLIDE.VECTOR" val="#254577;"/>
</p:tagLst>
</file>

<file path=ppt/tags/tag19.xml><?xml version="1.0" encoding="utf-8"?>
<p:tagLst xmlns:a="http://schemas.openxmlformats.org/drawingml/2006/main" xmlns:r="http://schemas.openxmlformats.org/officeDocument/2006/relationships" xmlns:p="http://schemas.openxmlformats.org/presentationml/2006/main">
  <p:tag name="ISLIDE.VECTOR" val="#254577;"/>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AE282F"/>
      </a:accent1>
      <a:accent2>
        <a:srgbClr val="C6686D"/>
      </a:accent2>
      <a:accent3>
        <a:srgbClr val="DBA1A4"/>
      </a:accent3>
      <a:accent4>
        <a:srgbClr val="ECCDCF"/>
      </a:accent4>
      <a:accent5>
        <a:srgbClr val="F7ECEC"/>
      </a:accent5>
      <a:accent6>
        <a:srgbClr val="9D1223"/>
      </a:accent6>
      <a:hlink>
        <a:srgbClr val="AE282F"/>
      </a:hlink>
      <a:folHlink>
        <a:srgbClr val="AE282F"/>
      </a:folHlink>
    </a:clrScheme>
    <a:fontScheme name="自定义 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25400">
          <a:solidFill>
            <a:schemeClr val="accent1"/>
          </a:solid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rgbClr val="AE282F"/>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1">
      <a:dk1>
        <a:sysClr val="windowText" lastClr="000000"/>
      </a:dk1>
      <a:lt1>
        <a:sysClr val="window" lastClr="FFFFFF"/>
      </a:lt1>
      <a:dk2>
        <a:srgbClr val="44546A"/>
      </a:dk2>
      <a:lt2>
        <a:srgbClr val="E7E6E6"/>
      </a:lt2>
      <a:accent1>
        <a:srgbClr val="AE282F"/>
      </a:accent1>
      <a:accent2>
        <a:srgbClr val="C6686D"/>
      </a:accent2>
      <a:accent3>
        <a:srgbClr val="DBA1A4"/>
      </a:accent3>
      <a:accent4>
        <a:srgbClr val="ECCDCF"/>
      </a:accent4>
      <a:accent5>
        <a:srgbClr val="F7ECEC"/>
      </a:accent5>
      <a:accent6>
        <a:srgbClr val="9D1223"/>
      </a:accent6>
      <a:hlink>
        <a:srgbClr val="AE282F"/>
      </a:hlink>
      <a:folHlink>
        <a:srgbClr val="AE282F"/>
      </a:folHlink>
    </a:clrScheme>
    <a:fontScheme name="自定义 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rgbClr val="AE282F"/>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自定义 1">
      <a:dk1>
        <a:sysClr val="windowText" lastClr="000000"/>
      </a:dk1>
      <a:lt1>
        <a:sysClr val="window" lastClr="FFFFFF"/>
      </a:lt1>
      <a:dk2>
        <a:srgbClr val="44546A"/>
      </a:dk2>
      <a:lt2>
        <a:srgbClr val="E7E6E6"/>
      </a:lt2>
      <a:accent1>
        <a:srgbClr val="AE282F"/>
      </a:accent1>
      <a:accent2>
        <a:srgbClr val="C6686D"/>
      </a:accent2>
      <a:accent3>
        <a:srgbClr val="DBA1A4"/>
      </a:accent3>
      <a:accent4>
        <a:srgbClr val="ECCDCF"/>
      </a:accent4>
      <a:accent5>
        <a:srgbClr val="F7ECEC"/>
      </a:accent5>
      <a:accent6>
        <a:srgbClr val="9D1223"/>
      </a:accent6>
      <a:hlink>
        <a:srgbClr val="AE282F"/>
      </a:hlink>
      <a:folHlink>
        <a:srgbClr val="AE282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自定义 1">
      <a:dk1>
        <a:sysClr val="windowText" lastClr="000000"/>
      </a:dk1>
      <a:lt1>
        <a:sysClr val="window" lastClr="FFFFFF"/>
      </a:lt1>
      <a:dk2>
        <a:srgbClr val="44546A"/>
      </a:dk2>
      <a:lt2>
        <a:srgbClr val="E7E6E6"/>
      </a:lt2>
      <a:accent1>
        <a:srgbClr val="AE282F"/>
      </a:accent1>
      <a:accent2>
        <a:srgbClr val="C6686D"/>
      </a:accent2>
      <a:accent3>
        <a:srgbClr val="DBA1A4"/>
      </a:accent3>
      <a:accent4>
        <a:srgbClr val="ECCDCF"/>
      </a:accent4>
      <a:accent5>
        <a:srgbClr val="F7ECEC"/>
      </a:accent5>
      <a:accent6>
        <a:srgbClr val="9D1223"/>
      </a:accent6>
      <a:hlink>
        <a:srgbClr val="AE282F"/>
      </a:hlink>
      <a:folHlink>
        <a:srgbClr val="AE282F"/>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4086</Words>
  <Application>Microsoft Office PowerPoint</Application>
  <PresentationFormat>宽屏</PresentationFormat>
  <Paragraphs>546</Paragraphs>
  <Slides>55</Slides>
  <Notes>55</Notes>
  <HiddenSlides>0</HiddenSlides>
  <MMClips>0</MMClips>
  <ScaleCrop>false</ScaleCrop>
  <HeadingPairs>
    <vt:vector size="6" baseType="variant">
      <vt:variant>
        <vt:lpstr>已用的字体</vt:lpstr>
      </vt:variant>
      <vt:variant>
        <vt:i4>7</vt:i4>
      </vt:variant>
      <vt:variant>
        <vt:lpstr>主题</vt:lpstr>
      </vt:variant>
      <vt:variant>
        <vt:i4>7</vt:i4>
      </vt:variant>
      <vt:variant>
        <vt:lpstr>幻灯片标题</vt:lpstr>
      </vt:variant>
      <vt:variant>
        <vt:i4>55</vt:i4>
      </vt:variant>
    </vt:vector>
  </HeadingPairs>
  <TitlesOfParts>
    <vt:vector size="69" baseType="lpstr">
      <vt:lpstr>DIN</vt:lpstr>
      <vt:lpstr>DINCond-Bold</vt:lpstr>
      <vt:lpstr>等线</vt:lpstr>
      <vt:lpstr>微软雅黑</vt:lpstr>
      <vt:lpstr>Arial</vt:lpstr>
      <vt:lpstr>Calibri</vt:lpstr>
      <vt:lpstr>Calibri Light</vt:lpstr>
      <vt:lpstr>Office 主题​​</vt:lpstr>
      <vt:lpstr>2_Office 主题​​</vt:lpstr>
      <vt:lpstr>1_Office 主题​​</vt:lpstr>
      <vt:lpstr>自定义设计方案</vt:lpstr>
      <vt:lpstr>Office Theme</vt:lpstr>
      <vt:lpstr>1_OfficePLUS</vt:lpstr>
      <vt:lpstr>2_OfficePLUS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shili wang</dc:creator>
  <cp:lastModifiedBy>曹 天晨</cp:lastModifiedBy>
  <cp:revision>355</cp:revision>
  <dcterms:created xsi:type="dcterms:W3CDTF">2020-04-16T03:52:00Z</dcterms:created>
  <dcterms:modified xsi:type="dcterms:W3CDTF">2023-04-14T09:58:59Z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708AE6A0D9B04C57A94BCCBF158AF8A3</vt:lpwstr>
  </property>
  <property fmtid="{D5CDD505-2E9C-101B-9397-08002B2CF9AE}" pid="3" name="KSOProductBuildVer">
    <vt:lpwstr>2052-11.1.0.14036</vt:lpwstr>
  </property>
</Properties>
</file>