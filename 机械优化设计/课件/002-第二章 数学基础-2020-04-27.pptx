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94" r:id="rId3"/>
    <p:sldId id="350" r:id="rId5"/>
    <p:sldId id="256" r:id="rId6"/>
    <p:sldId id="257" r:id="rId7"/>
    <p:sldId id="258" r:id="rId8"/>
    <p:sldId id="309" r:id="rId9"/>
    <p:sldId id="260" r:id="rId10"/>
    <p:sldId id="262" r:id="rId11"/>
    <p:sldId id="263" r:id="rId12"/>
    <p:sldId id="301" r:id="rId13"/>
    <p:sldId id="265" r:id="rId14"/>
    <p:sldId id="266" r:id="rId15"/>
    <p:sldId id="267" r:id="rId16"/>
    <p:sldId id="268" r:id="rId17"/>
    <p:sldId id="269" r:id="rId18"/>
    <p:sldId id="270" r:id="rId19"/>
    <p:sldId id="272" r:id="rId20"/>
    <p:sldId id="273" r:id="rId21"/>
    <p:sldId id="274" r:id="rId22"/>
    <p:sldId id="275" r:id="rId23"/>
    <p:sldId id="276" r:id="rId24"/>
    <p:sldId id="277" r:id="rId25"/>
    <p:sldId id="280" r:id="rId26"/>
    <p:sldId id="281" r:id="rId27"/>
    <p:sldId id="282" r:id="rId28"/>
    <p:sldId id="284" r:id="rId29"/>
    <p:sldId id="285" r:id="rId30"/>
    <p:sldId id="289" r:id="rId31"/>
    <p:sldId id="290" r:id="rId32"/>
    <p:sldId id="291" r:id="rId33"/>
    <p:sldId id="292" r:id="rId34"/>
    <p:sldId id="293" r:id="rId35"/>
    <p:sldId id="294" r:id="rId36"/>
    <p:sldId id="302" r:id="rId37"/>
    <p:sldId id="295" r:id="rId38"/>
    <p:sldId id="304" r:id="rId39"/>
    <p:sldId id="305" r:id="rId40"/>
    <p:sldId id="297" r:id="rId41"/>
    <p:sldId id="298" r:id="rId42"/>
    <p:sldId id="308" r:id="rId43"/>
    <p:sldId id="300" r:id="rId44"/>
    <p:sldId id="287" r:id="rId45"/>
    <p:sldId id="286" r:id="rId46"/>
    <p:sldId id="288" r:id="rId47"/>
    <p:sldId id="307" r:id="rId48"/>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宋体" panose="02010600030101010101" pitchFamily="2" charset="-122"/>
        <a:cs typeface="+mn-cs"/>
      </a:defRPr>
    </a:lvl9pPr>
  </p:defaultTextStyle>
  <p:modifyVerifier cryptProviderType="rsaFull" cryptAlgorithmClass="hash" cryptAlgorithmType="typeAny" cryptAlgorithmSid="4" spinCount="100000" saltData="5a8i2oFwROrwMUlZwqQusw==" hashData="TD7wzBFLwgqSoXerEE5VDAm4ys8="/>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p:restoredTop sz="94645"/>
  </p:normalViewPr>
  <p:slideViewPr>
    <p:cSldViewPr showGuides="1">
      <p:cViewPr varScale="1">
        <p:scale>
          <a:sx n="100" d="100"/>
          <a:sy n="100" d="100"/>
        </p:scale>
        <p:origin x="-957" y="-57"/>
      </p:cViewPr>
      <p:guideLst>
        <p:guide orient="horz" pos="2115"/>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8.wmf"/><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7.wmf"/><Relationship Id="rId7" Type="http://schemas.openxmlformats.org/officeDocument/2006/relationships/image" Target="../media/image16.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27.wmf"/><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33.wmf"/><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0.vml.rels><?xml version="1.0" encoding="UTF-8" standalone="yes"?>
<Relationships xmlns="http://schemas.openxmlformats.org/package/2006/relationships"><Relationship Id="rId7" Type="http://schemas.openxmlformats.org/officeDocument/2006/relationships/image" Target="../media/image50.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57.wmf"/><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65.wmf"/><Relationship Id="rId7" Type="http://schemas.openxmlformats.org/officeDocument/2006/relationships/image" Target="../media/image64.wmf"/><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4.vml.rels><?xml version="1.0" encoding="UTF-8" standalone="yes"?>
<Relationships xmlns="http://schemas.openxmlformats.org/package/2006/relationships"><Relationship Id="rId6" Type="http://schemas.openxmlformats.org/officeDocument/2006/relationships/image" Target="../media/image70.wmf"/><Relationship Id="rId5" Type="http://schemas.openxmlformats.org/officeDocument/2006/relationships/image" Target="../media/image63.wmf"/><Relationship Id="rId4" Type="http://schemas.openxmlformats.org/officeDocument/2006/relationships/image" Target="../media/image69.wmf"/><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74.wmf"/><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16.vml.rels><?xml version="1.0" encoding="UTF-8" standalone="yes"?>
<Relationships xmlns="http://schemas.openxmlformats.org/package/2006/relationships"><Relationship Id="rId6" Type="http://schemas.openxmlformats.org/officeDocument/2006/relationships/image" Target="../media/image79.wmf"/><Relationship Id="rId5" Type="http://schemas.openxmlformats.org/officeDocument/2006/relationships/image" Target="../media/image78.wmf"/><Relationship Id="rId4" Type="http://schemas.openxmlformats.org/officeDocument/2006/relationships/image" Target="../media/image77.wmf"/><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58.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83.wmf"/><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s>
</file>

<file path=ppt/drawings/_rels/vmlDrawing18.vml.rels><?xml version="1.0" encoding="UTF-8" standalone="yes"?>
<Relationships xmlns="http://schemas.openxmlformats.org/package/2006/relationships"><Relationship Id="rId6" Type="http://schemas.openxmlformats.org/officeDocument/2006/relationships/image" Target="../media/image89.wmf"/><Relationship Id="rId5" Type="http://schemas.openxmlformats.org/officeDocument/2006/relationships/image" Target="../media/image88.wmf"/><Relationship Id="rId4" Type="http://schemas.openxmlformats.org/officeDocument/2006/relationships/image" Target="../media/image87.wmf"/><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98.wmf"/><Relationship Id="rId8" Type="http://schemas.openxmlformats.org/officeDocument/2006/relationships/image" Target="../media/image97.wmf"/><Relationship Id="rId7" Type="http://schemas.openxmlformats.org/officeDocument/2006/relationships/image" Target="../media/image96.wmf"/><Relationship Id="rId6" Type="http://schemas.openxmlformats.org/officeDocument/2006/relationships/image" Target="../media/image95.wmf"/><Relationship Id="rId5" Type="http://schemas.openxmlformats.org/officeDocument/2006/relationships/image" Target="../media/image94.wmf"/><Relationship Id="rId4" Type="http://schemas.openxmlformats.org/officeDocument/2006/relationships/image" Target="../media/image93.wmf"/><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102.wmf"/><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21.vml.rels><?xml version="1.0" encoding="UTF-8" standalone="yes"?>
<Relationships xmlns="http://schemas.openxmlformats.org/package/2006/relationships"><Relationship Id="rId6" Type="http://schemas.openxmlformats.org/officeDocument/2006/relationships/image" Target="../media/image109.wmf"/><Relationship Id="rId5" Type="http://schemas.openxmlformats.org/officeDocument/2006/relationships/image" Target="../media/image107.wmf"/><Relationship Id="rId4" Type="http://schemas.openxmlformats.org/officeDocument/2006/relationships/image" Target="../media/image106.wmf"/><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115.wmf"/><Relationship Id="rId4" Type="http://schemas.openxmlformats.org/officeDocument/2006/relationships/image" Target="../media/image114.wmf"/><Relationship Id="rId3" Type="http://schemas.openxmlformats.org/officeDocument/2006/relationships/image" Target="../media/image113.wmf"/><Relationship Id="rId2" Type="http://schemas.openxmlformats.org/officeDocument/2006/relationships/image" Target="../media/image111.wmf"/><Relationship Id="rId1" Type="http://schemas.openxmlformats.org/officeDocument/2006/relationships/image" Target="../media/image11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24.vml.rels><?xml version="1.0" encoding="UTF-8" standalone="yes"?>
<Relationships xmlns="http://schemas.openxmlformats.org/package/2006/relationships"><Relationship Id="rId4" Type="http://schemas.openxmlformats.org/officeDocument/2006/relationships/image" Target="../media/image127.wmf"/><Relationship Id="rId3" Type="http://schemas.openxmlformats.org/officeDocument/2006/relationships/image" Target="../media/image126.wmf"/><Relationship Id="rId2" Type="http://schemas.openxmlformats.org/officeDocument/2006/relationships/image" Target="../media/image125.wmf"/><Relationship Id="rId1" Type="http://schemas.openxmlformats.org/officeDocument/2006/relationships/image" Target="../media/image124.wmf"/></Relationships>
</file>

<file path=ppt/drawings/_rels/vmlDrawing25.vml.rels><?xml version="1.0" encoding="UTF-8" standalone="yes"?>
<Relationships xmlns="http://schemas.openxmlformats.org/package/2006/relationships"><Relationship Id="rId4" Type="http://schemas.openxmlformats.org/officeDocument/2006/relationships/image" Target="../media/image131.wmf"/><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5.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25.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36.wmf"/></Relationships>
</file>

<file path=ppt/drawings/_rels/vmlDrawing28.vml.rels><?xml version="1.0" encoding="UTF-8" standalone="yes"?>
<Relationships xmlns="http://schemas.openxmlformats.org/package/2006/relationships"><Relationship Id="rId4" Type="http://schemas.openxmlformats.org/officeDocument/2006/relationships/image" Target="../media/image136.wmf"/><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s>
</file>

<file path=ppt/drawings/_rels/vmlDrawing29.vml.rels><?xml version="1.0" encoding="UTF-8" standalone="yes"?>
<Relationships xmlns="http://schemas.openxmlformats.org/package/2006/relationships"><Relationship Id="rId5" Type="http://schemas.openxmlformats.org/officeDocument/2006/relationships/image" Target="../media/image143.wmf"/><Relationship Id="rId4" Type="http://schemas.openxmlformats.org/officeDocument/2006/relationships/image" Target="../media/image136.wmf"/><Relationship Id="rId3" Type="http://schemas.openxmlformats.org/officeDocument/2006/relationships/image" Target="../media/image137.wmf"/><Relationship Id="rId2" Type="http://schemas.openxmlformats.org/officeDocument/2006/relationships/image" Target="../media/image142.wmf"/><Relationship Id="rId1" Type="http://schemas.openxmlformats.org/officeDocument/2006/relationships/image" Target="../media/image141.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36.wmf"/><Relationship Id="rId1" Type="http://schemas.openxmlformats.org/officeDocument/2006/relationships/image" Target="../media/image145.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47.wmf"/><Relationship Id="rId1" Type="http://schemas.openxmlformats.org/officeDocument/2006/relationships/image" Target="../media/image146.wmf"/></Relationships>
</file>

<file path=ppt/drawings/_rels/vmlDrawing32.vml.rels><?xml version="1.0" encoding="UTF-8" standalone="yes"?>
<Relationships xmlns="http://schemas.openxmlformats.org/package/2006/relationships"><Relationship Id="rId5" Type="http://schemas.openxmlformats.org/officeDocument/2006/relationships/image" Target="../media/image153.wmf"/><Relationship Id="rId4" Type="http://schemas.openxmlformats.org/officeDocument/2006/relationships/image" Target="../media/image152.wmf"/><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s>
</file>

<file path=ppt/drawings/_rels/vmlDrawing33.vml.rels><?xml version="1.0" encoding="UTF-8" standalone="yes"?>
<Relationships xmlns="http://schemas.openxmlformats.org/package/2006/relationships"><Relationship Id="rId9" Type="http://schemas.openxmlformats.org/officeDocument/2006/relationships/image" Target="../media/image163.wmf"/><Relationship Id="rId8" Type="http://schemas.openxmlformats.org/officeDocument/2006/relationships/image" Target="../media/image162.wmf"/><Relationship Id="rId7" Type="http://schemas.openxmlformats.org/officeDocument/2006/relationships/image" Target="../media/image161.wmf"/><Relationship Id="rId6" Type="http://schemas.openxmlformats.org/officeDocument/2006/relationships/image" Target="../media/image160.wmf"/><Relationship Id="rId5" Type="http://schemas.openxmlformats.org/officeDocument/2006/relationships/image" Target="../media/image159.wmf"/><Relationship Id="rId4" Type="http://schemas.openxmlformats.org/officeDocument/2006/relationships/image" Target="../media/image158.wmf"/><Relationship Id="rId3" Type="http://schemas.openxmlformats.org/officeDocument/2006/relationships/image" Target="../media/image157.wmf"/><Relationship Id="rId2" Type="http://schemas.openxmlformats.org/officeDocument/2006/relationships/image" Target="../media/image156.wmf"/><Relationship Id="rId10" Type="http://schemas.openxmlformats.org/officeDocument/2006/relationships/image" Target="../media/image164.wmf"/><Relationship Id="rId1" Type="http://schemas.openxmlformats.org/officeDocument/2006/relationships/image" Target="../media/image155.wmf"/></Relationships>
</file>

<file path=ppt/drawings/_rels/vmlDrawing34.vml.rels><?xml version="1.0" encoding="UTF-8" standalone="yes"?>
<Relationships xmlns="http://schemas.openxmlformats.org/package/2006/relationships"><Relationship Id="rId9" Type="http://schemas.openxmlformats.org/officeDocument/2006/relationships/image" Target="../media/image170.wmf"/><Relationship Id="rId8" Type="http://schemas.openxmlformats.org/officeDocument/2006/relationships/image" Target="../media/image169.wmf"/><Relationship Id="rId7" Type="http://schemas.openxmlformats.org/officeDocument/2006/relationships/image" Target="../media/image164.wmf"/><Relationship Id="rId6" Type="http://schemas.openxmlformats.org/officeDocument/2006/relationships/image" Target="../media/image168.wmf"/><Relationship Id="rId5" Type="http://schemas.openxmlformats.org/officeDocument/2006/relationships/image" Target="../media/image167.wmf"/><Relationship Id="rId4" Type="http://schemas.openxmlformats.org/officeDocument/2006/relationships/image" Target="../media/image161.wmf"/><Relationship Id="rId3" Type="http://schemas.openxmlformats.org/officeDocument/2006/relationships/image" Target="../media/image160.wmf"/><Relationship Id="rId2" Type="http://schemas.openxmlformats.org/officeDocument/2006/relationships/image" Target="../media/image159.wmf"/><Relationship Id="rId11" Type="http://schemas.openxmlformats.org/officeDocument/2006/relationships/image" Target="../media/image172.wmf"/><Relationship Id="rId10" Type="http://schemas.openxmlformats.org/officeDocument/2006/relationships/image" Target="../media/image171.wmf"/><Relationship Id="rId1" Type="http://schemas.openxmlformats.org/officeDocument/2006/relationships/image" Target="../media/image166.wmf"/></Relationships>
</file>

<file path=ppt/drawings/_rels/vmlDrawing35.vml.rels><?xml version="1.0" encoding="UTF-8" standalone="yes"?>
<Relationships xmlns="http://schemas.openxmlformats.org/package/2006/relationships"><Relationship Id="rId5" Type="http://schemas.openxmlformats.org/officeDocument/2006/relationships/image" Target="../media/image177.wmf"/><Relationship Id="rId4" Type="http://schemas.openxmlformats.org/officeDocument/2006/relationships/image" Target="../media/image176.wmf"/><Relationship Id="rId3" Type="http://schemas.openxmlformats.org/officeDocument/2006/relationships/image" Target="../media/image175.wmf"/><Relationship Id="rId2" Type="http://schemas.openxmlformats.org/officeDocument/2006/relationships/image" Target="../media/image174.wmf"/><Relationship Id="rId1" Type="http://schemas.openxmlformats.org/officeDocument/2006/relationships/image" Target="../media/image173.wmf"/></Relationships>
</file>

<file path=ppt/drawings/_rels/vmlDrawing36.vml.rels><?xml version="1.0" encoding="UTF-8" standalone="yes"?>
<Relationships xmlns="http://schemas.openxmlformats.org/package/2006/relationships"><Relationship Id="rId7" Type="http://schemas.openxmlformats.org/officeDocument/2006/relationships/image" Target="../media/image184.wmf"/><Relationship Id="rId6" Type="http://schemas.openxmlformats.org/officeDocument/2006/relationships/image" Target="../media/image183.wmf"/><Relationship Id="rId5" Type="http://schemas.openxmlformats.org/officeDocument/2006/relationships/image" Target="../media/image182.wmf"/><Relationship Id="rId4" Type="http://schemas.openxmlformats.org/officeDocument/2006/relationships/image" Target="../media/image181.wmf"/><Relationship Id="rId3" Type="http://schemas.openxmlformats.org/officeDocument/2006/relationships/image" Target="../media/image180.wmf"/><Relationship Id="rId2" Type="http://schemas.openxmlformats.org/officeDocument/2006/relationships/image" Target="../media/image179.wmf"/><Relationship Id="rId1" Type="http://schemas.openxmlformats.org/officeDocument/2006/relationships/image" Target="../media/image178.wmf"/></Relationships>
</file>

<file path=ppt/drawings/_rels/vmlDrawing37.vml.rels><?xml version="1.0" encoding="UTF-8" standalone="yes"?>
<Relationships xmlns="http://schemas.openxmlformats.org/package/2006/relationships"><Relationship Id="rId4" Type="http://schemas.openxmlformats.org/officeDocument/2006/relationships/image" Target="../media/image189.wmf"/><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65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813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7066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66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66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p:sp>
      <p:sp>
        <p:nvSpPr>
          <p:cNvPr id="49155" name="Rectangle 3"/>
          <p:cNvSpPr>
            <a:spLocks noGrp="1"/>
          </p:cNvSpPr>
          <p:nvPr>
            <p:ph type="body"/>
          </p:nvPr>
        </p:nvSpPr>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备注占位符 2"/>
          <p:cNvSpPr>
            <a:spLocks noGrp="1"/>
          </p:cNvSpPr>
          <p:nvPr>
            <p:ph type="body"/>
          </p:nvPr>
        </p:nvSpPr>
        <p:spPr/>
        <p:txBody>
          <a:bodyPr wrap="square" lIns="91440" tIns="45720" rIns="91440" bIns="45720" anchor="t"/>
          <a:lstStyle/>
          <a:p>
            <a:pPr lvl="0"/>
            <a:endParaRPr lang="zh-CN" altLang="en-US" dirty="0"/>
          </a:p>
        </p:txBody>
      </p:sp>
      <p:sp>
        <p:nvSpPr>
          <p:cNvPr id="50180"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sz="2000" dirty="0">
                <a:latin typeface="宋体" panose="02010600030101010101" pitchFamily="2" charset="-122"/>
              </a:rPr>
            </a:fld>
            <a:endParaRPr lang="en-US" altLang="zh-CN" sz="2000" dirty="0">
              <a:latin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TextEdit="1"/>
          </p:cNvSpPr>
          <p:nvPr>
            <p:ph type="sldImg"/>
          </p:nvPr>
        </p:nvSpPr>
        <p:spPr/>
      </p:sp>
      <p:sp>
        <p:nvSpPr>
          <p:cNvPr id="51203" name="Rectangle 3"/>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p:sp>
      <p:sp>
        <p:nvSpPr>
          <p:cNvPr id="52227" name="备注占位符 2"/>
          <p:cNvSpPr>
            <a:spLocks noGrp="1"/>
          </p:cNvSpPr>
          <p:nvPr>
            <p:ph type="body"/>
          </p:nvPr>
        </p:nvSpPr>
        <p:spPr/>
        <p:txBody>
          <a:bodyPr wrap="square" lIns="91440" tIns="45720" rIns="91440" bIns="45720" anchor="t"/>
          <a:lstStyle/>
          <a:p>
            <a:pPr lvl="0"/>
            <a:endParaRPr lang="zh-CN" altLang="en-US" dirty="0"/>
          </a:p>
        </p:txBody>
      </p:sp>
      <p:sp>
        <p:nvSpPr>
          <p:cNvPr id="5222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sz="2000" dirty="0">
                <a:latin typeface="宋体" panose="02010600030101010101" pitchFamily="2" charset="-122"/>
              </a:rPr>
            </a:fld>
            <a:endParaRPr lang="en-US" altLang="zh-CN" sz="2000" dirty="0">
              <a:latin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p:nvPr>
        </p:nvSpPr>
        <p:spPr/>
        <p:txBody>
          <a:bodyPr wrap="square" lIns="91440" tIns="45720" rIns="91440" bIns="45720" anchor="t"/>
          <a:lstStyle/>
          <a:p>
            <a:pPr lvl="0"/>
            <a:endParaRPr lang="zh-CN" altLang="en-US" dirty="0"/>
          </a:p>
        </p:txBody>
      </p:sp>
      <p:sp>
        <p:nvSpPr>
          <p:cNvPr id="53252"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sz="2000" dirty="0">
                <a:latin typeface="宋体" panose="02010600030101010101" pitchFamily="2" charset="-122"/>
              </a:rPr>
            </a:fld>
            <a:endParaRPr lang="en-US" altLang="zh-CN" sz="2000" dirty="0">
              <a:latin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页脚占位符 3"/>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页脚占位符 3"/>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页脚占位符 3"/>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页脚占位符 4"/>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页脚占位符 6"/>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页脚占位符 2"/>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页脚占位符 4"/>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页脚占位符 4"/>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页脚占位符 3"/>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页脚占位符 3"/>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600200"/>
            <a:ext cx="4038600" cy="452596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quarter" idx="2"/>
          </p:nvPr>
        </p:nvSpPr>
        <p:spPr>
          <a:xfrm>
            <a:off x="4648200" y="1600200"/>
            <a:ext cx="4038600" cy="21859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内容占位符 4"/>
          <p:cNvSpPr>
            <a:spLocks noGrp="1"/>
          </p:cNvSpPr>
          <p:nvPr>
            <p:ph sz="quarter" idx="3"/>
          </p:nvPr>
        </p:nvSpPr>
        <p:spPr>
          <a:xfrm>
            <a:off x="4648200" y="3938588"/>
            <a:ext cx="4038600" cy="2187575"/>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6" name="页脚占位符 5"/>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7" name="灯片编号占位符 6"/>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600200"/>
            <a:ext cx="4038600" cy="452596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页脚占位符 4"/>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quarter" idx="2"/>
          </p:nvPr>
        </p:nvSpPr>
        <p:spPr>
          <a:xfrm>
            <a:off x="4648200" y="1600200"/>
            <a:ext cx="4038600" cy="21859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内容占位符 4"/>
          <p:cNvSpPr>
            <a:spLocks noGrp="1"/>
          </p:cNvSpPr>
          <p:nvPr>
            <p:ph sz="quarter" idx="3"/>
          </p:nvPr>
        </p:nvSpPr>
        <p:spPr>
          <a:xfrm>
            <a:off x="4648200" y="3938588"/>
            <a:ext cx="4038600" cy="2187575"/>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6" name="页脚占位符 5"/>
          <p:cNvSpPr>
            <a:spLocks noGrp="1"/>
          </p:cNvSpPr>
          <p:nvPr>
            <p:ph type="ftr" sz="quarter" idx="10"/>
          </p:nvPr>
        </p:nvSpPr>
        <p:spPr/>
        <p:txBody>
          <a:body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7" name="灯片编号占位符 6"/>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jpeg"/><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Rectangle 3"/>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9" name="Rectangle 5"/>
          <p:cNvSpPr>
            <a:spLocks noGrp="1" noChangeArrowheads="1"/>
          </p:cNvSpPr>
          <p:nvPr>
            <p:ph type="ftr" sz="quarter" idx="3"/>
          </p:nvPr>
        </p:nvSpPr>
        <p:spPr bwMode="auto">
          <a:xfrm>
            <a:off x="3124200" y="6534150"/>
            <a:ext cx="2887663" cy="27940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defRPr>
            </a:lvl1pPr>
          </a:lstStyle>
          <a:p>
            <a:pPr lvl="0" eaLnBrk="1" hangingPunct="1">
              <a:buNone/>
            </a:pPr>
            <a:r>
              <a:rPr lang="en-US" altLang="zh-CN" dirty="0"/>
              <a:t>2-</a:t>
            </a:r>
            <a:fld id="{9A0DB2DC-4C9A-4742-B13C-FB6460FD3503}" type="slidenum">
              <a:rPr lang="en-US" altLang="zh-CN" sz="1400" dirty="0">
                <a:latin typeface="Arial" panose="020B0604020202020204" pitchFamily="34" charset="0"/>
              </a:rPr>
            </a:fld>
            <a:endParaRPr lang="en-US" altLang="zh-CN" sz="1400" dirty="0">
              <a:latin typeface="Arial" panose="020B0604020202020204" pitchFamily="34" charset="0"/>
            </a:endParaRPr>
          </a:p>
        </p:txBody>
      </p:sp>
      <p:sp>
        <p:nvSpPr>
          <p:cNvPr id="1030" name="Rectangle 6"/>
          <p:cNvSpPr>
            <a:spLocks noGrp="1" noChangeArrowheads="1"/>
          </p:cNvSpPr>
          <p:nvPr>
            <p:ph type="sldNum" sz="quarter" idx="4"/>
          </p:nvPr>
        </p:nvSpPr>
        <p:spPr bwMode="auto">
          <a:xfrm>
            <a:off x="468313" y="6237288"/>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lvl="0" eaLnBrk="1" hangingPunct="1">
              <a:buNone/>
            </a:pPr>
            <a:fld id="{9A0DB2DC-4C9A-4742-B13C-FB6460FD3503}" type="slidenum">
              <a:rPr lang="en-US" altLang="zh-CN" dirty="0"/>
            </a:fld>
            <a:endParaRPr lang="en-US" altLang="zh-CN" dirty="0">
              <a:latin typeface="宋体" panose="02010600030101010101" pitchFamily="2" charset="-122"/>
            </a:endParaRPr>
          </a:p>
        </p:txBody>
      </p:sp>
      <p:sp>
        <p:nvSpPr>
          <p:cNvPr id="2" name="Line 8"/>
          <p:cNvSpPr/>
          <p:nvPr/>
        </p:nvSpPr>
        <p:spPr>
          <a:xfrm>
            <a:off x="2555875" y="6524625"/>
            <a:ext cx="6337300" cy="0"/>
          </a:xfrm>
          <a:prstGeom prst="line">
            <a:avLst/>
          </a:prstGeom>
          <a:ln w="19050" cap="flat" cmpd="sng">
            <a:solidFill>
              <a:srgbClr val="C0C0C0"/>
            </a:solidFill>
            <a:prstDash val="solid"/>
            <a:headEnd type="none" w="med" len="med"/>
            <a:tailEnd type="none" w="med" len="med"/>
          </a:ln>
        </p:spPr>
      </p:sp>
      <p:sp>
        <p:nvSpPr>
          <p:cNvPr id="1031" name="Line 9"/>
          <p:cNvSpPr/>
          <p:nvPr/>
        </p:nvSpPr>
        <p:spPr>
          <a:xfrm>
            <a:off x="8893175" y="508000"/>
            <a:ext cx="0" cy="6016625"/>
          </a:xfrm>
          <a:prstGeom prst="line">
            <a:avLst/>
          </a:prstGeom>
          <a:ln w="19050" cap="flat" cmpd="sng">
            <a:solidFill>
              <a:srgbClr val="C0C0C0"/>
            </a:solidFill>
            <a:prstDash val="solid"/>
            <a:headEnd type="none" w="med" len="med"/>
            <a:tailEnd type="none" w="med" len="med"/>
          </a:ln>
        </p:spPr>
      </p:sp>
      <p:sp>
        <p:nvSpPr>
          <p:cNvPr id="1032" name="Line 10"/>
          <p:cNvSpPr/>
          <p:nvPr/>
        </p:nvSpPr>
        <p:spPr>
          <a:xfrm>
            <a:off x="250825" y="508000"/>
            <a:ext cx="0" cy="5832475"/>
          </a:xfrm>
          <a:prstGeom prst="line">
            <a:avLst/>
          </a:prstGeom>
          <a:ln w="19050" cap="flat" cmpd="sng">
            <a:solidFill>
              <a:srgbClr val="C0C0C0"/>
            </a:solidFill>
            <a:prstDash val="solid"/>
            <a:headEnd type="none" w="med" len="med"/>
            <a:tailEnd type="none" w="med" len="med"/>
          </a:ln>
        </p:spPr>
      </p:sp>
      <p:sp>
        <p:nvSpPr>
          <p:cNvPr id="1033" name="Line 11"/>
          <p:cNvSpPr/>
          <p:nvPr/>
        </p:nvSpPr>
        <p:spPr>
          <a:xfrm>
            <a:off x="250825" y="515938"/>
            <a:ext cx="8642350" cy="0"/>
          </a:xfrm>
          <a:prstGeom prst="line">
            <a:avLst/>
          </a:prstGeom>
          <a:ln w="19050" cap="flat" cmpd="sng">
            <a:solidFill>
              <a:srgbClr val="C0C0C0"/>
            </a:solidFill>
            <a:prstDash val="solid"/>
            <a:headEnd type="none" w="med" len="med"/>
            <a:tailEnd type="none" w="med" len="med"/>
          </a:ln>
        </p:spPr>
      </p:sp>
      <p:pic>
        <p:nvPicPr>
          <p:cNvPr id="1034" name="Picture 14" descr="@9SKN{)J0OX)`HH`V{234LJ"/>
          <p:cNvPicPr>
            <a:picLocks noChangeAspect="1"/>
          </p:cNvPicPr>
          <p:nvPr userDrawn="1"/>
        </p:nvPicPr>
        <p:blipFill>
          <a:blip r:embed="rId16"/>
          <a:stretch>
            <a:fillRect/>
          </a:stretch>
        </p:blipFill>
        <p:spPr>
          <a:xfrm>
            <a:off x="165100" y="6100763"/>
            <a:ext cx="2663825" cy="619125"/>
          </a:xfrm>
          <a:prstGeom prst="rect">
            <a:avLst/>
          </a:prstGeom>
          <a:noFill/>
          <a:ln w="9525">
            <a:noFill/>
          </a:ln>
        </p:spPr>
      </p:pic>
      <p:sp>
        <p:nvSpPr>
          <p:cNvPr id="1035" name="Rectangle 5"/>
          <p:cNvSpPr>
            <a:spLocks noChangeArrowheads="1"/>
          </p:cNvSpPr>
          <p:nvPr/>
        </p:nvSpPr>
        <p:spPr bwMode="auto">
          <a:xfrm>
            <a:off x="139700" y="-1587"/>
            <a:ext cx="4071938" cy="488950"/>
          </a:xfrm>
          <a:prstGeom prst="rect">
            <a:avLst/>
          </a:prstGeom>
          <a:noFill/>
          <a:ln>
            <a:noFill/>
          </a:ln>
        </p:spPr>
        <p:txBody>
          <a:bodyPr>
            <a:spAutoFit/>
          </a:bodyPr>
          <a:lstStyle>
            <a:lvl1pPr eaLnBrk="0" hangingPunct="0">
              <a:defRPr sz="2000">
                <a:solidFill>
                  <a:schemeClr val="tx1"/>
                </a:solidFill>
                <a:latin typeface="宋体" panose="02010600030101010101" pitchFamily="2" charset="-122"/>
                <a:ea typeface="宋体" panose="02010600030101010101" pitchFamily="2" charset="-122"/>
              </a:defRPr>
            </a:lvl1pPr>
            <a:lvl2pPr marL="742950" indent="-285750" eaLnBrk="0" hangingPunct="0">
              <a:defRPr sz="2000">
                <a:solidFill>
                  <a:schemeClr val="tx1"/>
                </a:solidFill>
                <a:latin typeface="宋体" panose="02010600030101010101" pitchFamily="2" charset="-122"/>
                <a:ea typeface="宋体" panose="02010600030101010101" pitchFamily="2" charset="-122"/>
              </a:defRPr>
            </a:lvl2pPr>
            <a:lvl3pPr marL="1143000" indent="-228600" eaLnBrk="0" hangingPunct="0">
              <a:defRPr sz="2000">
                <a:solidFill>
                  <a:schemeClr val="tx1"/>
                </a:solidFill>
                <a:latin typeface="宋体" panose="02010600030101010101" pitchFamily="2" charset="-122"/>
                <a:ea typeface="宋体" panose="02010600030101010101" pitchFamily="2" charset="-122"/>
              </a:defRPr>
            </a:lvl3pPr>
            <a:lvl4pPr marL="1600200" indent="-228600" eaLnBrk="0" hangingPunct="0">
              <a:defRPr sz="2000">
                <a:solidFill>
                  <a:schemeClr val="tx1"/>
                </a:solidFill>
                <a:latin typeface="宋体" panose="02010600030101010101" pitchFamily="2" charset="-122"/>
                <a:ea typeface="宋体" panose="02010600030101010101" pitchFamily="2" charset="-122"/>
              </a:defRPr>
            </a:lvl4pPr>
            <a:lvl5pPr marL="2057400" indent="-228600" eaLnBrk="0" hangingPunct="0">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chemeClr val="tx1"/>
                </a:solidFill>
                <a:latin typeface="宋体" panose="02010600030101010101" pitchFamily="2" charset="-122"/>
                <a:ea typeface="宋体" panose="02010600030101010101" pitchFamily="2" charset="-122"/>
              </a:defRPr>
            </a:lvl9pPr>
          </a:lstStyle>
          <a:p>
            <a:pPr marL="0" marR="0" lvl="0" indent="0" algn="l" defTabSz="914400" rtl="0" eaLnBrk="0" fontAlgn="base" latinLnBrk="0" hangingPunct="0">
              <a:lnSpc>
                <a:spcPct val="130000"/>
              </a:lnSpc>
              <a:spcBef>
                <a:spcPct val="20000"/>
              </a:spcBef>
              <a:spcAft>
                <a:spcPct val="0"/>
              </a:spcAft>
              <a:buClrTx/>
              <a:buSzTx/>
              <a:buFontTx/>
              <a:buNone/>
              <a:defRPr/>
            </a:pPr>
            <a:r>
              <a:rPr kumimoji="0" lang="zh-CN" altLang="en-US" sz="2000" b="1" i="0" u="none" strike="noStrike" kern="1200" cap="none" spc="0" normalizeH="0" baseline="0" noProof="0" smtClean="0">
                <a:ln>
                  <a:noFill/>
                </a:ln>
                <a:solidFill>
                  <a:schemeClr val="accent2"/>
                </a:solidFill>
                <a:effectLst/>
                <a:uLnTx/>
                <a:uFillTx/>
                <a:latin typeface="黑体" panose="02010609060101010101" pitchFamily="49" charset="-122"/>
                <a:ea typeface="黑体" panose="02010609060101010101" pitchFamily="49" charset="-122"/>
                <a:cs typeface="+mn-cs"/>
              </a:rPr>
              <a:t>第二章 优化设计数学基础</a:t>
            </a:r>
            <a:endParaRPr kumimoji="0" lang="zh-CN" altLang="en-US" sz="2000" b="1" i="0" u="none" strike="noStrike" kern="1200" cap="none" spc="0" normalizeH="0" baseline="0" noProof="0" smtClean="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4.wmf"/><Relationship Id="rId3" Type="http://schemas.openxmlformats.org/officeDocument/2006/relationships/oleObject" Target="../embeddings/oleObject2.bin"/><Relationship Id="rId2" Type="http://schemas.openxmlformats.org/officeDocument/2006/relationships/image" Target="../media/image3.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image" Target="../media/image8.wmf"/><Relationship Id="rId7" Type="http://schemas.openxmlformats.org/officeDocument/2006/relationships/oleObject" Target="../embeddings/oleObject6.bin"/><Relationship Id="rId6" Type="http://schemas.openxmlformats.org/officeDocument/2006/relationships/image" Target="../media/image7.wmf"/><Relationship Id="rId5" Type="http://schemas.openxmlformats.org/officeDocument/2006/relationships/oleObject" Target="../embeddings/oleObject5.bin"/><Relationship Id="rId4" Type="http://schemas.openxmlformats.org/officeDocument/2006/relationships/image" Target="../media/image6.wmf"/><Relationship Id="rId3" Type="http://schemas.openxmlformats.org/officeDocument/2006/relationships/oleObject" Target="../embeddings/oleObject4.bin"/><Relationship Id="rId2" Type="http://schemas.openxmlformats.org/officeDocument/2006/relationships/image" Target="../media/image5.wmf"/><Relationship Id="rId13" Type="http://schemas.openxmlformats.org/officeDocument/2006/relationships/vmlDrawing" Target="../drawings/vmlDrawing2.vml"/><Relationship Id="rId12" Type="http://schemas.openxmlformats.org/officeDocument/2006/relationships/slideLayout" Target="../slideLayouts/slideLayout2.xml"/><Relationship Id="rId11" Type="http://schemas.openxmlformats.org/officeDocument/2006/relationships/image" Target="../media/image9.jpeg"/><Relationship Id="rId10" Type="http://schemas.openxmlformats.org/officeDocument/2006/relationships/oleObject" Target="../embeddings/oleObject8.bin"/><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13.wmf"/><Relationship Id="rId7" Type="http://schemas.openxmlformats.org/officeDocument/2006/relationships/oleObject" Target="../embeddings/oleObject12.bin"/><Relationship Id="rId6" Type="http://schemas.openxmlformats.org/officeDocument/2006/relationships/image" Target="../media/image12.wmf"/><Relationship Id="rId5" Type="http://schemas.openxmlformats.org/officeDocument/2006/relationships/oleObject" Target="../embeddings/oleObject11.bin"/><Relationship Id="rId4" Type="http://schemas.openxmlformats.org/officeDocument/2006/relationships/image" Target="../media/image11.wmf"/><Relationship Id="rId3" Type="http://schemas.openxmlformats.org/officeDocument/2006/relationships/oleObject" Target="../embeddings/oleObject10.bin"/><Relationship Id="rId20" Type="http://schemas.openxmlformats.org/officeDocument/2006/relationships/vmlDrawing" Target="../drawings/vmlDrawing3.vml"/><Relationship Id="rId2" Type="http://schemas.openxmlformats.org/officeDocument/2006/relationships/image" Target="../media/image10.wmf"/><Relationship Id="rId19" Type="http://schemas.openxmlformats.org/officeDocument/2006/relationships/slideLayout" Target="../slideLayouts/slideLayout7.xml"/><Relationship Id="rId18" Type="http://schemas.openxmlformats.org/officeDocument/2006/relationships/image" Target="../media/image19.png"/><Relationship Id="rId17" Type="http://schemas.openxmlformats.org/officeDocument/2006/relationships/image" Target="../media/image18.png"/><Relationship Id="rId16" Type="http://schemas.openxmlformats.org/officeDocument/2006/relationships/image" Target="../media/image17.wmf"/><Relationship Id="rId15" Type="http://schemas.openxmlformats.org/officeDocument/2006/relationships/oleObject" Target="../embeddings/oleObject16.bin"/><Relationship Id="rId14" Type="http://schemas.openxmlformats.org/officeDocument/2006/relationships/image" Target="../media/image16.wmf"/><Relationship Id="rId13" Type="http://schemas.openxmlformats.org/officeDocument/2006/relationships/oleObject" Target="../embeddings/oleObject15.bin"/><Relationship Id="rId12" Type="http://schemas.openxmlformats.org/officeDocument/2006/relationships/image" Target="../media/image15.wmf"/><Relationship Id="rId11" Type="http://schemas.openxmlformats.org/officeDocument/2006/relationships/oleObject" Target="../embeddings/oleObject14.bin"/><Relationship Id="rId10" Type="http://schemas.openxmlformats.org/officeDocument/2006/relationships/image" Target="../media/image14.wmf"/><Relationship Id="rId1"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7.xml"/><Relationship Id="rId6" Type="http://schemas.openxmlformats.org/officeDocument/2006/relationships/image" Target="../media/image22.wmf"/><Relationship Id="rId5" Type="http://schemas.openxmlformats.org/officeDocument/2006/relationships/oleObject" Target="../embeddings/oleObject19.bin"/><Relationship Id="rId4" Type="http://schemas.openxmlformats.org/officeDocument/2006/relationships/image" Target="../media/image21.wmf"/><Relationship Id="rId3" Type="http://schemas.openxmlformats.org/officeDocument/2006/relationships/oleObject" Target="../embeddings/oleObject18.bin"/><Relationship Id="rId2" Type="http://schemas.openxmlformats.org/officeDocument/2006/relationships/image" Target="../media/image20.wmf"/><Relationship Id="rId1" Type="http://schemas.openxmlformats.org/officeDocument/2006/relationships/oleObject" Target="../embeddings/oleObject17.bin"/></Relationships>
</file>

<file path=ppt/slides/_rels/slide8.xml.rels><?xml version="1.0" encoding="UTF-8" standalone="yes"?>
<Relationships xmlns="http://schemas.openxmlformats.org/package/2006/relationships"><Relationship Id="rId9" Type="http://schemas.openxmlformats.org/officeDocument/2006/relationships/image" Target="../media/image26.wmf"/><Relationship Id="rId8" Type="http://schemas.openxmlformats.org/officeDocument/2006/relationships/oleObject" Target="../embeddings/oleObject24.bin"/><Relationship Id="rId7" Type="http://schemas.openxmlformats.org/officeDocument/2006/relationships/image" Target="../media/image25.wmf"/><Relationship Id="rId6" Type="http://schemas.openxmlformats.org/officeDocument/2006/relationships/oleObject" Target="../embeddings/oleObject23.bin"/><Relationship Id="rId5" Type="http://schemas.openxmlformats.org/officeDocument/2006/relationships/image" Target="../media/image24.wmf"/><Relationship Id="rId4" Type="http://schemas.openxmlformats.org/officeDocument/2006/relationships/oleObject" Target="../embeddings/oleObject22.bin"/><Relationship Id="rId3" Type="http://schemas.openxmlformats.org/officeDocument/2006/relationships/image" Target="../media/image23.wmf"/><Relationship Id="rId2" Type="http://schemas.openxmlformats.org/officeDocument/2006/relationships/oleObject" Target="../embeddings/oleObject21.bin"/><Relationship Id="rId13" Type="http://schemas.openxmlformats.org/officeDocument/2006/relationships/vmlDrawing" Target="../drawings/vmlDrawing5.vml"/><Relationship Id="rId12" Type="http://schemas.openxmlformats.org/officeDocument/2006/relationships/slideLayout" Target="../slideLayouts/slideLayout7.xml"/><Relationship Id="rId11" Type="http://schemas.openxmlformats.org/officeDocument/2006/relationships/image" Target="../media/image27.wmf"/><Relationship Id="rId10" Type="http://schemas.openxmlformats.org/officeDocument/2006/relationships/oleObject" Target="../embeddings/oleObject25.bin"/><Relationship Id="rId1" Type="http://schemas.openxmlformats.org/officeDocument/2006/relationships/oleObject" Target="../embeddings/oleObject20.bin"/></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28.wmf"/><Relationship Id="rId1" Type="http://schemas.openxmlformats.org/officeDocument/2006/relationships/oleObject" Target="../embeddings/oleObject26.bin"/></Relationships>
</file>

<file path=ppt/slides/_rels/slide10.xml.rels><?xml version="1.0" encoding="UTF-8" standalone="yes"?>
<Relationships xmlns="http://schemas.openxmlformats.org/package/2006/relationships"><Relationship Id="rId9" Type="http://schemas.openxmlformats.org/officeDocument/2006/relationships/image" Target="../media/image32.wmf"/><Relationship Id="rId8" Type="http://schemas.openxmlformats.org/officeDocument/2006/relationships/oleObject" Target="../embeddings/oleObject31.bin"/><Relationship Id="rId7" Type="http://schemas.openxmlformats.org/officeDocument/2006/relationships/image" Target="../media/image31.wmf"/><Relationship Id="rId6" Type="http://schemas.openxmlformats.org/officeDocument/2006/relationships/oleObject" Target="../embeddings/oleObject30.bin"/><Relationship Id="rId5" Type="http://schemas.openxmlformats.org/officeDocument/2006/relationships/oleObject" Target="../embeddings/oleObject29.bin"/><Relationship Id="rId4" Type="http://schemas.openxmlformats.org/officeDocument/2006/relationships/image" Target="../media/image30.wmf"/><Relationship Id="rId3" Type="http://schemas.openxmlformats.org/officeDocument/2006/relationships/oleObject" Target="../embeddings/oleObject28.bin"/><Relationship Id="rId2" Type="http://schemas.openxmlformats.org/officeDocument/2006/relationships/image" Target="../media/image29.wmf"/><Relationship Id="rId13" Type="http://schemas.openxmlformats.org/officeDocument/2006/relationships/vmlDrawing" Target="../drawings/vmlDrawing7.vml"/><Relationship Id="rId12" Type="http://schemas.openxmlformats.org/officeDocument/2006/relationships/slideLayout" Target="../slideLayouts/slideLayout12.xml"/><Relationship Id="rId11" Type="http://schemas.openxmlformats.org/officeDocument/2006/relationships/image" Target="../media/image33.wmf"/><Relationship Id="rId10" Type="http://schemas.openxmlformats.org/officeDocument/2006/relationships/oleObject" Target="../embeddings/oleObject32.bin"/><Relationship Id="rId1" Type="http://schemas.openxmlformats.org/officeDocument/2006/relationships/oleObject" Target="../embeddings/oleObject27.bin"/></Relationships>
</file>

<file path=ppt/slides/_rels/slide11.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13.xml"/><Relationship Id="rId7" Type="http://schemas.openxmlformats.org/officeDocument/2006/relationships/image" Target="../media/image37.wmf"/><Relationship Id="rId6" Type="http://schemas.openxmlformats.org/officeDocument/2006/relationships/oleObject" Target="../embeddings/oleObject35.bin"/><Relationship Id="rId5" Type="http://schemas.openxmlformats.org/officeDocument/2006/relationships/image" Target="../media/image36.wmf"/><Relationship Id="rId4" Type="http://schemas.openxmlformats.org/officeDocument/2006/relationships/oleObject" Target="../embeddings/oleObject34.bin"/><Relationship Id="rId3" Type="http://schemas.openxmlformats.org/officeDocument/2006/relationships/image" Target="../media/image35.jpeg"/><Relationship Id="rId2" Type="http://schemas.openxmlformats.org/officeDocument/2006/relationships/image" Target="../media/image34.wmf"/><Relationship Id="rId1" Type="http://schemas.openxmlformats.org/officeDocument/2006/relationships/oleObject" Target="../embeddings/oleObject33.bin"/></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1.wmf"/><Relationship Id="rId7" Type="http://schemas.openxmlformats.org/officeDocument/2006/relationships/oleObject" Target="../embeddings/oleObject39.bin"/><Relationship Id="rId6" Type="http://schemas.openxmlformats.org/officeDocument/2006/relationships/image" Target="../media/image40.wmf"/><Relationship Id="rId5" Type="http://schemas.openxmlformats.org/officeDocument/2006/relationships/oleObject" Target="../embeddings/oleObject38.bin"/><Relationship Id="rId4" Type="http://schemas.openxmlformats.org/officeDocument/2006/relationships/image" Target="../media/image39.wmf"/><Relationship Id="rId3" Type="http://schemas.openxmlformats.org/officeDocument/2006/relationships/oleObject" Target="../embeddings/oleObject37.bin"/><Relationship Id="rId2" Type="http://schemas.openxmlformats.org/officeDocument/2006/relationships/image" Target="../media/image38.wmf"/><Relationship Id="rId10" Type="http://schemas.openxmlformats.org/officeDocument/2006/relationships/vmlDrawing" Target="../drawings/vmlDrawing9.vml"/><Relationship Id="rId1" Type="http://schemas.openxmlformats.org/officeDocument/2006/relationships/oleObject" Target="../embeddings/oleObject36.bin"/></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3.jpeg"/><Relationship Id="rId1" Type="http://schemas.openxmlformats.org/officeDocument/2006/relationships/image" Target="../media/image42.png"/></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44.bin"/><Relationship Id="rId8" Type="http://schemas.openxmlformats.org/officeDocument/2006/relationships/image" Target="../media/image47.wmf"/><Relationship Id="rId7" Type="http://schemas.openxmlformats.org/officeDocument/2006/relationships/oleObject" Target="../embeddings/oleObject43.bin"/><Relationship Id="rId6" Type="http://schemas.openxmlformats.org/officeDocument/2006/relationships/image" Target="../media/image46.wmf"/><Relationship Id="rId5" Type="http://schemas.openxmlformats.org/officeDocument/2006/relationships/oleObject" Target="../embeddings/oleObject42.bin"/><Relationship Id="rId4" Type="http://schemas.openxmlformats.org/officeDocument/2006/relationships/image" Target="../media/image45.wmf"/><Relationship Id="rId3" Type="http://schemas.openxmlformats.org/officeDocument/2006/relationships/oleObject" Target="../embeddings/oleObject41.bin"/><Relationship Id="rId2" Type="http://schemas.openxmlformats.org/officeDocument/2006/relationships/image" Target="../media/image44.wmf"/><Relationship Id="rId16" Type="http://schemas.openxmlformats.org/officeDocument/2006/relationships/vmlDrawing" Target="../drawings/vmlDrawing10.vml"/><Relationship Id="rId15" Type="http://schemas.openxmlformats.org/officeDocument/2006/relationships/slideLayout" Target="../slideLayouts/slideLayout12.xml"/><Relationship Id="rId14" Type="http://schemas.openxmlformats.org/officeDocument/2006/relationships/image" Target="../media/image50.wmf"/><Relationship Id="rId13" Type="http://schemas.openxmlformats.org/officeDocument/2006/relationships/oleObject" Target="../embeddings/oleObject46.bin"/><Relationship Id="rId12" Type="http://schemas.openxmlformats.org/officeDocument/2006/relationships/image" Target="../media/image49.wmf"/><Relationship Id="rId11" Type="http://schemas.openxmlformats.org/officeDocument/2006/relationships/oleObject" Target="../embeddings/oleObject45.bin"/><Relationship Id="rId10" Type="http://schemas.openxmlformats.org/officeDocument/2006/relationships/image" Target="../media/image48.wmf"/><Relationship Id="rId1" Type="http://schemas.openxmlformats.org/officeDocument/2006/relationships/oleObject" Target="../embeddings/oleObject40.bin"/></Relationships>
</file>

<file path=ppt/slides/_rels/slide15.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2.xml"/><Relationship Id="rId6" Type="http://schemas.openxmlformats.org/officeDocument/2006/relationships/image" Target="../media/image53.wmf"/><Relationship Id="rId5" Type="http://schemas.openxmlformats.org/officeDocument/2006/relationships/oleObject" Target="../embeddings/oleObject49.bin"/><Relationship Id="rId4" Type="http://schemas.openxmlformats.org/officeDocument/2006/relationships/image" Target="../media/image52.wmf"/><Relationship Id="rId3" Type="http://schemas.openxmlformats.org/officeDocument/2006/relationships/oleObject" Target="../embeddings/oleObject48.bin"/><Relationship Id="rId2" Type="http://schemas.openxmlformats.org/officeDocument/2006/relationships/image" Target="../media/image51.wmf"/><Relationship Id="rId1" Type="http://schemas.openxmlformats.org/officeDocument/2006/relationships/oleObject" Target="../embeddings/oleObject47.bin"/></Relationships>
</file>

<file path=ppt/slides/_rels/slide16.xml.rels><?xml version="1.0" encoding="UTF-8" standalone="yes"?>
<Relationships xmlns="http://schemas.openxmlformats.org/package/2006/relationships"><Relationship Id="rId9" Type="http://schemas.openxmlformats.org/officeDocument/2006/relationships/image" Target="../media/image57.wmf"/><Relationship Id="rId8" Type="http://schemas.openxmlformats.org/officeDocument/2006/relationships/oleObject" Target="../embeddings/oleObject54.bin"/><Relationship Id="rId7" Type="http://schemas.openxmlformats.org/officeDocument/2006/relationships/image" Target="../media/image56.wmf"/><Relationship Id="rId6" Type="http://schemas.openxmlformats.org/officeDocument/2006/relationships/oleObject" Target="../embeddings/oleObject53.bin"/><Relationship Id="rId5" Type="http://schemas.openxmlformats.org/officeDocument/2006/relationships/image" Target="../media/image55.wmf"/><Relationship Id="rId4" Type="http://schemas.openxmlformats.org/officeDocument/2006/relationships/oleObject" Target="../embeddings/oleObject52.bin"/><Relationship Id="rId3" Type="http://schemas.openxmlformats.org/officeDocument/2006/relationships/image" Target="../media/image54.wmf"/><Relationship Id="rId2" Type="http://schemas.openxmlformats.org/officeDocument/2006/relationships/oleObject" Target="../embeddings/oleObject51.bin"/><Relationship Id="rId11" Type="http://schemas.openxmlformats.org/officeDocument/2006/relationships/vmlDrawing" Target="../drawings/vmlDrawing12.vml"/><Relationship Id="rId10" Type="http://schemas.openxmlformats.org/officeDocument/2006/relationships/slideLayout" Target="../slideLayouts/slideLayout12.xml"/><Relationship Id="rId1" Type="http://schemas.openxmlformats.org/officeDocument/2006/relationships/oleObject" Target="../embeddings/oleObject50.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59.bin"/><Relationship Id="rId8" Type="http://schemas.openxmlformats.org/officeDocument/2006/relationships/image" Target="../media/image61.wmf"/><Relationship Id="rId7" Type="http://schemas.openxmlformats.org/officeDocument/2006/relationships/oleObject" Target="../embeddings/oleObject58.bin"/><Relationship Id="rId6" Type="http://schemas.openxmlformats.org/officeDocument/2006/relationships/image" Target="../media/image60.wmf"/><Relationship Id="rId5" Type="http://schemas.openxmlformats.org/officeDocument/2006/relationships/oleObject" Target="../embeddings/oleObject57.bin"/><Relationship Id="rId4" Type="http://schemas.openxmlformats.org/officeDocument/2006/relationships/image" Target="../media/image59.wmf"/><Relationship Id="rId3" Type="http://schemas.openxmlformats.org/officeDocument/2006/relationships/oleObject" Target="../embeddings/oleObject56.bin"/><Relationship Id="rId2" Type="http://schemas.openxmlformats.org/officeDocument/2006/relationships/image" Target="../media/image58.wmf"/><Relationship Id="rId18" Type="http://schemas.openxmlformats.org/officeDocument/2006/relationships/vmlDrawing" Target="../drawings/vmlDrawing13.vml"/><Relationship Id="rId17" Type="http://schemas.openxmlformats.org/officeDocument/2006/relationships/slideLayout" Target="../slideLayouts/slideLayout12.xml"/><Relationship Id="rId16" Type="http://schemas.openxmlformats.org/officeDocument/2006/relationships/image" Target="../media/image65.wmf"/><Relationship Id="rId15" Type="http://schemas.openxmlformats.org/officeDocument/2006/relationships/oleObject" Target="../embeddings/oleObject62.bin"/><Relationship Id="rId14" Type="http://schemas.openxmlformats.org/officeDocument/2006/relationships/image" Target="../media/image64.wmf"/><Relationship Id="rId13" Type="http://schemas.openxmlformats.org/officeDocument/2006/relationships/oleObject" Target="../embeddings/oleObject61.bin"/><Relationship Id="rId12" Type="http://schemas.openxmlformats.org/officeDocument/2006/relationships/image" Target="../media/image63.wmf"/><Relationship Id="rId11" Type="http://schemas.openxmlformats.org/officeDocument/2006/relationships/oleObject" Target="../embeddings/oleObject60.bin"/><Relationship Id="rId10" Type="http://schemas.openxmlformats.org/officeDocument/2006/relationships/image" Target="../media/image62.wmf"/><Relationship Id="rId1" Type="http://schemas.openxmlformats.org/officeDocument/2006/relationships/oleObject" Target="../embeddings/oleObject55.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image" Target="../media/image69.wmf"/><Relationship Id="rId7" Type="http://schemas.openxmlformats.org/officeDocument/2006/relationships/oleObject" Target="../embeddings/oleObject66.bin"/><Relationship Id="rId6" Type="http://schemas.openxmlformats.org/officeDocument/2006/relationships/image" Target="../media/image68.wmf"/><Relationship Id="rId5" Type="http://schemas.openxmlformats.org/officeDocument/2006/relationships/oleObject" Target="../embeddings/oleObject65.bin"/><Relationship Id="rId4" Type="http://schemas.openxmlformats.org/officeDocument/2006/relationships/image" Target="../media/image67.wmf"/><Relationship Id="rId3" Type="http://schemas.openxmlformats.org/officeDocument/2006/relationships/oleObject" Target="../embeddings/oleObject64.bin"/><Relationship Id="rId2" Type="http://schemas.openxmlformats.org/officeDocument/2006/relationships/image" Target="../media/image66.wmf"/><Relationship Id="rId14" Type="http://schemas.openxmlformats.org/officeDocument/2006/relationships/vmlDrawing" Target="../drawings/vmlDrawing14.vml"/><Relationship Id="rId13" Type="http://schemas.openxmlformats.org/officeDocument/2006/relationships/slideLayout" Target="../slideLayouts/slideLayout2.xml"/><Relationship Id="rId12" Type="http://schemas.openxmlformats.org/officeDocument/2006/relationships/image" Target="../media/image70.wmf"/><Relationship Id="rId11" Type="http://schemas.openxmlformats.org/officeDocument/2006/relationships/oleObject" Target="../embeddings/oleObject68.bin"/><Relationship Id="rId10" Type="http://schemas.openxmlformats.org/officeDocument/2006/relationships/image" Target="../media/image63.wmf"/><Relationship Id="rId1" Type="http://schemas.openxmlformats.org/officeDocument/2006/relationships/oleObject" Target="../embeddings/oleObject63.bin"/></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74.wmf"/><Relationship Id="rId7" Type="http://schemas.openxmlformats.org/officeDocument/2006/relationships/oleObject" Target="../embeddings/oleObject72.bin"/><Relationship Id="rId6" Type="http://schemas.openxmlformats.org/officeDocument/2006/relationships/image" Target="../media/image73.wmf"/><Relationship Id="rId5" Type="http://schemas.openxmlformats.org/officeDocument/2006/relationships/oleObject" Target="../embeddings/oleObject71.bin"/><Relationship Id="rId4" Type="http://schemas.openxmlformats.org/officeDocument/2006/relationships/image" Target="../media/image72.wmf"/><Relationship Id="rId3" Type="http://schemas.openxmlformats.org/officeDocument/2006/relationships/oleObject" Target="../embeddings/oleObject70.bin"/><Relationship Id="rId2" Type="http://schemas.openxmlformats.org/officeDocument/2006/relationships/image" Target="../media/image71.wmf"/><Relationship Id="rId10" Type="http://schemas.openxmlformats.org/officeDocument/2006/relationships/vmlDrawing" Target="../drawings/vmlDrawing15.vml"/><Relationship Id="rId1" Type="http://schemas.openxmlformats.org/officeDocument/2006/relationships/oleObject" Target="../embeddings/oleObject69.bin"/></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77.bin"/><Relationship Id="rId8" Type="http://schemas.openxmlformats.org/officeDocument/2006/relationships/image" Target="../media/image77.wmf"/><Relationship Id="rId7" Type="http://schemas.openxmlformats.org/officeDocument/2006/relationships/oleObject" Target="../embeddings/oleObject76.bin"/><Relationship Id="rId6" Type="http://schemas.openxmlformats.org/officeDocument/2006/relationships/image" Target="../media/image76.wmf"/><Relationship Id="rId5" Type="http://schemas.openxmlformats.org/officeDocument/2006/relationships/oleObject" Target="../embeddings/oleObject75.bin"/><Relationship Id="rId4" Type="http://schemas.openxmlformats.org/officeDocument/2006/relationships/image" Target="../media/image75.wmf"/><Relationship Id="rId3" Type="http://schemas.openxmlformats.org/officeDocument/2006/relationships/oleObject" Target="../embeddings/oleObject74.bin"/><Relationship Id="rId2" Type="http://schemas.openxmlformats.org/officeDocument/2006/relationships/image" Target="../media/image58.wmf"/><Relationship Id="rId14" Type="http://schemas.openxmlformats.org/officeDocument/2006/relationships/vmlDrawing" Target="../drawings/vmlDrawing16.vml"/><Relationship Id="rId13" Type="http://schemas.openxmlformats.org/officeDocument/2006/relationships/slideLayout" Target="../slideLayouts/slideLayout12.xml"/><Relationship Id="rId12" Type="http://schemas.openxmlformats.org/officeDocument/2006/relationships/image" Target="../media/image79.wmf"/><Relationship Id="rId11" Type="http://schemas.openxmlformats.org/officeDocument/2006/relationships/oleObject" Target="../embeddings/oleObject78.bin"/><Relationship Id="rId10" Type="http://schemas.openxmlformats.org/officeDocument/2006/relationships/image" Target="../media/image78.wmf"/><Relationship Id="rId1" Type="http://schemas.openxmlformats.org/officeDocument/2006/relationships/oleObject" Target="../embeddings/oleObject73.bin"/></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83.wmf"/><Relationship Id="rId7" Type="http://schemas.openxmlformats.org/officeDocument/2006/relationships/oleObject" Target="../embeddings/oleObject82.bin"/><Relationship Id="rId6" Type="http://schemas.openxmlformats.org/officeDocument/2006/relationships/image" Target="../media/image82.wmf"/><Relationship Id="rId5" Type="http://schemas.openxmlformats.org/officeDocument/2006/relationships/oleObject" Target="../embeddings/oleObject81.bin"/><Relationship Id="rId4" Type="http://schemas.openxmlformats.org/officeDocument/2006/relationships/image" Target="../media/image81.wmf"/><Relationship Id="rId3" Type="http://schemas.openxmlformats.org/officeDocument/2006/relationships/oleObject" Target="../embeddings/oleObject80.bin"/><Relationship Id="rId2" Type="http://schemas.openxmlformats.org/officeDocument/2006/relationships/image" Target="../media/image80.wmf"/><Relationship Id="rId10" Type="http://schemas.openxmlformats.org/officeDocument/2006/relationships/vmlDrawing" Target="../drawings/vmlDrawing17.vml"/><Relationship Id="rId1" Type="http://schemas.openxmlformats.org/officeDocument/2006/relationships/oleObject" Target="../embeddings/oleObject79.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87.bin"/><Relationship Id="rId8" Type="http://schemas.openxmlformats.org/officeDocument/2006/relationships/image" Target="../media/image87.wmf"/><Relationship Id="rId7" Type="http://schemas.openxmlformats.org/officeDocument/2006/relationships/oleObject" Target="../embeddings/oleObject86.bin"/><Relationship Id="rId6" Type="http://schemas.openxmlformats.org/officeDocument/2006/relationships/image" Target="../media/image86.wmf"/><Relationship Id="rId5" Type="http://schemas.openxmlformats.org/officeDocument/2006/relationships/oleObject" Target="../embeddings/oleObject85.bin"/><Relationship Id="rId4" Type="http://schemas.openxmlformats.org/officeDocument/2006/relationships/image" Target="../media/image85.wmf"/><Relationship Id="rId3" Type="http://schemas.openxmlformats.org/officeDocument/2006/relationships/oleObject" Target="../embeddings/oleObject84.bin"/><Relationship Id="rId2" Type="http://schemas.openxmlformats.org/officeDocument/2006/relationships/image" Target="../media/image84.wmf"/><Relationship Id="rId14" Type="http://schemas.openxmlformats.org/officeDocument/2006/relationships/vmlDrawing" Target="../drawings/vmlDrawing18.vml"/><Relationship Id="rId13" Type="http://schemas.openxmlformats.org/officeDocument/2006/relationships/slideLayout" Target="../slideLayouts/slideLayout13.xml"/><Relationship Id="rId12" Type="http://schemas.openxmlformats.org/officeDocument/2006/relationships/image" Target="../media/image89.wmf"/><Relationship Id="rId11" Type="http://schemas.openxmlformats.org/officeDocument/2006/relationships/oleObject" Target="../embeddings/oleObject88.bin"/><Relationship Id="rId10" Type="http://schemas.openxmlformats.org/officeDocument/2006/relationships/image" Target="../media/image88.wmf"/><Relationship Id="rId1" Type="http://schemas.openxmlformats.org/officeDocument/2006/relationships/oleObject" Target="../embeddings/oleObject83.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93.bin"/><Relationship Id="rId8" Type="http://schemas.openxmlformats.org/officeDocument/2006/relationships/image" Target="../media/image93.wmf"/><Relationship Id="rId7" Type="http://schemas.openxmlformats.org/officeDocument/2006/relationships/oleObject" Target="../embeddings/oleObject92.bin"/><Relationship Id="rId6" Type="http://schemas.openxmlformats.org/officeDocument/2006/relationships/image" Target="../media/image92.wmf"/><Relationship Id="rId5" Type="http://schemas.openxmlformats.org/officeDocument/2006/relationships/oleObject" Target="../embeddings/oleObject91.bin"/><Relationship Id="rId4" Type="http://schemas.openxmlformats.org/officeDocument/2006/relationships/image" Target="../media/image91.wmf"/><Relationship Id="rId3" Type="http://schemas.openxmlformats.org/officeDocument/2006/relationships/oleObject" Target="../embeddings/oleObject90.bin"/><Relationship Id="rId20" Type="http://schemas.openxmlformats.org/officeDocument/2006/relationships/vmlDrawing" Target="../drawings/vmlDrawing19.vml"/><Relationship Id="rId2" Type="http://schemas.openxmlformats.org/officeDocument/2006/relationships/image" Target="../media/image90.wmf"/><Relationship Id="rId19" Type="http://schemas.openxmlformats.org/officeDocument/2006/relationships/slideLayout" Target="../slideLayouts/slideLayout2.xml"/><Relationship Id="rId18" Type="http://schemas.openxmlformats.org/officeDocument/2006/relationships/image" Target="../media/image98.wmf"/><Relationship Id="rId17" Type="http://schemas.openxmlformats.org/officeDocument/2006/relationships/oleObject" Target="../embeddings/oleObject97.bin"/><Relationship Id="rId16" Type="http://schemas.openxmlformats.org/officeDocument/2006/relationships/image" Target="../media/image97.wmf"/><Relationship Id="rId15" Type="http://schemas.openxmlformats.org/officeDocument/2006/relationships/oleObject" Target="../embeddings/oleObject96.bin"/><Relationship Id="rId14" Type="http://schemas.openxmlformats.org/officeDocument/2006/relationships/image" Target="../media/image96.wmf"/><Relationship Id="rId13" Type="http://schemas.openxmlformats.org/officeDocument/2006/relationships/oleObject" Target="../embeddings/oleObject95.bin"/><Relationship Id="rId12" Type="http://schemas.openxmlformats.org/officeDocument/2006/relationships/image" Target="../media/image95.wmf"/><Relationship Id="rId11" Type="http://schemas.openxmlformats.org/officeDocument/2006/relationships/oleObject" Target="../embeddings/oleObject94.bin"/><Relationship Id="rId10" Type="http://schemas.openxmlformats.org/officeDocument/2006/relationships/image" Target="../media/image94.wmf"/><Relationship Id="rId1" Type="http://schemas.openxmlformats.org/officeDocument/2006/relationships/oleObject" Target="../embeddings/oleObject89.bin"/></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2.wmf"/><Relationship Id="rId7" Type="http://schemas.openxmlformats.org/officeDocument/2006/relationships/oleObject" Target="../embeddings/oleObject101.bin"/><Relationship Id="rId6" Type="http://schemas.openxmlformats.org/officeDocument/2006/relationships/image" Target="../media/image101.wmf"/><Relationship Id="rId5" Type="http://schemas.openxmlformats.org/officeDocument/2006/relationships/oleObject" Target="../embeddings/oleObject100.bin"/><Relationship Id="rId4" Type="http://schemas.openxmlformats.org/officeDocument/2006/relationships/image" Target="../media/image100.wmf"/><Relationship Id="rId3" Type="http://schemas.openxmlformats.org/officeDocument/2006/relationships/oleObject" Target="../embeddings/oleObject99.bin"/><Relationship Id="rId2" Type="http://schemas.openxmlformats.org/officeDocument/2006/relationships/image" Target="../media/image99.wmf"/><Relationship Id="rId10" Type="http://schemas.openxmlformats.org/officeDocument/2006/relationships/vmlDrawing" Target="../drawings/vmlDrawing20.vml"/><Relationship Id="rId1" Type="http://schemas.openxmlformats.org/officeDocument/2006/relationships/oleObject" Target="../embeddings/oleObject98.bin"/></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106.bin"/><Relationship Id="rId8" Type="http://schemas.openxmlformats.org/officeDocument/2006/relationships/image" Target="../media/image106.wmf"/><Relationship Id="rId7" Type="http://schemas.openxmlformats.org/officeDocument/2006/relationships/oleObject" Target="../embeddings/oleObject105.bin"/><Relationship Id="rId6" Type="http://schemas.openxmlformats.org/officeDocument/2006/relationships/image" Target="../media/image105.wmf"/><Relationship Id="rId5" Type="http://schemas.openxmlformats.org/officeDocument/2006/relationships/oleObject" Target="../embeddings/oleObject104.bin"/><Relationship Id="rId4" Type="http://schemas.openxmlformats.org/officeDocument/2006/relationships/image" Target="../media/image104.wmf"/><Relationship Id="rId3" Type="http://schemas.openxmlformats.org/officeDocument/2006/relationships/oleObject" Target="../embeddings/oleObject103.bin"/><Relationship Id="rId2" Type="http://schemas.openxmlformats.org/officeDocument/2006/relationships/image" Target="../media/image103.wmf"/><Relationship Id="rId15" Type="http://schemas.openxmlformats.org/officeDocument/2006/relationships/vmlDrawing" Target="../drawings/vmlDrawing21.vml"/><Relationship Id="rId14" Type="http://schemas.openxmlformats.org/officeDocument/2006/relationships/slideLayout" Target="../slideLayouts/slideLayout2.xml"/><Relationship Id="rId13" Type="http://schemas.openxmlformats.org/officeDocument/2006/relationships/image" Target="../media/image109.wmf"/><Relationship Id="rId12" Type="http://schemas.openxmlformats.org/officeDocument/2006/relationships/oleObject" Target="../embeddings/oleObject107.bin"/><Relationship Id="rId11" Type="http://schemas.openxmlformats.org/officeDocument/2006/relationships/image" Target="../media/image108.jpeg"/><Relationship Id="rId10" Type="http://schemas.openxmlformats.org/officeDocument/2006/relationships/image" Target="../media/image107.wmf"/><Relationship Id="rId1" Type="http://schemas.openxmlformats.org/officeDocument/2006/relationships/oleObject" Target="../embeddings/oleObject102.bin"/></Relationships>
</file>

<file path=ppt/slides/_rels/slide27.xml.rels><?xml version="1.0" encoding="UTF-8" standalone="yes"?>
<Relationships xmlns="http://schemas.openxmlformats.org/package/2006/relationships"><Relationship Id="rId9" Type="http://schemas.openxmlformats.org/officeDocument/2006/relationships/image" Target="../media/image114.wmf"/><Relationship Id="rId8" Type="http://schemas.openxmlformats.org/officeDocument/2006/relationships/oleObject" Target="../embeddings/oleObject111.bin"/><Relationship Id="rId7" Type="http://schemas.openxmlformats.org/officeDocument/2006/relationships/image" Target="../media/image113.wmf"/><Relationship Id="rId6" Type="http://schemas.openxmlformats.org/officeDocument/2006/relationships/oleObject" Target="../embeddings/oleObject110.bin"/><Relationship Id="rId5" Type="http://schemas.openxmlformats.org/officeDocument/2006/relationships/image" Target="../media/image112.jpeg"/><Relationship Id="rId4" Type="http://schemas.openxmlformats.org/officeDocument/2006/relationships/image" Target="../media/image111.wmf"/><Relationship Id="rId3" Type="http://schemas.openxmlformats.org/officeDocument/2006/relationships/oleObject" Target="../embeddings/oleObject109.bin"/><Relationship Id="rId2" Type="http://schemas.openxmlformats.org/officeDocument/2006/relationships/image" Target="../media/image110.wmf"/><Relationship Id="rId13" Type="http://schemas.openxmlformats.org/officeDocument/2006/relationships/vmlDrawing" Target="../drawings/vmlDrawing22.vml"/><Relationship Id="rId12" Type="http://schemas.openxmlformats.org/officeDocument/2006/relationships/slideLayout" Target="../slideLayouts/slideLayout2.xml"/><Relationship Id="rId11" Type="http://schemas.openxmlformats.org/officeDocument/2006/relationships/image" Target="../media/image115.wmf"/><Relationship Id="rId10" Type="http://schemas.openxmlformats.org/officeDocument/2006/relationships/oleObject" Target="../embeddings/oleObject112.bin"/><Relationship Id="rId1" Type="http://schemas.openxmlformats.org/officeDocument/2006/relationships/oleObject" Target="../embeddings/oleObject108.bin"/></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12.xml"/><Relationship Id="rId6" Type="http://schemas.openxmlformats.org/officeDocument/2006/relationships/image" Target="../media/image120.wmf"/><Relationship Id="rId5" Type="http://schemas.openxmlformats.org/officeDocument/2006/relationships/image" Target="../media/image119.wmf"/><Relationship Id="rId4" Type="http://schemas.openxmlformats.org/officeDocument/2006/relationships/image" Target="../media/image118.wmf"/><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oleObject" Target="../embeddings/oleObject113.bin"/></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3.jpeg"/><Relationship Id="rId2" Type="http://schemas.openxmlformats.org/officeDocument/2006/relationships/image" Target="../media/image122.jpeg"/><Relationship Id="rId1" Type="http://schemas.openxmlformats.org/officeDocument/2006/relationships/image" Target="../media/image121.jpeg"/></Relationships>
</file>

<file path=ppt/slides/_rels/slide30.xml.rels><?xml version="1.0" encoding="UTF-8" standalone="yes"?>
<Relationships xmlns="http://schemas.openxmlformats.org/package/2006/relationships"><Relationship Id="rId9" Type="http://schemas.openxmlformats.org/officeDocument/2006/relationships/image" Target="../media/image128.jpeg"/><Relationship Id="rId8" Type="http://schemas.openxmlformats.org/officeDocument/2006/relationships/image" Target="../media/image127.wmf"/><Relationship Id="rId7" Type="http://schemas.openxmlformats.org/officeDocument/2006/relationships/oleObject" Target="../embeddings/oleObject117.bin"/><Relationship Id="rId6" Type="http://schemas.openxmlformats.org/officeDocument/2006/relationships/image" Target="../media/image126.wmf"/><Relationship Id="rId5" Type="http://schemas.openxmlformats.org/officeDocument/2006/relationships/oleObject" Target="../embeddings/oleObject116.bin"/><Relationship Id="rId4" Type="http://schemas.openxmlformats.org/officeDocument/2006/relationships/image" Target="../media/image125.wmf"/><Relationship Id="rId3" Type="http://schemas.openxmlformats.org/officeDocument/2006/relationships/oleObject" Target="../embeddings/oleObject115.bin"/><Relationship Id="rId2" Type="http://schemas.openxmlformats.org/officeDocument/2006/relationships/image" Target="../media/image124.wmf"/><Relationship Id="rId11" Type="http://schemas.openxmlformats.org/officeDocument/2006/relationships/vmlDrawing" Target="../drawings/vmlDrawing24.vml"/><Relationship Id="rId10" Type="http://schemas.openxmlformats.org/officeDocument/2006/relationships/slideLayout" Target="../slideLayouts/slideLayout12.xml"/><Relationship Id="rId1" Type="http://schemas.openxmlformats.org/officeDocument/2006/relationships/oleObject" Target="../embeddings/oleObject114.bin"/></Relationships>
</file>

<file path=ppt/slides/_rels/slide31.xml.rels><?xml version="1.0" encoding="UTF-8" standalone="yes"?>
<Relationships xmlns="http://schemas.openxmlformats.org/package/2006/relationships"><Relationship Id="rId9" Type="http://schemas.openxmlformats.org/officeDocument/2006/relationships/image" Target="../media/image131.wmf"/><Relationship Id="rId8" Type="http://schemas.openxmlformats.org/officeDocument/2006/relationships/oleObject" Target="../embeddings/oleObject122.bin"/><Relationship Id="rId7" Type="http://schemas.openxmlformats.org/officeDocument/2006/relationships/oleObject" Target="../embeddings/oleObject121.bin"/><Relationship Id="rId6" Type="http://schemas.openxmlformats.org/officeDocument/2006/relationships/image" Target="../media/image130.wmf"/><Relationship Id="rId5" Type="http://schemas.openxmlformats.org/officeDocument/2006/relationships/oleObject" Target="../embeddings/oleObject120.bin"/><Relationship Id="rId4" Type="http://schemas.openxmlformats.org/officeDocument/2006/relationships/image" Target="../media/image129.wmf"/><Relationship Id="rId3" Type="http://schemas.openxmlformats.org/officeDocument/2006/relationships/oleObject" Target="../embeddings/oleObject119.bin"/><Relationship Id="rId2" Type="http://schemas.openxmlformats.org/officeDocument/2006/relationships/image" Target="../media/image125.wmf"/><Relationship Id="rId14" Type="http://schemas.openxmlformats.org/officeDocument/2006/relationships/vmlDrawing" Target="../drawings/vmlDrawing25.vml"/><Relationship Id="rId13" Type="http://schemas.openxmlformats.org/officeDocument/2006/relationships/slideLayout" Target="../slideLayouts/slideLayout12.xml"/><Relationship Id="rId12" Type="http://schemas.openxmlformats.org/officeDocument/2006/relationships/image" Target="../media/image132.jpeg"/><Relationship Id="rId11" Type="http://schemas.openxmlformats.org/officeDocument/2006/relationships/oleObject" Target="../embeddings/oleObject124.bin"/><Relationship Id="rId10" Type="http://schemas.openxmlformats.org/officeDocument/2006/relationships/oleObject" Target="../embeddings/oleObject123.bin"/><Relationship Id="rId1" Type="http://schemas.openxmlformats.org/officeDocument/2006/relationships/oleObject" Target="../embeddings/oleObject118.bin"/></Relationships>
</file>

<file path=ppt/slides/_rels/slide32.xml.rels><?xml version="1.0" encoding="UTF-8" standalone="yes"?>
<Relationships xmlns="http://schemas.openxmlformats.org/package/2006/relationships"><Relationship Id="rId9" Type="http://schemas.openxmlformats.org/officeDocument/2006/relationships/vmlDrawing" Target="../drawings/vmlDrawing26.vml"/><Relationship Id="rId8" Type="http://schemas.openxmlformats.org/officeDocument/2006/relationships/slideLayout" Target="../slideLayouts/slideLayout13.xml"/><Relationship Id="rId7" Type="http://schemas.openxmlformats.org/officeDocument/2006/relationships/image" Target="../media/image135.jpeg"/><Relationship Id="rId6" Type="http://schemas.openxmlformats.org/officeDocument/2006/relationships/image" Target="../media/image134.wmf"/><Relationship Id="rId5" Type="http://schemas.openxmlformats.org/officeDocument/2006/relationships/oleObject" Target="../embeddings/oleObject127.bin"/><Relationship Id="rId4" Type="http://schemas.openxmlformats.org/officeDocument/2006/relationships/image" Target="../media/image133.wmf"/><Relationship Id="rId3" Type="http://schemas.openxmlformats.org/officeDocument/2006/relationships/oleObject" Target="../embeddings/oleObject126.bin"/><Relationship Id="rId2" Type="http://schemas.openxmlformats.org/officeDocument/2006/relationships/image" Target="../media/image125.wmf"/><Relationship Id="rId1" Type="http://schemas.openxmlformats.org/officeDocument/2006/relationships/oleObject" Target="../embeddings/oleObject125.bin"/></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vmlDrawing" Target="../drawings/vmlDrawing27.vml"/><Relationship Id="rId4" Type="http://schemas.openxmlformats.org/officeDocument/2006/relationships/slideLayout" Target="../slideLayouts/slideLayout12.xml"/><Relationship Id="rId3" Type="http://schemas.openxmlformats.org/officeDocument/2006/relationships/oleObject" Target="../embeddings/oleObject129.bin"/><Relationship Id="rId2" Type="http://schemas.openxmlformats.org/officeDocument/2006/relationships/image" Target="../media/image136.wmf"/><Relationship Id="rId1" Type="http://schemas.openxmlformats.org/officeDocument/2006/relationships/oleObject" Target="../embeddings/oleObject128.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134.bin"/><Relationship Id="rId8" Type="http://schemas.openxmlformats.org/officeDocument/2006/relationships/image" Target="../media/image136.wmf"/><Relationship Id="rId7" Type="http://schemas.openxmlformats.org/officeDocument/2006/relationships/oleObject" Target="../embeddings/oleObject133.bin"/><Relationship Id="rId6" Type="http://schemas.openxmlformats.org/officeDocument/2006/relationships/image" Target="../media/image139.wmf"/><Relationship Id="rId5" Type="http://schemas.openxmlformats.org/officeDocument/2006/relationships/oleObject" Target="../embeddings/oleObject132.bin"/><Relationship Id="rId4" Type="http://schemas.openxmlformats.org/officeDocument/2006/relationships/image" Target="../media/image138.wmf"/><Relationship Id="rId3" Type="http://schemas.openxmlformats.org/officeDocument/2006/relationships/oleObject" Target="../embeddings/oleObject131.bin"/><Relationship Id="rId2" Type="http://schemas.openxmlformats.org/officeDocument/2006/relationships/image" Target="../media/image137.wmf"/><Relationship Id="rId12" Type="http://schemas.openxmlformats.org/officeDocument/2006/relationships/vmlDrawing" Target="../drawings/vmlDrawing28.vml"/><Relationship Id="rId11" Type="http://schemas.openxmlformats.org/officeDocument/2006/relationships/slideLayout" Target="../slideLayouts/slideLayout12.xml"/><Relationship Id="rId10" Type="http://schemas.openxmlformats.org/officeDocument/2006/relationships/image" Target="../media/image140.jpeg"/><Relationship Id="rId1" Type="http://schemas.openxmlformats.org/officeDocument/2006/relationships/oleObject" Target="../embeddings/oleObject130.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139.bin"/><Relationship Id="rId8" Type="http://schemas.openxmlformats.org/officeDocument/2006/relationships/image" Target="../media/image136.wmf"/><Relationship Id="rId7" Type="http://schemas.openxmlformats.org/officeDocument/2006/relationships/oleObject" Target="../embeddings/oleObject138.bin"/><Relationship Id="rId6" Type="http://schemas.openxmlformats.org/officeDocument/2006/relationships/image" Target="../media/image137.wmf"/><Relationship Id="rId5" Type="http://schemas.openxmlformats.org/officeDocument/2006/relationships/oleObject" Target="../embeddings/oleObject137.bin"/><Relationship Id="rId4" Type="http://schemas.openxmlformats.org/officeDocument/2006/relationships/image" Target="../media/image142.wmf"/><Relationship Id="rId3" Type="http://schemas.openxmlformats.org/officeDocument/2006/relationships/oleObject" Target="../embeddings/oleObject136.bin"/><Relationship Id="rId2" Type="http://schemas.openxmlformats.org/officeDocument/2006/relationships/image" Target="../media/image141.wmf"/><Relationship Id="rId14" Type="http://schemas.openxmlformats.org/officeDocument/2006/relationships/vmlDrawing" Target="../drawings/vmlDrawing29.vml"/><Relationship Id="rId13" Type="http://schemas.openxmlformats.org/officeDocument/2006/relationships/slideLayout" Target="../slideLayouts/slideLayout12.xml"/><Relationship Id="rId12" Type="http://schemas.openxmlformats.org/officeDocument/2006/relationships/image" Target="../media/image144.jpeg"/><Relationship Id="rId11" Type="http://schemas.openxmlformats.org/officeDocument/2006/relationships/image" Target="../media/image143.wmf"/><Relationship Id="rId10" Type="http://schemas.openxmlformats.org/officeDocument/2006/relationships/oleObject" Target="../embeddings/oleObject140.bin"/><Relationship Id="rId1" Type="http://schemas.openxmlformats.org/officeDocument/2006/relationships/oleObject" Target="../embeddings/oleObject135.bin"/></Relationships>
</file>

<file path=ppt/slides/_rels/slide36.xml.rels><?xml version="1.0" encoding="UTF-8" standalone="yes"?>
<Relationships xmlns="http://schemas.openxmlformats.org/package/2006/relationships"><Relationship Id="rId7" Type="http://schemas.openxmlformats.org/officeDocument/2006/relationships/vmlDrawing" Target="../drawings/vmlDrawing30.vml"/><Relationship Id="rId6" Type="http://schemas.openxmlformats.org/officeDocument/2006/relationships/slideLayout" Target="../slideLayouts/slideLayout12.xml"/><Relationship Id="rId5" Type="http://schemas.openxmlformats.org/officeDocument/2006/relationships/oleObject" Target="../embeddings/oleObject143.bin"/><Relationship Id="rId4" Type="http://schemas.openxmlformats.org/officeDocument/2006/relationships/image" Target="../media/image136.wmf"/><Relationship Id="rId3" Type="http://schemas.openxmlformats.org/officeDocument/2006/relationships/oleObject" Target="../embeddings/oleObject142.bin"/><Relationship Id="rId2" Type="http://schemas.openxmlformats.org/officeDocument/2006/relationships/image" Target="../media/image145.wmf"/><Relationship Id="rId1" Type="http://schemas.openxmlformats.org/officeDocument/2006/relationships/oleObject" Target="../embeddings/oleObject141.bin"/></Relationships>
</file>

<file path=ppt/slides/_rels/slide37.xml.rels><?xml version="1.0" encoding="UTF-8" standalone="yes"?>
<Relationships xmlns="http://schemas.openxmlformats.org/package/2006/relationships"><Relationship Id="rId9" Type="http://schemas.openxmlformats.org/officeDocument/2006/relationships/vmlDrawing" Target="../drawings/vmlDrawing31.vml"/><Relationship Id="rId8" Type="http://schemas.openxmlformats.org/officeDocument/2006/relationships/slideLayout" Target="../slideLayouts/slideLayout12.xml"/><Relationship Id="rId7" Type="http://schemas.openxmlformats.org/officeDocument/2006/relationships/oleObject" Target="../embeddings/oleObject147.bin"/><Relationship Id="rId6" Type="http://schemas.openxmlformats.org/officeDocument/2006/relationships/oleObject" Target="../embeddings/oleObject146.bin"/><Relationship Id="rId5" Type="http://schemas.openxmlformats.org/officeDocument/2006/relationships/image" Target="../media/image148.png"/><Relationship Id="rId4" Type="http://schemas.openxmlformats.org/officeDocument/2006/relationships/image" Target="../media/image147.wmf"/><Relationship Id="rId3" Type="http://schemas.openxmlformats.org/officeDocument/2006/relationships/oleObject" Target="../embeddings/oleObject145.bin"/><Relationship Id="rId2" Type="http://schemas.openxmlformats.org/officeDocument/2006/relationships/image" Target="../media/image146.wmf"/><Relationship Id="rId1" Type="http://schemas.openxmlformats.org/officeDocument/2006/relationships/oleObject" Target="../embeddings/oleObject144.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152.bin"/><Relationship Id="rId8" Type="http://schemas.openxmlformats.org/officeDocument/2006/relationships/image" Target="../media/image152.wmf"/><Relationship Id="rId7" Type="http://schemas.openxmlformats.org/officeDocument/2006/relationships/oleObject" Target="../embeddings/oleObject151.bin"/><Relationship Id="rId6" Type="http://schemas.openxmlformats.org/officeDocument/2006/relationships/image" Target="../media/image151.wmf"/><Relationship Id="rId5" Type="http://schemas.openxmlformats.org/officeDocument/2006/relationships/oleObject" Target="../embeddings/oleObject150.bin"/><Relationship Id="rId4" Type="http://schemas.openxmlformats.org/officeDocument/2006/relationships/image" Target="../media/image150.wmf"/><Relationship Id="rId3" Type="http://schemas.openxmlformats.org/officeDocument/2006/relationships/oleObject" Target="../embeddings/oleObject149.bin"/><Relationship Id="rId2" Type="http://schemas.openxmlformats.org/officeDocument/2006/relationships/image" Target="../media/image149.wmf"/><Relationship Id="rId13" Type="http://schemas.openxmlformats.org/officeDocument/2006/relationships/vmlDrawing" Target="../drawings/vmlDrawing32.vml"/><Relationship Id="rId12" Type="http://schemas.openxmlformats.org/officeDocument/2006/relationships/slideLayout" Target="../slideLayouts/slideLayout2.xml"/><Relationship Id="rId11" Type="http://schemas.openxmlformats.org/officeDocument/2006/relationships/image" Target="../media/image154.jpeg"/><Relationship Id="rId10" Type="http://schemas.openxmlformats.org/officeDocument/2006/relationships/image" Target="../media/image153.wmf"/><Relationship Id="rId1" Type="http://schemas.openxmlformats.org/officeDocument/2006/relationships/oleObject" Target="../embeddings/oleObject148.bin"/></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157.bin"/><Relationship Id="rId8" Type="http://schemas.openxmlformats.org/officeDocument/2006/relationships/image" Target="../media/image158.wmf"/><Relationship Id="rId7" Type="http://schemas.openxmlformats.org/officeDocument/2006/relationships/oleObject" Target="../embeddings/oleObject156.bin"/><Relationship Id="rId6" Type="http://schemas.openxmlformats.org/officeDocument/2006/relationships/image" Target="../media/image157.wmf"/><Relationship Id="rId5" Type="http://schemas.openxmlformats.org/officeDocument/2006/relationships/oleObject" Target="../embeddings/oleObject155.bin"/><Relationship Id="rId4" Type="http://schemas.openxmlformats.org/officeDocument/2006/relationships/image" Target="../media/image156.wmf"/><Relationship Id="rId3" Type="http://schemas.openxmlformats.org/officeDocument/2006/relationships/oleObject" Target="../embeddings/oleObject154.bin"/><Relationship Id="rId23" Type="http://schemas.openxmlformats.org/officeDocument/2006/relationships/notesSlide" Target="../notesSlides/notesSlide4.xml"/><Relationship Id="rId22" Type="http://schemas.openxmlformats.org/officeDocument/2006/relationships/vmlDrawing" Target="../drawings/vmlDrawing33.vml"/><Relationship Id="rId21" Type="http://schemas.openxmlformats.org/officeDocument/2006/relationships/slideLayout" Target="../slideLayouts/slideLayout13.xml"/><Relationship Id="rId20" Type="http://schemas.openxmlformats.org/officeDocument/2006/relationships/image" Target="../media/image164.wmf"/><Relationship Id="rId2" Type="http://schemas.openxmlformats.org/officeDocument/2006/relationships/image" Target="../media/image155.wmf"/><Relationship Id="rId19" Type="http://schemas.openxmlformats.org/officeDocument/2006/relationships/oleObject" Target="../embeddings/oleObject162.bin"/><Relationship Id="rId18" Type="http://schemas.openxmlformats.org/officeDocument/2006/relationships/image" Target="../media/image163.wmf"/><Relationship Id="rId17" Type="http://schemas.openxmlformats.org/officeDocument/2006/relationships/oleObject" Target="../embeddings/oleObject161.bin"/><Relationship Id="rId16" Type="http://schemas.openxmlformats.org/officeDocument/2006/relationships/image" Target="../media/image162.wmf"/><Relationship Id="rId15" Type="http://schemas.openxmlformats.org/officeDocument/2006/relationships/oleObject" Target="../embeddings/oleObject160.bin"/><Relationship Id="rId14" Type="http://schemas.openxmlformats.org/officeDocument/2006/relationships/image" Target="../media/image161.wmf"/><Relationship Id="rId13" Type="http://schemas.openxmlformats.org/officeDocument/2006/relationships/oleObject" Target="../embeddings/oleObject159.bin"/><Relationship Id="rId12" Type="http://schemas.openxmlformats.org/officeDocument/2006/relationships/image" Target="../media/image160.wmf"/><Relationship Id="rId11" Type="http://schemas.openxmlformats.org/officeDocument/2006/relationships/oleObject" Target="../embeddings/oleObject158.bin"/><Relationship Id="rId10" Type="http://schemas.openxmlformats.org/officeDocument/2006/relationships/image" Target="../media/image159.wmf"/><Relationship Id="rId1" Type="http://schemas.openxmlformats.org/officeDocument/2006/relationships/oleObject" Target="../embeddings/oleObject153.bin"/></Relationships>
</file>

<file path=ppt/slides/_rels/slide40.xml.rels><?xml version="1.0" encoding="UTF-8" standalone="yes"?>
<Relationships xmlns="http://schemas.openxmlformats.org/package/2006/relationships"><Relationship Id="rId9" Type="http://schemas.openxmlformats.org/officeDocument/2006/relationships/image" Target="../media/image161.wmf"/><Relationship Id="rId8" Type="http://schemas.openxmlformats.org/officeDocument/2006/relationships/oleObject" Target="../embeddings/oleObject166.bin"/><Relationship Id="rId7" Type="http://schemas.openxmlformats.org/officeDocument/2006/relationships/image" Target="../media/image160.wmf"/><Relationship Id="rId6" Type="http://schemas.openxmlformats.org/officeDocument/2006/relationships/oleObject" Target="../embeddings/oleObject165.bin"/><Relationship Id="rId5" Type="http://schemas.openxmlformats.org/officeDocument/2006/relationships/image" Target="../media/image159.wmf"/><Relationship Id="rId4" Type="http://schemas.openxmlformats.org/officeDocument/2006/relationships/oleObject" Target="../embeddings/oleObject164.bin"/><Relationship Id="rId3" Type="http://schemas.openxmlformats.org/officeDocument/2006/relationships/image" Target="../media/image166.wmf"/><Relationship Id="rId26" Type="http://schemas.openxmlformats.org/officeDocument/2006/relationships/notesSlide" Target="../notesSlides/notesSlide5.xml"/><Relationship Id="rId25" Type="http://schemas.openxmlformats.org/officeDocument/2006/relationships/vmlDrawing" Target="../drawings/vmlDrawing34.vml"/><Relationship Id="rId24" Type="http://schemas.openxmlformats.org/officeDocument/2006/relationships/slideLayout" Target="../slideLayouts/slideLayout13.xml"/><Relationship Id="rId23" Type="http://schemas.openxmlformats.org/officeDocument/2006/relationships/image" Target="../media/image172.wmf"/><Relationship Id="rId22" Type="http://schemas.openxmlformats.org/officeDocument/2006/relationships/oleObject" Target="../embeddings/oleObject173.bin"/><Relationship Id="rId21" Type="http://schemas.openxmlformats.org/officeDocument/2006/relationships/image" Target="../media/image171.wmf"/><Relationship Id="rId20" Type="http://schemas.openxmlformats.org/officeDocument/2006/relationships/oleObject" Target="../embeddings/oleObject172.bin"/><Relationship Id="rId2" Type="http://schemas.openxmlformats.org/officeDocument/2006/relationships/oleObject" Target="../embeddings/oleObject163.bin"/><Relationship Id="rId19" Type="http://schemas.openxmlformats.org/officeDocument/2006/relationships/image" Target="../media/image170.wmf"/><Relationship Id="rId18" Type="http://schemas.openxmlformats.org/officeDocument/2006/relationships/oleObject" Target="../embeddings/oleObject171.bin"/><Relationship Id="rId17" Type="http://schemas.openxmlformats.org/officeDocument/2006/relationships/image" Target="../media/image169.wmf"/><Relationship Id="rId16" Type="http://schemas.openxmlformats.org/officeDocument/2006/relationships/oleObject" Target="../embeddings/oleObject170.bin"/><Relationship Id="rId15" Type="http://schemas.openxmlformats.org/officeDocument/2006/relationships/image" Target="../media/image164.wmf"/><Relationship Id="rId14" Type="http://schemas.openxmlformats.org/officeDocument/2006/relationships/oleObject" Target="../embeddings/oleObject169.bin"/><Relationship Id="rId13" Type="http://schemas.openxmlformats.org/officeDocument/2006/relationships/image" Target="../media/image168.wmf"/><Relationship Id="rId12" Type="http://schemas.openxmlformats.org/officeDocument/2006/relationships/oleObject" Target="../embeddings/oleObject168.bin"/><Relationship Id="rId11" Type="http://schemas.openxmlformats.org/officeDocument/2006/relationships/image" Target="../media/image167.wmf"/><Relationship Id="rId10" Type="http://schemas.openxmlformats.org/officeDocument/2006/relationships/oleObject" Target="../embeddings/oleObject167.bin"/><Relationship Id="rId1" Type="http://schemas.openxmlformats.org/officeDocument/2006/relationships/image" Target="../media/image165.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178.bin"/><Relationship Id="rId8" Type="http://schemas.openxmlformats.org/officeDocument/2006/relationships/image" Target="../media/image176.wmf"/><Relationship Id="rId7" Type="http://schemas.openxmlformats.org/officeDocument/2006/relationships/oleObject" Target="../embeddings/oleObject177.bin"/><Relationship Id="rId6" Type="http://schemas.openxmlformats.org/officeDocument/2006/relationships/image" Target="../media/image175.wmf"/><Relationship Id="rId5" Type="http://schemas.openxmlformats.org/officeDocument/2006/relationships/oleObject" Target="../embeddings/oleObject176.bin"/><Relationship Id="rId4" Type="http://schemas.openxmlformats.org/officeDocument/2006/relationships/image" Target="../media/image174.wmf"/><Relationship Id="rId3" Type="http://schemas.openxmlformats.org/officeDocument/2006/relationships/oleObject" Target="../embeddings/oleObject175.bin"/><Relationship Id="rId2" Type="http://schemas.openxmlformats.org/officeDocument/2006/relationships/image" Target="../media/image173.wmf"/><Relationship Id="rId12" Type="http://schemas.openxmlformats.org/officeDocument/2006/relationships/vmlDrawing" Target="../drawings/vmlDrawing35.vml"/><Relationship Id="rId11" Type="http://schemas.openxmlformats.org/officeDocument/2006/relationships/slideLayout" Target="../slideLayouts/slideLayout2.xml"/><Relationship Id="rId10" Type="http://schemas.openxmlformats.org/officeDocument/2006/relationships/image" Target="../media/image177.wmf"/><Relationship Id="rId1" Type="http://schemas.openxmlformats.org/officeDocument/2006/relationships/oleObject" Target="../embeddings/oleObject174.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183.bin"/><Relationship Id="rId8" Type="http://schemas.openxmlformats.org/officeDocument/2006/relationships/image" Target="../media/image181.wmf"/><Relationship Id="rId7" Type="http://schemas.openxmlformats.org/officeDocument/2006/relationships/oleObject" Target="../embeddings/oleObject182.bin"/><Relationship Id="rId6" Type="http://schemas.openxmlformats.org/officeDocument/2006/relationships/image" Target="../media/image180.wmf"/><Relationship Id="rId5" Type="http://schemas.openxmlformats.org/officeDocument/2006/relationships/oleObject" Target="../embeddings/oleObject181.bin"/><Relationship Id="rId4" Type="http://schemas.openxmlformats.org/officeDocument/2006/relationships/image" Target="../media/image179.wmf"/><Relationship Id="rId3" Type="http://schemas.openxmlformats.org/officeDocument/2006/relationships/oleObject" Target="../embeddings/oleObject180.bin"/><Relationship Id="rId2" Type="http://schemas.openxmlformats.org/officeDocument/2006/relationships/image" Target="../media/image178.wmf"/><Relationship Id="rId17" Type="http://schemas.openxmlformats.org/officeDocument/2006/relationships/vmlDrawing" Target="../drawings/vmlDrawing36.vml"/><Relationship Id="rId16" Type="http://schemas.openxmlformats.org/officeDocument/2006/relationships/slideLayout" Target="../slideLayouts/slideLayout2.xml"/><Relationship Id="rId15" Type="http://schemas.openxmlformats.org/officeDocument/2006/relationships/image" Target="../media/image185.jpeg"/><Relationship Id="rId14" Type="http://schemas.openxmlformats.org/officeDocument/2006/relationships/image" Target="../media/image184.wmf"/><Relationship Id="rId13" Type="http://schemas.openxmlformats.org/officeDocument/2006/relationships/oleObject" Target="../embeddings/oleObject185.bin"/><Relationship Id="rId12" Type="http://schemas.openxmlformats.org/officeDocument/2006/relationships/image" Target="../media/image183.wmf"/><Relationship Id="rId11" Type="http://schemas.openxmlformats.org/officeDocument/2006/relationships/oleObject" Target="../embeddings/oleObject184.bin"/><Relationship Id="rId10" Type="http://schemas.openxmlformats.org/officeDocument/2006/relationships/image" Target="../media/image182.wmf"/><Relationship Id="rId1" Type="http://schemas.openxmlformats.org/officeDocument/2006/relationships/oleObject" Target="../embeddings/oleObject179.bin"/></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89.wmf"/><Relationship Id="rId7" Type="http://schemas.openxmlformats.org/officeDocument/2006/relationships/oleObject" Target="../embeddings/oleObject189.bin"/><Relationship Id="rId6" Type="http://schemas.openxmlformats.org/officeDocument/2006/relationships/image" Target="../media/image188.wmf"/><Relationship Id="rId5" Type="http://schemas.openxmlformats.org/officeDocument/2006/relationships/oleObject" Target="../embeddings/oleObject188.bin"/><Relationship Id="rId4" Type="http://schemas.openxmlformats.org/officeDocument/2006/relationships/image" Target="../media/image187.wmf"/><Relationship Id="rId3" Type="http://schemas.openxmlformats.org/officeDocument/2006/relationships/oleObject" Target="../embeddings/oleObject187.bin"/><Relationship Id="rId2" Type="http://schemas.openxmlformats.org/officeDocument/2006/relationships/image" Target="../media/image186.wmf"/><Relationship Id="rId10" Type="http://schemas.openxmlformats.org/officeDocument/2006/relationships/vmlDrawing" Target="../drawings/vmlDrawing37.vml"/><Relationship Id="rId1" Type="http://schemas.openxmlformats.org/officeDocument/2006/relationships/oleObject" Target="../embeddings/oleObject186.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txBox="1">
            <a:spLocks noGrp="1"/>
          </p:cNvSpPr>
          <p:nvPr>
            <p:ph type="ftr" sz="quarter" idx="10"/>
          </p:nvPr>
        </p:nvSpPr>
        <p:spPr/>
        <p:txBody>
          <a:bodyPr/>
          <a:lstStyle/>
          <a:p>
            <a:pPr marL="0" indent="0" algn="ctr" eaLnBrk="1" hangingPunct="1">
              <a:spcBef>
                <a:spcPct val="0"/>
              </a:spcBef>
              <a:buNone/>
            </a:pPr>
            <a:r>
              <a:rPr lang="en-US" altLang="zh-CN" sz="1400" dirty="0">
                <a:ea typeface="黑体" panose="02010609060101010101" pitchFamily="49" charset="-122"/>
              </a:rPr>
              <a:t>2-</a:t>
            </a:r>
            <a:fld id="{9A0DB2DC-4C9A-4742-B13C-FB6460FD3503}" type="slidenum">
              <a:rPr lang="en-US" altLang="zh-CN" sz="1400" dirty="0">
                <a:ea typeface="黑体" panose="02010609060101010101" pitchFamily="49" charset="-122"/>
              </a:rPr>
            </a:fld>
            <a:endParaRPr lang="en-US" altLang="zh-CN" sz="1400" dirty="0">
              <a:ea typeface="黑体" panose="02010609060101010101" pitchFamily="49" charset="-122"/>
            </a:endParaRPr>
          </a:p>
        </p:txBody>
      </p:sp>
      <p:sp>
        <p:nvSpPr>
          <p:cNvPr id="2051" name="Rectangle 16"/>
          <p:cNvSpPr>
            <a:spLocks noGrp="1"/>
          </p:cNvSpPr>
          <p:nvPr>
            <p:ph type="subTitle" idx="4294967295"/>
          </p:nvPr>
        </p:nvSpPr>
        <p:spPr>
          <a:xfrm>
            <a:off x="1979613" y="3355975"/>
            <a:ext cx="5832475" cy="1919288"/>
          </a:xfrm>
        </p:spPr>
        <p:txBody>
          <a:bodyPr vert="horz" wrap="square" lIns="91440" tIns="45720" rIns="91440" bIns="45720" anchor="t"/>
          <a:lstStyle>
            <a:lvl1pPr marL="0" lvl="0" indent="0" algn="ctr">
              <a:buClrTx/>
              <a:buSzTx/>
              <a:buFontTx/>
              <a:buNone/>
              <a:defRPr/>
            </a:lvl1pPr>
            <a:lvl2pPr marL="457200" lvl="1" indent="0" algn="ctr">
              <a:buClrTx/>
              <a:buSzTx/>
              <a:buFontTx/>
              <a:buNone/>
              <a:defRPr/>
            </a:lvl2pPr>
            <a:lvl3pPr marL="914400" lvl="2" indent="0" algn="ctr">
              <a:buClrTx/>
              <a:buSzTx/>
              <a:buFontTx/>
              <a:buNone/>
              <a:defRPr/>
            </a:lvl3pPr>
            <a:lvl4pPr marL="1371600" lvl="3" indent="0" algn="ctr">
              <a:buClrTx/>
              <a:buSzTx/>
              <a:buFontTx/>
              <a:buNone/>
              <a:defRPr/>
            </a:lvl4pPr>
            <a:lvl5pPr marL="1828800" lvl="4" indent="0" algn="ctr">
              <a:buClrTx/>
              <a:buSzTx/>
              <a:buFontTx/>
              <a:buNone/>
              <a:defRPr/>
            </a:lvl5pPr>
          </a:lstStyle>
          <a:p>
            <a:pPr lvl="0" algn="r" eaLnBrk="1" hangingPunct="1">
              <a:lnSpc>
                <a:spcPct val="140000"/>
              </a:lnSpc>
            </a:pPr>
            <a:r>
              <a:rPr lang="zh-CN" altLang="en-US" sz="2000" b="1" dirty="0">
                <a:latin typeface="黑体" panose="02010609060101010101" pitchFamily="49" charset="-122"/>
                <a:ea typeface="黑体" panose="02010609060101010101" pitchFamily="49" charset="-122"/>
              </a:rPr>
              <a:t>合肥工业大学 机械工程学院</a:t>
            </a:r>
            <a:endParaRPr lang="zh-CN" altLang="en-US" sz="2000" b="1" dirty="0">
              <a:latin typeface="黑体" panose="02010609060101010101" pitchFamily="49" charset="-122"/>
              <a:ea typeface="黑体" panose="02010609060101010101" pitchFamily="49" charset="-122"/>
            </a:endParaRPr>
          </a:p>
          <a:p>
            <a:pPr lvl="0" algn="r" eaLnBrk="1" hangingPunct="1">
              <a:lnSpc>
                <a:spcPct val="140000"/>
              </a:lnSpc>
            </a:pPr>
            <a:r>
              <a:rPr lang="zh-CN" altLang="en-US" sz="2000" b="1" dirty="0">
                <a:latin typeface="黑体" panose="02010609060101010101" pitchFamily="49" charset="-122"/>
                <a:ea typeface="黑体" panose="02010609060101010101" pitchFamily="49" charset="-122"/>
              </a:rPr>
              <a:t>王卫荣 葛新方   </a:t>
            </a:r>
            <a:endParaRPr lang="zh-CN" altLang="en-US" sz="2000" b="1" dirty="0">
              <a:latin typeface="黑体" panose="02010609060101010101" pitchFamily="49" charset="-122"/>
              <a:ea typeface="黑体" panose="02010609060101010101" pitchFamily="49" charset="-122"/>
            </a:endParaRPr>
          </a:p>
          <a:p>
            <a:pPr lvl="0" algn="r" eaLnBrk="1" hangingPunct="1">
              <a:lnSpc>
                <a:spcPct val="140000"/>
              </a:lnSpc>
            </a:pPr>
            <a:r>
              <a:rPr lang="en-US" altLang="zh-CN" sz="2000" b="1" dirty="0">
                <a:latin typeface="黑体" panose="02010609060101010101" pitchFamily="49" charset="-122"/>
                <a:ea typeface="黑体" panose="02010609060101010101" pitchFamily="49" charset="-122"/>
              </a:rPr>
              <a:t>2020.04</a:t>
            </a:r>
            <a:endParaRPr lang="en-US" altLang="zh-CN" sz="2000" b="1" dirty="0">
              <a:latin typeface="黑体" panose="02010609060101010101" pitchFamily="49" charset="-122"/>
              <a:ea typeface="黑体" panose="02010609060101010101" pitchFamily="49" charset="-122"/>
            </a:endParaRPr>
          </a:p>
        </p:txBody>
      </p:sp>
      <p:sp>
        <p:nvSpPr>
          <p:cNvPr id="63505" name="Rectangle 17"/>
          <p:cNvSpPr>
            <a:spLocks noGrp="1" noChangeArrowheads="1"/>
          </p:cNvSpPr>
          <p:nvPr>
            <p:ph type="ctrTitle" idx="4294967295"/>
          </p:nvPr>
        </p:nvSpPr>
        <p:spPr>
          <a:xfrm>
            <a:off x="339725" y="1412875"/>
            <a:ext cx="8424863" cy="1079500"/>
          </a:xfrm>
          <a:solidFill>
            <a:schemeClr val="hlink">
              <a:alpha val="50000"/>
            </a:schemeClr>
          </a:solidFill>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60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j-cs"/>
              </a:rPr>
              <a:t>《</a:t>
            </a:r>
            <a:r>
              <a:rPr kumimoji="0" lang="zh-CN" altLang="en-US" sz="60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j-cs"/>
              </a:rPr>
              <a:t>机械优化设计</a:t>
            </a:r>
            <a:r>
              <a:rPr kumimoji="0" lang="en-US" altLang="zh-CN" sz="60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j-cs"/>
              </a:rPr>
              <a:t>》</a:t>
            </a:r>
            <a:endParaRPr kumimoji="0" lang="en-US" altLang="zh-CN" sz="60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j-cs"/>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5"/>
          <p:cNvSpPr txBox="1">
            <a:spLocks noGrp="1"/>
          </p:cNvSpPr>
          <p:nvPr>
            <p:ph type="ftr" sz="quarter" idx="10"/>
          </p:nvPr>
        </p:nvSpPr>
        <p:spPr/>
        <p:txBody>
          <a:bodyPr/>
          <a:lstStyle/>
          <a:p>
            <a:pPr marL="0" indent="0" algn="ctr" eaLnBrk="1" hangingPunct="1">
              <a:spcBef>
                <a:spcPct val="0"/>
              </a:spcBef>
              <a:buNone/>
            </a:pPr>
            <a:r>
              <a:rPr lang="en-US" altLang="zh-CN" sz="1400" dirty="0">
                <a:ea typeface="黑体" panose="02010609060101010101" pitchFamily="49" charset="-122"/>
              </a:rPr>
              <a:t>2-</a:t>
            </a:r>
            <a:fld id="{9A0DB2DC-4C9A-4742-B13C-FB6460FD3503}" type="slidenum">
              <a:rPr lang="en-US" altLang="zh-CN" sz="1400" dirty="0">
                <a:ea typeface="黑体" panose="02010609060101010101" pitchFamily="49" charset="-122"/>
              </a:rPr>
            </a:fld>
            <a:endParaRPr lang="en-US" altLang="zh-CN" sz="1400" dirty="0">
              <a:ea typeface="黑体" panose="02010609060101010101" pitchFamily="49" charset="-122"/>
            </a:endParaRPr>
          </a:p>
        </p:txBody>
      </p:sp>
      <p:sp>
        <p:nvSpPr>
          <p:cNvPr id="3075" name="Rectangle 5"/>
          <p:cNvSpPr/>
          <p:nvPr/>
        </p:nvSpPr>
        <p:spPr>
          <a:xfrm>
            <a:off x="684213" y="1557338"/>
            <a:ext cx="6119812" cy="439261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nSpc>
                <a:spcPct val="130000"/>
              </a:lnSpc>
              <a:spcBef>
                <a:spcPct val="0"/>
              </a:spcBef>
              <a:buNone/>
            </a:pPr>
            <a:r>
              <a:rPr lang="zh-CN" altLang="en-US" sz="2800" dirty="0">
                <a:solidFill>
                  <a:schemeClr val="accent2"/>
                </a:solidFill>
                <a:latin typeface="黑体" panose="02010609060101010101" pitchFamily="49" charset="-122"/>
                <a:ea typeface="黑体" panose="02010609060101010101" pitchFamily="49" charset="-122"/>
              </a:rPr>
              <a:t>第一章 绪论</a:t>
            </a:r>
            <a:endParaRPr lang="zh-CN" altLang="en-US" sz="2800" dirty="0">
              <a:solidFill>
                <a:schemeClr val="accent2"/>
              </a:solidFill>
              <a:latin typeface="黑体" panose="02010609060101010101" pitchFamily="49" charset="-122"/>
              <a:ea typeface="黑体" panose="02010609060101010101" pitchFamily="49" charset="-122"/>
            </a:endParaRPr>
          </a:p>
          <a:p>
            <a:pPr marL="0" lvl="0" indent="0">
              <a:lnSpc>
                <a:spcPct val="130000"/>
              </a:lnSpc>
              <a:spcBef>
                <a:spcPct val="0"/>
              </a:spcBef>
              <a:buNone/>
            </a:pPr>
            <a:r>
              <a:rPr lang="zh-CN" altLang="en-US" sz="2800" dirty="0">
                <a:solidFill>
                  <a:schemeClr val="accent2"/>
                </a:solidFill>
                <a:latin typeface="黑体" panose="02010609060101010101" pitchFamily="49" charset="-122"/>
                <a:ea typeface="黑体" panose="02010609060101010101" pitchFamily="49" charset="-122"/>
              </a:rPr>
              <a:t>第二章 优化设计的数学基础</a:t>
            </a:r>
            <a:endParaRPr lang="zh-CN" altLang="en-US" sz="2800" dirty="0">
              <a:solidFill>
                <a:schemeClr val="accent2"/>
              </a:solidFill>
              <a:latin typeface="黑体" panose="02010609060101010101" pitchFamily="49" charset="-122"/>
              <a:ea typeface="黑体" panose="02010609060101010101" pitchFamily="49" charset="-122"/>
            </a:endParaRPr>
          </a:p>
          <a:p>
            <a:pPr marL="0" lvl="0" indent="0">
              <a:lnSpc>
                <a:spcPct val="130000"/>
              </a:lnSpc>
              <a:spcBef>
                <a:spcPct val="0"/>
              </a:spcBef>
              <a:buNone/>
            </a:pPr>
            <a:r>
              <a:rPr lang="zh-CN" altLang="en-US" sz="2800" dirty="0">
                <a:solidFill>
                  <a:schemeClr val="accent2"/>
                </a:solidFill>
                <a:latin typeface="黑体" panose="02010609060101010101" pitchFamily="49" charset="-122"/>
                <a:ea typeface="黑体" panose="02010609060101010101" pitchFamily="49" charset="-122"/>
              </a:rPr>
              <a:t>第三章 一维搜索方法</a:t>
            </a:r>
            <a:endParaRPr lang="zh-CN" altLang="en-US" sz="2800" dirty="0">
              <a:solidFill>
                <a:schemeClr val="accent2"/>
              </a:solidFill>
              <a:latin typeface="黑体" panose="02010609060101010101" pitchFamily="49" charset="-122"/>
              <a:ea typeface="黑体" panose="02010609060101010101" pitchFamily="49" charset="-122"/>
            </a:endParaRPr>
          </a:p>
          <a:p>
            <a:pPr marL="0" lvl="0" indent="0">
              <a:lnSpc>
                <a:spcPct val="130000"/>
              </a:lnSpc>
              <a:spcBef>
                <a:spcPct val="0"/>
              </a:spcBef>
              <a:buNone/>
            </a:pPr>
            <a:r>
              <a:rPr lang="zh-CN" altLang="en-US" sz="2800" dirty="0">
                <a:solidFill>
                  <a:schemeClr val="accent2"/>
                </a:solidFill>
                <a:latin typeface="黑体" panose="02010609060101010101" pitchFamily="49" charset="-122"/>
                <a:ea typeface="黑体" panose="02010609060101010101" pitchFamily="49" charset="-122"/>
              </a:rPr>
              <a:t>第四章 无约束优化方法</a:t>
            </a:r>
            <a:endParaRPr lang="zh-CN" altLang="en-US" sz="2800" dirty="0">
              <a:solidFill>
                <a:schemeClr val="accent2"/>
              </a:solidFill>
              <a:latin typeface="黑体" panose="02010609060101010101" pitchFamily="49" charset="-122"/>
              <a:ea typeface="黑体" panose="02010609060101010101" pitchFamily="49" charset="-122"/>
            </a:endParaRPr>
          </a:p>
          <a:p>
            <a:pPr marL="0" lvl="0" indent="0">
              <a:lnSpc>
                <a:spcPct val="130000"/>
              </a:lnSpc>
              <a:spcBef>
                <a:spcPct val="0"/>
              </a:spcBef>
              <a:buNone/>
            </a:pPr>
            <a:r>
              <a:rPr lang="zh-CN" altLang="en-US" sz="2800" dirty="0">
                <a:solidFill>
                  <a:schemeClr val="accent2"/>
                </a:solidFill>
                <a:latin typeface="黑体" panose="02010609060101010101" pitchFamily="49" charset="-122"/>
                <a:ea typeface="黑体" panose="02010609060101010101" pitchFamily="49" charset="-122"/>
              </a:rPr>
              <a:t>第五章 约束优化方法</a:t>
            </a:r>
            <a:endParaRPr lang="zh-CN" altLang="en-US" sz="2800" dirty="0">
              <a:solidFill>
                <a:schemeClr val="accent2"/>
              </a:solidFill>
              <a:latin typeface="黑体" panose="02010609060101010101" pitchFamily="49" charset="-122"/>
              <a:ea typeface="黑体" panose="02010609060101010101" pitchFamily="49" charset="-122"/>
            </a:endParaRPr>
          </a:p>
          <a:p>
            <a:pPr marL="0" lvl="0" indent="0">
              <a:lnSpc>
                <a:spcPct val="130000"/>
              </a:lnSpc>
              <a:spcBef>
                <a:spcPct val="0"/>
              </a:spcBef>
              <a:buNone/>
            </a:pPr>
            <a:r>
              <a:rPr lang="zh-CN" altLang="en-US" sz="2800" dirty="0">
                <a:solidFill>
                  <a:schemeClr val="accent2"/>
                </a:solidFill>
                <a:latin typeface="黑体" panose="02010609060101010101" pitchFamily="49" charset="-122"/>
                <a:ea typeface="黑体" panose="02010609060101010101" pitchFamily="49" charset="-122"/>
              </a:rPr>
              <a:t>第六章 工程实例与上机实践</a:t>
            </a:r>
            <a:endParaRPr lang="zh-CN" altLang="en-US" sz="2800" dirty="0">
              <a:solidFill>
                <a:schemeClr val="accent2"/>
              </a:solidFill>
              <a:latin typeface="黑体" panose="02010609060101010101" pitchFamily="49" charset="-122"/>
              <a:ea typeface="黑体" panose="02010609060101010101" pitchFamily="49" charset="-122"/>
            </a:endParaRPr>
          </a:p>
        </p:txBody>
      </p:sp>
      <p:sp>
        <p:nvSpPr>
          <p:cNvPr id="295941" name="Rectangle 5"/>
          <p:cNvSpPr>
            <a:spLocks noChangeArrowheads="1"/>
          </p:cNvSpPr>
          <p:nvPr/>
        </p:nvSpPr>
        <p:spPr bwMode="auto">
          <a:xfrm>
            <a:off x="457200" y="549275"/>
            <a:ext cx="8281988" cy="1006475"/>
          </a:xfrm>
          <a:prstGeom prst="rect">
            <a:avLst/>
          </a:prstGeom>
          <a:noFill/>
          <a:ln>
            <a:noFill/>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mn-cs"/>
                <a:sym typeface="+mn-ea"/>
              </a:rPr>
              <a:t> </a:t>
            </a:r>
            <a:r>
              <a:rPr kumimoji="0" lang="zh-CN" altLang="en-US"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mn-cs"/>
                <a:sym typeface="+mn-ea"/>
              </a:rPr>
              <a:t>课程目录</a:t>
            </a:r>
            <a:endParaRPr kumimoji="0" lang="zh-CN" altLang="en-US" sz="4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mn-cs"/>
              <a:sym typeface="+mn-ea"/>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4099" name="Rectangle 2"/>
          <p:cNvSpPr>
            <a:spLocks noGrp="1"/>
          </p:cNvSpPr>
          <p:nvPr>
            <p:ph type="ctrTitle"/>
          </p:nvPr>
        </p:nvSpPr>
        <p:spPr>
          <a:xfrm>
            <a:off x="793750" y="619125"/>
            <a:ext cx="7489825" cy="865188"/>
          </a:xfrm>
        </p:spPr>
        <p:txBody>
          <a:bodyPr vert="horz" wrap="square" lIns="91440" tIns="45720" rIns="91440" bIns="45720" anchor="ctr"/>
          <a:lstStyle/>
          <a:p>
            <a:pPr eaLnBrk="1" fontAlgn="ctr" hangingPunct="1">
              <a:buClrTx/>
              <a:buSzTx/>
              <a:buFontTx/>
            </a:pPr>
            <a:r>
              <a:rPr lang="zh-CN" altLang="en-US" sz="2400" b="1" dirty="0">
                <a:solidFill>
                  <a:schemeClr val="tx1"/>
                </a:solidFill>
                <a:latin typeface="黑体" panose="02010609060101010101" pitchFamily="49" charset="-122"/>
                <a:ea typeface="黑体" panose="02010609060101010101" pitchFamily="49" charset="-122"/>
              </a:rPr>
              <a:t>第二章  优化设计数学基础</a:t>
            </a:r>
            <a:endParaRPr lang="zh-CN" altLang="en-US" sz="2400" b="1" dirty="0">
              <a:solidFill>
                <a:schemeClr val="tx1"/>
              </a:solidFill>
              <a:latin typeface="黑体" panose="02010609060101010101" pitchFamily="49" charset="-122"/>
              <a:ea typeface="黑体" panose="02010609060101010101" pitchFamily="49" charset="-122"/>
            </a:endParaRPr>
          </a:p>
        </p:txBody>
      </p:sp>
      <p:sp>
        <p:nvSpPr>
          <p:cNvPr id="4100" name="Rectangle 3"/>
          <p:cNvSpPr>
            <a:spLocks noGrp="1"/>
          </p:cNvSpPr>
          <p:nvPr>
            <p:ph type="subTitle" idx="1"/>
          </p:nvPr>
        </p:nvSpPr>
        <p:spPr>
          <a:xfrm>
            <a:off x="571500" y="1643063"/>
            <a:ext cx="8208963" cy="3816350"/>
          </a:xfrm>
        </p:spPr>
        <p:txBody>
          <a:bodyPr vert="horz" wrap="square" lIns="91440" tIns="45720" rIns="91440" bIns="45720" anchor="t"/>
          <a:lstStyle/>
          <a:p>
            <a:pPr marL="0" lvl="1" algn="l" eaLnBrk="1" fontAlgn="ctr" hangingPunct="1">
              <a:lnSpc>
                <a:spcPct val="80000"/>
              </a:lnSpc>
            </a:pPr>
            <a:r>
              <a:rPr lang="en-US" altLang="zh-CN" sz="2400" dirty="0">
                <a:latin typeface="黑体" panose="02010609060101010101" pitchFamily="49" charset="-122"/>
                <a:ea typeface="黑体" panose="02010609060101010101" pitchFamily="49" charset="-122"/>
              </a:rPr>
              <a:t>2.1 </a:t>
            </a:r>
            <a:r>
              <a:rPr lang="zh-CN" altLang="en-US" sz="2400" dirty="0">
                <a:latin typeface="黑体" panose="02010609060101010101" pitchFamily="49" charset="-122"/>
                <a:ea typeface="黑体" panose="02010609060101010101" pitchFamily="49" charset="-122"/>
              </a:rPr>
              <a:t>多元函数的方向导数和梯度</a:t>
            </a:r>
            <a:endParaRPr lang="zh-CN" altLang="en-US" sz="2400" dirty="0">
              <a:latin typeface="黑体" panose="02010609060101010101" pitchFamily="49" charset="-122"/>
              <a:ea typeface="黑体" panose="02010609060101010101" pitchFamily="49" charset="-122"/>
            </a:endParaRPr>
          </a:p>
          <a:p>
            <a:pPr marL="0" lvl="1" algn="l" eaLnBrk="1" fontAlgn="ctr" hangingPunct="1">
              <a:lnSpc>
                <a:spcPct val="80000"/>
              </a:lnSpc>
            </a:pPr>
            <a:endParaRPr lang="zh-CN" altLang="en-US" sz="2400" dirty="0">
              <a:latin typeface="黑体" panose="02010609060101010101" pitchFamily="49" charset="-122"/>
              <a:ea typeface="黑体" panose="02010609060101010101" pitchFamily="49" charset="-122"/>
            </a:endParaRPr>
          </a:p>
          <a:p>
            <a:pPr marL="0" lvl="1" algn="l" eaLnBrk="1" fontAlgn="ctr" hangingPunct="1">
              <a:lnSpc>
                <a:spcPct val="80000"/>
              </a:lnSpc>
            </a:pPr>
            <a:r>
              <a:rPr lang="en-US" altLang="zh-CN" sz="2400" dirty="0">
                <a:latin typeface="黑体" panose="02010609060101010101" pitchFamily="49" charset="-122"/>
                <a:ea typeface="黑体" panose="02010609060101010101" pitchFamily="49" charset="-122"/>
              </a:rPr>
              <a:t>2.2 </a:t>
            </a:r>
            <a:r>
              <a:rPr lang="zh-CN" altLang="en-US" sz="2400" dirty="0">
                <a:latin typeface="黑体" panose="02010609060101010101" pitchFamily="49" charset="-122"/>
                <a:ea typeface="黑体" panose="02010609060101010101" pitchFamily="49" charset="-122"/>
              </a:rPr>
              <a:t>多元函数的海赛阵（</a:t>
            </a:r>
            <a:r>
              <a:rPr lang="en-US" altLang="zh-CN" sz="2400" dirty="0">
                <a:latin typeface="黑体" panose="02010609060101010101" pitchFamily="49" charset="-122"/>
                <a:ea typeface="黑体" panose="02010609060101010101" pitchFamily="49" charset="-122"/>
              </a:rPr>
              <a:t>Hessian</a:t>
            </a:r>
            <a:r>
              <a:rPr lang="zh-CN" altLang="en-US" sz="2400" dirty="0">
                <a:latin typeface="黑体" panose="02010609060101010101" pitchFamily="49" charset="-122"/>
                <a:ea typeface="黑体" panose="02010609060101010101" pitchFamily="49" charset="-122"/>
              </a:rPr>
              <a:t>）和泰勒展开式</a:t>
            </a:r>
            <a:endParaRPr lang="zh-CN" altLang="en-US" sz="2400" dirty="0">
              <a:latin typeface="黑体" panose="02010609060101010101" pitchFamily="49" charset="-122"/>
              <a:ea typeface="黑体" panose="02010609060101010101" pitchFamily="49" charset="-122"/>
            </a:endParaRPr>
          </a:p>
          <a:p>
            <a:pPr marL="0" lvl="1" algn="l" eaLnBrk="1" fontAlgn="ctr" hangingPunct="1">
              <a:lnSpc>
                <a:spcPct val="80000"/>
              </a:lnSpc>
            </a:pPr>
            <a:endParaRPr lang="zh-CN" altLang="en-US" sz="2400" dirty="0">
              <a:latin typeface="黑体" panose="02010609060101010101" pitchFamily="49" charset="-122"/>
              <a:ea typeface="黑体" panose="02010609060101010101" pitchFamily="49" charset="-122"/>
            </a:endParaRPr>
          </a:p>
          <a:p>
            <a:pPr marL="0" lvl="1" algn="l" eaLnBrk="1" fontAlgn="ctr" hangingPunct="1">
              <a:lnSpc>
                <a:spcPct val="80000"/>
              </a:lnSpc>
            </a:pPr>
            <a:r>
              <a:rPr lang="en-US" altLang="zh-CN" sz="2400" dirty="0">
                <a:latin typeface="黑体" panose="02010609060101010101" pitchFamily="49" charset="-122"/>
                <a:ea typeface="黑体" panose="02010609060101010101" pitchFamily="49" charset="-122"/>
              </a:rPr>
              <a:t>2.3 </a:t>
            </a:r>
            <a:r>
              <a:rPr lang="zh-CN" altLang="en-US" sz="2400" dirty="0">
                <a:latin typeface="黑体" panose="02010609060101010101" pitchFamily="49" charset="-122"/>
                <a:ea typeface="黑体" panose="02010609060101010101" pitchFamily="49" charset="-122"/>
              </a:rPr>
              <a:t>无约束问题的极值条件</a:t>
            </a:r>
            <a:endParaRPr lang="zh-CN" altLang="en-US" sz="2400" dirty="0">
              <a:latin typeface="黑体" panose="02010609060101010101" pitchFamily="49" charset="-122"/>
              <a:ea typeface="黑体" panose="02010609060101010101" pitchFamily="49" charset="-122"/>
            </a:endParaRPr>
          </a:p>
          <a:p>
            <a:pPr marL="0" lvl="1" algn="l" eaLnBrk="1" fontAlgn="ctr" hangingPunct="1">
              <a:lnSpc>
                <a:spcPct val="80000"/>
              </a:lnSpc>
            </a:pPr>
            <a:endParaRPr lang="zh-CN" altLang="en-US" sz="2400" dirty="0">
              <a:latin typeface="黑体" panose="02010609060101010101" pitchFamily="49" charset="-122"/>
              <a:ea typeface="黑体" panose="02010609060101010101" pitchFamily="49" charset="-122"/>
            </a:endParaRPr>
          </a:p>
          <a:p>
            <a:pPr marL="0" lvl="1" algn="l" eaLnBrk="1" fontAlgn="ctr" hangingPunct="1">
              <a:lnSpc>
                <a:spcPct val="80000"/>
              </a:lnSpc>
            </a:pPr>
            <a:r>
              <a:rPr lang="en-US" altLang="zh-CN" sz="2400" dirty="0">
                <a:latin typeface="黑体" panose="02010609060101010101" pitchFamily="49" charset="-122"/>
                <a:ea typeface="黑体" panose="02010609060101010101" pitchFamily="49" charset="-122"/>
              </a:rPr>
              <a:t>2.4 </a:t>
            </a:r>
            <a:r>
              <a:rPr lang="zh-CN" altLang="en-US" sz="2400" dirty="0">
                <a:latin typeface="黑体" panose="02010609060101010101" pitchFamily="49" charset="-122"/>
                <a:ea typeface="黑体" panose="02010609060101010101" pitchFamily="49" charset="-122"/>
              </a:rPr>
              <a:t>约 束 问题的极值条件</a:t>
            </a:r>
            <a:endParaRPr lang="zh-CN" altLang="en-US" sz="2400" dirty="0">
              <a:latin typeface="黑体" panose="02010609060101010101" pitchFamily="49" charset="-122"/>
              <a:ea typeface="黑体" panose="02010609060101010101" pitchFamily="49" charset="-122"/>
            </a:endParaRPr>
          </a:p>
          <a:p>
            <a:pPr marL="0" lvl="1" algn="l" eaLnBrk="1" fontAlgn="ctr" hangingPunct="1">
              <a:lnSpc>
                <a:spcPct val="80000"/>
              </a:lnSpc>
            </a:pPr>
            <a:endParaRPr lang="zh-CN" altLang="en-US" sz="2400" dirty="0">
              <a:latin typeface="黑体" panose="02010609060101010101" pitchFamily="49" charset="-122"/>
              <a:ea typeface="黑体" panose="02010609060101010101" pitchFamily="49" charset="-122"/>
            </a:endParaRPr>
          </a:p>
          <a:p>
            <a:pPr marL="0" lvl="1" algn="l" eaLnBrk="1" fontAlgn="ctr" hangingPunct="1">
              <a:lnSpc>
                <a:spcPct val="80000"/>
              </a:lnSpc>
            </a:pPr>
            <a:r>
              <a:rPr lang="en-US" altLang="zh-CN" sz="2400" dirty="0">
                <a:latin typeface="黑体" panose="02010609060101010101" pitchFamily="49" charset="-122"/>
                <a:ea typeface="黑体" panose="02010609060101010101" pitchFamily="49" charset="-122"/>
              </a:rPr>
              <a:t>2.5 </a:t>
            </a:r>
            <a:r>
              <a:rPr lang="zh-CN" altLang="en-US" sz="2400" dirty="0">
                <a:latin typeface="黑体" panose="02010609060101010101" pitchFamily="49" charset="-122"/>
                <a:ea typeface="黑体" panose="02010609060101010101" pitchFamily="49" charset="-122"/>
              </a:rPr>
              <a:t>数值迭代法与收敛条件</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5123" name="Rectangle 6"/>
          <p:cNvSpPr>
            <a:spLocks noGrp="1"/>
          </p:cNvSpPr>
          <p:nvPr>
            <p:ph type="ctrTitle"/>
          </p:nvPr>
        </p:nvSpPr>
        <p:spPr>
          <a:xfrm>
            <a:off x="300038" y="566738"/>
            <a:ext cx="7772400" cy="647700"/>
          </a:xfrm>
        </p:spPr>
        <p:txBody>
          <a:bodyPr vert="horz" wrap="square" lIns="91440" tIns="45720" rIns="91440" bIns="45720" anchor="ctr"/>
          <a:lstStyle/>
          <a:p>
            <a:pPr algn="l" eaLnBrk="1" hangingPunct="1">
              <a:buClrTx/>
              <a:buSzTx/>
              <a:buFontTx/>
            </a:pPr>
            <a:r>
              <a:rPr lang="en-US" altLang="zh-CN" sz="2400" b="1" dirty="0">
                <a:latin typeface="黑体" panose="02010609060101010101" pitchFamily="49" charset="-122"/>
                <a:ea typeface="黑体" panose="02010609060101010101" pitchFamily="49" charset="-122"/>
              </a:rPr>
              <a:t>§</a:t>
            </a:r>
            <a:r>
              <a:rPr lang="en-US" altLang="zh-CN" sz="2400" b="1" dirty="0">
                <a:solidFill>
                  <a:schemeClr val="tx1"/>
                </a:solidFill>
                <a:latin typeface="黑体" panose="02010609060101010101" pitchFamily="49" charset="-122"/>
                <a:ea typeface="黑体" panose="02010609060101010101" pitchFamily="49" charset="-122"/>
              </a:rPr>
              <a:t>2.1 </a:t>
            </a:r>
            <a:r>
              <a:rPr lang="zh-CN" altLang="en-US" sz="2400" b="1" dirty="0">
                <a:solidFill>
                  <a:schemeClr val="tx1"/>
                </a:solidFill>
                <a:latin typeface="黑体" panose="02010609060101010101" pitchFamily="49" charset="-122"/>
                <a:ea typeface="黑体" panose="02010609060101010101" pitchFamily="49" charset="-122"/>
              </a:rPr>
              <a:t>多元函数的方向导数和梯度</a:t>
            </a:r>
            <a:endParaRPr lang="zh-CN" altLang="en-US" sz="2400" b="1" dirty="0">
              <a:solidFill>
                <a:schemeClr val="tx1"/>
              </a:solidFill>
              <a:latin typeface="黑体" panose="02010609060101010101" pitchFamily="49" charset="-122"/>
              <a:ea typeface="黑体" panose="02010609060101010101" pitchFamily="49" charset="-122"/>
            </a:endParaRPr>
          </a:p>
        </p:txBody>
      </p:sp>
      <p:sp>
        <p:nvSpPr>
          <p:cNvPr id="5124" name="Rectangle 7"/>
          <p:cNvSpPr>
            <a:spLocks noGrp="1"/>
          </p:cNvSpPr>
          <p:nvPr>
            <p:ph type="subTitle" idx="1"/>
          </p:nvPr>
        </p:nvSpPr>
        <p:spPr>
          <a:xfrm>
            <a:off x="361950" y="1147763"/>
            <a:ext cx="8421688" cy="4392612"/>
          </a:xfrm>
        </p:spPr>
        <p:txBody>
          <a:bodyPr vert="horz" wrap="square" lIns="91440" tIns="45720" rIns="91440" bIns="45720" anchor="t"/>
          <a:lstStyle/>
          <a:p>
            <a:pPr algn="l" eaLnBrk="1" hangingPunct="1">
              <a:lnSpc>
                <a:spcPct val="140000"/>
              </a:lnSpc>
              <a:buClrTx/>
              <a:buSzTx/>
              <a:buFontTx/>
            </a:pPr>
            <a:r>
              <a:rPr lang="en-US" altLang="zh-CN" sz="2400" dirty="0">
                <a:latin typeface="黑体" panose="02010609060101010101" pitchFamily="49" charset="-122"/>
                <a:ea typeface="黑体" panose="02010609060101010101" pitchFamily="49" charset="-122"/>
                <a:cs typeface="+mn-cs"/>
              </a:rPr>
              <a:t>1.</a:t>
            </a:r>
            <a:r>
              <a:rPr lang="zh-CN" altLang="en-US" sz="2400" dirty="0">
                <a:latin typeface="黑体" panose="02010609060101010101" pitchFamily="49" charset="-122"/>
                <a:ea typeface="黑体" panose="02010609060101010101" pitchFamily="49" charset="-122"/>
                <a:cs typeface="+mn-cs"/>
              </a:rPr>
              <a:t>多元函数的一阶偏导数</a:t>
            </a:r>
            <a:endParaRPr lang="zh-CN" altLang="en-US" sz="2400" dirty="0">
              <a:latin typeface="黑体" panose="02010609060101010101" pitchFamily="49" charset="-122"/>
              <a:ea typeface="黑体" panose="02010609060101010101" pitchFamily="49" charset="-122"/>
              <a:cs typeface="+mn-cs"/>
            </a:endParaRPr>
          </a:p>
          <a:p>
            <a:pPr algn="l" eaLnBrk="1" hangingPunct="1">
              <a:lnSpc>
                <a:spcPct val="140000"/>
              </a:lnSpc>
              <a:buClrTx/>
              <a:buSzTx/>
              <a:buFontTx/>
            </a:pPr>
            <a:r>
              <a:rPr lang="en-US" altLang="zh-CN" sz="2400" dirty="0">
                <a:latin typeface="黑体" panose="02010609060101010101" pitchFamily="49" charset="-122"/>
                <a:ea typeface="黑体" panose="02010609060101010101" pitchFamily="49" charset="-122"/>
                <a:cs typeface="+mn-cs"/>
              </a:rPr>
              <a:t>(1)</a:t>
            </a:r>
            <a:r>
              <a:rPr lang="zh-CN" altLang="en-US" sz="2400" dirty="0">
                <a:latin typeface="黑体" panose="02010609060101010101" pitchFamily="49" charset="-122"/>
                <a:ea typeface="黑体" panose="02010609060101010101" pitchFamily="49" charset="-122"/>
                <a:cs typeface="+mn-cs"/>
              </a:rPr>
              <a:t>定义：</a:t>
            </a:r>
            <a:r>
              <a:rPr lang="en-US" altLang="zh-CN" sz="2400" dirty="0">
                <a:latin typeface="黑体" panose="02010609060101010101" pitchFamily="49" charset="-122"/>
                <a:ea typeface="黑体" panose="02010609060101010101" pitchFamily="49" charset="-122"/>
                <a:cs typeface="+mn-cs"/>
              </a:rPr>
              <a:t>——</a:t>
            </a:r>
            <a:r>
              <a:rPr lang="zh-CN" altLang="en-US" sz="2400" dirty="0">
                <a:latin typeface="黑体" panose="02010609060101010101" pitchFamily="49" charset="-122"/>
                <a:ea typeface="黑体" panose="02010609060101010101" pitchFamily="49" charset="-122"/>
                <a:cs typeface="+mn-cs"/>
              </a:rPr>
              <a:t>函数沿某坐标轴上的变化率。</a:t>
            </a:r>
            <a:r>
              <a:rPr lang="en-US" altLang="zh-CN" sz="2400" dirty="0">
                <a:latin typeface="黑体" panose="02010609060101010101" pitchFamily="49" charset="-122"/>
                <a:ea typeface="黑体" panose="02010609060101010101" pitchFamily="49" charset="-122"/>
                <a:cs typeface="+mn-cs"/>
              </a:rPr>
              <a:t>(</a:t>
            </a:r>
            <a:r>
              <a:rPr lang="zh-CN" altLang="en-US" sz="2400" dirty="0">
                <a:solidFill>
                  <a:srgbClr val="FF0000"/>
                </a:solidFill>
                <a:latin typeface="黑体" panose="02010609060101010101" pitchFamily="49" charset="-122"/>
                <a:ea typeface="黑体" panose="02010609060101010101" pitchFamily="49" charset="-122"/>
                <a:cs typeface="+mn-cs"/>
              </a:rPr>
              <a:t>汉语的描述</a:t>
            </a:r>
            <a:r>
              <a:rPr lang="en-US" altLang="zh-CN" sz="2400" dirty="0">
                <a:latin typeface="黑体" panose="02010609060101010101" pitchFamily="49" charset="-122"/>
                <a:ea typeface="黑体" panose="02010609060101010101" pitchFamily="49" charset="-122"/>
                <a:cs typeface="+mn-cs"/>
              </a:rPr>
              <a:t>)</a:t>
            </a:r>
            <a:endParaRPr lang="zh-CN" altLang="en-US" sz="2400" dirty="0">
              <a:latin typeface="黑体" panose="02010609060101010101" pitchFamily="49" charset="-122"/>
              <a:ea typeface="黑体" panose="02010609060101010101" pitchFamily="49" charset="-122"/>
              <a:cs typeface="+mn-cs"/>
            </a:endParaRPr>
          </a:p>
          <a:p>
            <a:pPr algn="l" eaLnBrk="1" hangingPunct="1">
              <a:lnSpc>
                <a:spcPct val="140000"/>
              </a:lnSpc>
              <a:buClrTx/>
              <a:buSzTx/>
              <a:buFontTx/>
            </a:pPr>
            <a:r>
              <a:rPr lang="zh-CN" altLang="en-US" sz="2400" dirty="0">
                <a:latin typeface="黑体" panose="02010609060101010101" pitchFamily="49" charset="-122"/>
                <a:ea typeface="黑体" panose="02010609060101010101" pitchFamily="49" charset="-122"/>
                <a:cs typeface="+mn-cs"/>
              </a:rPr>
              <a:t>设有                   （以二维函数为例）</a:t>
            </a:r>
            <a:endParaRPr lang="zh-CN" altLang="en-US" sz="2400" dirty="0">
              <a:latin typeface="黑体" panose="02010609060101010101" pitchFamily="49" charset="-122"/>
              <a:ea typeface="黑体" panose="02010609060101010101" pitchFamily="49" charset="-122"/>
              <a:cs typeface="+mn-cs"/>
            </a:endParaRPr>
          </a:p>
          <a:p>
            <a:pPr algn="l" eaLnBrk="1" hangingPunct="1">
              <a:lnSpc>
                <a:spcPct val="140000"/>
              </a:lnSpc>
              <a:buClrTx/>
              <a:buSzTx/>
              <a:buFontTx/>
            </a:pPr>
            <a:endParaRPr lang="en-US" altLang="zh-CN" sz="2400" dirty="0">
              <a:latin typeface="黑体" panose="02010609060101010101" pitchFamily="49" charset="-122"/>
              <a:ea typeface="黑体" panose="02010609060101010101" pitchFamily="49" charset="-122"/>
              <a:cs typeface="+mn-cs"/>
            </a:endParaRPr>
          </a:p>
          <a:p>
            <a:pPr algn="l" eaLnBrk="1" hangingPunct="1">
              <a:lnSpc>
                <a:spcPct val="140000"/>
              </a:lnSpc>
              <a:buClrTx/>
              <a:buSzTx/>
              <a:buFontTx/>
            </a:pPr>
            <a:endParaRPr lang="en-US" altLang="zh-CN" sz="2400" dirty="0">
              <a:latin typeface="黑体" panose="02010609060101010101" pitchFamily="49" charset="-122"/>
              <a:ea typeface="黑体" panose="02010609060101010101" pitchFamily="49" charset="-122"/>
              <a:cs typeface="+mn-cs"/>
            </a:endParaRPr>
          </a:p>
          <a:p>
            <a:pPr algn="l" eaLnBrk="1" hangingPunct="1">
              <a:lnSpc>
                <a:spcPct val="140000"/>
              </a:lnSpc>
              <a:buClrTx/>
              <a:buSzTx/>
              <a:buFontTx/>
            </a:pPr>
            <a:r>
              <a:rPr lang="en-US" altLang="zh-CN" sz="2400" dirty="0">
                <a:latin typeface="黑体" panose="02010609060101010101" pitchFamily="49" charset="-122"/>
                <a:ea typeface="黑体" panose="02010609060101010101" pitchFamily="49" charset="-122"/>
                <a:cs typeface="+mn-cs"/>
              </a:rPr>
              <a:t>                                         (</a:t>
            </a:r>
            <a:r>
              <a:rPr lang="zh-CN" altLang="en-US" sz="2400" dirty="0">
                <a:solidFill>
                  <a:srgbClr val="FF0000"/>
                </a:solidFill>
                <a:latin typeface="黑体" panose="02010609060101010101" pitchFamily="49" charset="-122"/>
                <a:ea typeface="黑体" panose="02010609060101010101" pitchFamily="49" charset="-122"/>
                <a:cs typeface="+mn-cs"/>
              </a:rPr>
              <a:t>数语的描述</a:t>
            </a:r>
            <a:r>
              <a:rPr lang="en-US" altLang="zh-CN" sz="2400" dirty="0">
                <a:latin typeface="黑体" panose="02010609060101010101" pitchFamily="49" charset="-122"/>
                <a:ea typeface="黑体" panose="02010609060101010101" pitchFamily="49" charset="-122"/>
                <a:cs typeface="+mn-cs"/>
              </a:rPr>
              <a:t>)</a:t>
            </a:r>
            <a:endParaRPr lang="zh-CN" altLang="en-US" sz="2400" dirty="0">
              <a:latin typeface="黑体" panose="02010609060101010101" pitchFamily="49" charset="-122"/>
              <a:ea typeface="黑体" panose="02010609060101010101" pitchFamily="49" charset="-122"/>
              <a:cs typeface="+mn-cs"/>
            </a:endParaRPr>
          </a:p>
        </p:txBody>
      </p:sp>
      <p:sp>
        <p:nvSpPr>
          <p:cNvPr id="5125" name="Rectangle 20"/>
          <p:cNvSpPr/>
          <p:nvPr/>
        </p:nvSpPr>
        <p:spPr>
          <a:xfrm>
            <a:off x="0" y="284321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5126" name="Object 26"/>
          <p:cNvGraphicFramePr/>
          <p:nvPr/>
        </p:nvGraphicFramePr>
        <p:xfrm>
          <a:off x="1249363" y="2411413"/>
          <a:ext cx="2279650" cy="501650"/>
        </p:xfrm>
        <a:graphic>
          <a:graphicData uri="http://schemas.openxmlformats.org/presentationml/2006/ole">
            <mc:AlternateContent xmlns:mc="http://schemas.openxmlformats.org/markup-compatibility/2006">
              <mc:Choice xmlns:v="urn:schemas-microsoft-com:vml" Requires="v">
                <p:oleObj spid="_x0000_s3109" name="" r:id="rId1" imgW="977900" imgH="215900" progId="Equation.KSEE3">
                  <p:embed/>
                </p:oleObj>
              </mc:Choice>
              <mc:Fallback>
                <p:oleObj name="" r:id="rId1" imgW="977900" imgH="215900" progId="Equation.KSEE3">
                  <p:embed/>
                  <p:pic>
                    <p:nvPicPr>
                      <p:cNvPr id="0" name="图片 3079"/>
                      <p:cNvPicPr/>
                      <p:nvPr/>
                    </p:nvPicPr>
                    <p:blipFill>
                      <a:blip r:embed="rId2"/>
                      <a:stretch>
                        <a:fillRect/>
                      </a:stretch>
                    </p:blipFill>
                    <p:spPr>
                      <a:xfrm>
                        <a:off x="1249363" y="2411413"/>
                        <a:ext cx="2279650" cy="501650"/>
                      </a:xfrm>
                      <a:prstGeom prst="rect">
                        <a:avLst/>
                      </a:prstGeom>
                      <a:noFill/>
                      <a:ln w="38100">
                        <a:noFill/>
                        <a:miter/>
                      </a:ln>
                    </p:spPr>
                  </p:pic>
                </p:oleObj>
              </mc:Fallback>
            </mc:AlternateContent>
          </a:graphicData>
        </a:graphic>
      </p:graphicFrame>
      <p:sp>
        <p:nvSpPr>
          <p:cNvPr id="5127"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§2.1 </a:t>
            </a:r>
            <a:r>
              <a:rPr lang="zh-CN" altLang="en-US" sz="2000" b="1" i="1" dirty="0">
                <a:solidFill>
                  <a:srgbClr val="00B050"/>
                </a:solidFill>
                <a:latin typeface="黑体" panose="02010609060101010101" pitchFamily="49" charset="-122"/>
                <a:ea typeface="黑体" panose="02010609060101010101" pitchFamily="49" charset="-122"/>
              </a:rPr>
              <a:t>多元函数的方向导数和梯度</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5128" name="Rectangle 12"/>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5129" name="Object 11"/>
          <p:cNvGraphicFramePr/>
          <p:nvPr/>
        </p:nvGraphicFramePr>
        <p:xfrm>
          <a:off x="785813" y="3405188"/>
          <a:ext cx="5786437" cy="2190750"/>
        </p:xfrm>
        <a:graphic>
          <a:graphicData uri="http://schemas.openxmlformats.org/presentationml/2006/ole">
            <mc:AlternateContent xmlns:mc="http://schemas.openxmlformats.org/markup-compatibility/2006">
              <mc:Choice xmlns:v="urn:schemas-microsoft-com:vml" Requires="v">
                <p:oleObj spid="_x0000_s3110" name="" r:id="rId3" imgW="3086100" imgH="1168400" progId="Equation.DSMT4">
                  <p:embed/>
                </p:oleObj>
              </mc:Choice>
              <mc:Fallback>
                <p:oleObj name="" r:id="rId3" imgW="3086100" imgH="1168400" progId="Equation.DSMT4">
                  <p:embed/>
                  <p:pic>
                    <p:nvPicPr>
                      <p:cNvPr id="0" name="图片 3075"/>
                      <p:cNvPicPr/>
                      <p:nvPr/>
                    </p:nvPicPr>
                    <p:blipFill>
                      <a:blip r:embed="rId4"/>
                      <a:stretch>
                        <a:fillRect/>
                      </a:stretch>
                    </p:blipFill>
                    <p:spPr>
                      <a:xfrm>
                        <a:off x="785813" y="3405188"/>
                        <a:ext cx="5786437" cy="2190750"/>
                      </a:xfrm>
                      <a:prstGeom prst="rect">
                        <a:avLst/>
                      </a:prstGeom>
                      <a:noFill/>
                      <a:ln w="38100">
                        <a:noFill/>
                        <a:miter/>
                      </a:ln>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6147" name="Rectangle 2"/>
          <p:cNvSpPr>
            <a:spLocks noGrp="1"/>
          </p:cNvSpPr>
          <p:nvPr>
            <p:ph type="title"/>
          </p:nvPr>
        </p:nvSpPr>
        <p:spPr>
          <a:xfrm>
            <a:off x="395288" y="692150"/>
            <a:ext cx="8229600" cy="1143000"/>
          </a:xfrm>
        </p:spPr>
        <p:txBody>
          <a:bodyPr vert="horz" wrap="square" lIns="91440" tIns="45720" rIns="91440" bIns="45720" anchor="ctr"/>
          <a:lstStyle/>
          <a:p>
            <a:pPr eaLnBrk="1" hangingPunct="1"/>
            <a:r>
              <a:rPr lang="en-US" altLang="zh-CN" sz="2400" dirty="0">
                <a:solidFill>
                  <a:schemeClr val="tx1"/>
                </a:solidFill>
                <a:latin typeface="黑体" panose="02010609060101010101" pitchFamily="49" charset="-122"/>
                <a:ea typeface="黑体" panose="02010609060101010101" pitchFamily="49" charset="-122"/>
              </a:rPr>
              <a:t> </a:t>
            </a:r>
            <a:endParaRPr lang="en-US" altLang="zh-CN" sz="2400" dirty="0">
              <a:solidFill>
                <a:schemeClr val="tx1"/>
              </a:solidFill>
              <a:latin typeface="黑体" panose="02010609060101010101" pitchFamily="49" charset="-122"/>
              <a:ea typeface="黑体" panose="02010609060101010101" pitchFamily="49" charset="-122"/>
            </a:endParaRPr>
          </a:p>
        </p:txBody>
      </p:sp>
      <p:sp>
        <p:nvSpPr>
          <p:cNvPr id="6148" name="Rectangle 3"/>
          <p:cNvSpPr>
            <a:spLocks noGrp="1"/>
          </p:cNvSpPr>
          <p:nvPr>
            <p:ph idx="1"/>
          </p:nvPr>
        </p:nvSpPr>
        <p:spPr>
          <a:xfrm>
            <a:off x="468313" y="620713"/>
            <a:ext cx="8208962" cy="5649912"/>
          </a:xfrm>
        </p:spPr>
        <p:txBody>
          <a:bodyPr vert="horz" wrap="square" lIns="91440" tIns="45720" rIns="91440" bIns="45720" anchor="t"/>
          <a:lstStyle/>
          <a:p>
            <a:pPr marL="609600" indent="-609600" eaLnBrk="1" hangingPunct="1">
              <a:buNone/>
            </a:pP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偏导数的几何意义</a:t>
            </a:r>
            <a:endParaRPr lang="zh-CN" altLang="en-US" sz="2400" dirty="0">
              <a:latin typeface="黑体" panose="02010609060101010101" pitchFamily="49" charset="-122"/>
              <a:ea typeface="黑体" panose="02010609060101010101" pitchFamily="49" charset="-122"/>
            </a:endParaRPr>
          </a:p>
        </p:txBody>
      </p:sp>
      <p:sp>
        <p:nvSpPr>
          <p:cNvPr id="6149" name="Rectangle 5"/>
          <p:cNvSpPr/>
          <p:nvPr/>
        </p:nvSpPr>
        <p:spPr>
          <a:xfrm>
            <a:off x="0" y="314801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6150" name="Rectangle 3"/>
          <p:cNvSpPr txBox="1"/>
          <p:nvPr/>
        </p:nvSpPr>
        <p:spPr>
          <a:xfrm>
            <a:off x="4811713" y="2932113"/>
            <a:ext cx="4270375" cy="642937"/>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609600" lvl="0" indent="-609600" eaLnBrk="1" hangingPunct="1">
              <a:buNone/>
            </a:pPr>
            <a:r>
              <a:rPr lang="zh-CN" altLang="en-US" sz="2400" dirty="0">
                <a:latin typeface="黑体" panose="02010609060101010101" pitchFamily="49" charset="-122"/>
                <a:ea typeface="黑体" panose="02010609060101010101" pitchFamily="49" charset="-122"/>
              </a:rPr>
              <a:t>表示     点处切线的斜率。</a:t>
            </a:r>
            <a:endParaRPr lang="zh-CN" altLang="en-US" sz="2400" dirty="0">
              <a:latin typeface="黑体" panose="02010609060101010101" pitchFamily="49" charset="-122"/>
              <a:ea typeface="黑体" panose="02010609060101010101" pitchFamily="49" charset="-122"/>
            </a:endParaRPr>
          </a:p>
        </p:txBody>
      </p:sp>
      <p:sp>
        <p:nvSpPr>
          <p:cNvPr id="6151"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§2.1 </a:t>
            </a:r>
            <a:r>
              <a:rPr lang="zh-CN" altLang="en-US" sz="2000" b="1" i="1" dirty="0">
                <a:solidFill>
                  <a:srgbClr val="00B050"/>
                </a:solidFill>
                <a:latin typeface="黑体" panose="02010609060101010101" pitchFamily="49" charset="-122"/>
                <a:ea typeface="黑体" panose="02010609060101010101" pitchFamily="49" charset="-122"/>
              </a:rPr>
              <a:t>多元函数的方向导数和梯度</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6152" name="Rectangle 10"/>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6153" name="Object 9"/>
          <p:cNvGraphicFramePr/>
          <p:nvPr/>
        </p:nvGraphicFramePr>
        <p:xfrm>
          <a:off x="4930775" y="2047875"/>
          <a:ext cx="1881188" cy="714375"/>
        </p:xfrm>
        <a:graphic>
          <a:graphicData uri="http://schemas.openxmlformats.org/presentationml/2006/ole">
            <mc:AlternateContent xmlns:mc="http://schemas.openxmlformats.org/markup-compatibility/2006">
              <mc:Choice xmlns:v="urn:schemas-microsoft-com:vml" Requires="v">
                <p:oleObj spid="_x0000_s4181" name="" r:id="rId1" imgW="1459865" imgH="558800" progId="Equation.DSMT4">
                  <p:embed/>
                </p:oleObj>
              </mc:Choice>
              <mc:Fallback>
                <p:oleObj name="" r:id="rId1" imgW="1459865" imgH="558800" progId="Equation.DSMT4">
                  <p:embed/>
                  <p:pic>
                    <p:nvPicPr>
                      <p:cNvPr id="0" name="图片 3077"/>
                      <p:cNvPicPr/>
                      <p:nvPr/>
                    </p:nvPicPr>
                    <p:blipFill>
                      <a:blip r:embed="rId2"/>
                      <a:stretch>
                        <a:fillRect/>
                      </a:stretch>
                    </p:blipFill>
                    <p:spPr>
                      <a:xfrm>
                        <a:off x="4930775" y="2047875"/>
                        <a:ext cx="1881188" cy="714375"/>
                      </a:xfrm>
                      <a:prstGeom prst="rect">
                        <a:avLst/>
                      </a:prstGeom>
                      <a:noFill/>
                      <a:ln w="38100">
                        <a:noFill/>
                        <a:miter/>
                      </a:ln>
                    </p:spPr>
                  </p:pic>
                </p:oleObj>
              </mc:Fallback>
            </mc:AlternateContent>
          </a:graphicData>
        </a:graphic>
      </p:graphicFrame>
      <p:graphicFrame>
        <p:nvGraphicFramePr>
          <p:cNvPr id="6154" name="Object 9"/>
          <p:cNvGraphicFramePr/>
          <p:nvPr/>
        </p:nvGraphicFramePr>
        <p:xfrm>
          <a:off x="5549900" y="2976563"/>
          <a:ext cx="644525" cy="388937"/>
        </p:xfrm>
        <a:graphic>
          <a:graphicData uri="http://schemas.openxmlformats.org/presentationml/2006/ole">
            <mc:AlternateContent xmlns:mc="http://schemas.openxmlformats.org/markup-compatibility/2006">
              <mc:Choice xmlns:v="urn:schemas-microsoft-com:vml" Requires="v">
                <p:oleObj spid="_x0000_s4182" name="" r:id="rId3" imgW="584200" imgH="304800" progId="Equation.DSMT4">
                  <p:embed/>
                </p:oleObj>
              </mc:Choice>
              <mc:Fallback>
                <p:oleObj name="" r:id="rId3" imgW="584200" imgH="304800" progId="Equation.DSMT4">
                  <p:embed/>
                  <p:pic>
                    <p:nvPicPr>
                      <p:cNvPr id="0" name="图片 3078"/>
                      <p:cNvPicPr/>
                      <p:nvPr/>
                    </p:nvPicPr>
                    <p:blipFill>
                      <a:blip r:embed="rId4"/>
                      <a:stretch>
                        <a:fillRect/>
                      </a:stretch>
                    </p:blipFill>
                    <p:spPr>
                      <a:xfrm>
                        <a:off x="5549900" y="2976563"/>
                        <a:ext cx="644525" cy="388937"/>
                      </a:xfrm>
                      <a:prstGeom prst="rect">
                        <a:avLst/>
                      </a:prstGeom>
                      <a:noFill/>
                      <a:ln w="38100">
                        <a:noFill/>
                        <a:miter/>
                      </a:ln>
                    </p:spPr>
                  </p:pic>
                </p:oleObj>
              </mc:Fallback>
            </mc:AlternateContent>
          </a:graphicData>
        </a:graphic>
      </p:graphicFrame>
      <p:sp>
        <p:nvSpPr>
          <p:cNvPr id="6155" name="Rectangle 3"/>
          <p:cNvSpPr txBox="1"/>
          <p:nvPr/>
        </p:nvSpPr>
        <p:spPr>
          <a:xfrm>
            <a:off x="738188" y="4865688"/>
            <a:ext cx="5357812" cy="642937"/>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609600" lvl="0" indent="-609600" eaLnBrk="1" hangingPunct="1">
              <a:buNone/>
            </a:pPr>
            <a:r>
              <a:rPr lang="zh-CN" altLang="en-US" sz="2400" dirty="0">
                <a:latin typeface="黑体" panose="02010609060101010101" pitchFamily="49" charset="-122"/>
                <a:ea typeface="黑体" panose="02010609060101010101" pitchFamily="49" charset="-122"/>
              </a:rPr>
              <a:t> 切线的斜率</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切线倾斜的程度。</a:t>
            </a:r>
            <a:endParaRPr lang="zh-CN" altLang="en-US" sz="2400" dirty="0">
              <a:latin typeface="黑体" panose="02010609060101010101" pitchFamily="49" charset="-122"/>
              <a:ea typeface="黑体" panose="02010609060101010101" pitchFamily="49" charset="-122"/>
            </a:endParaRPr>
          </a:p>
        </p:txBody>
      </p:sp>
      <p:sp>
        <p:nvSpPr>
          <p:cNvPr id="6156" name="Rectangle 3"/>
          <p:cNvSpPr txBox="1"/>
          <p:nvPr/>
        </p:nvSpPr>
        <p:spPr>
          <a:xfrm>
            <a:off x="2870200" y="5281613"/>
            <a:ext cx="5357813" cy="642937"/>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609600" lvl="0" indent="-609600" eaLnBrk="1" hangingPunct="1">
              <a:buNone/>
            </a:pPr>
            <a:r>
              <a:rPr lang="zh-CN" altLang="en-US" sz="2400" dirty="0">
                <a:latin typeface="黑体" panose="02010609060101010101" pitchFamily="49" charset="-122"/>
                <a:ea typeface="黑体" panose="02010609060101010101" pitchFamily="49" charset="-122"/>
              </a:rPr>
              <a:t> 切线的较平，  变，    不怎么变；</a:t>
            </a:r>
            <a:endParaRPr lang="zh-CN" altLang="en-US" sz="2400" dirty="0">
              <a:latin typeface="黑体" panose="02010609060101010101" pitchFamily="49" charset="-122"/>
              <a:ea typeface="黑体" panose="02010609060101010101" pitchFamily="49" charset="-122"/>
            </a:endParaRPr>
          </a:p>
        </p:txBody>
      </p:sp>
      <p:graphicFrame>
        <p:nvGraphicFramePr>
          <p:cNvPr id="6157" name="Object 12"/>
          <p:cNvGraphicFramePr/>
          <p:nvPr/>
        </p:nvGraphicFramePr>
        <p:xfrm>
          <a:off x="4830763" y="5373688"/>
          <a:ext cx="317500" cy="358775"/>
        </p:xfrm>
        <a:graphic>
          <a:graphicData uri="http://schemas.openxmlformats.org/presentationml/2006/ole">
            <mc:AlternateContent xmlns:mc="http://schemas.openxmlformats.org/markup-compatibility/2006">
              <mc:Choice xmlns:v="urn:schemas-microsoft-com:vml" Requires="v">
                <p:oleObj spid="_x0000_s4183" name="" r:id="rId5" imgW="292100" imgH="279400" progId="Equation.DSMT4">
                  <p:embed/>
                </p:oleObj>
              </mc:Choice>
              <mc:Fallback>
                <p:oleObj name="" r:id="rId5" imgW="292100" imgH="279400" progId="Equation.DSMT4">
                  <p:embed/>
                  <p:pic>
                    <p:nvPicPr>
                      <p:cNvPr id="0" name="图片 3076"/>
                      <p:cNvPicPr/>
                      <p:nvPr/>
                    </p:nvPicPr>
                    <p:blipFill>
                      <a:blip r:embed="rId6"/>
                      <a:stretch>
                        <a:fillRect/>
                      </a:stretch>
                    </p:blipFill>
                    <p:spPr>
                      <a:xfrm>
                        <a:off x="4830763" y="5373688"/>
                        <a:ext cx="317500" cy="358775"/>
                      </a:xfrm>
                      <a:prstGeom prst="rect">
                        <a:avLst/>
                      </a:prstGeom>
                      <a:noFill/>
                      <a:ln w="38100">
                        <a:noFill/>
                        <a:miter/>
                      </a:ln>
                    </p:spPr>
                  </p:pic>
                </p:oleObj>
              </mc:Fallback>
            </mc:AlternateContent>
          </a:graphicData>
        </a:graphic>
      </p:graphicFrame>
      <p:graphicFrame>
        <p:nvGraphicFramePr>
          <p:cNvPr id="6158" name="Object 13"/>
          <p:cNvGraphicFramePr/>
          <p:nvPr/>
        </p:nvGraphicFramePr>
        <p:xfrm>
          <a:off x="6096000" y="5416550"/>
          <a:ext cx="304800" cy="244475"/>
        </p:xfrm>
        <a:graphic>
          <a:graphicData uri="http://schemas.openxmlformats.org/presentationml/2006/ole">
            <mc:AlternateContent xmlns:mc="http://schemas.openxmlformats.org/markup-compatibility/2006">
              <mc:Choice xmlns:v="urn:schemas-microsoft-com:vml" Requires="v">
                <p:oleObj spid="_x0000_s4184" name="" r:id="rId7" imgW="279400" imgH="190500" progId="Equation.DSMT4">
                  <p:embed/>
                </p:oleObj>
              </mc:Choice>
              <mc:Fallback>
                <p:oleObj name="" r:id="rId7" imgW="279400" imgH="190500" progId="Equation.DSMT4">
                  <p:embed/>
                  <p:pic>
                    <p:nvPicPr>
                      <p:cNvPr id="0" name="图片 3086"/>
                      <p:cNvPicPr/>
                      <p:nvPr/>
                    </p:nvPicPr>
                    <p:blipFill>
                      <a:blip r:embed="rId8"/>
                      <a:stretch>
                        <a:fillRect/>
                      </a:stretch>
                    </p:blipFill>
                    <p:spPr>
                      <a:xfrm>
                        <a:off x="6096000" y="5416550"/>
                        <a:ext cx="304800" cy="244475"/>
                      </a:xfrm>
                      <a:prstGeom prst="rect">
                        <a:avLst/>
                      </a:prstGeom>
                      <a:noFill/>
                      <a:ln w="38100">
                        <a:noFill/>
                        <a:miter/>
                      </a:ln>
                    </p:spPr>
                  </p:pic>
                </p:oleObj>
              </mc:Fallback>
            </mc:AlternateContent>
          </a:graphicData>
        </a:graphic>
      </p:graphicFrame>
      <p:sp>
        <p:nvSpPr>
          <p:cNvPr id="6159" name="Rectangle 3"/>
          <p:cNvSpPr txBox="1"/>
          <p:nvPr/>
        </p:nvSpPr>
        <p:spPr>
          <a:xfrm>
            <a:off x="2906713" y="5716588"/>
            <a:ext cx="5357812" cy="642937"/>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609600" lvl="0" indent="-609600" eaLnBrk="1" hangingPunct="1">
              <a:buNone/>
            </a:pPr>
            <a:r>
              <a:rPr lang="zh-CN" altLang="en-US" sz="2400" dirty="0">
                <a:latin typeface="黑体" panose="02010609060101010101" pitchFamily="49" charset="-122"/>
                <a:ea typeface="黑体" panose="02010609060101010101" pitchFamily="49" charset="-122"/>
              </a:rPr>
              <a:t> 切线的很陡，  稍变，  巨变。</a:t>
            </a:r>
            <a:endParaRPr lang="zh-CN" altLang="en-US" sz="2400" dirty="0">
              <a:latin typeface="黑体" panose="02010609060101010101" pitchFamily="49" charset="-122"/>
              <a:ea typeface="黑体" panose="02010609060101010101" pitchFamily="49" charset="-122"/>
            </a:endParaRPr>
          </a:p>
        </p:txBody>
      </p:sp>
      <p:graphicFrame>
        <p:nvGraphicFramePr>
          <p:cNvPr id="6160" name="Object 15"/>
          <p:cNvGraphicFramePr/>
          <p:nvPr/>
        </p:nvGraphicFramePr>
        <p:xfrm>
          <a:off x="4859338" y="5807075"/>
          <a:ext cx="317500" cy="358775"/>
        </p:xfrm>
        <a:graphic>
          <a:graphicData uri="http://schemas.openxmlformats.org/presentationml/2006/ole">
            <mc:AlternateContent xmlns:mc="http://schemas.openxmlformats.org/markup-compatibility/2006">
              <mc:Choice xmlns:v="urn:schemas-microsoft-com:vml" Requires="v">
                <p:oleObj spid="_x0000_s4185" name="" r:id="rId9" imgW="292100" imgH="279400" progId="Equation.DSMT4">
                  <p:embed/>
                </p:oleObj>
              </mc:Choice>
              <mc:Fallback>
                <p:oleObj name="" r:id="rId9" imgW="292100" imgH="279400" progId="Equation.DSMT4">
                  <p:embed/>
                  <p:pic>
                    <p:nvPicPr>
                      <p:cNvPr id="0" name="图片 3084"/>
                      <p:cNvPicPr/>
                      <p:nvPr/>
                    </p:nvPicPr>
                    <p:blipFill>
                      <a:blip r:embed="rId6"/>
                      <a:stretch>
                        <a:fillRect/>
                      </a:stretch>
                    </p:blipFill>
                    <p:spPr>
                      <a:xfrm>
                        <a:off x="4859338" y="5807075"/>
                        <a:ext cx="317500" cy="358775"/>
                      </a:xfrm>
                      <a:prstGeom prst="rect">
                        <a:avLst/>
                      </a:prstGeom>
                      <a:noFill/>
                      <a:ln w="38100">
                        <a:noFill/>
                        <a:miter/>
                      </a:ln>
                    </p:spPr>
                  </p:pic>
                </p:oleObj>
              </mc:Fallback>
            </mc:AlternateContent>
          </a:graphicData>
        </a:graphic>
      </p:graphicFrame>
      <p:graphicFrame>
        <p:nvGraphicFramePr>
          <p:cNvPr id="6161" name="Object 16"/>
          <p:cNvGraphicFramePr/>
          <p:nvPr/>
        </p:nvGraphicFramePr>
        <p:xfrm>
          <a:off x="6096000" y="5818188"/>
          <a:ext cx="304800" cy="244475"/>
        </p:xfrm>
        <a:graphic>
          <a:graphicData uri="http://schemas.openxmlformats.org/presentationml/2006/ole">
            <mc:AlternateContent xmlns:mc="http://schemas.openxmlformats.org/markup-compatibility/2006">
              <mc:Choice xmlns:v="urn:schemas-microsoft-com:vml" Requires="v">
                <p:oleObj spid="_x0000_s4186" name="" r:id="rId10" imgW="279400" imgH="190500" progId="Equation.DSMT4">
                  <p:embed/>
                </p:oleObj>
              </mc:Choice>
              <mc:Fallback>
                <p:oleObj name="" r:id="rId10" imgW="279400" imgH="190500" progId="Equation.DSMT4">
                  <p:embed/>
                  <p:pic>
                    <p:nvPicPr>
                      <p:cNvPr id="0" name="图片 3089"/>
                      <p:cNvPicPr/>
                      <p:nvPr/>
                    </p:nvPicPr>
                    <p:blipFill>
                      <a:blip r:embed="rId8"/>
                      <a:stretch>
                        <a:fillRect/>
                      </a:stretch>
                    </p:blipFill>
                    <p:spPr>
                      <a:xfrm>
                        <a:off x="6096000" y="5818188"/>
                        <a:ext cx="304800" cy="244475"/>
                      </a:xfrm>
                      <a:prstGeom prst="rect">
                        <a:avLst/>
                      </a:prstGeom>
                      <a:noFill/>
                      <a:ln w="38100">
                        <a:noFill/>
                        <a:miter/>
                      </a:ln>
                    </p:spPr>
                  </p:pic>
                </p:oleObj>
              </mc:Fallback>
            </mc:AlternateContent>
          </a:graphicData>
        </a:graphic>
      </p:graphicFrame>
      <p:pic>
        <p:nvPicPr>
          <p:cNvPr id="6162" name="图片 2" descr="img018"/>
          <p:cNvPicPr>
            <a:picLocks noChangeAspect="1"/>
          </p:cNvPicPr>
          <p:nvPr/>
        </p:nvPicPr>
        <p:blipFill>
          <a:blip r:embed="rId11"/>
          <a:stretch>
            <a:fillRect/>
          </a:stretch>
        </p:blipFill>
        <p:spPr>
          <a:xfrm>
            <a:off x="323850" y="1225550"/>
            <a:ext cx="4338638" cy="3287713"/>
          </a:xfrm>
          <a:prstGeom prst="rect">
            <a:avLst/>
          </a:prstGeom>
          <a:noFill/>
          <a:ln w="9525">
            <a:noFill/>
          </a:ln>
        </p:spPr>
      </p:pic>
      <p:sp>
        <p:nvSpPr>
          <p:cNvPr id="6163" name="矩形 1"/>
          <p:cNvSpPr/>
          <p:nvPr/>
        </p:nvSpPr>
        <p:spPr>
          <a:xfrm>
            <a:off x="3949700" y="620713"/>
            <a:ext cx="1724025"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40000"/>
              </a:lnSpc>
              <a:spcBef>
                <a:spcPct val="0"/>
              </a:spcBef>
              <a:buNone/>
            </a:pPr>
            <a:r>
              <a:rPr lang="en-US" altLang="zh-CN" sz="2000" dirty="0">
                <a:latin typeface="黑体" panose="02010609060101010101" pitchFamily="49" charset="-122"/>
                <a:ea typeface="黑体" panose="02010609060101010101" pitchFamily="49" charset="-122"/>
              </a:rPr>
              <a:t>(</a:t>
            </a:r>
            <a:r>
              <a:rPr lang="zh-CN" altLang="en-US" sz="2000" dirty="0">
                <a:solidFill>
                  <a:srgbClr val="FF0000"/>
                </a:solidFill>
                <a:latin typeface="黑体" panose="02010609060101010101" pitchFamily="49" charset="-122"/>
                <a:ea typeface="黑体" panose="02010609060101010101" pitchFamily="49" charset="-122"/>
              </a:rPr>
              <a:t>图语的描述</a:t>
            </a:r>
            <a:r>
              <a:rPr lang="en-US" altLang="zh-CN" sz="2000" dirty="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对象 501784"/>
          <p:cNvGraphicFramePr/>
          <p:nvPr/>
        </p:nvGraphicFramePr>
        <p:xfrm>
          <a:off x="378143" y="1638300"/>
          <a:ext cx="7326312" cy="2746375"/>
        </p:xfrm>
        <a:graphic>
          <a:graphicData uri="http://schemas.openxmlformats.org/presentationml/2006/ole">
            <mc:AlternateContent xmlns:mc="http://schemas.openxmlformats.org/markup-compatibility/2006">
              <mc:Choice xmlns:v="urn:schemas-microsoft-com:vml" Requires="v">
                <p:oleObj spid="_x0000_s5233" name="" r:id="rId1" imgW="5600700" imgH="2006600" progId="Equation.DSMT4">
                  <p:embed/>
                </p:oleObj>
              </mc:Choice>
              <mc:Fallback>
                <p:oleObj name="" r:id="rId1" imgW="5600700" imgH="2006600" progId="Equation.DSMT4">
                  <p:embed/>
                  <p:pic>
                    <p:nvPicPr>
                      <p:cNvPr id="0" name="图片 3088"/>
                      <p:cNvPicPr/>
                      <p:nvPr/>
                    </p:nvPicPr>
                    <p:blipFill>
                      <a:blip r:embed="rId2"/>
                      <a:stretch>
                        <a:fillRect/>
                      </a:stretch>
                    </p:blipFill>
                    <p:spPr>
                      <a:xfrm>
                        <a:off x="378143" y="1638300"/>
                        <a:ext cx="7326312" cy="2746375"/>
                      </a:xfrm>
                      <a:prstGeom prst="rect">
                        <a:avLst/>
                      </a:prstGeom>
                      <a:noFill/>
                      <a:ln w="38100">
                        <a:noFill/>
                        <a:miter/>
                      </a:ln>
                    </p:spPr>
                  </p:pic>
                </p:oleObj>
              </mc:Fallback>
            </mc:AlternateContent>
          </a:graphicData>
        </a:graphic>
      </p:graphicFrame>
      <p:sp>
        <p:nvSpPr>
          <p:cNvPr id="7171" name="任意多边形 1"/>
          <p:cNvSpPr/>
          <p:nvPr/>
        </p:nvSpPr>
        <p:spPr>
          <a:xfrm>
            <a:off x="5500688" y="4519613"/>
            <a:ext cx="1587" cy="1922462"/>
          </a:xfrm>
          <a:custGeom>
            <a:avLst/>
            <a:gdLst/>
            <a:ahLst/>
            <a:cxnLst>
              <a:cxn ang="0">
                <a:pos x="0" y="2147483647"/>
              </a:cxn>
              <a:cxn ang="0">
                <a:pos x="2147483647" y="0"/>
              </a:cxn>
            </a:cxnLst>
            <a:rect l="0" t="0" r="0" b="0"/>
            <a:pathLst>
              <a:path w="1" h="1968">
                <a:moveTo>
                  <a:pt x="0" y="1968"/>
                </a:moveTo>
                <a:lnTo>
                  <a:pt x="1" y="0"/>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7172" name="任意多边形 2"/>
          <p:cNvSpPr/>
          <p:nvPr/>
        </p:nvSpPr>
        <p:spPr>
          <a:xfrm>
            <a:off x="5300663" y="3746500"/>
            <a:ext cx="0" cy="2698750"/>
          </a:xfrm>
          <a:custGeom>
            <a:avLst/>
            <a:gdLst/>
            <a:ahLst/>
            <a:cxnLst>
              <a:cxn ang="0">
                <a:pos x="0" y="2147483647"/>
              </a:cxn>
              <a:cxn ang="0">
                <a:pos x="1" y="0"/>
              </a:cxn>
            </a:cxnLst>
            <a:rect l="0" t="0" r="0" b="0"/>
            <a:pathLst>
              <a:path w="1" h="2763">
                <a:moveTo>
                  <a:pt x="0" y="2763"/>
                </a:moveTo>
                <a:lnTo>
                  <a:pt x="1" y="0"/>
                </a:lnTo>
              </a:path>
            </a:pathLst>
          </a:custGeom>
          <a:noFill/>
          <a:ln w="28575" cap="flat" cmpd="sng">
            <a:solidFill>
              <a:srgbClr val="000000">
                <a:alpha val="100000"/>
              </a:srgbClr>
            </a:solidFill>
            <a:prstDash val="solid"/>
            <a:round/>
            <a:headEnd type="none" w="med" len="med"/>
            <a:tailEnd type="triangle" w="med" len="lg"/>
          </a:ln>
        </p:spPr>
        <p:txBody>
          <a:bodyPr/>
          <a:lstStyle/>
          <a:p>
            <a:endParaRPr lang="zh-CN" altLang="en-US"/>
          </a:p>
        </p:txBody>
      </p:sp>
      <p:sp>
        <p:nvSpPr>
          <p:cNvPr id="7173" name="直接连接符 3"/>
          <p:cNvSpPr/>
          <p:nvPr/>
        </p:nvSpPr>
        <p:spPr>
          <a:xfrm>
            <a:off x="5084763" y="6392863"/>
            <a:ext cx="3636962" cy="0"/>
          </a:xfrm>
          <a:prstGeom prst="line">
            <a:avLst/>
          </a:prstGeom>
          <a:ln w="28575" cap="flat" cmpd="sng">
            <a:solidFill>
              <a:srgbClr val="000000"/>
            </a:solidFill>
            <a:prstDash val="solid"/>
            <a:headEnd type="none" w="med" len="med"/>
            <a:tailEnd type="triangle" w="med" len="lg"/>
          </a:ln>
        </p:spPr>
      </p:sp>
      <p:sp>
        <p:nvSpPr>
          <p:cNvPr id="7174" name="直接连接符 4"/>
          <p:cNvSpPr/>
          <p:nvPr/>
        </p:nvSpPr>
        <p:spPr>
          <a:xfrm>
            <a:off x="6900863" y="4900613"/>
            <a:ext cx="20637" cy="1565275"/>
          </a:xfrm>
          <a:prstGeom prst="line">
            <a:avLst/>
          </a:prstGeom>
          <a:ln w="9525" cap="flat" cmpd="sng">
            <a:solidFill>
              <a:srgbClr val="000000"/>
            </a:solidFill>
            <a:prstDash val="lgDash"/>
            <a:headEnd type="none" w="med" len="med"/>
            <a:tailEnd type="none" w="med" len="med"/>
          </a:ln>
        </p:spPr>
      </p:sp>
      <p:sp>
        <p:nvSpPr>
          <p:cNvPr id="7175" name="任意多边形 5"/>
          <p:cNvSpPr/>
          <p:nvPr/>
        </p:nvSpPr>
        <p:spPr>
          <a:xfrm rot="10553989">
            <a:off x="7858125" y="3965575"/>
            <a:ext cx="198438" cy="163513"/>
          </a:xfrm>
          <a:custGeom>
            <a:avLst/>
            <a:gdLst/>
            <a:ahLst/>
            <a:cxnLst>
              <a:cxn ang="0">
                <a:pos x="73447286" y="0"/>
              </a:cxn>
              <a:cxn ang="0">
                <a:pos x="884811333" y="51613775"/>
              </a:cxn>
              <a:cxn ang="0">
                <a:pos x="73447286" y="0"/>
              </a:cxn>
              <a:cxn ang="0">
                <a:pos x="884811333" y="51613775"/>
              </a:cxn>
              <a:cxn ang="0">
                <a:pos x="0" y="51613775"/>
              </a:cxn>
              <a:cxn ang="0">
                <a:pos x="73447286" y="0"/>
              </a:cxn>
            </a:cxnLst>
            <a:rect l="0" t="0" r="0" b="0"/>
            <a:pathLst>
              <a:path w="21600" h="21525" fill="none">
                <a:moveTo>
                  <a:pt x="1793" y="0"/>
                </a:moveTo>
                <a:cubicBezTo>
                  <a:pt x="12887" y="914"/>
                  <a:pt x="21600" y="10202"/>
                  <a:pt x="21600" y="21525"/>
                </a:cubicBezTo>
              </a:path>
              <a:path w="21600" h="21525" stroke="0">
                <a:moveTo>
                  <a:pt x="1793" y="0"/>
                </a:moveTo>
                <a:cubicBezTo>
                  <a:pt x="12887" y="914"/>
                  <a:pt x="21600" y="10202"/>
                  <a:pt x="21600" y="21525"/>
                </a:cubicBezTo>
                <a:lnTo>
                  <a:pt x="0" y="21525"/>
                </a:lnTo>
                <a:lnTo>
                  <a:pt x="1793" y="0"/>
                </a:lnTo>
                <a:close/>
              </a:path>
            </a:pathLst>
          </a:custGeom>
          <a:noFill/>
          <a:ln w="9525" cap="flat" cmpd="sng">
            <a:solidFill>
              <a:srgbClr val="000000">
                <a:alpha val="100000"/>
              </a:srgbClr>
            </a:solidFill>
            <a:prstDash val="solid"/>
            <a:round/>
            <a:headEnd type="triangle" w="med" len="med"/>
            <a:tailEnd type="triangle" w="med" len="med"/>
          </a:ln>
        </p:spPr>
        <p:txBody>
          <a:bodyPr/>
          <a:lstStyle/>
          <a:p>
            <a:endParaRPr lang="zh-CN" altLang="en-US"/>
          </a:p>
        </p:txBody>
      </p:sp>
      <p:sp>
        <p:nvSpPr>
          <p:cNvPr id="7176" name="矩形 6"/>
          <p:cNvSpPr/>
          <p:nvPr/>
        </p:nvSpPr>
        <p:spPr>
          <a:xfrm>
            <a:off x="7551738" y="3973513"/>
            <a:ext cx="647700" cy="411162"/>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just" eaLnBrk="1" hangingPunct="1">
              <a:spcBef>
                <a:spcPct val="0"/>
              </a:spcBef>
              <a:buNone/>
            </a:pPr>
            <a:r>
              <a:rPr lang="en-US" altLang="zh-CN" sz="2400" dirty="0">
                <a:latin typeface="华文新魏" panose="02010800040101010101" pitchFamily="2" charset="-122"/>
                <a:ea typeface="华文新魏" panose="02010800040101010101" pitchFamily="2" charset="-122"/>
              </a:rPr>
              <a:t>θ</a:t>
            </a:r>
            <a:r>
              <a:rPr lang="en-US" altLang="zh-CN" sz="2400" baseline="-25000" dirty="0">
                <a:latin typeface="华文新魏" panose="02010800040101010101" pitchFamily="2" charset="-122"/>
                <a:ea typeface="华文新魏" panose="02010800040101010101" pitchFamily="2" charset="-122"/>
              </a:rPr>
              <a:t>2</a:t>
            </a:r>
            <a:endParaRPr lang="en-US" altLang="zh-CN" sz="2400" dirty="0">
              <a:latin typeface="华文新魏" panose="02010800040101010101" pitchFamily="2" charset="-122"/>
              <a:ea typeface="华文新魏" panose="02010800040101010101" pitchFamily="2" charset="-122"/>
            </a:endParaRPr>
          </a:p>
        </p:txBody>
      </p:sp>
      <p:sp>
        <p:nvSpPr>
          <p:cNvPr id="7177" name="任意多边形 7"/>
          <p:cNvSpPr/>
          <p:nvPr/>
        </p:nvSpPr>
        <p:spPr>
          <a:xfrm rot="2768700">
            <a:off x="7077075" y="4679950"/>
            <a:ext cx="266700" cy="171450"/>
          </a:xfrm>
          <a:custGeom>
            <a:avLst/>
            <a:gdLst/>
            <a:ahLst/>
            <a:cxnLst>
              <a:cxn ang="0">
                <a:pos x="88619005" y="0"/>
              </a:cxn>
              <a:cxn ang="0">
                <a:pos x="1041478462" y="129496125"/>
              </a:cxn>
              <a:cxn ang="0">
                <a:pos x="88619005" y="0"/>
              </a:cxn>
              <a:cxn ang="0">
                <a:pos x="1041478462" y="129496125"/>
              </a:cxn>
              <a:cxn ang="0">
                <a:pos x="0" y="166332562"/>
              </a:cxn>
              <a:cxn ang="0">
                <a:pos x="88619005" y="0"/>
              </a:cxn>
            </a:cxnLst>
            <a:rect l="0" t="0" r="0" b="0"/>
            <a:pathLst>
              <a:path w="21070" h="21525" fill="none">
                <a:moveTo>
                  <a:pt x="1793" y="0"/>
                </a:moveTo>
                <a:cubicBezTo>
                  <a:pt x="11286" y="782"/>
                  <a:pt x="19033" y="7693"/>
                  <a:pt x="21072" y="16758"/>
                </a:cubicBezTo>
              </a:path>
              <a:path w="21070" h="21525" stroke="0">
                <a:moveTo>
                  <a:pt x="1793" y="0"/>
                </a:moveTo>
                <a:cubicBezTo>
                  <a:pt x="11286" y="782"/>
                  <a:pt x="19033" y="7693"/>
                  <a:pt x="21072" y="16758"/>
                </a:cubicBezTo>
                <a:lnTo>
                  <a:pt x="0" y="21525"/>
                </a:lnTo>
                <a:lnTo>
                  <a:pt x="1793" y="0"/>
                </a:lnTo>
                <a:close/>
              </a:path>
            </a:pathLst>
          </a:custGeom>
          <a:noFill/>
          <a:ln w="9525" cap="flat" cmpd="sng">
            <a:solidFill>
              <a:srgbClr val="000000">
                <a:alpha val="100000"/>
              </a:srgbClr>
            </a:solidFill>
            <a:prstDash val="solid"/>
            <a:round/>
            <a:headEnd type="triangle" w="med" len="med"/>
            <a:tailEnd type="triangle" w="med" len="med"/>
          </a:ln>
        </p:spPr>
        <p:txBody>
          <a:bodyPr/>
          <a:lstStyle/>
          <a:p>
            <a:endParaRPr lang="zh-CN" altLang="en-US"/>
          </a:p>
        </p:txBody>
      </p:sp>
      <p:sp>
        <p:nvSpPr>
          <p:cNvPr id="7178" name="矩形 8"/>
          <p:cNvSpPr/>
          <p:nvPr/>
        </p:nvSpPr>
        <p:spPr>
          <a:xfrm>
            <a:off x="7161213" y="4506913"/>
            <a:ext cx="639762" cy="498475"/>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just" eaLnBrk="1" hangingPunct="1">
              <a:spcBef>
                <a:spcPct val="0"/>
              </a:spcBef>
              <a:buNone/>
            </a:pPr>
            <a:r>
              <a:rPr lang="en-US" altLang="zh-CN" sz="2400" dirty="0">
                <a:latin typeface="华文新魏" panose="02010800040101010101" pitchFamily="2" charset="-122"/>
                <a:ea typeface="华文新魏" panose="02010800040101010101" pitchFamily="2" charset="-122"/>
              </a:rPr>
              <a:t>θ</a:t>
            </a:r>
            <a:r>
              <a:rPr lang="en-US" altLang="zh-CN" sz="2400" baseline="-25000" dirty="0">
                <a:latin typeface="华文新魏" panose="02010800040101010101" pitchFamily="2" charset="-122"/>
                <a:ea typeface="华文新魏" panose="02010800040101010101" pitchFamily="2" charset="-122"/>
              </a:rPr>
              <a:t>1</a:t>
            </a:r>
            <a:endParaRPr lang="en-US" altLang="zh-CN" sz="2400" dirty="0">
              <a:latin typeface="华文新魏" panose="02010800040101010101" pitchFamily="2" charset="-122"/>
              <a:ea typeface="华文新魏" panose="02010800040101010101" pitchFamily="2" charset="-122"/>
            </a:endParaRPr>
          </a:p>
        </p:txBody>
      </p:sp>
      <p:sp>
        <p:nvSpPr>
          <p:cNvPr id="7179" name="矩形 9"/>
          <p:cNvSpPr/>
          <p:nvPr/>
        </p:nvSpPr>
        <p:spPr>
          <a:xfrm>
            <a:off x="4964113" y="5948363"/>
            <a:ext cx="238125" cy="325437"/>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just" eaLnBrk="1" hangingPunct="1">
              <a:spcBef>
                <a:spcPct val="0"/>
              </a:spcBef>
              <a:buNone/>
            </a:pPr>
            <a:r>
              <a:rPr lang="en-US" altLang="zh-CN" sz="2800" dirty="0">
                <a:latin typeface="华文新魏" panose="02010800040101010101" pitchFamily="2" charset="-122"/>
                <a:ea typeface="华文新魏" panose="02010800040101010101" pitchFamily="2" charset="-122"/>
              </a:rPr>
              <a:t>o</a:t>
            </a:r>
            <a:endParaRPr lang="en-US" altLang="zh-CN" sz="2800" dirty="0">
              <a:latin typeface="华文新魏" panose="02010800040101010101" pitchFamily="2" charset="-122"/>
              <a:ea typeface="华文新魏" panose="02010800040101010101" pitchFamily="2" charset="-122"/>
            </a:endParaRPr>
          </a:p>
        </p:txBody>
      </p:sp>
      <p:sp>
        <p:nvSpPr>
          <p:cNvPr id="7180" name="任意多边形 10"/>
          <p:cNvSpPr/>
          <p:nvPr/>
        </p:nvSpPr>
        <p:spPr>
          <a:xfrm>
            <a:off x="6915150" y="3778250"/>
            <a:ext cx="1133475" cy="1120775"/>
          </a:xfrm>
          <a:custGeom>
            <a:avLst/>
            <a:gdLst/>
            <a:ahLst/>
            <a:cxnLst>
              <a:cxn ang="0">
                <a:pos x="0" y="2147483647"/>
              </a:cxn>
              <a:cxn ang="0">
                <a:pos x="2147483647" y="0"/>
              </a:cxn>
            </a:cxnLst>
            <a:rect l="0" t="0" r="0" b="0"/>
            <a:pathLst>
              <a:path w="2250" h="2640">
                <a:moveTo>
                  <a:pt x="0" y="2640"/>
                </a:moveTo>
                <a:lnTo>
                  <a:pt x="2250" y="0"/>
                </a:lnTo>
              </a:path>
            </a:pathLst>
          </a:custGeom>
          <a:noFill/>
          <a:ln w="28575" cap="flat" cmpd="sng">
            <a:solidFill>
              <a:srgbClr val="FF0000">
                <a:alpha val="100000"/>
              </a:srgbClr>
            </a:solidFill>
            <a:prstDash val="solid"/>
            <a:round/>
            <a:headEnd type="none" w="med" len="med"/>
            <a:tailEnd type="triangle" w="med" len="lg"/>
          </a:ln>
        </p:spPr>
        <p:txBody>
          <a:bodyPr/>
          <a:lstStyle/>
          <a:p>
            <a:endParaRPr lang="zh-CN" altLang="en-US"/>
          </a:p>
        </p:txBody>
      </p:sp>
      <p:sp>
        <p:nvSpPr>
          <p:cNvPr id="7181" name="直接连接符 11"/>
          <p:cNvSpPr/>
          <p:nvPr/>
        </p:nvSpPr>
        <p:spPr>
          <a:xfrm flipH="1">
            <a:off x="5229225" y="4900613"/>
            <a:ext cx="1671638" cy="0"/>
          </a:xfrm>
          <a:prstGeom prst="line">
            <a:avLst/>
          </a:prstGeom>
          <a:ln w="9525" cap="flat" cmpd="sng">
            <a:solidFill>
              <a:schemeClr val="tx1"/>
            </a:solidFill>
            <a:prstDash val="lgDash"/>
            <a:headEnd type="none" w="med" len="med"/>
            <a:tailEnd type="none" w="med" len="med"/>
          </a:ln>
        </p:spPr>
      </p:sp>
      <p:graphicFrame>
        <p:nvGraphicFramePr>
          <p:cNvPr id="7182" name="对象 501772"/>
          <p:cNvGraphicFramePr/>
          <p:nvPr/>
        </p:nvGraphicFramePr>
        <p:xfrm>
          <a:off x="8393113" y="5805488"/>
          <a:ext cx="328612" cy="485775"/>
        </p:xfrm>
        <a:graphic>
          <a:graphicData uri="http://schemas.openxmlformats.org/presentationml/2006/ole">
            <mc:AlternateContent xmlns:mc="http://schemas.openxmlformats.org/markup-compatibility/2006">
              <mc:Choice xmlns:v="urn:schemas-microsoft-com:vml" Requires="v">
                <p:oleObj spid="_x0000_s5234" name="" r:id="rId3" imgW="152400" imgH="215900" progId="Equation.3">
                  <p:embed/>
                </p:oleObj>
              </mc:Choice>
              <mc:Fallback>
                <p:oleObj name="" r:id="rId3" imgW="152400" imgH="215900" progId="Equation.3">
                  <p:embed/>
                  <p:pic>
                    <p:nvPicPr>
                      <p:cNvPr id="0" name="图片 3080"/>
                      <p:cNvPicPr/>
                      <p:nvPr/>
                    </p:nvPicPr>
                    <p:blipFill>
                      <a:blip r:embed="rId4"/>
                      <a:stretch>
                        <a:fillRect/>
                      </a:stretch>
                    </p:blipFill>
                    <p:spPr>
                      <a:xfrm>
                        <a:off x="8393113" y="5805488"/>
                        <a:ext cx="328612" cy="485775"/>
                      </a:xfrm>
                      <a:prstGeom prst="rect">
                        <a:avLst/>
                      </a:prstGeom>
                      <a:noFill/>
                      <a:ln w="38100">
                        <a:noFill/>
                        <a:miter/>
                      </a:ln>
                    </p:spPr>
                  </p:pic>
                </p:oleObj>
              </mc:Fallback>
            </mc:AlternateContent>
          </a:graphicData>
        </a:graphic>
      </p:graphicFrame>
      <p:graphicFrame>
        <p:nvGraphicFramePr>
          <p:cNvPr id="7183" name="对象 501773"/>
          <p:cNvGraphicFramePr/>
          <p:nvPr/>
        </p:nvGraphicFramePr>
        <p:xfrm>
          <a:off x="5300663" y="3489325"/>
          <a:ext cx="425450" cy="469900"/>
        </p:xfrm>
        <a:graphic>
          <a:graphicData uri="http://schemas.openxmlformats.org/presentationml/2006/ole">
            <mc:AlternateContent xmlns:mc="http://schemas.openxmlformats.org/markup-compatibility/2006">
              <mc:Choice xmlns:v="urn:schemas-microsoft-com:vml" Requires="v">
                <p:oleObj spid="_x0000_s5235" name="" r:id="rId5" imgW="165100" imgH="215900" progId="Equation.3">
                  <p:embed/>
                </p:oleObj>
              </mc:Choice>
              <mc:Fallback>
                <p:oleObj name="" r:id="rId5" imgW="165100" imgH="215900" progId="Equation.3">
                  <p:embed/>
                  <p:pic>
                    <p:nvPicPr>
                      <p:cNvPr id="0" name="图片 3085"/>
                      <p:cNvPicPr/>
                      <p:nvPr/>
                    </p:nvPicPr>
                    <p:blipFill>
                      <a:blip r:embed="rId6"/>
                      <a:stretch>
                        <a:fillRect/>
                      </a:stretch>
                    </p:blipFill>
                    <p:spPr>
                      <a:xfrm>
                        <a:off x="5300663" y="3489325"/>
                        <a:ext cx="425450" cy="469900"/>
                      </a:xfrm>
                      <a:prstGeom prst="rect">
                        <a:avLst/>
                      </a:prstGeom>
                      <a:noFill/>
                      <a:ln w="38100">
                        <a:noFill/>
                        <a:miter/>
                      </a:ln>
                    </p:spPr>
                  </p:pic>
                </p:oleObj>
              </mc:Fallback>
            </mc:AlternateContent>
          </a:graphicData>
        </a:graphic>
      </p:graphicFrame>
      <p:sp>
        <p:nvSpPr>
          <p:cNvPr id="7184" name="椭圆 16"/>
          <p:cNvSpPr/>
          <p:nvPr/>
        </p:nvSpPr>
        <p:spPr>
          <a:xfrm>
            <a:off x="6824663" y="4824413"/>
            <a:ext cx="152400" cy="152400"/>
          </a:xfrm>
          <a:prstGeom prst="ellipse">
            <a:avLst/>
          </a:prstGeom>
          <a:solidFill>
            <a:srgbClr val="0000FF"/>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7185" name="对象 501777"/>
          <p:cNvGraphicFramePr/>
          <p:nvPr/>
        </p:nvGraphicFramePr>
        <p:xfrm>
          <a:off x="6462713" y="4478338"/>
          <a:ext cx="354012" cy="381000"/>
        </p:xfrm>
        <a:graphic>
          <a:graphicData uri="http://schemas.openxmlformats.org/presentationml/2006/ole">
            <mc:AlternateContent xmlns:mc="http://schemas.openxmlformats.org/markup-compatibility/2006">
              <mc:Choice xmlns:v="urn:schemas-microsoft-com:vml" Requires="v">
                <p:oleObj spid="_x0000_s5236" name="" r:id="rId7" imgW="215900" imgH="228600" progId="Equation.3">
                  <p:embed/>
                </p:oleObj>
              </mc:Choice>
              <mc:Fallback>
                <p:oleObj name="" r:id="rId7" imgW="215900" imgH="228600" progId="Equation.3">
                  <p:embed/>
                  <p:pic>
                    <p:nvPicPr>
                      <p:cNvPr id="0" name="图片 3081"/>
                      <p:cNvPicPr/>
                      <p:nvPr/>
                    </p:nvPicPr>
                    <p:blipFill>
                      <a:blip r:embed="rId8"/>
                      <a:stretch>
                        <a:fillRect/>
                      </a:stretch>
                    </p:blipFill>
                    <p:spPr>
                      <a:xfrm>
                        <a:off x="6462713" y="4478338"/>
                        <a:ext cx="354012" cy="381000"/>
                      </a:xfrm>
                      <a:prstGeom prst="rect">
                        <a:avLst/>
                      </a:prstGeom>
                      <a:noFill/>
                      <a:ln w="38100">
                        <a:noFill/>
                        <a:miter/>
                      </a:ln>
                    </p:spPr>
                  </p:pic>
                </p:oleObj>
              </mc:Fallback>
            </mc:AlternateContent>
          </a:graphicData>
        </a:graphic>
      </p:graphicFrame>
      <p:sp>
        <p:nvSpPr>
          <p:cNvPr id="7186" name="直接连接符 18"/>
          <p:cNvSpPr/>
          <p:nvPr/>
        </p:nvSpPr>
        <p:spPr>
          <a:xfrm>
            <a:off x="6900863" y="4900613"/>
            <a:ext cx="1143000" cy="0"/>
          </a:xfrm>
          <a:prstGeom prst="line">
            <a:avLst/>
          </a:prstGeom>
          <a:ln w="9525" cap="flat" cmpd="sng">
            <a:solidFill>
              <a:schemeClr val="tx1"/>
            </a:solidFill>
            <a:prstDash val="lgDash"/>
            <a:headEnd type="none" w="med" len="med"/>
            <a:tailEnd type="triangle" w="med" len="lg"/>
          </a:ln>
        </p:spPr>
      </p:sp>
      <p:graphicFrame>
        <p:nvGraphicFramePr>
          <p:cNvPr id="7187" name="对象 501779"/>
          <p:cNvGraphicFramePr/>
          <p:nvPr/>
        </p:nvGraphicFramePr>
        <p:xfrm>
          <a:off x="7281863" y="4900613"/>
          <a:ext cx="533400" cy="477837"/>
        </p:xfrm>
        <a:graphic>
          <a:graphicData uri="http://schemas.openxmlformats.org/presentationml/2006/ole">
            <mc:AlternateContent xmlns:mc="http://schemas.openxmlformats.org/markup-compatibility/2006">
              <mc:Choice xmlns:v="urn:schemas-microsoft-com:vml" Requires="v">
                <p:oleObj spid="_x0000_s5237" name="" r:id="rId9" imgW="241300" imgH="215900" progId="Equation.3">
                  <p:embed/>
                </p:oleObj>
              </mc:Choice>
              <mc:Fallback>
                <p:oleObj name="" r:id="rId9" imgW="241300" imgH="215900" progId="Equation.3">
                  <p:embed/>
                  <p:pic>
                    <p:nvPicPr>
                      <p:cNvPr id="0" name="图片 3087"/>
                      <p:cNvPicPr/>
                      <p:nvPr/>
                    </p:nvPicPr>
                    <p:blipFill>
                      <a:blip r:embed="rId10"/>
                      <a:stretch>
                        <a:fillRect/>
                      </a:stretch>
                    </p:blipFill>
                    <p:spPr>
                      <a:xfrm>
                        <a:off x="7281863" y="4900613"/>
                        <a:ext cx="533400" cy="477837"/>
                      </a:xfrm>
                      <a:prstGeom prst="rect">
                        <a:avLst/>
                      </a:prstGeom>
                      <a:noFill/>
                      <a:ln w="38100">
                        <a:noFill/>
                        <a:miter/>
                      </a:ln>
                    </p:spPr>
                  </p:pic>
                </p:oleObj>
              </mc:Fallback>
            </mc:AlternateContent>
          </a:graphicData>
        </a:graphic>
      </p:graphicFrame>
      <p:sp>
        <p:nvSpPr>
          <p:cNvPr id="7188" name="直接连接符 20"/>
          <p:cNvSpPr/>
          <p:nvPr/>
        </p:nvSpPr>
        <p:spPr>
          <a:xfrm flipV="1">
            <a:off x="8051800" y="3779838"/>
            <a:ext cx="0" cy="1143000"/>
          </a:xfrm>
          <a:prstGeom prst="line">
            <a:avLst/>
          </a:prstGeom>
          <a:ln w="9525" cap="flat" cmpd="sng">
            <a:solidFill>
              <a:schemeClr val="tx1"/>
            </a:solidFill>
            <a:prstDash val="lgDash"/>
            <a:headEnd type="none" w="med" len="med"/>
            <a:tailEnd type="triangle" w="med" len="lg"/>
          </a:ln>
        </p:spPr>
      </p:sp>
      <p:graphicFrame>
        <p:nvGraphicFramePr>
          <p:cNvPr id="7189" name="对象 501781"/>
          <p:cNvGraphicFramePr/>
          <p:nvPr/>
        </p:nvGraphicFramePr>
        <p:xfrm>
          <a:off x="8108950" y="4175125"/>
          <a:ext cx="560388" cy="477838"/>
        </p:xfrm>
        <a:graphic>
          <a:graphicData uri="http://schemas.openxmlformats.org/presentationml/2006/ole">
            <mc:AlternateContent xmlns:mc="http://schemas.openxmlformats.org/markup-compatibility/2006">
              <mc:Choice xmlns:v="urn:schemas-microsoft-com:vml" Requires="v">
                <p:oleObj spid="_x0000_s5238" name="" r:id="rId11" imgW="253365" imgH="215900" progId="Equation.3">
                  <p:embed/>
                </p:oleObj>
              </mc:Choice>
              <mc:Fallback>
                <p:oleObj name="" r:id="rId11" imgW="253365" imgH="215900" progId="Equation.3">
                  <p:embed/>
                  <p:pic>
                    <p:nvPicPr>
                      <p:cNvPr id="0" name="图片 3082"/>
                      <p:cNvPicPr/>
                      <p:nvPr/>
                    </p:nvPicPr>
                    <p:blipFill>
                      <a:blip r:embed="rId12"/>
                      <a:stretch>
                        <a:fillRect/>
                      </a:stretch>
                    </p:blipFill>
                    <p:spPr>
                      <a:xfrm>
                        <a:off x="8108950" y="4175125"/>
                        <a:ext cx="560388" cy="477838"/>
                      </a:xfrm>
                      <a:prstGeom prst="rect">
                        <a:avLst/>
                      </a:prstGeom>
                      <a:noFill/>
                      <a:ln w="38100">
                        <a:noFill/>
                        <a:miter/>
                      </a:ln>
                    </p:spPr>
                  </p:pic>
                </p:oleObj>
              </mc:Fallback>
            </mc:AlternateContent>
          </a:graphicData>
        </a:graphic>
      </p:graphicFrame>
      <p:graphicFrame>
        <p:nvGraphicFramePr>
          <p:cNvPr id="7190" name="对象 501782"/>
          <p:cNvGraphicFramePr/>
          <p:nvPr/>
        </p:nvGraphicFramePr>
        <p:xfrm>
          <a:off x="6977063" y="4062413"/>
          <a:ext cx="501650" cy="390525"/>
        </p:xfrm>
        <a:graphic>
          <a:graphicData uri="http://schemas.openxmlformats.org/presentationml/2006/ole">
            <mc:AlternateContent xmlns:mc="http://schemas.openxmlformats.org/markup-compatibility/2006">
              <mc:Choice xmlns:v="urn:schemas-microsoft-com:vml" Requires="v">
                <p:oleObj spid="_x0000_s5239" name="" r:id="rId13" imgW="227965" imgH="177800" progId="Equation.3">
                  <p:embed/>
                </p:oleObj>
              </mc:Choice>
              <mc:Fallback>
                <p:oleObj name="" r:id="rId13" imgW="227965" imgH="177800" progId="Equation.3">
                  <p:embed/>
                  <p:pic>
                    <p:nvPicPr>
                      <p:cNvPr id="0" name="图片 3083"/>
                      <p:cNvPicPr/>
                      <p:nvPr/>
                    </p:nvPicPr>
                    <p:blipFill>
                      <a:blip r:embed="rId14"/>
                      <a:stretch>
                        <a:fillRect/>
                      </a:stretch>
                    </p:blipFill>
                    <p:spPr>
                      <a:xfrm>
                        <a:off x="6977063" y="4062413"/>
                        <a:ext cx="501650" cy="390525"/>
                      </a:xfrm>
                      <a:prstGeom prst="rect">
                        <a:avLst/>
                      </a:prstGeom>
                      <a:noFill/>
                      <a:ln w="38100">
                        <a:noFill/>
                        <a:miter/>
                      </a:ln>
                    </p:spPr>
                  </p:pic>
                </p:oleObj>
              </mc:Fallback>
            </mc:AlternateContent>
          </a:graphicData>
        </a:graphic>
      </p:graphicFrame>
      <p:graphicFrame>
        <p:nvGraphicFramePr>
          <p:cNvPr id="7191" name="对象 501785"/>
          <p:cNvGraphicFramePr/>
          <p:nvPr/>
        </p:nvGraphicFramePr>
        <p:xfrm>
          <a:off x="539750" y="5032375"/>
          <a:ext cx="3457575" cy="854075"/>
        </p:xfrm>
        <a:graphic>
          <a:graphicData uri="http://schemas.openxmlformats.org/presentationml/2006/ole">
            <mc:AlternateContent xmlns:mc="http://schemas.openxmlformats.org/markup-compatibility/2006">
              <mc:Choice xmlns:v="urn:schemas-microsoft-com:vml" Requires="v">
                <p:oleObj spid="_x0000_s5240" name="" r:id="rId15" imgW="2057400" imgH="508000" progId="Equation.DSMT4">
                  <p:embed/>
                </p:oleObj>
              </mc:Choice>
              <mc:Fallback>
                <p:oleObj name="" r:id="rId15" imgW="2057400" imgH="508000" progId="Equation.DSMT4">
                  <p:embed/>
                  <p:pic>
                    <p:nvPicPr>
                      <p:cNvPr id="0" name="图片 3095"/>
                      <p:cNvPicPr/>
                      <p:nvPr/>
                    </p:nvPicPr>
                    <p:blipFill>
                      <a:blip r:embed="rId16"/>
                      <a:stretch>
                        <a:fillRect/>
                      </a:stretch>
                    </p:blipFill>
                    <p:spPr>
                      <a:xfrm>
                        <a:off x="539750" y="5032375"/>
                        <a:ext cx="3457575" cy="854075"/>
                      </a:xfrm>
                      <a:prstGeom prst="rect">
                        <a:avLst/>
                      </a:prstGeom>
                      <a:noFill/>
                      <a:ln w="28575" cap="flat" cmpd="sng">
                        <a:solidFill>
                          <a:srgbClr val="FF0000"/>
                        </a:solidFill>
                        <a:prstDash val="solid"/>
                        <a:miter/>
                        <a:headEnd type="none" w="med" len="med"/>
                        <a:tailEnd type="none" w="med" len="med"/>
                      </a:ln>
                    </p:spPr>
                  </p:pic>
                </p:oleObj>
              </mc:Fallback>
            </mc:AlternateContent>
          </a:graphicData>
        </a:graphic>
      </p:graphicFrame>
      <p:sp>
        <p:nvSpPr>
          <p:cNvPr id="7192" name="矩形 25"/>
          <p:cNvSpPr/>
          <p:nvPr/>
        </p:nvSpPr>
        <p:spPr>
          <a:xfrm>
            <a:off x="250825" y="474663"/>
            <a:ext cx="4572000" cy="1154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609600" lvl="0" indent="-609600" eaLnBrk="1" hangingPunct="1">
              <a:lnSpc>
                <a:spcPct val="115000"/>
              </a:lnSpc>
              <a:spcBef>
                <a:spcPct val="0"/>
              </a:spcBef>
              <a:buNone/>
            </a:pP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方向导数</a:t>
            </a:r>
            <a:endParaRPr lang="zh-CN" altLang="en-US" sz="2000" dirty="0">
              <a:latin typeface="黑体" panose="02010609060101010101" pitchFamily="49" charset="-122"/>
              <a:ea typeface="黑体" panose="02010609060101010101" pitchFamily="49" charset="-122"/>
            </a:endParaRPr>
          </a:p>
          <a:p>
            <a:pPr marL="609600" lvl="0" indent="-609600" eaLnBrk="1" hangingPunct="1">
              <a:lnSpc>
                <a:spcPct val="115000"/>
              </a:lnSpc>
              <a:spcBef>
                <a:spcPct val="0"/>
              </a:spcBef>
              <a:buNone/>
            </a:pPr>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定义</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函数沿指定方向上的变化率。</a:t>
            </a:r>
            <a:endParaRPr lang="en-US" altLang="zh-CN" sz="2000" dirty="0">
              <a:latin typeface="黑体" panose="02010609060101010101" pitchFamily="49" charset="-122"/>
              <a:ea typeface="黑体" panose="02010609060101010101" pitchFamily="49" charset="-122"/>
            </a:endParaRPr>
          </a:p>
          <a:p>
            <a:pPr marL="609600" lvl="0" indent="-609600" eaLnBrk="1" hangingPunct="1">
              <a:lnSpc>
                <a:spcPct val="115000"/>
              </a:lnSpc>
              <a:spcBef>
                <a:spcPct val="0"/>
              </a:spcBef>
              <a:buNone/>
            </a:pPr>
            <a:r>
              <a:rPr lang="zh-CN" altLang="en-US" sz="2000" dirty="0">
                <a:latin typeface="黑体" panose="02010609060101010101" pitchFamily="49" charset="-122"/>
                <a:ea typeface="黑体" panose="02010609060101010101" pitchFamily="49" charset="-122"/>
              </a:rPr>
              <a:t>（以二维函数为例）</a:t>
            </a:r>
            <a:endParaRPr lang="zh-CN" altLang="en-US" sz="2000" dirty="0">
              <a:latin typeface="黑体" panose="02010609060101010101" pitchFamily="49" charset="-122"/>
              <a:ea typeface="黑体" panose="02010609060101010101" pitchFamily="49" charset="-122"/>
            </a:endParaRPr>
          </a:p>
        </p:txBody>
      </p:sp>
      <p:sp>
        <p:nvSpPr>
          <p:cNvPr id="7193"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§2.1 </a:t>
            </a:r>
            <a:r>
              <a:rPr lang="zh-CN" altLang="en-US" sz="2000" b="1" i="1" dirty="0">
                <a:solidFill>
                  <a:srgbClr val="00B050"/>
                </a:solidFill>
                <a:latin typeface="黑体" panose="02010609060101010101" pitchFamily="49" charset="-122"/>
                <a:ea typeface="黑体" panose="02010609060101010101" pitchFamily="49" charset="-122"/>
              </a:rPr>
              <a:t>多元函数的方向导数和梯度</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24" name="TextBox 23"/>
          <p:cNvSpPr txBox="1">
            <a:spLocks noRot="1" noChangeAspect="1" noMove="1" noResize="1" noEditPoints="1" noAdjustHandles="1" noChangeArrowheads="1" noChangeShapeType="1" noTextEdit="1"/>
          </p:cNvSpPr>
          <p:nvPr/>
        </p:nvSpPr>
        <p:spPr>
          <a:xfrm>
            <a:off x="4688529" y="4624113"/>
            <a:ext cx="675313" cy="400111"/>
          </a:xfrm>
          <a:prstGeom prst="rect">
            <a:avLst/>
          </a:prstGeom>
          <a:blipFill rotWithShape="1">
            <a:blip r:embed="rId17"/>
            <a:stretch>
              <a:fillRect b="-4615"/>
            </a:stretch>
          </a:blipFill>
        </p:spPr>
        <p:txBody>
          <a:bodyPr/>
          <a:lstStyle/>
          <a:p>
            <a:pPr marR="0" defTabSz="914400">
              <a:buClrTx/>
              <a:buSzTx/>
              <a:defRPr/>
            </a:pPr>
            <a:r>
              <a:rPr kumimoji="0" lang="zh-CN" altLang="en-US" kern="1200" cap="none" spc="0" normalizeH="0" baseline="0" noProof="0">
                <a:noFill/>
                <a:latin typeface="宋体" panose="02010600030101010101" pitchFamily="2" charset="-122"/>
                <a:ea typeface="宋体" panose="02010600030101010101" pitchFamily="2" charset="-122"/>
                <a:cs typeface="+mn-cs"/>
              </a:rPr>
              <a:t> </a:t>
            </a:r>
            <a:endParaRPr kumimoji="0" lang="zh-CN" altLang="en-US" kern="1200" cap="none" spc="0" normalizeH="0" baseline="0" noProof="0">
              <a:noFill/>
              <a:latin typeface="宋体" panose="02010600030101010101" pitchFamily="2" charset="-122"/>
              <a:ea typeface="宋体" panose="02010600030101010101" pitchFamily="2" charset="-122"/>
              <a:cs typeface="+mn-cs"/>
            </a:endParaRPr>
          </a:p>
        </p:txBody>
      </p:sp>
      <p:sp>
        <p:nvSpPr>
          <p:cNvPr id="29" name="TextBox 28"/>
          <p:cNvSpPr txBox="1">
            <a:spLocks noRot="1" noChangeAspect="1" noMove="1" noResize="1" noEditPoints="1" noAdjustHandles="1" noChangeArrowheads="1" noChangeShapeType="1" noTextEdit="1"/>
          </p:cNvSpPr>
          <p:nvPr/>
        </p:nvSpPr>
        <p:spPr>
          <a:xfrm>
            <a:off x="6639566" y="6369276"/>
            <a:ext cx="675313" cy="400111"/>
          </a:xfrm>
          <a:prstGeom prst="rect">
            <a:avLst/>
          </a:prstGeom>
          <a:blipFill rotWithShape="1">
            <a:blip r:embed="rId18"/>
            <a:stretch>
              <a:fillRect b="-4615"/>
            </a:stretch>
          </a:blipFill>
        </p:spPr>
        <p:txBody>
          <a:bodyPr/>
          <a:lstStyle/>
          <a:p>
            <a:pPr marR="0" defTabSz="914400">
              <a:buClrTx/>
              <a:buSzTx/>
              <a:defRPr/>
            </a:pPr>
            <a:r>
              <a:rPr kumimoji="0" lang="zh-CN" altLang="en-US" kern="1200" cap="none" spc="0" normalizeH="0" baseline="0" noProof="0">
                <a:noFill/>
                <a:latin typeface="宋体" panose="02010600030101010101" pitchFamily="2" charset="-122"/>
                <a:ea typeface="宋体" panose="02010600030101010101" pitchFamily="2" charset="-122"/>
                <a:cs typeface="+mn-cs"/>
              </a:rPr>
              <a:t> </a:t>
            </a:r>
            <a:endParaRPr kumimoji="0" lang="zh-CN" altLang="en-US" kern="1200" cap="none" spc="0" normalizeH="0" baseline="0" noProof="0">
              <a:noFill/>
              <a:latin typeface="宋体" panose="02010600030101010101" pitchFamily="2" charset="-122"/>
              <a:ea typeface="宋体" panose="02010600030101010101" pitchFamily="2" charset="-122"/>
              <a:cs typeface="+mn-cs"/>
            </a:endParaRPr>
          </a:p>
        </p:txBody>
      </p:sp>
      <p:sp>
        <p:nvSpPr>
          <p:cNvPr id="15" name="椭圆 14"/>
          <p:cNvSpPr/>
          <p:nvPr/>
        </p:nvSpPr>
        <p:spPr>
          <a:xfrm rot="1086219">
            <a:off x="1382713" y="1452563"/>
            <a:ext cx="1655763" cy="792163"/>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rot="20656777">
            <a:off x="2551113" y="1547813"/>
            <a:ext cx="1603375" cy="5191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30" name="椭圆 29"/>
          <p:cNvSpPr/>
          <p:nvPr/>
        </p:nvSpPr>
        <p:spPr>
          <a:xfrm rot="638811">
            <a:off x="1565275" y="2417763"/>
            <a:ext cx="3121025" cy="322263"/>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31" name="椭圆 30"/>
          <p:cNvSpPr/>
          <p:nvPr/>
        </p:nvSpPr>
        <p:spPr>
          <a:xfrm rot="1987511">
            <a:off x="6467475" y="2465388"/>
            <a:ext cx="1603375" cy="40798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graphicFrame>
        <p:nvGraphicFramePr>
          <p:cNvPr id="8195" name="Object 6"/>
          <p:cNvGraphicFramePr/>
          <p:nvPr/>
        </p:nvGraphicFramePr>
        <p:xfrm>
          <a:off x="528638" y="1285875"/>
          <a:ext cx="5543550" cy="877888"/>
        </p:xfrm>
        <a:graphic>
          <a:graphicData uri="http://schemas.openxmlformats.org/presentationml/2006/ole">
            <mc:AlternateContent xmlns:mc="http://schemas.openxmlformats.org/markup-compatibility/2006">
              <mc:Choice xmlns:v="urn:schemas-microsoft-com:vml" Requires="v">
                <p:oleObj spid="_x0000_s6187" name="" r:id="rId1" imgW="3556000" imgH="558800" progId="Equation.DSMT4">
                  <p:embed/>
                </p:oleObj>
              </mc:Choice>
              <mc:Fallback>
                <p:oleObj name="" r:id="rId1" imgW="3556000" imgH="558800" progId="Equation.DSMT4">
                  <p:embed/>
                  <p:pic>
                    <p:nvPicPr>
                      <p:cNvPr id="0" name="图片 3091"/>
                      <p:cNvPicPr/>
                      <p:nvPr/>
                    </p:nvPicPr>
                    <p:blipFill>
                      <a:blip r:embed="rId2"/>
                      <a:stretch>
                        <a:fillRect/>
                      </a:stretch>
                    </p:blipFill>
                    <p:spPr>
                      <a:xfrm>
                        <a:off x="528638" y="1285875"/>
                        <a:ext cx="5543550" cy="877888"/>
                      </a:xfrm>
                      <a:prstGeom prst="rect">
                        <a:avLst/>
                      </a:prstGeom>
                      <a:noFill/>
                      <a:ln w="38100">
                        <a:noFill/>
                        <a:miter/>
                      </a:ln>
                    </p:spPr>
                  </p:pic>
                </p:oleObj>
              </mc:Fallback>
            </mc:AlternateContent>
          </a:graphicData>
        </a:graphic>
      </p:graphicFrame>
      <p:sp>
        <p:nvSpPr>
          <p:cNvPr id="8196" name="Rectangle 3"/>
          <p:cNvSpPr>
            <a:spLocks noGrp="1"/>
          </p:cNvSpPr>
          <p:nvPr>
            <p:ph type="body" idx="4294967295"/>
          </p:nvPr>
        </p:nvSpPr>
        <p:spPr>
          <a:xfrm>
            <a:off x="357188" y="714375"/>
            <a:ext cx="6192837" cy="647700"/>
          </a:xfrm>
        </p:spPr>
        <p:txBody>
          <a:bodyPr vert="horz" wrap="square" lIns="91440" tIns="45720" rIns="91440" bIns="45720" anchor="t"/>
          <a:lstStyle/>
          <a:p>
            <a:pPr eaLnBrk="1" hangingPunct="1">
              <a:buNone/>
            </a:pP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同理</a:t>
            </a:r>
            <a:r>
              <a:rPr lang="en-US" altLang="zh-CN" sz="2400" dirty="0">
                <a:latin typeface="黑体" panose="02010609060101010101" pitchFamily="49" charset="-122"/>
                <a:ea typeface="黑体" panose="02010609060101010101" pitchFamily="49" charset="-122"/>
              </a:rPr>
              <a:t>,n</a:t>
            </a:r>
            <a:r>
              <a:rPr lang="zh-CN" altLang="en-US" sz="2400" dirty="0">
                <a:latin typeface="黑体" panose="02010609060101010101" pitchFamily="49" charset="-122"/>
                <a:ea typeface="黑体" panose="02010609060101010101" pitchFamily="49" charset="-122"/>
              </a:rPr>
              <a:t>维函数的方向导数为</a:t>
            </a:r>
            <a:r>
              <a:rPr lang="en-US" altLang="zh-CN" sz="2400" dirty="0">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p:txBody>
      </p:sp>
      <p:sp>
        <p:nvSpPr>
          <p:cNvPr id="8197" name="Rectangle 5"/>
          <p:cNvSpPr/>
          <p:nvPr/>
        </p:nvSpPr>
        <p:spPr>
          <a:xfrm>
            <a:off x="0" y="31765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8198" name="Rectangle 7"/>
          <p:cNvSpPr/>
          <p:nvPr/>
        </p:nvSpPr>
        <p:spPr>
          <a:xfrm>
            <a:off x="0" y="314801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8199" name="矩形 8"/>
          <p:cNvSpPr/>
          <p:nvPr/>
        </p:nvSpPr>
        <p:spPr>
          <a:xfrm>
            <a:off x="357188" y="2362200"/>
            <a:ext cx="8429625" cy="16430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40000"/>
              </a:lnSpc>
              <a:spcBef>
                <a:spcPct val="0"/>
              </a:spcBef>
              <a:buNone/>
            </a:pPr>
            <a:r>
              <a:rPr lang="en-US" altLang="zh-CN" sz="2400" dirty="0">
                <a:latin typeface="黑体" panose="02010609060101010101" pitchFamily="49" charset="-122"/>
                <a:ea typeface="黑体" panose="02010609060101010101" pitchFamily="49" charset="-122"/>
              </a:rPr>
              <a:t>3. </a:t>
            </a:r>
            <a:r>
              <a:rPr lang="zh-CN" altLang="en-US" sz="2400" dirty="0">
                <a:latin typeface="黑体" panose="02010609060101010101" pitchFamily="49" charset="-122"/>
                <a:ea typeface="黑体" panose="02010609060101010101" pitchFamily="49" charset="-122"/>
              </a:rPr>
              <a:t>梯度</a:t>
            </a:r>
            <a:endParaRPr lang="zh-CN" altLang="en-US" sz="2400" dirty="0">
              <a:latin typeface="黑体" panose="02010609060101010101" pitchFamily="49" charset="-122"/>
              <a:ea typeface="黑体" panose="02010609060101010101" pitchFamily="49" charset="-122"/>
            </a:endParaRPr>
          </a:p>
          <a:p>
            <a:pPr marL="0" lvl="0" indent="0" eaLnBrk="1" hangingPunct="1">
              <a:lnSpc>
                <a:spcPct val="140000"/>
              </a:lnSpc>
              <a:spcBef>
                <a:spcPct val="0"/>
              </a:spcBef>
              <a:buNone/>
            </a:pP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定义： 以     的各一阶偏导数所构成列向量。</a:t>
            </a:r>
            <a:endParaRPr lang="en-US" altLang="zh-CN" sz="2400" dirty="0">
              <a:latin typeface="黑体" panose="02010609060101010101" pitchFamily="49" charset="-122"/>
              <a:ea typeface="黑体" panose="02010609060101010101" pitchFamily="49" charset="-122"/>
            </a:endParaRPr>
          </a:p>
          <a:p>
            <a:pPr marL="0" lvl="0" indent="0" eaLnBrk="1" hangingPunct="1">
              <a:lnSpc>
                <a:spcPct val="140000"/>
              </a:lnSpc>
              <a:spcBef>
                <a:spcPct val="0"/>
              </a:spcBef>
              <a:buNone/>
            </a:pPr>
            <a:r>
              <a:rPr lang="zh-CN" altLang="en-US" sz="2400" dirty="0">
                <a:latin typeface="黑体" panose="02010609060101010101" pitchFamily="49" charset="-122"/>
                <a:ea typeface="黑体" panose="02010609060101010101" pitchFamily="49" charset="-122"/>
              </a:rPr>
              <a:t>即：</a:t>
            </a:r>
            <a:endParaRPr lang="zh-CN" altLang="en-US" sz="2400" dirty="0">
              <a:latin typeface="黑体" panose="02010609060101010101" pitchFamily="49" charset="-122"/>
              <a:ea typeface="黑体" panose="02010609060101010101" pitchFamily="49" charset="-122"/>
            </a:endParaRPr>
          </a:p>
        </p:txBody>
      </p:sp>
      <p:graphicFrame>
        <p:nvGraphicFramePr>
          <p:cNvPr id="8200" name="Object 11"/>
          <p:cNvGraphicFramePr/>
          <p:nvPr/>
        </p:nvGraphicFramePr>
        <p:xfrm>
          <a:off x="2284413" y="2997200"/>
          <a:ext cx="703262" cy="403225"/>
        </p:xfrm>
        <a:graphic>
          <a:graphicData uri="http://schemas.openxmlformats.org/presentationml/2006/ole">
            <mc:AlternateContent xmlns:mc="http://schemas.openxmlformats.org/markup-compatibility/2006">
              <mc:Choice xmlns:v="urn:schemas-microsoft-com:vml" Requires="v">
                <p:oleObj spid="_x0000_s6188" name="" r:id="rId3" imgW="355600" imgH="203200" progId="Equation.3">
                  <p:embed/>
                </p:oleObj>
              </mc:Choice>
              <mc:Fallback>
                <p:oleObj name="" r:id="rId3" imgW="355600" imgH="203200" progId="Equation.3">
                  <p:embed/>
                  <p:pic>
                    <p:nvPicPr>
                      <p:cNvPr id="0" name="图片 3092"/>
                      <p:cNvPicPr/>
                      <p:nvPr/>
                    </p:nvPicPr>
                    <p:blipFill>
                      <a:blip r:embed="rId4"/>
                      <a:stretch>
                        <a:fillRect/>
                      </a:stretch>
                    </p:blipFill>
                    <p:spPr>
                      <a:xfrm>
                        <a:off x="2284413" y="2997200"/>
                        <a:ext cx="703262" cy="403225"/>
                      </a:xfrm>
                      <a:prstGeom prst="rect">
                        <a:avLst/>
                      </a:prstGeom>
                      <a:noFill/>
                      <a:ln w="38100">
                        <a:noFill/>
                        <a:miter/>
                      </a:ln>
                    </p:spPr>
                  </p:pic>
                </p:oleObj>
              </mc:Fallback>
            </mc:AlternateContent>
          </a:graphicData>
        </a:graphic>
      </p:graphicFrame>
      <p:graphicFrame>
        <p:nvGraphicFramePr>
          <p:cNvPr id="8201" name="Object 14"/>
          <p:cNvGraphicFramePr/>
          <p:nvPr/>
        </p:nvGraphicFramePr>
        <p:xfrm>
          <a:off x="2411413" y="3500438"/>
          <a:ext cx="4989512" cy="2897187"/>
        </p:xfrm>
        <a:graphic>
          <a:graphicData uri="http://schemas.openxmlformats.org/presentationml/2006/ole">
            <mc:AlternateContent xmlns:mc="http://schemas.openxmlformats.org/markup-compatibility/2006">
              <mc:Choice xmlns:v="urn:schemas-microsoft-com:vml" Requires="v">
                <p:oleObj spid="_x0000_s6189" name="" r:id="rId5" imgW="3098800" imgH="2082800" progId="Equation.DSMT4">
                  <p:embed/>
                </p:oleObj>
              </mc:Choice>
              <mc:Fallback>
                <p:oleObj name="" r:id="rId5" imgW="3098800" imgH="2082800" progId="Equation.DSMT4">
                  <p:embed/>
                  <p:pic>
                    <p:nvPicPr>
                      <p:cNvPr id="0" name="图片 3094"/>
                      <p:cNvPicPr/>
                      <p:nvPr/>
                    </p:nvPicPr>
                    <p:blipFill>
                      <a:blip r:embed="rId6"/>
                      <a:stretch>
                        <a:fillRect/>
                      </a:stretch>
                    </p:blipFill>
                    <p:spPr>
                      <a:xfrm>
                        <a:off x="2411413" y="3500438"/>
                        <a:ext cx="4989512" cy="2897187"/>
                      </a:xfrm>
                      <a:prstGeom prst="rect">
                        <a:avLst/>
                      </a:prstGeom>
                      <a:noFill/>
                      <a:ln w="38100">
                        <a:noFill/>
                        <a:miter/>
                      </a:ln>
                    </p:spPr>
                  </p:pic>
                </p:oleObj>
              </mc:Fallback>
            </mc:AlternateContent>
          </a:graphicData>
        </a:graphic>
      </p:graphicFrame>
      <p:sp>
        <p:nvSpPr>
          <p:cNvPr id="8202"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§2.1 </a:t>
            </a:r>
            <a:r>
              <a:rPr lang="zh-CN" altLang="en-US" sz="2000" b="1" i="1" dirty="0">
                <a:solidFill>
                  <a:srgbClr val="00B050"/>
                </a:solidFill>
                <a:latin typeface="黑体" panose="02010609060101010101" pitchFamily="49" charset="-122"/>
                <a:ea typeface="黑体" panose="02010609060101010101" pitchFamily="49" charset="-122"/>
              </a:rPr>
              <a:t>多元函数的方向导数和梯度</a:t>
            </a:r>
            <a:endParaRPr lang="zh-CN" altLang="en-US" sz="2000" b="1" i="1" dirty="0">
              <a:solidFill>
                <a:srgbClr val="00B050"/>
              </a:solidFill>
              <a:latin typeface="黑体" panose="02010609060101010101" pitchFamily="49" charset="-122"/>
              <a:ea typeface="黑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9219" name="Rectangle 36"/>
          <p:cNvSpPr/>
          <p:nvPr/>
        </p:nvSpPr>
        <p:spPr>
          <a:xfrm>
            <a:off x="357188" y="642938"/>
            <a:ext cx="8496300" cy="542925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342900" lvl="0" indent="-342900" eaLnBrk="1" hangingPunct="1">
              <a:buNone/>
            </a:pPr>
            <a:r>
              <a:rPr lang="zh-CN" altLang="en-US" sz="2400" dirty="0">
                <a:latin typeface="黑体" panose="02010609060101010101" pitchFamily="49" charset="-122"/>
                <a:ea typeface="黑体" panose="02010609060101010101" pitchFamily="49" charset="-122"/>
              </a:rPr>
              <a:t>例</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 求                   在点        的梯度。</a:t>
            </a:r>
            <a:endParaRPr lang="zh-CN" altLang="en-US" sz="2400" dirty="0">
              <a:latin typeface="黑体" panose="02010609060101010101" pitchFamily="49" charset="-122"/>
              <a:ea typeface="黑体" panose="02010609060101010101" pitchFamily="49" charset="-122"/>
            </a:endParaRPr>
          </a:p>
          <a:p>
            <a:pPr marL="342900" lvl="0" indent="-342900" eaLnBrk="1" hangingPunct="1">
              <a:buNone/>
            </a:pPr>
            <a:endParaRPr lang="zh-CN" altLang="en-US" sz="2400" dirty="0">
              <a:latin typeface="黑体" panose="02010609060101010101" pitchFamily="49" charset="-122"/>
              <a:ea typeface="黑体" panose="02010609060101010101" pitchFamily="49" charset="-122"/>
            </a:endParaRPr>
          </a:p>
          <a:p>
            <a:pPr marL="342900" lvl="0" indent="-342900" eaLnBrk="1" hangingPunct="1">
              <a:buNone/>
            </a:pPr>
            <a:r>
              <a:rPr lang="zh-CN" altLang="en-US" sz="2400" dirty="0">
                <a:latin typeface="黑体" panose="02010609060101010101" pitchFamily="49" charset="-122"/>
                <a:ea typeface="黑体" panose="02010609060101010101" pitchFamily="49" charset="-122"/>
              </a:rPr>
              <a:t>解</a:t>
            </a:r>
            <a:r>
              <a:rPr lang="en-US" altLang="zh-CN" sz="2400" dirty="0">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a:p>
            <a:pPr marL="342900" lvl="0" indent="-342900" eaLnBrk="1" hangingPunct="1">
              <a:buNone/>
            </a:pPr>
            <a:endParaRPr lang="zh-CN" altLang="en-US" sz="2400" dirty="0">
              <a:latin typeface="黑体" panose="02010609060101010101" pitchFamily="49" charset="-122"/>
              <a:ea typeface="黑体" panose="02010609060101010101" pitchFamily="49" charset="-122"/>
            </a:endParaRPr>
          </a:p>
          <a:p>
            <a:pPr marL="342900" lvl="0" indent="-342900" eaLnBrk="1" hangingPunct="1">
              <a:buNone/>
            </a:pPr>
            <a:r>
              <a:rPr lang="zh-CN" altLang="en-US" sz="2400" dirty="0">
                <a:latin typeface="黑体" panose="02010609060101010101" pitchFamily="49" charset="-122"/>
                <a:ea typeface="黑体" panose="02010609060101010101" pitchFamily="49" charset="-122"/>
              </a:rPr>
              <a:t>  </a:t>
            </a:r>
            <a:endParaRPr lang="zh-CN" altLang="en-US" sz="2400" dirty="0">
              <a:latin typeface="黑体" panose="02010609060101010101" pitchFamily="49" charset="-122"/>
              <a:ea typeface="黑体" panose="02010609060101010101" pitchFamily="49" charset="-122"/>
            </a:endParaRPr>
          </a:p>
          <a:p>
            <a:pPr marL="342900" lvl="0" indent="-342900" eaLnBrk="1" hangingPunct="1">
              <a:buNone/>
            </a:pPr>
            <a:endParaRPr lang="en-US" altLang="zh-CN" sz="1200" dirty="0">
              <a:latin typeface="黑体" panose="02010609060101010101" pitchFamily="49" charset="-122"/>
              <a:ea typeface="黑体" panose="02010609060101010101" pitchFamily="49" charset="-122"/>
            </a:endParaRPr>
          </a:p>
          <a:p>
            <a:pPr marL="342900" lvl="0" indent="-342900" eaLnBrk="1" hangingPunct="1">
              <a:buNone/>
            </a:pP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梯度和方向导数的关系（</a:t>
            </a:r>
            <a:r>
              <a:rPr lang="zh-CN" altLang="en-US" sz="2400" dirty="0">
                <a:solidFill>
                  <a:srgbClr val="FF0000"/>
                </a:solidFill>
                <a:latin typeface="黑体" panose="02010609060101010101" pitchFamily="49" charset="-122"/>
                <a:ea typeface="黑体" panose="02010609060101010101" pitchFamily="49" charset="-122"/>
              </a:rPr>
              <a:t>以二元函数为例</a:t>
            </a:r>
            <a:r>
              <a:rPr lang="zh-CN" altLang="en-US" sz="2400" dirty="0">
                <a:latin typeface="黑体" panose="02010609060101010101" pitchFamily="49" charset="-122"/>
                <a:ea typeface="黑体" panose="02010609060101010101" pitchFamily="49" charset="-122"/>
              </a:rPr>
              <a:t>）              </a:t>
            </a:r>
            <a:endParaRPr lang="zh-CN" altLang="en-US" sz="2400" dirty="0">
              <a:latin typeface="黑体" panose="02010609060101010101" pitchFamily="49" charset="-122"/>
              <a:ea typeface="黑体" panose="02010609060101010101" pitchFamily="49" charset="-122"/>
            </a:endParaRPr>
          </a:p>
        </p:txBody>
      </p:sp>
      <p:graphicFrame>
        <p:nvGraphicFramePr>
          <p:cNvPr id="9220" name="Rectangle 9"/>
          <p:cNvGraphicFramePr>
            <a:graphicFrameLocks noGrp="1"/>
          </p:cNvGraphicFramePr>
          <p:nvPr>
            <p:ph sz="half" idx="4294967295"/>
          </p:nvPr>
        </p:nvGraphicFramePr>
        <p:xfrm>
          <a:off x="9144000" y="3862388"/>
          <a:ext cx="0" cy="0"/>
        </p:xfrm>
        <a:graphic>
          <a:graphicData uri="http://schemas.openxmlformats.org/presentationml/2006/ole">
            <mc:AlternateContent xmlns:mc="http://schemas.openxmlformats.org/markup-compatibility/2006">
              <mc:Choice xmlns:v="urn:schemas-microsoft-com:vml" Requires="v">
                <p:oleObj spid="_x0000_s7253" name="" r:id="rId1" imgW="0" imgH="0" progId="Equation.3">
                  <p:embed/>
                </p:oleObj>
              </mc:Choice>
              <mc:Fallback>
                <p:oleObj name="" r:id="rId1" imgW="0" imgH="0" progId="Equation.3">
                  <p:embed/>
                  <p:pic>
                    <p:nvPicPr>
                      <p:cNvPr id="0" name="图片 3093"/>
                      <p:cNvPicPr/>
                      <p:nvPr/>
                    </p:nvPicPr>
                    <p:blipFill>
                      <a:blip/>
                      <a:srcRect/>
                      <a:stretch>
                        <a:fillRect/>
                      </a:stretch>
                    </p:blipFill>
                    <p:spPr>
                      <a:xfrm>
                        <a:off x="9144000" y="3862388"/>
                        <a:ext cx="0" cy="0"/>
                      </a:xfrm>
                      <a:prstGeom prst="rect">
                        <a:avLst/>
                      </a:prstGeom>
                      <a:noFill/>
                      <a:ln w="38100">
                        <a:miter/>
                      </a:ln>
                    </p:spPr>
                  </p:pic>
                </p:oleObj>
              </mc:Fallback>
            </mc:AlternateContent>
          </a:graphicData>
        </a:graphic>
      </p:graphicFrame>
      <p:sp>
        <p:nvSpPr>
          <p:cNvPr id="9221" name="Rectangle 23"/>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9222" name="Object 33"/>
          <p:cNvGraphicFramePr/>
          <p:nvPr/>
        </p:nvGraphicFramePr>
        <p:xfrm>
          <a:off x="539750" y="3860800"/>
          <a:ext cx="7848600" cy="2232025"/>
        </p:xfrm>
        <a:graphic>
          <a:graphicData uri="http://schemas.openxmlformats.org/presentationml/2006/ole">
            <mc:AlternateContent xmlns:mc="http://schemas.openxmlformats.org/markup-compatibility/2006">
              <mc:Choice xmlns:v="urn:schemas-microsoft-com:vml" Requires="v">
                <p:oleObj spid="_x0000_s7254" name="" r:id="rId2" imgW="4343400" imgH="1828800" progId="Equation.DSMT4">
                  <p:embed/>
                </p:oleObj>
              </mc:Choice>
              <mc:Fallback>
                <p:oleObj name="" r:id="rId2" imgW="4343400" imgH="1828800" progId="Equation.DSMT4">
                  <p:embed/>
                  <p:pic>
                    <p:nvPicPr>
                      <p:cNvPr id="0" name="图片 3090"/>
                      <p:cNvPicPr/>
                      <p:nvPr/>
                    </p:nvPicPr>
                    <p:blipFill>
                      <a:blip r:embed="rId3"/>
                      <a:stretch>
                        <a:fillRect/>
                      </a:stretch>
                    </p:blipFill>
                    <p:spPr>
                      <a:xfrm>
                        <a:off x="539750" y="3860800"/>
                        <a:ext cx="7848600" cy="2232025"/>
                      </a:xfrm>
                      <a:prstGeom prst="rect">
                        <a:avLst/>
                      </a:prstGeom>
                      <a:noFill/>
                      <a:ln w="38100">
                        <a:noFill/>
                        <a:miter/>
                      </a:ln>
                    </p:spPr>
                  </p:pic>
                </p:oleObj>
              </mc:Fallback>
            </mc:AlternateContent>
          </a:graphicData>
        </a:graphic>
      </p:graphicFrame>
      <p:graphicFrame>
        <p:nvGraphicFramePr>
          <p:cNvPr id="9223" name="Object 37"/>
          <p:cNvGraphicFramePr/>
          <p:nvPr/>
        </p:nvGraphicFramePr>
        <p:xfrm>
          <a:off x="4929188" y="571500"/>
          <a:ext cx="1031875" cy="879475"/>
        </p:xfrm>
        <a:graphic>
          <a:graphicData uri="http://schemas.openxmlformats.org/presentationml/2006/ole">
            <mc:AlternateContent xmlns:mc="http://schemas.openxmlformats.org/markup-compatibility/2006">
              <mc:Choice xmlns:v="urn:schemas-microsoft-com:vml" Requires="v">
                <p:oleObj spid="_x0000_s7255" name="" r:id="rId4" imgW="711200" imgH="609600" progId="Equation.DSMT4">
                  <p:embed/>
                </p:oleObj>
              </mc:Choice>
              <mc:Fallback>
                <p:oleObj name="" r:id="rId4" imgW="711200" imgH="609600" progId="Equation.DSMT4">
                  <p:embed/>
                  <p:pic>
                    <p:nvPicPr>
                      <p:cNvPr id="0" name="图片 3099"/>
                      <p:cNvPicPr/>
                      <p:nvPr/>
                    </p:nvPicPr>
                    <p:blipFill>
                      <a:blip r:embed="rId5"/>
                      <a:stretch>
                        <a:fillRect/>
                      </a:stretch>
                    </p:blipFill>
                    <p:spPr>
                      <a:xfrm>
                        <a:off x="4929188" y="571500"/>
                        <a:ext cx="1031875" cy="879475"/>
                      </a:xfrm>
                      <a:prstGeom prst="rect">
                        <a:avLst/>
                      </a:prstGeom>
                      <a:noFill/>
                      <a:ln w="38100">
                        <a:noFill/>
                        <a:miter/>
                      </a:ln>
                    </p:spPr>
                  </p:pic>
                </p:oleObj>
              </mc:Fallback>
            </mc:AlternateContent>
          </a:graphicData>
        </a:graphic>
      </p:graphicFrame>
      <p:graphicFrame>
        <p:nvGraphicFramePr>
          <p:cNvPr id="9224" name="Object 38"/>
          <p:cNvGraphicFramePr/>
          <p:nvPr/>
        </p:nvGraphicFramePr>
        <p:xfrm>
          <a:off x="1449388" y="611188"/>
          <a:ext cx="2736850" cy="574675"/>
        </p:xfrm>
        <a:graphic>
          <a:graphicData uri="http://schemas.openxmlformats.org/presentationml/2006/ole">
            <mc:AlternateContent xmlns:mc="http://schemas.openxmlformats.org/markup-compatibility/2006">
              <mc:Choice xmlns:v="urn:schemas-microsoft-com:vml" Requires="v">
                <p:oleObj spid="_x0000_s7256" name="" r:id="rId6" imgW="1027430" imgH="215900" progId="Equation.3">
                  <p:embed/>
                </p:oleObj>
              </mc:Choice>
              <mc:Fallback>
                <p:oleObj name="" r:id="rId6" imgW="1027430" imgH="215900" progId="Equation.3">
                  <p:embed/>
                  <p:pic>
                    <p:nvPicPr>
                      <p:cNvPr id="0" name="图片 3096"/>
                      <p:cNvPicPr/>
                      <p:nvPr/>
                    </p:nvPicPr>
                    <p:blipFill>
                      <a:blip r:embed="rId7"/>
                      <a:stretch>
                        <a:fillRect/>
                      </a:stretch>
                    </p:blipFill>
                    <p:spPr>
                      <a:xfrm>
                        <a:off x="1449388" y="611188"/>
                        <a:ext cx="2736850" cy="574675"/>
                      </a:xfrm>
                      <a:prstGeom prst="rect">
                        <a:avLst/>
                      </a:prstGeom>
                      <a:noFill/>
                      <a:ln w="38100">
                        <a:noFill/>
                        <a:miter/>
                      </a:ln>
                    </p:spPr>
                  </p:pic>
                </p:oleObj>
              </mc:Fallback>
            </mc:AlternateContent>
          </a:graphicData>
        </a:graphic>
      </p:graphicFrame>
      <p:sp>
        <p:nvSpPr>
          <p:cNvPr id="9225"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§2.1 </a:t>
            </a:r>
            <a:r>
              <a:rPr lang="zh-CN" altLang="en-US" sz="2000" b="1" i="1" dirty="0">
                <a:solidFill>
                  <a:srgbClr val="00B050"/>
                </a:solidFill>
                <a:latin typeface="黑体" panose="02010609060101010101" pitchFamily="49" charset="-122"/>
                <a:ea typeface="黑体" panose="02010609060101010101" pitchFamily="49" charset="-122"/>
              </a:rPr>
              <a:t>多元函数的方向导数和梯度</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9226" name="Rectangle 15"/>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9227" name="Object 14"/>
          <p:cNvGraphicFramePr/>
          <p:nvPr/>
        </p:nvGraphicFramePr>
        <p:xfrm>
          <a:off x="1143000" y="1357313"/>
          <a:ext cx="3786188" cy="1552575"/>
        </p:xfrm>
        <a:graphic>
          <a:graphicData uri="http://schemas.openxmlformats.org/presentationml/2006/ole">
            <mc:AlternateContent xmlns:mc="http://schemas.openxmlformats.org/markup-compatibility/2006">
              <mc:Choice xmlns:v="urn:schemas-microsoft-com:vml" Requires="v">
                <p:oleObj spid="_x0000_s7257" name="" r:id="rId8" imgW="2921000" imgH="1193800" progId="Equation.DSMT4">
                  <p:embed/>
                </p:oleObj>
              </mc:Choice>
              <mc:Fallback>
                <p:oleObj name="" r:id="rId8" imgW="2921000" imgH="1193800" progId="Equation.DSMT4">
                  <p:embed/>
                  <p:pic>
                    <p:nvPicPr>
                      <p:cNvPr id="0" name="图片 3100"/>
                      <p:cNvPicPr/>
                      <p:nvPr/>
                    </p:nvPicPr>
                    <p:blipFill>
                      <a:blip r:embed="rId9"/>
                      <a:stretch>
                        <a:fillRect/>
                      </a:stretch>
                    </p:blipFill>
                    <p:spPr>
                      <a:xfrm>
                        <a:off x="1143000" y="1357313"/>
                        <a:ext cx="3786188" cy="1552575"/>
                      </a:xfrm>
                      <a:prstGeom prst="rect">
                        <a:avLst/>
                      </a:prstGeom>
                      <a:noFill/>
                      <a:ln w="38100">
                        <a:noFill/>
                        <a:miter/>
                      </a:ln>
                    </p:spPr>
                  </p:pic>
                </p:oleObj>
              </mc:Fallback>
            </mc:AlternateContent>
          </a:graphicData>
        </a:graphic>
      </p:graphicFrame>
      <p:graphicFrame>
        <p:nvGraphicFramePr>
          <p:cNvPr id="9228" name="对象 1"/>
          <p:cNvGraphicFramePr/>
          <p:nvPr/>
        </p:nvGraphicFramePr>
        <p:xfrm>
          <a:off x="5148263" y="5803900"/>
          <a:ext cx="3500437" cy="538163"/>
        </p:xfrm>
        <a:graphic>
          <a:graphicData uri="http://schemas.openxmlformats.org/presentationml/2006/ole">
            <mc:AlternateContent xmlns:mc="http://schemas.openxmlformats.org/markup-compatibility/2006">
              <mc:Choice xmlns:v="urn:schemas-microsoft-com:vml" Requires="v">
                <p:oleObj spid="_x0000_s7258" name="" r:id="rId10" imgW="1624965" imgH="241300" progId="Equation.DSMT4">
                  <p:embed/>
                </p:oleObj>
              </mc:Choice>
              <mc:Fallback>
                <p:oleObj name="" r:id="rId10" imgW="1624965" imgH="241300" progId="Equation.DSMT4">
                  <p:embed/>
                  <p:pic>
                    <p:nvPicPr>
                      <p:cNvPr id="0" name="图片 3097"/>
                      <p:cNvPicPr/>
                      <p:nvPr/>
                    </p:nvPicPr>
                    <p:blipFill>
                      <a:blip r:embed="rId11"/>
                      <a:stretch>
                        <a:fillRect/>
                      </a:stretch>
                    </p:blipFill>
                    <p:spPr>
                      <a:xfrm>
                        <a:off x="5148263" y="5803900"/>
                        <a:ext cx="3500437" cy="538163"/>
                      </a:xfrm>
                      <a:prstGeom prst="rect">
                        <a:avLst/>
                      </a:prstGeom>
                      <a:noFill/>
                      <a:ln w="38100">
                        <a:noFill/>
                        <a:miter/>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25603" name="Rectangle 3"/>
          <p:cNvSpPr>
            <a:spLocks noGrp="1" noChangeArrowheads="1"/>
          </p:cNvSpPr>
          <p:nvPr>
            <p:ph type="body" idx="4294967295"/>
          </p:nvPr>
        </p:nvSpPr>
        <p:spPr>
          <a:xfrm>
            <a:off x="303436" y="640556"/>
            <a:ext cx="8569325" cy="5688013"/>
          </a:xfrm>
        </p:spPr>
        <p:txBody>
          <a:bodyPr vert="horz" wrap="square" lIns="91440" tIns="45720" rIns="91440" bIns="45720" numCol="1" anchor="t" anchorCtr="0" compatLnSpc="1"/>
          <a:lstStyle/>
          <a:p>
            <a:pPr marL="342900" marR="0" lvl="0" indent="-342900" algn="l" defTabSz="914400" rtl="0" eaLnBrk="1" fontAlgn="base" latinLnBrk="0" hangingPunct="1">
              <a:lnSpc>
                <a:spcPct val="105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其中：</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5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5000"/>
              </a:lnSpc>
              <a:spcBef>
                <a:spcPct val="20000"/>
              </a:spcBef>
              <a:spcAft>
                <a:spcPct val="0"/>
              </a:spcAft>
              <a:buClrTx/>
              <a:buSzTx/>
              <a:buFontTx/>
              <a:buNone/>
              <a:defRPr/>
            </a:pPr>
            <a:endParaRPr lang="en-US" altLang="zh-CN" sz="2400" dirty="0">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105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5000"/>
              </a:lnSpc>
              <a:spcBef>
                <a:spcPct val="20000"/>
              </a:spcBef>
              <a:spcAft>
                <a:spcPct val="0"/>
              </a:spcAft>
              <a:buClrTx/>
              <a:buSzTx/>
              <a:buFontTx/>
              <a:buNone/>
              <a:defRPr/>
            </a:pPr>
            <a:endParaRPr lang="en-US" altLang="zh-CN" sz="2400" dirty="0">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105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我们在这里介绍梯度的概念，是因为梯度在优化计算中有着</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5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重要的意义。那么梯度为什么会有一些可贵之处呢？当然是</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5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由梯度本身的重要性质所决定。</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0244" name="Rectangle 5"/>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0245" name="Rectangle 7"/>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0246" name="Rectangle 9"/>
          <p:cNvSpPr/>
          <p:nvPr/>
        </p:nvSpPr>
        <p:spPr>
          <a:xfrm>
            <a:off x="0" y="328453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0247" name="Rectangle 11"/>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0248" name="Rectangle 13"/>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0249" name="Rectangle 15"/>
          <p:cNvSpPr/>
          <p:nvPr/>
        </p:nvSpPr>
        <p:spPr>
          <a:xfrm>
            <a:off x="-250825" y="350043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0250" name="Object 17"/>
          <p:cNvGraphicFramePr/>
          <p:nvPr/>
        </p:nvGraphicFramePr>
        <p:xfrm>
          <a:off x="1331640" y="1052736"/>
          <a:ext cx="3810000" cy="685800"/>
        </p:xfrm>
        <a:graphic>
          <a:graphicData uri="http://schemas.openxmlformats.org/presentationml/2006/ole">
            <mc:AlternateContent xmlns:mc="http://schemas.openxmlformats.org/markup-compatibility/2006">
              <mc:Choice xmlns:v="urn:schemas-microsoft-com:vml" Requires="v">
                <p:oleObj spid="_x0000_s8207" name="" r:id="rId1" imgW="1676400" imgH="292100" progId="Equation.DSMT4">
                  <p:embed/>
                </p:oleObj>
              </mc:Choice>
              <mc:Fallback>
                <p:oleObj name="" r:id="rId1" imgW="1676400" imgH="292100" progId="Equation.DSMT4">
                  <p:embed/>
                  <p:pic>
                    <p:nvPicPr>
                      <p:cNvPr id="0" name="图片 3101"/>
                      <p:cNvPicPr/>
                      <p:nvPr/>
                    </p:nvPicPr>
                    <p:blipFill>
                      <a:blip r:embed="rId2"/>
                      <a:stretch>
                        <a:fillRect/>
                      </a:stretch>
                    </p:blipFill>
                    <p:spPr>
                      <a:xfrm>
                        <a:off x="1331640" y="1052736"/>
                        <a:ext cx="3810000" cy="685800"/>
                      </a:xfrm>
                      <a:prstGeom prst="rect">
                        <a:avLst/>
                      </a:prstGeom>
                      <a:noFill/>
                      <a:ln w="38100">
                        <a:noFill/>
                        <a:miter/>
                      </a:ln>
                    </p:spPr>
                  </p:pic>
                </p:oleObj>
              </mc:Fallback>
            </mc:AlternateContent>
          </a:graphicData>
        </a:graphic>
      </p:graphicFrame>
      <p:sp>
        <p:nvSpPr>
          <p:cNvPr id="10251"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§2.1 </a:t>
            </a:r>
            <a:r>
              <a:rPr lang="zh-CN" altLang="en-US" sz="2000" b="1" i="1" dirty="0">
                <a:solidFill>
                  <a:srgbClr val="00B050"/>
                </a:solidFill>
                <a:latin typeface="黑体" panose="02010609060101010101" pitchFamily="49" charset="-122"/>
                <a:ea typeface="黑体" panose="02010609060101010101" pitchFamily="49" charset="-122"/>
              </a:rPr>
              <a:t>多元函数的方向导数和梯度</a:t>
            </a:r>
            <a:endParaRPr lang="zh-CN" altLang="en-US" sz="2000" b="1" i="1" dirty="0">
              <a:solidFill>
                <a:srgbClr val="00B050"/>
              </a:solidFill>
              <a:latin typeface="黑体" panose="02010609060101010101" pitchFamily="49" charset="-122"/>
              <a:ea typeface="黑体"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1267" name="Rectangle 7"/>
          <p:cNvSpPr>
            <a:spLocks noGrp="1"/>
          </p:cNvSpPr>
          <p:nvPr>
            <p:ph type="body" sz="half" idx="1"/>
          </p:nvPr>
        </p:nvSpPr>
        <p:spPr>
          <a:xfrm>
            <a:off x="285750" y="1000125"/>
            <a:ext cx="8569325" cy="5292725"/>
          </a:xfrm>
        </p:spPr>
        <p:txBody>
          <a:bodyPr vert="horz" wrap="square" lIns="91440" tIns="45720" rIns="91440" bIns="45720" anchor="t"/>
          <a:lstStyle/>
          <a:p>
            <a:pPr marL="533400" indent="-533400" eaLnBrk="1" hangingPunct="1">
              <a:buClrTx/>
              <a:buSzTx/>
              <a:buFontTx/>
              <a:buAutoNum type="alphaLcPeriod"/>
            </a:pPr>
            <a:r>
              <a:rPr lang="zh-CN" altLang="en-US" sz="2400" dirty="0">
                <a:latin typeface="黑体" panose="02010609060101010101" pitchFamily="49" charset="-122"/>
                <a:ea typeface="黑体" panose="02010609060101010101" pitchFamily="49" charset="-122"/>
              </a:rPr>
              <a:t>    沿梯度方向变化率最大。</a:t>
            </a:r>
            <a:endParaRPr lang="en-US" altLang="zh-CN" sz="2400" dirty="0">
              <a:latin typeface="黑体" panose="02010609060101010101" pitchFamily="49" charset="-122"/>
              <a:ea typeface="黑体" panose="02010609060101010101" pitchFamily="49" charset="-122"/>
            </a:endParaRPr>
          </a:p>
          <a:p>
            <a:pPr marL="533400" indent="-533400" eaLnBrk="1" hangingPunct="1">
              <a:buClrTx/>
              <a:buSzTx/>
              <a:buFontTx/>
              <a:buNone/>
            </a:pPr>
            <a:r>
              <a:rPr lang="zh-CN" altLang="en-US" sz="2400" dirty="0">
                <a:latin typeface="黑体" panose="02010609060101010101" pitchFamily="49" charset="-122"/>
                <a:ea typeface="黑体" panose="02010609060101010101" pitchFamily="49" charset="-122"/>
              </a:rPr>
              <a:t>  即：函数沿</a:t>
            </a:r>
            <a:r>
              <a:rPr lang="zh-CN" altLang="en-US" sz="2400" dirty="0">
                <a:solidFill>
                  <a:srgbClr val="FF0000"/>
                </a:solidFill>
                <a:latin typeface="黑体" panose="02010609060101010101" pitchFamily="49" charset="-122"/>
                <a:ea typeface="黑体" panose="02010609060101010101" pitchFamily="49" charset="-122"/>
              </a:rPr>
              <a:t>梯  度方向</a:t>
            </a:r>
            <a:r>
              <a:rPr lang="zh-CN" altLang="en-US" sz="2400" dirty="0">
                <a:solidFill>
                  <a:srgbClr val="0070C0"/>
                </a:solidFill>
                <a:latin typeface="黑体" panose="02010609060101010101" pitchFamily="49" charset="-122"/>
                <a:ea typeface="黑体" panose="02010609060101010101" pitchFamily="49" charset="-122"/>
              </a:rPr>
              <a:t>上升</a:t>
            </a:r>
            <a:r>
              <a:rPr lang="zh-CN" altLang="en-US" sz="2400" dirty="0">
                <a:latin typeface="黑体" panose="02010609060101010101" pitchFamily="49" charset="-122"/>
                <a:ea typeface="黑体" panose="02010609060101010101" pitchFamily="49" charset="-122"/>
              </a:rPr>
              <a:t>最快，且为        ；</a:t>
            </a:r>
            <a:endParaRPr lang="en-US" altLang="zh-CN" sz="2400" dirty="0">
              <a:latin typeface="黑体" panose="02010609060101010101" pitchFamily="49" charset="-122"/>
              <a:ea typeface="黑体" panose="02010609060101010101" pitchFamily="49" charset="-122"/>
            </a:endParaRPr>
          </a:p>
          <a:p>
            <a:pPr marL="533400" indent="-533400" eaLnBrk="1" hangingPunct="1">
              <a:buClrTx/>
              <a:buSzTx/>
              <a:buFontTx/>
              <a:buNone/>
            </a:pPr>
            <a:r>
              <a:rPr lang="zh-CN" altLang="en-US" sz="2400" dirty="0">
                <a:latin typeface="黑体" panose="02010609060101010101" pitchFamily="49" charset="-122"/>
                <a:ea typeface="黑体" panose="02010609060101010101" pitchFamily="49" charset="-122"/>
              </a:rPr>
              <a:t>      函数沿</a:t>
            </a:r>
            <a:r>
              <a:rPr lang="zh-CN" altLang="en-US" sz="2400" dirty="0">
                <a:solidFill>
                  <a:srgbClr val="FF0000"/>
                </a:solidFill>
                <a:latin typeface="黑体" panose="02010609060101010101" pitchFamily="49" charset="-122"/>
                <a:ea typeface="黑体" panose="02010609060101010101" pitchFamily="49" charset="-122"/>
              </a:rPr>
              <a:t>负梯度方向</a:t>
            </a:r>
            <a:r>
              <a:rPr lang="zh-CN" altLang="en-US" sz="2400" dirty="0">
                <a:solidFill>
                  <a:srgbClr val="0070C0"/>
                </a:solidFill>
                <a:latin typeface="黑体" panose="02010609060101010101" pitchFamily="49" charset="-122"/>
                <a:ea typeface="黑体" panose="02010609060101010101" pitchFamily="49" charset="-122"/>
              </a:rPr>
              <a:t>下降</a:t>
            </a:r>
            <a:r>
              <a:rPr lang="zh-CN" altLang="en-US" sz="2400" dirty="0">
                <a:latin typeface="黑体" panose="02010609060101010101" pitchFamily="49" charset="-122"/>
                <a:ea typeface="黑体" panose="02010609060101010101" pitchFamily="49" charset="-122"/>
              </a:rPr>
              <a:t>最快，且为        。</a:t>
            </a:r>
            <a:endParaRPr lang="en-US" altLang="zh-CN" sz="2400" dirty="0">
              <a:latin typeface="黑体" panose="02010609060101010101" pitchFamily="49" charset="-122"/>
              <a:ea typeface="黑体" panose="02010609060101010101" pitchFamily="49" charset="-122"/>
            </a:endParaRPr>
          </a:p>
          <a:p>
            <a:pPr marL="533400" indent="-533400" eaLnBrk="1" hangingPunct="1">
              <a:buClrTx/>
              <a:buSzTx/>
              <a:buFontTx/>
              <a:buNone/>
            </a:pPr>
            <a:endParaRPr lang="en-US" altLang="zh-CN" sz="2400" dirty="0"/>
          </a:p>
          <a:p>
            <a:pPr marL="533400" indent="-533400" eaLnBrk="1" hangingPunct="1">
              <a:buClrTx/>
              <a:buSzTx/>
              <a:buFontTx/>
              <a:buNone/>
            </a:pPr>
            <a:endParaRPr lang="en-US" altLang="zh-CN" sz="2400" dirty="0">
              <a:latin typeface="黑体" panose="02010609060101010101" pitchFamily="49" charset="-122"/>
              <a:ea typeface="黑体" panose="02010609060101010101" pitchFamily="49" charset="-122"/>
            </a:endParaRPr>
          </a:p>
          <a:p>
            <a:pPr marL="533400" indent="-533400" eaLnBrk="1" hangingPunct="1">
              <a:buClrTx/>
              <a:buSzTx/>
              <a:buFontTx/>
              <a:buAutoNum type="alphaLcPeriod"/>
            </a:pPr>
            <a:endParaRPr lang="en-US" altLang="zh-CN" sz="2400" dirty="0">
              <a:latin typeface="黑体" panose="02010609060101010101" pitchFamily="49" charset="-122"/>
              <a:ea typeface="黑体" panose="02010609060101010101" pitchFamily="49" charset="-122"/>
            </a:endParaRPr>
          </a:p>
          <a:p>
            <a:pPr marL="533400" indent="-533400" eaLnBrk="1" hangingPunct="1">
              <a:buClrTx/>
              <a:buSzTx/>
              <a:buFontTx/>
              <a:buAutoNum type="alphaLcPeriod"/>
            </a:pPr>
            <a:endParaRPr lang="en-US" altLang="zh-CN" sz="2400" dirty="0">
              <a:latin typeface="黑体" panose="02010609060101010101" pitchFamily="49" charset="-122"/>
              <a:ea typeface="黑体" panose="02010609060101010101" pitchFamily="49" charset="-122"/>
            </a:endParaRPr>
          </a:p>
          <a:p>
            <a:pPr marL="533400" indent="-533400" eaLnBrk="1" hangingPunct="1">
              <a:buClrTx/>
              <a:buSzTx/>
              <a:buFontTx/>
              <a:buAutoNum type="alphaLcPeriod"/>
            </a:pPr>
            <a:endParaRPr lang="en-US" altLang="zh-CN" sz="2400" dirty="0">
              <a:latin typeface="黑体" panose="02010609060101010101" pitchFamily="49" charset="-122"/>
              <a:ea typeface="黑体" panose="02010609060101010101" pitchFamily="49" charset="-122"/>
            </a:endParaRPr>
          </a:p>
          <a:p>
            <a:pPr marL="533400" indent="-533400" eaLnBrk="1" hangingPunct="1">
              <a:buClrTx/>
              <a:buSzTx/>
              <a:buFontTx/>
              <a:buAutoNum type="alphaLcPeriod"/>
            </a:pPr>
            <a:endParaRPr lang="en-US" altLang="zh-CN" sz="2400" dirty="0">
              <a:latin typeface="黑体" panose="02010609060101010101" pitchFamily="49" charset="-122"/>
              <a:ea typeface="黑体" panose="02010609060101010101" pitchFamily="49" charset="-122"/>
            </a:endParaRPr>
          </a:p>
          <a:p>
            <a:pPr marL="533400" indent="-533400" eaLnBrk="1" hangingPunct="1">
              <a:buClrTx/>
              <a:buSzTx/>
              <a:buFontTx/>
              <a:buNone/>
            </a:pPr>
            <a:endParaRPr lang="en-US" altLang="zh-CN" sz="2400" dirty="0">
              <a:latin typeface="黑体" panose="02010609060101010101" pitchFamily="49" charset="-122"/>
              <a:ea typeface="黑体" panose="02010609060101010101" pitchFamily="49" charset="-122"/>
            </a:endParaRPr>
          </a:p>
        </p:txBody>
      </p:sp>
      <p:graphicFrame>
        <p:nvGraphicFramePr>
          <p:cNvPr id="11268" name="Object 8"/>
          <p:cNvGraphicFramePr>
            <a:graphicFrameLocks noGrp="1"/>
          </p:cNvGraphicFramePr>
          <p:nvPr>
            <p:ph sz="quarter" idx="2"/>
          </p:nvPr>
        </p:nvGraphicFramePr>
        <p:xfrm>
          <a:off x="757238" y="1071563"/>
          <a:ext cx="671512" cy="419100"/>
        </p:xfrm>
        <a:graphic>
          <a:graphicData uri="http://schemas.openxmlformats.org/presentationml/2006/ole">
            <mc:AlternateContent xmlns:mc="http://schemas.openxmlformats.org/markup-compatibility/2006">
              <mc:Choice xmlns:v="urn:schemas-microsoft-com:vml" Requires="v">
                <p:oleObj spid="_x0000_s9301" name="" r:id="rId1" imgW="304800" imgH="190500" progId="Equation.3">
                  <p:embed/>
                </p:oleObj>
              </mc:Choice>
              <mc:Fallback>
                <p:oleObj name="" r:id="rId1" imgW="304800" imgH="190500" progId="Equation.3">
                  <p:embed/>
                  <p:pic>
                    <p:nvPicPr>
                      <p:cNvPr id="0" name="图片 3098"/>
                      <p:cNvPicPr/>
                      <p:nvPr/>
                    </p:nvPicPr>
                    <p:blipFill>
                      <a:blip r:embed="rId2"/>
                      <a:srcRect/>
                      <a:stretch>
                        <a:fillRect/>
                      </a:stretch>
                    </p:blipFill>
                    <p:spPr>
                      <a:xfrm>
                        <a:off x="757238" y="1071563"/>
                        <a:ext cx="671512" cy="419100"/>
                      </a:xfrm>
                      <a:prstGeom prst="rect">
                        <a:avLst/>
                      </a:prstGeom>
                      <a:noFill/>
                      <a:ln w="38100">
                        <a:miter/>
                      </a:ln>
                    </p:spPr>
                  </p:pic>
                </p:oleObj>
              </mc:Fallback>
            </mc:AlternateContent>
          </a:graphicData>
        </a:graphic>
      </p:graphicFrame>
      <p:graphicFrame>
        <p:nvGraphicFramePr>
          <p:cNvPr id="11269" name="Object 11"/>
          <p:cNvGraphicFramePr>
            <a:graphicFrameLocks noGrp="1"/>
          </p:cNvGraphicFramePr>
          <p:nvPr>
            <p:ph sz="quarter" idx="3"/>
          </p:nvPr>
        </p:nvGraphicFramePr>
        <p:xfrm>
          <a:off x="6000750" y="1473200"/>
          <a:ext cx="1000125" cy="384175"/>
        </p:xfrm>
        <a:graphic>
          <a:graphicData uri="http://schemas.openxmlformats.org/presentationml/2006/ole">
            <mc:AlternateContent xmlns:mc="http://schemas.openxmlformats.org/markup-compatibility/2006">
              <mc:Choice xmlns:v="urn:schemas-microsoft-com:vml" Requires="v">
                <p:oleObj spid="_x0000_s9302" name="" r:id="rId3" imgW="456565" imgH="215900" progId="Equation.3">
                  <p:embed/>
                </p:oleObj>
              </mc:Choice>
              <mc:Fallback>
                <p:oleObj name="" r:id="rId3" imgW="456565" imgH="215900" progId="Equation.3">
                  <p:embed/>
                  <p:pic>
                    <p:nvPicPr>
                      <p:cNvPr id="0" name="图片 3102"/>
                      <p:cNvPicPr/>
                      <p:nvPr/>
                    </p:nvPicPr>
                    <p:blipFill>
                      <a:blip r:embed="rId4"/>
                      <a:srcRect/>
                      <a:stretch>
                        <a:fillRect/>
                      </a:stretch>
                    </p:blipFill>
                    <p:spPr>
                      <a:xfrm>
                        <a:off x="6000750" y="1473200"/>
                        <a:ext cx="1000125" cy="384175"/>
                      </a:xfrm>
                      <a:prstGeom prst="rect">
                        <a:avLst/>
                      </a:prstGeom>
                      <a:noFill/>
                      <a:ln w="38100">
                        <a:miter/>
                      </a:ln>
                    </p:spPr>
                  </p:pic>
                </p:oleObj>
              </mc:Fallback>
            </mc:AlternateContent>
          </a:graphicData>
        </a:graphic>
      </p:graphicFrame>
      <p:sp>
        <p:nvSpPr>
          <p:cNvPr id="11270" name="Text Box 23"/>
          <p:cNvSpPr txBox="1"/>
          <p:nvPr/>
        </p:nvSpPr>
        <p:spPr>
          <a:xfrm>
            <a:off x="314325" y="571500"/>
            <a:ext cx="2185988"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梯度的性质</a:t>
            </a:r>
            <a:endParaRPr lang="zh-CN" altLang="en-US" sz="2400" dirty="0">
              <a:latin typeface="黑体" panose="02010609060101010101" pitchFamily="49" charset="-122"/>
              <a:ea typeface="黑体" panose="02010609060101010101" pitchFamily="49" charset="-122"/>
            </a:endParaRPr>
          </a:p>
        </p:txBody>
      </p:sp>
      <p:sp>
        <p:nvSpPr>
          <p:cNvPr id="11271"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§2.1 </a:t>
            </a:r>
            <a:r>
              <a:rPr lang="zh-CN" altLang="en-US" sz="2000" b="1" i="1" dirty="0">
                <a:solidFill>
                  <a:srgbClr val="00B050"/>
                </a:solidFill>
                <a:latin typeface="黑体" panose="02010609060101010101" pitchFamily="49" charset="-122"/>
                <a:ea typeface="黑体" panose="02010609060101010101" pitchFamily="49" charset="-122"/>
              </a:rPr>
              <a:t>多元函数的方向导数和梯度</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11272" name="Object 16"/>
          <p:cNvGraphicFramePr/>
          <p:nvPr/>
        </p:nvGraphicFramePr>
        <p:xfrm>
          <a:off x="6000750" y="1928813"/>
          <a:ext cx="1000125" cy="384175"/>
        </p:xfrm>
        <a:graphic>
          <a:graphicData uri="http://schemas.openxmlformats.org/presentationml/2006/ole">
            <mc:AlternateContent xmlns:mc="http://schemas.openxmlformats.org/markup-compatibility/2006">
              <mc:Choice xmlns:v="urn:schemas-microsoft-com:vml" Requires="v">
                <p:oleObj spid="_x0000_s9303" name="" r:id="rId5" imgW="456565" imgH="215900" progId="Equation.3">
                  <p:embed/>
                </p:oleObj>
              </mc:Choice>
              <mc:Fallback>
                <p:oleObj name="" r:id="rId5" imgW="456565" imgH="215900" progId="Equation.3">
                  <p:embed/>
                  <p:pic>
                    <p:nvPicPr>
                      <p:cNvPr id="0" name="图片 3103"/>
                      <p:cNvPicPr/>
                      <p:nvPr/>
                    </p:nvPicPr>
                    <p:blipFill>
                      <a:blip r:embed="rId4"/>
                      <a:stretch>
                        <a:fillRect/>
                      </a:stretch>
                    </p:blipFill>
                    <p:spPr>
                      <a:xfrm>
                        <a:off x="6000750" y="1928813"/>
                        <a:ext cx="1000125" cy="384175"/>
                      </a:xfrm>
                      <a:prstGeom prst="rect">
                        <a:avLst/>
                      </a:prstGeom>
                      <a:noFill/>
                      <a:ln w="38100">
                        <a:noFill/>
                        <a:miter/>
                      </a:ln>
                    </p:spPr>
                  </p:pic>
                </p:oleObj>
              </mc:Fallback>
            </mc:AlternateContent>
          </a:graphicData>
        </a:graphic>
      </p:graphicFrame>
      <p:graphicFrame>
        <p:nvGraphicFramePr>
          <p:cNvPr id="11273" name="Object 19"/>
          <p:cNvGraphicFramePr/>
          <p:nvPr/>
        </p:nvGraphicFramePr>
        <p:xfrm>
          <a:off x="627063" y="2428875"/>
          <a:ext cx="7683500" cy="714375"/>
        </p:xfrm>
        <a:graphic>
          <a:graphicData uri="http://schemas.openxmlformats.org/presentationml/2006/ole">
            <mc:AlternateContent xmlns:mc="http://schemas.openxmlformats.org/markup-compatibility/2006">
              <mc:Choice xmlns:v="urn:schemas-microsoft-com:vml" Requires="v">
                <p:oleObj spid="_x0000_s9304" name="" r:id="rId6" imgW="5499100" imgH="508000" progId="Equation.DSMT4">
                  <p:embed/>
                </p:oleObj>
              </mc:Choice>
              <mc:Fallback>
                <p:oleObj name="" r:id="rId6" imgW="5499100" imgH="508000" progId="Equation.DSMT4">
                  <p:embed/>
                  <p:pic>
                    <p:nvPicPr>
                      <p:cNvPr id="0" name="图片 3106"/>
                      <p:cNvPicPr/>
                      <p:nvPr/>
                    </p:nvPicPr>
                    <p:blipFill>
                      <a:blip r:embed="rId7"/>
                      <a:stretch>
                        <a:fillRect/>
                      </a:stretch>
                    </p:blipFill>
                    <p:spPr>
                      <a:xfrm>
                        <a:off x="627063" y="2428875"/>
                        <a:ext cx="7683500" cy="714375"/>
                      </a:xfrm>
                      <a:prstGeom prst="rect">
                        <a:avLst/>
                      </a:prstGeom>
                      <a:noFill/>
                      <a:ln w="38100">
                        <a:noFill/>
                        <a:miter/>
                      </a:ln>
                    </p:spPr>
                  </p:pic>
                </p:oleObj>
              </mc:Fallback>
            </mc:AlternateContent>
          </a:graphicData>
        </a:graphic>
      </p:graphicFrame>
      <p:graphicFrame>
        <p:nvGraphicFramePr>
          <p:cNvPr id="11274" name="Object 18"/>
          <p:cNvGraphicFramePr/>
          <p:nvPr/>
        </p:nvGraphicFramePr>
        <p:xfrm>
          <a:off x="617538" y="3340100"/>
          <a:ext cx="7067550" cy="1249363"/>
        </p:xfrm>
        <a:graphic>
          <a:graphicData uri="http://schemas.openxmlformats.org/presentationml/2006/ole">
            <mc:AlternateContent xmlns:mc="http://schemas.openxmlformats.org/markup-compatibility/2006">
              <mc:Choice xmlns:v="urn:schemas-microsoft-com:vml" Requires="v">
                <p:oleObj spid="_x0000_s9305" name="" r:id="rId8" imgW="4876800" imgH="862965" progId="Equation.DSMT4">
                  <p:embed/>
                </p:oleObj>
              </mc:Choice>
              <mc:Fallback>
                <p:oleObj name="" r:id="rId8" imgW="4876800" imgH="862965" progId="Equation.DSMT4">
                  <p:embed/>
                  <p:pic>
                    <p:nvPicPr>
                      <p:cNvPr id="0" name="图片 3104"/>
                      <p:cNvPicPr/>
                      <p:nvPr/>
                    </p:nvPicPr>
                    <p:blipFill>
                      <a:blip r:embed="rId9"/>
                      <a:stretch>
                        <a:fillRect/>
                      </a:stretch>
                    </p:blipFill>
                    <p:spPr>
                      <a:xfrm>
                        <a:off x="617538" y="3340100"/>
                        <a:ext cx="7067550" cy="1249363"/>
                      </a:xfrm>
                      <a:prstGeom prst="rect">
                        <a:avLst/>
                      </a:prstGeom>
                      <a:noFill/>
                      <a:ln w="38100">
                        <a:noFill/>
                        <a:miter/>
                      </a:ln>
                    </p:spPr>
                  </p:pic>
                </p:oleObj>
              </mc:Fallback>
            </mc:AlternateContent>
          </a:graphicData>
        </a:graphic>
      </p:graphicFrame>
      <p:graphicFrame>
        <p:nvGraphicFramePr>
          <p:cNvPr id="11275" name="Object 17"/>
          <p:cNvGraphicFramePr/>
          <p:nvPr/>
        </p:nvGraphicFramePr>
        <p:xfrm>
          <a:off x="638175" y="4697413"/>
          <a:ext cx="6923088" cy="1177925"/>
        </p:xfrm>
        <a:graphic>
          <a:graphicData uri="http://schemas.openxmlformats.org/presentationml/2006/ole">
            <mc:AlternateContent xmlns:mc="http://schemas.openxmlformats.org/markup-compatibility/2006">
              <mc:Choice xmlns:v="urn:schemas-microsoft-com:vml" Requires="v">
                <p:oleObj spid="_x0000_s9306" name="" r:id="rId10" imgW="5080000" imgH="862965" progId="Equation.DSMT4">
                  <p:embed/>
                </p:oleObj>
              </mc:Choice>
              <mc:Fallback>
                <p:oleObj name="" r:id="rId10" imgW="5080000" imgH="862965" progId="Equation.DSMT4">
                  <p:embed/>
                  <p:pic>
                    <p:nvPicPr>
                      <p:cNvPr id="0" name="图片 3105"/>
                      <p:cNvPicPr/>
                      <p:nvPr/>
                    </p:nvPicPr>
                    <p:blipFill>
                      <a:blip r:embed="rId11"/>
                      <a:stretch>
                        <a:fillRect/>
                      </a:stretch>
                    </p:blipFill>
                    <p:spPr>
                      <a:xfrm>
                        <a:off x="638175" y="4697413"/>
                        <a:ext cx="6923088" cy="1177925"/>
                      </a:xfrm>
                      <a:prstGeom prst="rect">
                        <a:avLst/>
                      </a:prstGeom>
                      <a:noFill/>
                      <a:ln w="38100">
                        <a:noFill/>
                        <a:miter/>
                      </a:ln>
                    </p:spPr>
                  </p:pic>
                </p:oleObj>
              </mc:Fallback>
            </mc:AlternateContent>
          </a:graphicData>
        </a:graphic>
      </p:graphicFrame>
      <p:sp>
        <p:nvSpPr>
          <p:cNvPr id="11276" name="Rectangle 20"/>
          <p:cNvSpPr/>
          <p:nvPr/>
        </p:nvSpPr>
        <p:spPr>
          <a:xfrm>
            <a:off x="0" y="0"/>
            <a:ext cx="9144000" cy="45720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sp>
        <p:nvSpPr>
          <p:cNvPr id="11277" name="Rectangle 21"/>
          <p:cNvSpPr/>
          <p:nvPr/>
        </p:nvSpPr>
        <p:spPr>
          <a:xfrm>
            <a:off x="0" y="968375"/>
            <a:ext cx="9144000" cy="45720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sp>
        <p:nvSpPr>
          <p:cNvPr id="11278" name="Rectangle 22"/>
          <p:cNvSpPr/>
          <p:nvPr/>
        </p:nvSpPr>
        <p:spPr>
          <a:xfrm>
            <a:off x="0" y="2263775"/>
            <a:ext cx="9144000" cy="45720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2291" name="Rectangle 3"/>
          <p:cNvSpPr>
            <a:spLocks noGrp="1"/>
          </p:cNvSpPr>
          <p:nvPr>
            <p:ph type="body" sz="half" idx="1"/>
          </p:nvPr>
        </p:nvSpPr>
        <p:spPr>
          <a:xfrm>
            <a:off x="288925" y="571500"/>
            <a:ext cx="8569325" cy="5865813"/>
          </a:xfrm>
        </p:spPr>
        <p:txBody>
          <a:bodyPr vert="horz" wrap="square" lIns="91440" tIns="45720" rIns="91440" bIns="45720" anchor="t"/>
          <a:lstStyle/>
          <a:p>
            <a:pPr eaLnBrk="1" hangingPunct="1">
              <a:buClrTx/>
              <a:buSzTx/>
              <a:buFontTx/>
              <a:buNone/>
            </a:pPr>
            <a:r>
              <a:rPr lang="en-US" altLang="zh-CN" sz="2400" dirty="0">
                <a:latin typeface="黑体" panose="02010609060101010101" pitchFamily="49" charset="-122"/>
                <a:ea typeface="黑体" panose="02010609060101010101" pitchFamily="49" charset="-122"/>
              </a:rPr>
              <a:t>b. </a:t>
            </a:r>
            <a:r>
              <a:rPr lang="zh-CN" altLang="en-US" sz="2400" dirty="0">
                <a:latin typeface="黑体" panose="02010609060101010101" pitchFamily="49" charset="-122"/>
                <a:ea typeface="黑体" panose="02010609060101010101" pitchFamily="49" charset="-122"/>
              </a:rPr>
              <a:t>梯度方向是函数的等值线的法线方向。</a:t>
            </a: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沿</a:t>
            </a:r>
            <a:r>
              <a:rPr lang="zh-CN" altLang="en-US" sz="2400" dirty="0">
                <a:solidFill>
                  <a:srgbClr val="FF0000"/>
                </a:solidFill>
                <a:latin typeface="黑体" panose="02010609060101010101" pitchFamily="49" charset="-122"/>
                <a:ea typeface="黑体" panose="02010609060101010101" pitchFamily="49" charset="-122"/>
              </a:rPr>
              <a:t>等值线</a:t>
            </a:r>
            <a:r>
              <a:rPr lang="zh-CN" altLang="en-US" sz="2400" dirty="0">
                <a:latin typeface="黑体" panose="02010609060101010101" pitchFamily="49" charset="-122"/>
                <a:ea typeface="黑体" panose="02010609060101010101" pitchFamily="49" charset="-122"/>
              </a:rPr>
              <a:t>的切线方向函数值不变化。</a:t>
            </a: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r>
              <a:rPr lang="zh-CN" altLang="en-US" sz="2400" dirty="0">
                <a:latin typeface="黑体" panose="02010609060101010101" pitchFamily="49" charset="-122"/>
                <a:ea typeface="黑体" panose="02010609060101010101" pitchFamily="49" charset="-122"/>
              </a:rPr>
              <a:t>          </a:t>
            </a: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r>
              <a:rPr lang="zh-CN" altLang="en-US" sz="2400" dirty="0">
                <a:latin typeface="黑体" panose="02010609060101010101" pitchFamily="49" charset="-122"/>
                <a:ea typeface="黑体" panose="02010609060101010101" pitchFamily="49" charset="-122"/>
              </a:rPr>
              <a:t> 即               ，所以有            </a:t>
            </a: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endParaRPr lang="en-US" altLang="zh-CN" sz="2400" dirty="0">
              <a:latin typeface="黑体" panose="02010609060101010101" pitchFamily="49" charset="-122"/>
              <a:ea typeface="黑体" panose="02010609060101010101" pitchFamily="49" charset="-122"/>
            </a:endParaRPr>
          </a:p>
          <a:p>
            <a:pPr eaLnBrk="1" hangingPunct="1">
              <a:buClrTx/>
              <a:buSzTx/>
              <a:buFontTx/>
              <a:buNone/>
            </a:pPr>
            <a:r>
              <a:rPr lang="zh-CN" altLang="en-US" sz="2400" dirty="0">
                <a:latin typeface="黑体" panose="02010609060101010101" pitchFamily="49" charset="-122"/>
                <a:ea typeface="黑体" panose="02010609060101010101" pitchFamily="49" charset="-122"/>
              </a:rPr>
              <a:t>     是该点等值线的法线方向</a:t>
            </a: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endParaRPr lang="zh-CN" altLang="en-US" sz="2400" dirty="0">
              <a:latin typeface="黑体" panose="02010609060101010101" pitchFamily="49" charset="-122"/>
              <a:ea typeface="黑体" panose="02010609060101010101" pitchFamily="49" charset="-122"/>
            </a:endParaRPr>
          </a:p>
        </p:txBody>
      </p:sp>
      <p:sp>
        <p:nvSpPr>
          <p:cNvPr id="12292" name="Rectangle 5"/>
          <p:cNvSpPr/>
          <p:nvPr/>
        </p:nvSpPr>
        <p:spPr>
          <a:xfrm>
            <a:off x="0" y="31765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2293" name="Rectangle 7"/>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2294" name="Rectangle 9"/>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2295" name="Rectangle 12"/>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2296" name="Rectangle 14"/>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2297" name="Object 13"/>
          <p:cNvGraphicFramePr/>
          <p:nvPr/>
        </p:nvGraphicFramePr>
        <p:xfrm>
          <a:off x="500063" y="3214688"/>
          <a:ext cx="576262" cy="442912"/>
        </p:xfrm>
        <a:graphic>
          <a:graphicData uri="http://schemas.openxmlformats.org/presentationml/2006/ole">
            <mc:AlternateContent xmlns:mc="http://schemas.openxmlformats.org/markup-compatibility/2006">
              <mc:Choice xmlns:v="urn:schemas-microsoft-com:vml" Requires="v">
                <p:oleObj spid="_x0000_s10283" name="" r:id="rId1" imgW="330200" imgH="254000" progId="Equation.DSMT4">
                  <p:embed/>
                </p:oleObj>
              </mc:Choice>
              <mc:Fallback>
                <p:oleObj name="" r:id="rId1" imgW="330200" imgH="254000" progId="Equation.DSMT4">
                  <p:embed/>
                  <p:pic>
                    <p:nvPicPr>
                      <p:cNvPr id="0" name="图片 3086"/>
                      <p:cNvPicPr/>
                      <p:nvPr/>
                    </p:nvPicPr>
                    <p:blipFill>
                      <a:blip r:embed="rId2"/>
                      <a:stretch>
                        <a:fillRect/>
                      </a:stretch>
                    </p:blipFill>
                    <p:spPr>
                      <a:xfrm>
                        <a:off x="500063" y="3214688"/>
                        <a:ext cx="576262" cy="442912"/>
                      </a:xfrm>
                      <a:prstGeom prst="rect">
                        <a:avLst/>
                      </a:prstGeom>
                      <a:noFill/>
                      <a:ln w="38100">
                        <a:noFill/>
                        <a:miter/>
                      </a:ln>
                    </p:spPr>
                  </p:pic>
                </p:oleObj>
              </mc:Fallback>
            </mc:AlternateContent>
          </a:graphicData>
        </a:graphic>
      </p:graphicFrame>
      <p:sp>
        <p:nvSpPr>
          <p:cNvPr id="12298"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§2.1 </a:t>
            </a:r>
            <a:r>
              <a:rPr lang="zh-CN" altLang="en-US" sz="2000" b="1" i="1" dirty="0">
                <a:solidFill>
                  <a:srgbClr val="00B050"/>
                </a:solidFill>
                <a:latin typeface="黑体" panose="02010609060101010101" pitchFamily="49" charset="-122"/>
                <a:ea typeface="黑体" panose="02010609060101010101" pitchFamily="49" charset="-122"/>
              </a:rPr>
              <a:t>多元函数的方向导数和梯度</a:t>
            </a:r>
            <a:endParaRPr lang="zh-CN" altLang="en-US" sz="2000" b="1" i="1" dirty="0">
              <a:solidFill>
                <a:srgbClr val="00B050"/>
              </a:solidFill>
              <a:latin typeface="黑体" panose="02010609060101010101" pitchFamily="49" charset="-122"/>
              <a:ea typeface="黑体" panose="02010609060101010101" pitchFamily="49" charset="-122"/>
            </a:endParaRPr>
          </a:p>
        </p:txBody>
      </p:sp>
      <p:pic>
        <p:nvPicPr>
          <p:cNvPr id="12299" name="图片 1" descr="img020"/>
          <p:cNvPicPr>
            <a:picLocks noChangeAspect="1"/>
          </p:cNvPicPr>
          <p:nvPr/>
        </p:nvPicPr>
        <p:blipFill>
          <a:blip r:embed="rId3"/>
          <a:stretch>
            <a:fillRect/>
          </a:stretch>
        </p:blipFill>
        <p:spPr>
          <a:xfrm>
            <a:off x="5651500" y="2419350"/>
            <a:ext cx="2970213" cy="2314575"/>
          </a:xfrm>
          <a:prstGeom prst="rect">
            <a:avLst/>
          </a:prstGeom>
          <a:noFill/>
          <a:ln w="9525">
            <a:noFill/>
          </a:ln>
        </p:spPr>
      </p:pic>
      <p:graphicFrame>
        <p:nvGraphicFramePr>
          <p:cNvPr id="12300" name="Object 13"/>
          <p:cNvGraphicFramePr/>
          <p:nvPr/>
        </p:nvGraphicFramePr>
        <p:xfrm>
          <a:off x="971550" y="2276475"/>
          <a:ext cx="1944688" cy="647700"/>
        </p:xfrm>
        <a:graphic>
          <a:graphicData uri="http://schemas.openxmlformats.org/presentationml/2006/ole">
            <mc:AlternateContent xmlns:mc="http://schemas.openxmlformats.org/markup-compatibility/2006">
              <mc:Choice xmlns:v="urn:schemas-microsoft-com:vml" Requires="v">
                <p:oleObj spid="_x0000_s10284" name="" r:id="rId4" imgW="1524000" imgH="508000" progId="Equation.DSMT4">
                  <p:embed/>
                </p:oleObj>
              </mc:Choice>
              <mc:Fallback>
                <p:oleObj name="" r:id="rId4" imgW="1524000" imgH="508000" progId="Equation.DSMT4">
                  <p:embed/>
                  <p:pic>
                    <p:nvPicPr>
                      <p:cNvPr id="0" name="图片 3089"/>
                      <p:cNvPicPr/>
                      <p:nvPr/>
                    </p:nvPicPr>
                    <p:blipFill>
                      <a:blip r:embed="rId5"/>
                      <a:stretch>
                        <a:fillRect/>
                      </a:stretch>
                    </p:blipFill>
                    <p:spPr>
                      <a:xfrm>
                        <a:off x="971550" y="2276475"/>
                        <a:ext cx="1944688" cy="647700"/>
                      </a:xfrm>
                      <a:prstGeom prst="rect">
                        <a:avLst/>
                      </a:prstGeom>
                      <a:noFill/>
                      <a:ln w="38100">
                        <a:noFill/>
                        <a:miter/>
                      </a:ln>
                    </p:spPr>
                  </p:pic>
                </p:oleObj>
              </mc:Fallback>
            </mc:AlternateContent>
          </a:graphicData>
        </a:graphic>
      </p:graphicFrame>
      <p:graphicFrame>
        <p:nvGraphicFramePr>
          <p:cNvPr id="12301" name="Object 14"/>
          <p:cNvGraphicFramePr/>
          <p:nvPr/>
        </p:nvGraphicFramePr>
        <p:xfrm>
          <a:off x="4427538" y="2349500"/>
          <a:ext cx="1052512" cy="461963"/>
        </p:xfrm>
        <a:graphic>
          <a:graphicData uri="http://schemas.openxmlformats.org/presentationml/2006/ole">
            <mc:AlternateContent xmlns:mc="http://schemas.openxmlformats.org/markup-compatibility/2006">
              <mc:Choice xmlns:v="urn:schemas-microsoft-com:vml" Requires="v">
                <p:oleObj spid="_x0000_s10285" name="" r:id="rId6" imgW="723265" imgH="317500" progId="Equation.DSMT4">
                  <p:embed/>
                </p:oleObj>
              </mc:Choice>
              <mc:Fallback>
                <p:oleObj name="" r:id="rId6" imgW="723265" imgH="317500" progId="Equation.DSMT4">
                  <p:embed/>
                  <p:pic>
                    <p:nvPicPr>
                      <p:cNvPr id="0" name="图片 3087"/>
                      <p:cNvPicPr/>
                      <p:nvPr/>
                    </p:nvPicPr>
                    <p:blipFill>
                      <a:blip r:embed="rId7"/>
                      <a:stretch>
                        <a:fillRect/>
                      </a:stretch>
                    </p:blipFill>
                    <p:spPr>
                      <a:xfrm>
                        <a:off x="4427538" y="2349500"/>
                        <a:ext cx="1052512" cy="461963"/>
                      </a:xfrm>
                      <a:prstGeom prst="rect">
                        <a:avLst/>
                      </a:prstGeom>
                      <a:noFill/>
                      <a:ln w="38100">
                        <a:noFill/>
                        <a:miter/>
                      </a:ln>
                    </p:spPr>
                  </p:pic>
                </p:oleObj>
              </mc:Fallback>
            </mc:AlternateContent>
          </a:graphicData>
        </a:graphic>
      </p:graphicFrame>
      <p:sp>
        <p:nvSpPr>
          <p:cNvPr id="14" name="Rectangle 3"/>
          <p:cNvSpPr txBox="1">
            <a:spLocks noChangeArrowheads="1"/>
          </p:cNvSpPr>
          <p:nvPr/>
        </p:nvSpPr>
        <p:spPr bwMode="auto">
          <a:xfrm>
            <a:off x="395288" y="5300663"/>
            <a:ext cx="6480175"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下面举一个例子，将前面所讲的概念串一串：</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3315" name="Rectangle 3"/>
          <p:cNvSpPr>
            <a:spLocks noGrp="1"/>
          </p:cNvSpPr>
          <p:nvPr>
            <p:ph idx="1"/>
          </p:nvPr>
        </p:nvSpPr>
        <p:spPr>
          <a:xfrm>
            <a:off x="285750" y="2214563"/>
            <a:ext cx="8496300" cy="4214812"/>
          </a:xfrm>
        </p:spPr>
        <p:txBody>
          <a:bodyPr vert="horz" wrap="square" lIns="91440" tIns="45720" rIns="91440" bIns="45720" anchor="t"/>
          <a:lstStyle/>
          <a:p>
            <a:pPr eaLnBrk="1" hangingPunct="1">
              <a:buNone/>
            </a:pPr>
            <a:r>
              <a:rPr lang="zh-CN" altLang="en-US" sz="2400" dirty="0">
                <a:latin typeface="黑体" panose="02010609060101010101" pitchFamily="49" charset="-122"/>
                <a:ea typeface="黑体" panose="02010609060101010101" pitchFamily="49" charset="-122"/>
              </a:rPr>
              <a:t>解：</a:t>
            </a: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endParaRPr lang="en-US" altLang="zh-CN" sz="2400" dirty="0">
              <a:latin typeface="黑体" panose="02010609060101010101" pitchFamily="49" charset="-122"/>
              <a:ea typeface="黑体" panose="02010609060101010101" pitchFamily="49" charset="-122"/>
            </a:endParaRPr>
          </a:p>
        </p:txBody>
      </p:sp>
      <p:sp>
        <p:nvSpPr>
          <p:cNvPr id="13316" name="Rectangle 5"/>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3317" name="Object 4"/>
          <p:cNvGraphicFramePr/>
          <p:nvPr/>
        </p:nvGraphicFramePr>
        <p:xfrm>
          <a:off x="366713" y="571500"/>
          <a:ext cx="8418512" cy="1571625"/>
        </p:xfrm>
        <a:graphic>
          <a:graphicData uri="http://schemas.openxmlformats.org/presentationml/2006/ole">
            <mc:AlternateContent xmlns:mc="http://schemas.openxmlformats.org/markup-compatibility/2006">
              <mc:Choice xmlns:v="urn:schemas-microsoft-com:vml" Requires="v">
                <p:oleObj spid="_x0000_s11321" name="" r:id="rId1" imgW="5765800" imgH="1143000" progId="Equation.DSMT4">
                  <p:embed/>
                </p:oleObj>
              </mc:Choice>
              <mc:Fallback>
                <p:oleObj name="" r:id="rId1" imgW="5765800" imgH="1143000" progId="Equation.DSMT4">
                  <p:embed/>
                  <p:pic>
                    <p:nvPicPr>
                      <p:cNvPr id="0" name="图片 3088"/>
                      <p:cNvPicPr/>
                      <p:nvPr/>
                    </p:nvPicPr>
                    <p:blipFill>
                      <a:blip r:embed="rId2"/>
                      <a:stretch>
                        <a:fillRect/>
                      </a:stretch>
                    </p:blipFill>
                    <p:spPr>
                      <a:xfrm>
                        <a:off x="366713" y="571500"/>
                        <a:ext cx="8418512" cy="1571625"/>
                      </a:xfrm>
                      <a:prstGeom prst="rect">
                        <a:avLst/>
                      </a:prstGeom>
                      <a:noFill/>
                      <a:ln w="38100">
                        <a:noFill/>
                        <a:miter/>
                      </a:ln>
                    </p:spPr>
                  </p:pic>
                </p:oleObj>
              </mc:Fallback>
            </mc:AlternateContent>
          </a:graphicData>
        </a:graphic>
      </p:graphicFrame>
      <p:sp>
        <p:nvSpPr>
          <p:cNvPr id="13318" name="Rectangle 7"/>
          <p:cNvSpPr/>
          <p:nvPr/>
        </p:nvSpPr>
        <p:spPr>
          <a:xfrm>
            <a:off x="0" y="31765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3319" name="Rectangle 9"/>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3320" name="Rectangle 11"/>
          <p:cNvSpPr/>
          <p:nvPr/>
        </p:nvSpPr>
        <p:spPr>
          <a:xfrm>
            <a:off x="0" y="314801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3321" name="Object 10"/>
          <p:cNvGraphicFramePr/>
          <p:nvPr/>
        </p:nvGraphicFramePr>
        <p:xfrm>
          <a:off x="946150" y="2214563"/>
          <a:ext cx="5768975" cy="646112"/>
        </p:xfrm>
        <a:graphic>
          <a:graphicData uri="http://schemas.openxmlformats.org/presentationml/2006/ole">
            <mc:AlternateContent xmlns:mc="http://schemas.openxmlformats.org/markup-compatibility/2006">
              <mc:Choice xmlns:v="urn:schemas-microsoft-com:vml" Requires="v">
                <p:oleObj spid="_x0000_s11322" name="" r:id="rId3" imgW="3289300" imgH="558800" progId="Equation.DSMT4">
                  <p:embed/>
                </p:oleObj>
              </mc:Choice>
              <mc:Fallback>
                <p:oleObj name="" r:id="rId3" imgW="3289300" imgH="558800" progId="Equation.DSMT4">
                  <p:embed/>
                  <p:pic>
                    <p:nvPicPr>
                      <p:cNvPr id="0" name="图片 3080"/>
                      <p:cNvPicPr/>
                      <p:nvPr/>
                    </p:nvPicPr>
                    <p:blipFill>
                      <a:blip r:embed="rId4"/>
                      <a:stretch>
                        <a:fillRect/>
                      </a:stretch>
                    </p:blipFill>
                    <p:spPr>
                      <a:xfrm>
                        <a:off x="946150" y="2214563"/>
                        <a:ext cx="5768975" cy="646112"/>
                      </a:xfrm>
                      <a:prstGeom prst="rect">
                        <a:avLst/>
                      </a:prstGeom>
                      <a:noFill/>
                      <a:ln w="38100">
                        <a:noFill/>
                        <a:miter/>
                      </a:ln>
                    </p:spPr>
                  </p:pic>
                </p:oleObj>
              </mc:Fallback>
            </mc:AlternateContent>
          </a:graphicData>
        </a:graphic>
      </p:graphicFrame>
      <p:sp>
        <p:nvSpPr>
          <p:cNvPr id="13322" name="Rectangle 13"/>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3323"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§2.1 </a:t>
            </a:r>
            <a:r>
              <a:rPr lang="zh-CN" altLang="en-US" sz="2000" b="1" i="1" dirty="0">
                <a:solidFill>
                  <a:srgbClr val="00B050"/>
                </a:solidFill>
                <a:latin typeface="黑体" panose="02010609060101010101" pitchFamily="49" charset="-122"/>
                <a:ea typeface="黑体" panose="02010609060101010101" pitchFamily="49" charset="-122"/>
              </a:rPr>
              <a:t>多元函数的方向导数和梯度</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13324" name="Object 14"/>
          <p:cNvGraphicFramePr/>
          <p:nvPr/>
        </p:nvGraphicFramePr>
        <p:xfrm>
          <a:off x="430213" y="2981325"/>
          <a:ext cx="8120062" cy="1779588"/>
        </p:xfrm>
        <a:graphic>
          <a:graphicData uri="http://schemas.openxmlformats.org/presentationml/2006/ole">
            <mc:AlternateContent xmlns:mc="http://schemas.openxmlformats.org/markup-compatibility/2006">
              <mc:Choice xmlns:v="urn:schemas-microsoft-com:vml" Requires="v">
                <p:oleObj spid="_x0000_s11323" name="" r:id="rId5" imgW="5334000" imgH="1168400" progId="Equation.DSMT4">
                  <p:embed/>
                </p:oleObj>
              </mc:Choice>
              <mc:Fallback>
                <p:oleObj name="" r:id="rId5" imgW="5334000" imgH="1168400" progId="Equation.DSMT4">
                  <p:embed/>
                  <p:pic>
                    <p:nvPicPr>
                      <p:cNvPr id="0" name="图片 3082"/>
                      <p:cNvPicPr/>
                      <p:nvPr/>
                    </p:nvPicPr>
                    <p:blipFill>
                      <a:blip r:embed="rId6"/>
                      <a:stretch>
                        <a:fillRect/>
                      </a:stretch>
                    </p:blipFill>
                    <p:spPr>
                      <a:xfrm>
                        <a:off x="430213" y="2981325"/>
                        <a:ext cx="8120062" cy="1779588"/>
                      </a:xfrm>
                      <a:prstGeom prst="rect">
                        <a:avLst/>
                      </a:prstGeom>
                      <a:noFill/>
                      <a:ln w="38100">
                        <a:noFill/>
                        <a:miter/>
                      </a:ln>
                    </p:spPr>
                  </p:pic>
                </p:oleObj>
              </mc:Fallback>
            </mc:AlternateContent>
          </a:graphicData>
        </a:graphic>
      </p:graphicFrame>
      <p:sp>
        <p:nvSpPr>
          <p:cNvPr id="13325" name="Rectangle 16"/>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13326" name="Object 15"/>
          <p:cNvGraphicFramePr/>
          <p:nvPr/>
        </p:nvGraphicFramePr>
        <p:xfrm>
          <a:off x="500063" y="4857750"/>
          <a:ext cx="8143875" cy="928688"/>
        </p:xfrm>
        <a:graphic>
          <a:graphicData uri="http://schemas.openxmlformats.org/presentationml/2006/ole">
            <mc:AlternateContent xmlns:mc="http://schemas.openxmlformats.org/markup-compatibility/2006">
              <mc:Choice xmlns:v="urn:schemas-microsoft-com:vml" Requires="v">
                <p:oleObj spid="_x0000_s11324" name="" r:id="rId7" imgW="5626100" imgH="723900" progId="Equation.DSMT4">
                  <p:embed/>
                </p:oleObj>
              </mc:Choice>
              <mc:Fallback>
                <p:oleObj name="" r:id="rId7" imgW="5626100" imgH="723900" progId="Equation.DSMT4">
                  <p:embed/>
                  <p:pic>
                    <p:nvPicPr>
                      <p:cNvPr id="0" name="图片 3083"/>
                      <p:cNvPicPr/>
                      <p:nvPr/>
                    </p:nvPicPr>
                    <p:blipFill>
                      <a:blip r:embed="rId8"/>
                      <a:stretch>
                        <a:fillRect/>
                      </a:stretch>
                    </p:blipFill>
                    <p:spPr>
                      <a:xfrm>
                        <a:off x="500063" y="4857750"/>
                        <a:ext cx="8143875" cy="928688"/>
                      </a:xfrm>
                      <a:prstGeom prst="rect">
                        <a:avLst/>
                      </a:prstGeom>
                      <a:noFill/>
                      <a:ln w="38100">
                        <a:noFill/>
                        <a:miter/>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4339" name="Rectangle 9"/>
          <p:cNvSpPr>
            <a:spLocks noGrp="1"/>
          </p:cNvSpPr>
          <p:nvPr>
            <p:ph type="title"/>
          </p:nvPr>
        </p:nvSpPr>
        <p:spPr>
          <a:xfrm>
            <a:off x="409575" y="3552825"/>
            <a:ext cx="3644900" cy="441325"/>
          </a:xfrm>
        </p:spPr>
        <p:txBody>
          <a:bodyPr vert="horz" wrap="square" lIns="91440" tIns="45720" rIns="91440" bIns="45720" anchor="t"/>
          <a:lstStyle/>
          <a:p>
            <a:pPr algn="l" eaLnBrk="1" hangingPunct="1"/>
            <a:r>
              <a:rPr lang="zh-CN" altLang="en-US" sz="2400" dirty="0">
                <a:solidFill>
                  <a:schemeClr val="tx1"/>
                </a:solidFill>
                <a:latin typeface="黑体" panose="02010609060101010101" pitchFamily="49" charset="-122"/>
                <a:ea typeface="黑体" panose="02010609060101010101" pitchFamily="49" charset="-122"/>
              </a:rPr>
              <a:t>由图可见</a:t>
            </a:r>
            <a:endParaRPr lang="en-US" altLang="zh-CN" sz="2400" dirty="0">
              <a:solidFill>
                <a:schemeClr val="tx1"/>
              </a:solidFill>
              <a:latin typeface="黑体" panose="02010609060101010101" pitchFamily="49" charset="-122"/>
              <a:ea typeface="黑体" panose="02010609060101010101" pitchFamily="49" charset="-122"/>
            </a:endParaRPr>
          </a:p>
        </p:txBody>
      </p:sp>
      <p:sp>
        <p:nvSpPr>
          <p:cNvPr id="14340" name="Rectangle 5"/>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4341" name="Rectangle 7"/>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4342" name="Rectangle 30"/>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4343" name="Rectangle 34"/>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4344" name="Rectangle 36"/>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4345" name="Rectangle 38"/>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4346"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§2.1 </a:t>
            </a:r>
            <a:r>
              <a:rPr lang="zh-CN" altLang="en-US" sz="2000" b="1" i="1" dirty="0">
                <a:solidFill>
                  <a:srgbClr val="00B050"/>
                </a:solidFill>
                <a:latin typeface="黑体" panose="02010609060101010101" pitchFamily="49" charset="-122"/>
                <a:ea typeface="黑体" panose="02010609060101010101" pitchFamily="49" charset="-122"/>
              </a:rPr>
              <a:t>多元函数的方向导数和梯度</a:t>
            </a:r>
            <a:endParaRPr lang="zh-CN" altLang="en-US" sz="2000" b="1" i="1" dirty="0">
              <a:solidFill>
                <a:srgbClr val="00B050"/>
              </a:solidFill>
              <a:latin typeface="黑体" panose="02010609060101010101" pitchFamily="49" charset="-122"/>
              <a:ea typeface="黑体" panose="02010609060101010101" pitchFamily="49" charset="-122"/>
            </a:endParaRPr>
          </a:p>
        </p:txBody>
      </p:sp>
      <p:pic>
        <p:nvPicPr>
          <p:cNvPr id="14347" name="Picture 21"/>
          <p:cNvPicPr>
            <a:picLocks noChangeAspect="1"/>
          </p:cNvPicPr>
          <p:nvPr/>
        </p:nvPicPr>
        <p:blipFill>
          <a:blip r:embed="rId1"/>
          <a:stretch>
            <a:fillRect/>
          </a:stretch>
        </p:blipFill>
        <p:spPr>
          <a:xfrm>
            <a:off x="404813" y="644525"/>
            <a:ext cx="7358062" cy="2805113"/>
          </a:xfrm>
          <a:prstGeom prst="rect">
            <a:avLst/>
          </a:prstGeom>
          <a:noFill/>
          <a:ln w="9525">
            <a:noFill/>
          </a:ln>
        </p:spPr>
      </p:pic>
      <p:pic>
        <p:nvPicPr>
          <p:cNvPr id="14348" name="图片 3" descr="013"/>
          <p:cNvPicPr>
            <a:picLocks noChangeAspect="1"/>
          </p:cNvPicPr>
          <p:nvPr/>
        </p:nvPicPr>
        <p:blipFill>
          <a:blip r:embed="rId2"/>
          <a:stretch>
            <a:fillRect/>
          </a:stretch>
        </p:blipFill>
        <p:spPr>
          <a:xfrm>
            <a:off x="4799013" y="2990850"/>
            <a:ext cx="4078287" cy="3522663"/>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2297" name="Rectangle 3"/>
          <p:cNvSpPr>
            <a:spLocks noGrp="1" noChangeArrowheads="1"/>
          </p:cNvSpPr>
          <p:nvPr>
            <p:ph type="body" sz="half" idx="1"/>
          </p:nvPr>
        </p:nvSpPr>
        <p:spPr>
          <a:xfrm>
            <a:off x="428625" y="1071563"/>
            <a:ext cx="8424863" cy="5689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ts val="600"/>
              </a:spcBef>
              <a:spcAft>
                <a:spcPts val="120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1.</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多元函数的二阶偏导数</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海赛阵（</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Hessian</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288290" marR="0" lvl="0" indent="-342900" algn="l" defTabSz="914400" rtl="0" eaLnBrk="1" fontAlgn="base" latinLnBrk="0" hangingPunct="1">
              <a:lnSpc>
                <a:spcPct val="100000"/>
              </a:lnSpc>
              <a:spcBef>
                <a:spcPts val="600"/>
              </a:spcBef>
              <a:spcAft>
                <a:spcPts val="12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设：               </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二维函数</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一阶偏导数： </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二阶偏导数： </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graphicFrame>
        <p:nvGraphicFramePr>
          <p:cNvPr id="15364" name="Object 29"/>
          <p:cNvGraphicFramePr>
            <a:graphicFrameLocks noGrp="1"/>
          </p:cNvGraphicFramePr>
          <p:nvPr>
            <p:ph sz="quarter" idx="2"/>
          </p:nvPr>
        </p:nvGraphicFramePr>
        <p:xfrm>
          <a:off x="6125687" y="3600292"/>
          <a:ext cx="2161540" cy="862330"/>
        </p:xfrm>
        <a:graphic>
          <a:graphicData uri="http://schemas.openxmlformats.org/presentationml/2006/ole">
            <mc:AlternateContent xmlns:mc="http://schemas.openxmlformats.org/markup-compatibility/2006">
              <mc:Choice xmlns:v="urn:schemas-microsoft-com:vml" Requires="v">
                <p:oleObj spid="_x0000_s12387" name="" r:id="rId1" imgW="1206500" imgH="482600" progId="Equation.3">
                  <p:embed/>
                </p:oleObj>
              </mc:Choice>
              <mc:Fallback>
                <p:oleObj name="" r:id="rId1" imgW="1206500" imgH="482600" progId="Equation.3">
                  <p:embed/>
                  <p:pic>
                    <p:nvPicPr>
                      <p:cNvPr id="0" name="图片 3078"/>
                      <p:cNvPicPr/>
                      <p:nvPr/>
                    </p:nvPicPr>
                    <p:blipFill>
                      <a:blip r:embed="rId2"/>
                      <a:srcRect/>
                      <a:stretch>
                        <a:fillRect/>
                      </a:stretch>
                    </p:blipFill>
                    <p:spPr>
                      <a:xfrm>
                        <a:off x="6125687" y="3600292"/>
                        <a:ext cx="2161540" cy="862330"/>
                      </a:xfrm>
                      <a:prstGeom prst="rect">
                        <a:avLst/>
                      </a:prstGeom>
                      <a:noFill/>
                      <a:ln w="38100">
                        <a:miter/>
                      </a:ln>
                    </p:spPr>
                  </p:pic>
                </p:oleObj>
              </mc:Fallback>
            </mc:AlternateContent>
          </a:graphicData>
        </a:graphic>
      </p:graphicFrame>
      <p:sp>
        <p:nvSpPr>
          <p:cNvPr id="15365" name="Rectangle 10"/>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5366" name="Object 9"/>
          <p:cNvGraphicFramePr/>
          <p:nvPr/>
        </p:nvGraphicFramePr>
        <p:xfrm>
          <a:off x="3071813" y="2343150"/>
          <a:ext cx="604837" cy="1008063"/>
        </p:xfrm>
        <a:graphic>
          <a:graphicData uri="http://schemas.openxmlformats.org/presentationml/2006/ole">
            <mc:AlternateContent xmlns:mc="http://schemas.openxmlformats.org/markup-compatibility/2006">
              <mc:Choice xmlns:v="urn:schemas-microsoft-com:vml" Requires="v">
                <p:oleObj spid="_x0000_s12388" name="" r:id="rId3" imgW="254000" imgH="431800" progId="Equation.DSMT4">
                  <p:embed/>
                </p:oleObj>
              </mc:Choice>
              <mc:Fallback>
                <p:oleObj name="" r:id="rId3" imgW="254000" imgH="431800" progId="Equation.DSMT4">
                  <p:embed/>
                  <p:pic>
                    <p:nvPicPr>
                      <p:cNvPr id="0" name="图片 3079"/>
                      <p:cNvPicPr/>
                      <p:nvPr/>
                    </p:nvPicPr>
                    <p:blipFill>
                      <a:blip r:embed="rId4"/>
                      <a:stretch>
                        <a:fillRect/>
                      </a:stretch>
                    </p:blipFill>
                    <p:spPr>
                      <a:xfrm>
                        <a:off x="3071813" y="2343150"/>
                        <a:ext cx="604837" cy="1008063"/>
                      </a:xfrm>
                      <a:prstGeom prst="rect">
                        <a:avLst/>
                      </a:prstGeom>
                      <a:noFill/>
                      <a:ln w="38100">
                        <a:noFill/>
                        <a:miter/>
                      </a:ln>
                    </p:spPr>
                  </p:pic>
                </p:oleObj>
              </mc:Fallback>
            </mc:AlternateContent>
          </a:graphicData>
        </a:graphic>
      </p:graphicFrame>
      <p:sp>
        <p:nvSpPr>
          <p:cNvPr id="15367" name="Rectangle 12"/>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5368" name="Object 11"/>
          <p:cNvGraphicFramePr/>
          <p:nvPr/>
        </p:nvGraphicFramePr>
        <p:xfrm>
          <a:off x="3857625" y="2349500"/>
          <a:ext cx="627063" cy="1008063"/>
        </p:xfrm>
        <a:graphic>
          <a:graphicData uri="http://schemas.openxmlformats.org/presentationml/2006/ole">
            <mc:AlternateContent xmlns:mc="http://schemas.openxmlformats.org/markup-compatibility/2006">
              <mc:Choice xmlns:v="urn:schemas-microsoft-com:vml" Requires="v">
                <p:oleObj spid="_x0000_s12389" name="" r:id="rId5" imgW="266700" imgH="431165" progId="Equation.DSMT4">
                  <p:embed/>
                </p:oleObj>
              </mc:Choice>
              <mc:Fallback>
                <p:oleObj name="" r:id="rId5" imgW="266700" imgH="431165" progId="Equation.DSMT4">
                  <p:embed/>
                  <p:pic>
                    <p:nvPicPr>
                      <p:cNvPr id="0" name="图片 3081"/>
                      <p:cNvPicPr/>
                      <p:nvPr/>
                    </p:nvPicPr>
                    <p:blipFill>
                      <a:blip r:embed="rId6"/>
                      <a:stretch>
                        <a:fillRect/>
                      </a:stretch>
                    </p:blipFill>
                    <p:spPr>
                      <a:xfrm>
                        <a:off x="3857625" y="2349500"/>
                        <a:ext cx="627063" cy="1008063"/>
                      </a:xfrm>
                      <a:prstGeom prst="rect">
                        <a:avLst/>
                      </a:prstGeom>
                      <a:noFill/>
                      <a:ln w="38100">
                        <a:noFill/>
                        <a:miter/>
                      </a:ln>
                    </p:spPr>
                  </p:pic>
                </p:oleObj>
              </mc:Fallback>
            </mc:AlternateContent>
          </a:graphicData>
        </a:graphic>
      </p:graphicFrame>
      <p:sp>
        <p:nvSpPr>
          <p:cNvPr id="15369" name="Rectangle 14"/>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5370" name="Rectangle 16"/>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5371" name="Rectangle 20"/>
          <p:cNvSpPr/>
          <p:nvPr/>
        </p:nvSpPr>
        <p:spPr>
          <a:xfrm>
            <a:off x="0" y="25654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5372" name="Object 32"/>
          <p:cNvGraphicFramePr>
            <a:graphicFrameLocks noGrp="1"/>
          </p:cNvGraphicFramePr>
          <p:nvPr>
            <p:ph sz="quarter" idx="3"/>
          </p:nvPr>
        </p:nvGraphicFramePr>
        <p:xfrm>
          <a:off x="2980373" y="4748213"/>
          <a:ext cx="2449830" cy="981075"/>
        </p:xfrm>
        <a:graphic>
          <a:graphicData uri="http://schemas.openxmlformats.org/presentationml/2006/ole">
            <mc:AlternateContent xmlns:mc="http://schemas.openxmlformats.org/markup-compatibility/2006">
              <mc:Choice xmlns:v="urn:schemas-microsoft-com:vml" Requires="v">
                <p:oleObj spid="_x0000_s12390" name="" r:id="rId7" imgW="1206500" imgH="482600" progId="Equation.3">
                  <p:embed/>
                </p:oleObj>
              </mc:Choice>
              <mc:Fallback>
                <p:oleObj name="" r:id="rId7" imgW="1206500" imgH="482600" progId="Equation.3">
                  <p:embed/>
                  <p:pic>
                    <p:nvPicPr>
                      <p:cNvPr id="0" name="图片 3084"/>
                      <p:cNvPicPr/>
                      <p:nvPr/>
                    </p:nvPicPr>
                    <p:blipFill>
                      <a:blip r:embed="rId8"/>
                      <a:srcRect/>
                      <a:stretch>
                        <a:fillRect/>
                      </a:stretch>
                    </p:blipFill>
                    <p:spPr>
                      <a:xfrm>
                        <a:off x="2980373" y="4748213"/>
                        <a:ext cx="2449830" cy="981075"/>
                      </a:xfrm>
                      <a:prstGeom prst="rect">
                        <a:avLst/>
                      </a:prstGeom>
                      <a:noFill/>
                      <a:ln w="38100">
                        <a:miter/>
                      </a:ln>
                    </p:spPr>
                  </p:pic>
                </p:oleObj>
              </mc:Fallback>
            </mc:AlternateContent>
          </a:graphicData>
        </a:graphic>
      </p:graphicFrame>
      <p:graphicFrame>
        <p:nvGraphicFramePr>
          <p:cNvPr id="15373" name="Object 34"/>
          <p:cNvGraphicFramePr/>
          <p:nvPr/>
        </p:nvGraphicFramePr>
        <p:xfrm>
          <a:off x="5884863" y="4786313"/>
          <a:ext cx="2232025" cy="985837"/>
        </p:xfrm>
        <a:graphic>
          <a:graphicData uri="http://schemas.openxmlformats.org/presentationml/2006/ole">
            <mc:AlternateContent xmlns:mc="http://schemas.openxmlformats.org/markup-compatibility/2006">
              <mc:Choice xmlns:v="urn:schemas-microsoft-com:vml" Requires="v">
                <p:oleObj spid="_x0000_s12391" name="" r:id="rId9" imgW="1091565" imgH="482600" progId="Equation.3">
                  <p:embed/>
                </p:oleObj>
              </mc:Choice>
              <mc:Fallback>
                <p:oleObj name="" r:id="rId9" imgW="1091565" imgH="482600" progId="Equation.3">
                  <p:embed/>
                  <p:pic>
                    <p:nvPicPr>
                      <p:cNvPr id="0" name="图片 3085"/>
                      <p:cNvPicPr/>
                      <p:nvPr/>
                    </p:nvPicPr>
                    <p:blipFill>
                      <a:blip r:embed="rId10"/>
                      <a:stretch>
                        <a:fillRect/>
                      </a:stretch>
                    </p:blipFill>
                    <p:spPr>
                      <a:xfrm>
                        <a:off x="5884863" y="4786313"/>
                        <a:ext cx="2232025" cy="985837"/>
                      </a:xfrm>
                      <a:prstGeom prst="rect">
                        <a:avLst/>
                      </a:prstGeom>
                      <a:noFill/>
                      <a:ln w="38100">
                        <a:noFill/>
                        <a:miter/>
                      </a:ln>
                    </p:spPr>
                  </p:pic>
                </p:oleObj>
              </mc:Fallback>
            </mc:AlternateContent>
          </a:graphicData>
        </a:graphic>
      </p:graphicFrame>
      <p:graphicFrame>
        <p:nvGraphicFramePr>
          <p:cNvPr id="15374" name="Object 35"/>
          <p:cNvGraphicFramePr/>
          <p:nvPr/>
        </p:nvGraphicFramePr>
        <p:xfrm>
          <a:off x="2928938" y="3511550"/>
          <a:ext cx="2233612" cy="1022350"/>
        </p:xfrm>
        <a:graphic>
          <a:graphicData uri="http://schemas.openxmlformats.org/presentationml/2006/ole">
            <mc:AlternateContent xmlns:mc="http://schemas.openxmlformats.org/markup-compatibility/2006">
              <mc:Choice xmlns:v="urn:schemas-microsoft-com:vml" Requires="v">
                <p:oleObj spid="_x0000_s12392" name="" r:id="rId11" imgW="1053465" imgH="482600" progId="Equation.3">
                  <p:embed/>
                </p:oleObj>
              </mc:Choice>
              <mc:Fallback>
                <p:oleObj name="" r:id="rId11" imgW="1053465" imgH="482600" progId="Equation.3">
                  <p:embed/>
                  <p:pic>
                    <p:nvPicPr>
                      <p:cNvPr id="0" name="图片 3076"/>
                      <p:cNvPicPr/>
                      <p:nvPr/>
                    </p:nvPicPr>
                    <p:blipFill>
                      <a:blip r:embed="rId12"/>
                      <a:stretch>
                        <a:fillRect/>
                      </a:stretch>
                    </p:blipFill>
                    <p:spPr>
                      <a:xfrm>
                        <a:off x="2928938" y="3511550"/>
                        <a:ext cx="2233612" cy="1022350"/>
                      </a:xfrm>
                      <a:prstGeom prst="rect">
                        <a:avLst/>
                      </a:prstGeom>
                      <a:noFill/>
                      <a:ln w="38100">
                        <a:noFill/>
                        <a:miter/>
                      </a:ln>
                    </p:spPr>
                  </p:pic>
                </p:oleObj>
              </mc:Fallback>
            </mc:AlternateContent>
          </a:graphicData>
        </a:graphic>
      </p:graphicFrame>
      <p:sp>
        <p:nvSpPr>
          <p:cNvPr id="15375" name="Text Box 36"/>
          <p:cNvSpPr txBox="1"/>
          <p:nvPr/>
        </p:nvSpPr>
        <p:spPr>
          <a:xfrm>
            <a:off x="285750" y="571500"/>
            <a:ext cx="5929313"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r>
              <a:rPr lang="en-US" altLang="zh-CN" sz="2400" b="1" dirty="0">
                <a:latin typeface="宋体" panose="02010600030101010101" pitchFamily="2" charset="-122"/>
              </a:rPr>
              <a:t>§</a:t>
            </a:r>
            <a:r>
              <a:rPr lang="en-US" altLang="zh-CN" sz="2400" b="1" dirty="0">
                <a:latin typeface="黑体" panose="02010609060101010101" pitchFamily="49" charset="-122"/>
                <a:ea typeface="黑体" panose="02010609060101010101" pitchFamily="49" charset="-122"/>
              </a:rPr>
              <a:t>2.2  </a:t>
            </a:r>
            <a:r>
              <a:rPr lang="zh-CN" altLang="en-US" sz="2400" b="1" dirty="0">
                <a:latin typeface="黑体" panose="02010609060101010101" pitchFamily="49" charset="-122"/>
                <a:ea typeface="黑体" panose="02010609060101010101" pitchFamily="49" charset="-122"/>
              </a:rPr>
              <a:t>多元函数的海赛阵和泰勒展开式</a:t>
            </a:r>
            <a:endParaRPr lang="zh-CN" altLang="en-US" sz="2400" b="1" dirty="0">
              <a:latin typeface="黑体" panose="02010609060101010101" pitchFamily="49" charset="-122"/>
              <a:ea typeface="黑体" panose="02010609060101010101" pitchFamily="49" charset="-122"/>
            </a:endParaRPr>
          </a:p>
        </p:txBody>
      </p:sp>
      <p:sp>
        <p:nvSpPr>
          <p:cNvPr id="15376"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§2.2 </a:t>
            </a:r>
            <a:r>
              <a:rPr lang="zh-CN" altLang="en-US" sz="2000" b="1" i="1" dirty="0">
                <a:solidFill>
                  <a:srgbClr val="00B050"/>
                </a:solidFill>
                <a:latin typeface="黑体" panose="02010609060101010101" pitchFamily="49" charset="-122"/>
                <a:ea typeface="黑体" panose="02010609060101010101" pitchFamily="49" charset="-122"/>
              </a:rPr>
              <a:t>多元函数的海赛阵和泰勒展开式</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15377" name="Object 26"/>
          <p:cNvGraphicFramePr/>
          <p:nvPr/>
        </p:nvGraphicFramePr>
        <p:xfrm>
          <a:off x="1176338" y="1666875"/>
          <a:ext cx="2249487" cy="493713"/>
        </p:xfrm>
        <a:graphic>
          <a:graphicData uri="http://schemas.openxmlformats.org/presentationml/2006/ole">
            <mc:AlternateContent xmlns:mc="http://schemas.openxmlformats.org/markup-compatibility/2006">
              <mc:Choice xmlns:v="urn:schemas-microsoft-com:vml" Requires="v">
                <p:oleObj spid="_x0000_s12393" name="" r:id="rId13" imgW="977900" imgH="215900" progId="Equation.3">
                  <p:embed/>
                </p:oleObj>
              </mc:Choice>
              <mc:Fallback>
                <p:oleObj name="" r:id="rId13" imgW="977900" imgH="215900" progId="Equation.3">
                  <p:embed/>
                  <p:pic>
                    <p:nvPicPr>
                      <p:cNvPr id="0" name="图片 3077"/>
                      <p:cNvPicPr/>
                      <p:nvPr/>
                    </p:nvPicPr>
                    <p:blipFill>
                      <a:blip r:embed="rId14"/>
                      <a:stretch>
                        <a:fillRect/>
                      </a:stretch>
                    </p:blipFill>
                    <p:spPr>
                      <a:xfrm>
                        <a:off x="1176338" y="1666875"/>
                        <a:ext cx="2249487" cy="493713"/>
                      </a:xfrm>
                      <a:prstGeom prst="rect">
                        <a:avLst/>
                      </a:prstGeom>
                      <a:noFill/>
                      <a:ln w="38100">
                        <a:noFill/>
                        <a:miter/>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6387" name="Rectangle 3"/>
          <p:cNvSpPr>
            <a:spLocks noGrp="1"/>
          </p:cNvSpPr>
          <p:nvPr>
            <p:ph idx="1"/>
          </p:nvPr>
        </p:nvSpPr>
        <p:spPr>
          <a:xfrm>
            <a:off x="285750" y="598488"/>
            <a:ext cx="8362950" cy="5616575"/>
          </a:xfrm>
        </p:spPr>
        <p:txBody>
          <a:bodyPr vert="horz" wrap="square" lIns="91440" tIns="45720" rIns="91440" bIns="45720" anchor="t"/>
          <a:lstStyle/>
          <a:p>
            <a:pPr eaLnBrk="1" hangingPunct="1">
              <a:lnSpc>
                <a:spcPct val="80000"/>
              </a:lnSpc>
              <a:buNone/>
            </a:pPr>
            <a:r>
              <a:rPr lang="zh-CN" altLang="en-US" sz="2400" dirty="0">
                <a:latin typeface="黑体" panose="02010609060101010101" pitchFamily="49" charset="-122"/>
                <a:ea typeface="黑体" panose="02010609060101010101" pitchFamily="49" charset="-122"/>
              </a:rPr>
              <a:t>二阶偏导数矩阵</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海赛阵</a:t>
            </a:r>
            <a:endParaRPr lang="zh-CN" altLang="en-US" sz="2400" dirty="0">
              <a:latin typeface="黑体" panose="02010609060101010101" pitchFamily="49" charset="-122"/>
              <a:ea typeface="黑体" panose="02010609060101010101" pitchFamily="49" charset="-122"/>
            </a:endParaRPr>
          </a:p>
          <a:p>
            <a:pPr eaLnBrk="1" hangingPunct="1">
              <a:lnSpc>
                <a:spcPct val="80000"/>
              </a:lnSpc>
              <a:buNone/>
            </a:pPr>
            <a:endParaRPr lang="zh-CN" altLang="en-US" sz="2400" dirty="0">
              <a:latin typeface="黑体" panose="02010609060101010101" pitchFamily="49" charset="-122"/>
              <a:ea typeface="黑体" panose="02010609060101010101" pitchFamily="49" charset="-122"/>
            </a:endParaRPr>
          </a:p>
          <a:p>
            <a:pPr eaLnBrk="1" hangingPunct="1">
              <a:lnSpc>
                <a:spcPct val="80000"/>
              </a:lnSpc>
              <a:buNone/>
            </a:pPr>
            <a:endParaRPr lang="zh-CN" altLang="en-US" sz="2400" dirty="0">
              <a:latin typeface="黑体" panose="02010609060101010101" pitchFamily="49" charset="-122"/>
              <a:ea typeface="黑体" panose="02010609060101010101" pitchFamily="49" charset="-122"/>
            </a:endParaRPr>
          </a:p>
          <a:p>
            <a:pPr eaLnBrk="1" hangingPunct="1">
              <a:lnSpc>
                <a:spcPct val="80000"/>
              </a:lnSpc>
              <a:buNone/>
            </a:pPr>
            <a:endParaRPr lang="zh-CN" altLang="en-US" sz="2400" dirty="0">
              <a:latin typeface="黑体" panose="02010609060101010101" pitchFamily="49" charset="-122"/>
              <a:ea typeface="黑体" panose="02010609060101010101" pitchFamily="49" charset="-122"/>
            </a:endParaRPr>
          </a:p>
          <a:p>
            <a:pPr eaLnBrk="1" hangingPunct="1">
              <a:lnSpc>
                <a:spcPct val="80000"/>
              </a:lnSpc>
              <a:buNone/>
            </a:pPr>
            <a:endParaRPr lang="zh-CN" altLang="en-US" sz="2400" dirty="0">
              <a:latin typeface="黑体" panose="02010609060101010101" pitchFamily="49" charset="-122"/>
              <a:ea typeface="黑体" panose="02010609060101010101" pitchFamily="49" charset="-122"/>
            </a:endParaRPr>
          </a:p>
          <a:p>
            <a:pPr eaLnBrk="1" hangingPunct="1">
              <a:lnSpc>
                <a:spcPct val="80000"/>
              </a:lnSpc>
              <a:buNone/>
            </a:pPr>
            <a:endParaRPr lang="zh-CN" altLang="en-US" sz="2400" dirty="0">
              <a:latin typeface="黑体" panose="02010609060101010101" pitchFamily="49" charset="-122"/>
              <a:ea typeface="黑体" panose="02010609060101010101" pitchFamily="49" charset="-122"/>
            </a:endParaRPr>
          </a:p>
          <a:p>
            <a:pPr eaLnBrk="1" hangingPunct="1">
              <a:lnSpc>
                <a:spcPct val="80000"/>
              </a:lnSpc>
              <a:buNone/>
            </a:pPr>
            <a:endParaRPr lang="zh-CN" altLang="en-US" sz="2400" dirty="0">
              <a:latin typeface="黑体" panose="02010609060101010101" pitchFamily="49" charset="-122"/>
              <a:ea typeface="黑体" panose="02010609060101010101" pitchFamily="49" charset="-122"/>
            </a:endParaRPr>
          </a:p>
          <a:p>
            <a:pPr eaLnBrk="1" hangingPunct="1">
              <a:lnSpc>
                <a:spcPct val="80000"/>
              </a:lnSpc>
              <a:buNone/>
            </a:pPr>
            <a:r>
              <a:rPr lang="zh-CN" altLang="en-US" sz="2400" dirty="0">
                <a:latin typeface="黑体" panose="02010609060101010101" pitchFamily="49" charset="-122"/>
                <a:ea typeface="黑体" panose="02010609060101010101" pitchFamily="49" charset="-122"/>
              </a:rPr>
              <a:t>                        </a:t>
            </a:r>
            <a:endParaRPr lang="zh-CN" altLang="en-US" sz="2400" dirty="0">
              <a:latin typeface="黑体" panose="02010609060101010101" pitchFamily="49" charset="-122"/>
              <a:ea typeface="黑体" panose="02010609060101010101" pitchFamily="49" charset="-122"/>
            </a:endParaRPr>
          </a:p>
          <a:p>
            <a:pPr eaLnBrk="1" hangingPunct="1">
              <a:lnSpc>
                <a:spcPct val="80000"/>
              </a:lnSpc>
              <a:buNone/>
            </a:pPr>
            <a:endParaRPr lang="zh-CN" altLang="en-US" sz="2400" dirty="0">
              <a:latin typeface="黑体" panose="02010609060101010101" pitchFamily="49" charset="-122"/>
              <a:ea typeface="黑体" panose="02010609060101010101" pitchFamily="49" charset="-122"/>
            </a:endParaRPr>
          </a:p>
          <a:p>
            <a:pPr eaLnBrk="1" hangingPunct="1">
              <a:lnSpc>
                <a:spcPct val="80000"/>
              </a:lnSpc>
              <a:buNone/>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二阶偏导数的值与求偏导数的次序无关</a:t>
            </a:r>
            <a:r>
              <a:rPr lang="en-US" altLang="zh-CN"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eaLnBrk="1" hangingPunct="1">
              <a:lnSpc>
                <a:spcPct val="80000"/>
              </a:lnSpc>
              <a:buNone/>
            </a:pPr>
            <a:endParaRPr lang="en-US" altLang="zh-CN" sz="2000" dirty="0">
              <a:latin typeface="黑体" panose="02010609060101010101" pitchFamily="49" charset="-122"/>
              <a:ea typeface="黑体" panose="02010609060101010101" pitchFamily="49" charset="-122"/>
            </a:endParaRPr>
          </a:p>
          <a:p>
            <a:pPr eaLnBrk="1" hangingPunct="1">
              <a:lnSpc>
                <a:spcPct val="80000"/>
              </a:lnSpc>
              <a:buNone/>
            </a:pPr>
            <a:r>
              <a:rPr lang="en-US" altLang="zh-CN" sz="2400" dirty="0">
                <a:latin typeface="黑体" panose="02010609060101010101" pitchFamily="49" charset="-122"/>
                <a:ea typeface="黑体" panose="02010609060101010101" pitchFamily="49" charset="-122"/>
              </a:rPr>
              <a:t>          </a:t>
            </a:r>
            <a:endParaRPr lang="en-US" altLang="zh-CN" sz="2400" dirty="0">
              <a:latin typeface="黑体" panose="02010609060101010101" pitchFamily="49" charset="-122"/>
              <a:ea typeface="黑体" panose="02010609060101010101" pitchFamily="49" charset="-122"/>
            </a:endParaRPr>
          </a:p>
          <a:p>
            <a:pPr eaLnBrk="1" hangingPunct="1">
              <a:lnSpc>
                <a:spcPct val="80000"/>
              </a:lnSpc>
              <a:buNone/>
            </a:pP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是一个以主对角线对称的方阵。 </a:t>
            </a:r>
            <a:endParaRPr lang="zh-CN" altLang="en-US" sz="2400" dirty="0">
              <a:latin typeface="黑体" panose="02010609060101010101" pitchFamily="49" charset="-122"/>
              <a:ea typeface="黑体" panose="02010609060101010101" pitchFamily="49" charset="-122"/>
            </a:endParaRPr>
          </a:p>
        </p:txBody>
      </p:sp>
      <p:sp>
        <p:nvSpPr>
          <p:cNvPr id="16388" name="Rectangle 7"/>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6389" name="Object 6"/>
          <p:cNvGraphicFramePr/>
          <p:nvPr/>
        </p:nvGraphicFramePr>
        <p:xfrm>
          <a:off x="1776413" y="1050925"/>
          <a:ext cx="2971800" cy="2127250"/>
        </p:xfrm>
        <a:graphic>
          <a:graphicData uri="http://schemas.openxmlformats.org/presentationml/2006/ole">
            <mc:AlternateContent xmlns:mc="http://schemas.openxmlformats.org/markup-compatibility/2006">
              <mc:Choice xmlns:v="urn:schemas-microsoft-com:vml" Requires="v">
                <p:oleObj spid="_x0000_s13355" name="" r:id="rId1" imgW="1892300" imgH="1346200" progId="Equation.DSMT4">
                  <p:embed/>
                </p:oleObj>
              </mc:Choice>
              <mc:Fallback>
                <p:oleObj name="" r:id="rId1" imgW="1892300" imgH="1346200" progId="Equation.DSMT4">
                  <p:embed/>
                  <p:pic>
                    <p:nvPicPr>
                      <p:cNvPr id="0" name="图片 3075"/>
                      <p:cNvPicPr/>
                      <p:nvPr/>
                    </p:nvPicPr>
                    <p:blipFill>
                      <a:blip r:embed="rId2"/>
                      <a:stretch>
                        <a:fillRect/>
                      </a:stretch>
                    </p:blipFill>
                    <p:spPr>
                      <a:xfrm>
                        <a:off x="1776413" y="1050925"/>
                        <a:ext cx="2971800" cy="2127250"/>
                      </a:xfrm>
                      <a:prstGeom prst="rect">
                        <a:avLst/>
                      </a:prstGeom>
                      <a:noFill/>
                      <a:ln w="38100">
                        <a:noFill/>
                        <a:miter/>
                      </a:ln>
                    </p:spPr>
                  </p:pic>
                </p:oleObj>
              </mc:Fallback>
            </mc:AlternateContent>
          </a:graphicData>
        </a:graphic>
      </p:graphicFrame>
      <p:sp>
        <p:nvSpPr>
          <p:cNvPr id="16390" name="Rectangle 9"/>
          <p:cNvSpPr/>
          <p:nvPr/>
        </p:nvSpPr>
        <p:spPr>
          <a:xfrm>
            <a:off x="0" y="31384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6391" name="Object 8"/>
          <p:cNvGraphicFramePr/>
          <p:nvPr/>
        </p:nvGraphicFramePr>
        <p:xfrm>
          <a:off x="404813" y="3565525"/>
          <a:ext cx="2952750" cy="1041400"/>
        </p:xfrm>
        <a:graphic>
          <a:graphicData uri="http://schemas.openxmlformats.org/presentationml/2006/ole">
            <mc:AlternateContent xmlns:mc="http://schemas.openxmlformats.org/markup-compatibility/2006">
              <mc:Choice xmlns:v="urn:schemas-microsoft-com:vml" Requires="v">
                <p:oleObj spid="_x0000_s13356" name="" r:id="rId3" imgW="1651000" imgH="584200" progId="Equation.DSMT4">
                  <p:embed/>
                </p:oleObj>
              </mc:Choice>
              <mc:Fallback>
                <p:oleObj name="" r:id="rId3" imgW="1651000" imgH="584200" progId="Equation.DSMT4">
                  <p:embed/>
                  <p:pic>
                    <p:nvPicPr>
                      <p:cNvPr id="0" name="图片 3090"/>
                      <p:cNvPicPr/>
                      <p:nvPr/>
                    </p:nvPicPr>
                    <p:blipFill>
                      <a:blip r:embed="rId4"/>
                      <a:stretch>
                        <a:fillRect/>
                      </a:stretch>
                    </p:blipFill>
                    <p:spPr>
                      <a:xfrm>
                        <a:off x="404813" y="3565525"/>
                        <a:ext cx="2952750" cy="1041400"/>
                      </a:xfrm>
                      <a:prstGeom prst="rect">
                        <a:avLst/>
                      </a:prstGeom>
                      <a:noFill/>
                      <a:ln w="38100">
                        <a:noFill/>
                        <a:miter/>
                      </a:ln>
                    </p:spPr>
                  </p:pic>
                </p:oleObj>
              </mc:Fallback>
            </mc:AlternateContent>
          </a:graphicData>
        </a:graphic>
      </p:graphicFrame>
      <p:sp>
        <p:nvSpPr>
          <p:cNvPr id="16392" name="Rectangle 11"/>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6393" name="Object 10"/>
          <p:cNvGraphicFramePr/>
          <p:nvPr/>
        </p:nvGraphicFramePr>
        <p:xfrm>
          <a:off x="365125" y="4851400"/>
          <a:ext cx="1463675" cy="549275"/>
        </p:xfrm>
        <a:graphic>
          <a:graphicData uri="http://schemas.openxmlformats.org/presentationml/2006/ole">
            <mc:AlternateContent xmlns:mc="http://schemas.openxmlformats.org/markup-compatibility/2006">
              <mc:Choice xmlns:v="urn:schemas-microsoft-com:vml" Requires="v">
                <p:oleObj spid="_x0000_s13357" name="" r:id="rId5" imgW="812165" imgH="304800" progId="Equation.DSMT4">
                  <p:embed/>
                </p:oleObj>
              </mc:Choice>
              <mc:Fallback>
                <p:oleObj name="" r:id="rId5" imgW="812165" imgH="304800" progId="Equation.DSMT4">
                  <p:embed/>
                  <p:pic>
                    <p:nvPicPr>
                      <p:cNvPr id="0" name="图片 3092"/>
                      <p:cNvPicPr/>
                      <p:nvPr/>
                    </p:nvPicPr>
                    <p:blipFill>
                      <a:blip r:embed="rId6"/>
                      <a:stretch>
                        <a:fillRect/>
                      </a:stretch>
                    </p:blipFill>
                    <p:spPr>
                      <a:xfrm>
                        <a:off x="365125" y="4851400"/>
                        <a:ext cx="1463675" cy="549275"/>
                      </a:xfrm>
                      <a:prstGeom prst="rect">
                        <a:avLst/>
                      </a:prstGeom>
                      <a:noFill/>
                      <a:ln w="38100">
                        <a:noFill/>
                        <a:miter/>
                      </a:ln>
                    </p:spPr>
                  </p:pic>
                </p:oleObj>
              </mc:Fallback>
            </mc:AlternateContent>
          </a:graphicData>
        </a:graphic>
      </p:graphicFrame>
      <p:sp>
        <p:nvSpPr>
          <p:cNvPr id="16394"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§2.2 </a:t>
            </a:r>
            <a:r>
              <a:rPr lang="zh-CN" altLang="en-US" sz="2000" b="1" i="1" dirty="0">
                <a:solidFill>
                  <a:srgbClr val="00B050"/>
                </a:solidFill>
                <a:latin typeface="黑体" panose="02010609060101010101" pitchFamily="49" charset="-122"/>
                <a:ea typeface="黑体" panose="02010609060101010101" pitchFamily="49" charset="-122"/>
              </a:rPr>
              <a:t>多元函数的海赛阵和泰勒展开式</a:t>
            </a:r>
            <a:endParaRPr lang="zh-CN" altLang="en-US" sz="2000" b="1" i="1" dirty="0">
              <a:solidFill>
                <a:srgbClr val="00B050"/>
              </a:solidFill>
              <a:latin typeface="黑体" panose="02010609060101010101" pitchFamily="49" charset="-122"/>
              <a:ea typeface="黑体"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7411" name="Rectangle 3"/>
          <p:cNvSpPr>
            <a:spLocks noGrp="1"/>
          </p:cNvSpPr>
          <p:nvPr>
            <p:ph type="body" sz="half" idx="1"/>
          </p:nvPr>
        </p:nvSpPr>
        <p:spPr>
          <a:xfrm>
            <a:off x="300038" y="584200"/>
            <a:ext cx="8558212" cy="5988050"/>
          </a:xfrm>
        </p:spPr>
        <p:txBody>
          <a:bodyPr vert="horz" wrap="square" lIns="91440" tIns="45720" rIns="91440" bIns="45720" anchor="t"/>
          <a:lstStyle/>
          <a:p>
            <a:pPr eaLnBrk="1" hangingPunct="1">
              <a:buClrTx/>
              <a:buSzTx/>
              <a:buFontTx/>
              <a:buNone/>
            </a:pPr>
            <a:r>
              <a:rPr lang="zh-CN" altLang="en-US" sz="2400" b="1" dirty="0">
                <a:latin typeface="黑体" panose="02010609060101010101" pitchFamily="49" charset="-122"/>
                <a:ea typeface="黑体" panose="02010609060101010101" pitchFamily="49" charset="-122"/>
              </a:rPr>
              <a:t>例：</a:t>
            </a:r>
            <a:endParaRPr lang="en-US" altLang="zh-CN" sz="2400" dirty="0">
              <a:latin typeface="黑体" panose="02010609060101010101" pitchFamily="49" charset="-122"/>
              <a:ea typeface="黑体" panose="02010609060101010101" pitchFamily="49" charset="-122"/>
            </a:endParaRPr>
          </a:p>
          <a:p>
            <a:pPr eaLnBrk="1" hangingPunct="1">
              <a:buClrTx/>
              <a:buSzTx/>
              <a:buFontTx/>
              <a:buNone/>
            </a:pPr>
            <a:endParaRPr lang="en-US" altLang="zh-CN" sz="2400" dirty="0">
              <a:latin typeface="黑体" panose="02010609060101010101" pitchFamily="49" charset="-122"/>
              <a:ea typeface="黑体" panose="02010609060101010101" pitchFamily="49" charset="-122"/>
            </a:endParaRPr>
          </a:p>
          <a:p>
            <a:pPr eaLnBrk="1" hangingPunct="1">
              <a:buClrTx/>
              <a:buSzTx/>
              <a:buFontTx/>
              <a:buNone/>
            </a:pPr>
            <a:r>
              <a:rPr lang="zh-CN" altLang="en-US" sz="2400" dirty="0">
                <a:latin typeface="黑体" panose="02010609060101010101" pitchFamily="49" charset="-122"/>
                <a:ea typeface="黑体" panose="02010609060101010101" pitchFamily="49" charset="-122"/>
              </a:rPr>
              <a:t>解： </a:t>
            </a: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N</a:t>
            </a:r>
            <a:r>
              <a:rPr lang="zh-CN" altLang="en-US" sz="2400" dirty="0">
                <a:latin typeface="黑体" panose="02010609060101010101" pitchFamily="49" charset="-122"/>
                <a:ea typeface="黑体" panose="02010609060101010101" pitchFamily="49" charset="-122"/>
              </a:rPr>
              <a:t>维函数的海赛阵</a:t>
            </a:r>
            <a:endParaRPr lang="zh-CN" altLang="en-US" sz="2400" dirty="0">
              <a:latin typeface="黑体" panose="02010609060101010101" pitchFamily="49" charset="-122"/>
              <a:ea typeface="黑体" panose="02010609060101010101" pitchFamily="49" charset="-122"/>
            </a:endParaRPr>
          </a:p>
        </p:txBody>
      </p:sp>
      <p:graphicFrame>
        <p:nvGraphicFramePr>
          <p:cNvPr id="17412" name="Rectangle 4"/>
          <p:cNvGraphicFramePr>
            <a:graphicFrameLocks noGrp="1"/>
          </p:cNvGraphicFramePr>
          <p:nvPr>
            <p:ph sz="quarter" idx="2"/>
          </p:nvPr>
        </p:nvGraphicFramePr>
        <p:xfrm>
          <a:off x="5027613" y="1600200"/>
          <a:ext cx="3279775" cy="2185988"/>
        </p:xfrm>
        <a:graphic>
          <a:graphicData uri="http://schemas.openxmlformats.org/presentationml/2006/ole">
            <mc:AlternateContent xmlns:mc="http://schemas.openxmlformats.org/markup-compatibility/2006">
              <mc:Choice xmlns:v="urn:schemas-microsoft-com:vml" Requires="v">
                <p:oleObj spid="_x0000_s14407" name="" r:id="rId1" imgW="0" imgH="0" progId="Equation.3">
                  <p:embed/>
                </p:oleObj>
              </mc:Choice>
              <mc:Fallback>
                <p:oleObj name="" r:id="rId1" imgW="0" imgH="0" progId="Equation.3">
                  <p:embed/>
                  <p:pic>
                    <p:nvPicPr>
                      <p:cNvPr id="0" name="图片 3094"/>
                      <p:cNvPicPr/>
                      <p:nvPr/>
                    </p:nvPicPr>
                    <p:blipFill>
                      <a:blip/>
                      <a:srcRect/>
                      <a:stretch>
                        <a:fillRect/>
                      </a:stretch>
                    </p:blipFill>
                    <p:spPr>
                      <a:xfrm>
                        <a:off x="5027613" y="1600200"/>
                        <a:ext cx="3279775" cy="2185988"/>
                      </a:xfrm>
                      <a:prstGeom prst="rect">
                        <a:avLst/>
                      </a:prstGeom>
                      <a:noFill/>
                      <a:ln w="38100">
                        <a:miter/>
                      </a:ln>
                    </p:spPr>
                  </p:pic>
                </p:oleObj>
              </mc:Fallback>
            </mc:AlternateContent>
          </a:graphicData>
        </a:graphic>
      </p:graphicFrame>
      <p:sp>
        <p:nvSpPr>
          <p:cNvPr id="17413" name="Rectangle 11"/>
          <p:cNvSpPr/>
          <p:nvPr/>
        </p:nvSpPr>
        <p:spPr>
          <a:xfrm>
            <a:off x="0" y="32146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7414" name="Rectangle 14"/>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7415" name="Object 13"/>
          <p:cNvGraphicFramePr/>
          <p:nvPr/>
        </p:nvGraphicFramePr>
        <p:xfrm>
          <a:off x="990600" y="1357313"/>
          <a:ext cx="4197350" cy="1884362"/>
        </p:xfrm>
        <a:graphic>
          <a:graphicData uri="http://schemas.openxmlformats.org/presentationml/2006/ole">
            <mc:AlternateContent xmlns:mc="http://schemas.openxmlformats.org/markup-compatibility/2006">
              <mc:Choice xmlns:v="urn:schemas-microsoft-com:vml" Requires="v">
                <p:oleObj spid="_x0000_s14408" name="" r:id="rId2" imgW="2654300" imgH="1193800" progId="Equation.DSMT4">
                  <p:embed/>
                </p:oleObj>
              </mc:Choice>
              <mc:Fallback>
                <p:oleObj name="" r:id="rId2" imgW="2654300" imgH="1193800" progId="Equation.DSMT4">
                  <p:embed/>
                  <p:pic>
                    <p:nvPicPr>
                      <p:cNvPr id="0" name="图片 3093"/>
                      <p:cNvPicPr/>
                      <p:nvPr/>
                    </p:nvPicPr>
                    <p:blipFill>
                      <a:blip r:embed="rId3"/>
                      <a:stretch>
                        <a:fillRect/>
                      </a:stretch>
                    </p:blipFill>
                    <p:spPr>
                      <a:xfrm>
                        <a:off x="990600" y="1357313"/>
                        <a:ext cx="4197350" cy="1884362"/>
                      </a:xfrm>
                      <a:prstGeom prst="rect">
                        <a:avLst/>
                      </a:prstGeom>
                      <a:noFill/>
                      <a:ln w="38100">
                        <a:noFill/>
                        <a:miter/>
                      </a:ln>
                    </p:spPr>
                  </p:pic>
                </p:oleObj>
              </mc:Fallback>
            </mc:AlternateContent>
          </a:graphicData>
        </a:graphic>
      </p:graphicFrame>
      <p:sp>
        <p:nvSpPr>
          <p:cNvPr id="17416" name="Rectangle 16"/>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7417" name="Object 15"/>
          <p:cNvGraphicFramePr/>
          <p:nvPr/>
        </p:nvGraphicFramePr>
        <p:xfrm>
          <a:off x="5786438" y="1808163"/>
          <a:ext cx="2305050" cy="977900"/>
        </p:xfrm>
        <a:graphic>
          <a:graphicData uri="http://schemas.openxmlformats.org/presentationml/2006/ole">
            <mc:AlternateContent xmlns:mc="http://schemas.openxmlformats.org/markup-compatibility/2006">
              <mc:Choice xmlns:v="urn:schemas-microsoft-com:vml" Requires="v">
                <p:oleObj spid="_x0000_s14409" name="" r:id="rId4" imgW="1435100" imgH="609600" progId="Equation.DSMT4">
                  <p:embed/>
                </p:oleObj>
              </mc:Choice>
              <mc:Fallback>
                <p:oleObj name="" r:id="rId4" imgW="1435100" imgH="609600" progId="Equation.DSMT4">
                  <p:embed/>
                  <p:pic>
                    <p:nvPicPr>
                      <p:cNvPr id="0" name="图片 3095"/>
                      <p:cNvPicPr/>
                      <p:nvPr/>
                    </p:nvPicPr>
                    <p:blipFill>
                      <a:blip r:embed="rId5"/>
                      <a:stretch>
                        <a:fillRect/>
                      </a:stretch>
                    </p:blipFill>
                    <p:spPr>
                      <a:xfrm>
                        <a:off x="5786438" y="1808163"/>
                        <a:ext cx="2305050" cy="977900"/>
                      </a:xfrm>
                      <a:prstGeom prst="rect">
                        <a:avLst/>
                      </a:prstGeom>
                      <a:noFill/>
                      <a:ln w="38100">
                        <a:noFill/>
                        <a:miter/>
                      </a:ln>
                    </p:spPr>
                  </p:pic>
                </p:oleObj>
              </mc:Fallback>
            </mc:AlternateContent>
          </a:graphicData>
        </a:graphic>
      </p:graphicFrame>
      <p:graphicFrame>
        <p:nvGraphicFramePr>
          <p:cNvPr id="17418" name="Object 21"/>
          <p:cNvGraphicFramePr/>
          <p:nvPr/>
        </p:nvGraphicFramePr>
        <p:xfrm>
          <a:off x="3349625" y="3373438"/>
          <a:ext cx="4121150" cy="2763837"/>
        </p:xfrm>
        <a:graphic>
          <a:graphicData uri="http://schemas.openxmlformats.org/presentationml/2006/ole">
            <mc:AlternateContent xmlns:mc="http://schemas.openxmlformats.org/markup-compatibility/2006">
              <mc:Choice xmlns:v="urn:schemas-microsoft-com:vml" Requires="v">
                <p:oleObj spid="_x0000_s14410" name="" r:id="rId6" imgW="3213100" imgH="2159000" progId="Equation.DSMT4">
                  <p:embed/>
                </p:oleObj>
              </mc:Choice>
              <mc:Fallback>
                <p:oleObj name="" r:id="rId6" imgW="3213100" imgH="2159000" progId="Equation.DSMT4">
                  <p:embed/>
                  <p:pic>
                    <p:nvPicPr>
                      <p:cNvPr id="0" name="图片 3100"/>
                      <p:cNvPicPr/>
                      <p:nvPr/>
                    </p:nvPicPr>
                    <p:blipFill>
                      <a:blip r:embed="rId7"/>
                      <a:stretch>
                        <a:fillRect/>
                      </a:stretch>
                    </p:blipFill>
                    <p:spPr>
                      <a:xfrm>
                        <a:off x="3349625" y="3373438"/>
                        <a:ext cx="4121150" cy="2763837"/>
                      </a:xfrm>
                      <a:prstGeom prst="rect">
                        <a:avLst/>
                      </a:prstGeom>
                      <a:noFill/>
                      <a:ln w="38100">
                        <a:noFill/>
                        <a:miter/>
                      </a:ln>
                    </p:spPr>
                  </p:pic>
                </p:oleObj>
              </mc:Fallback>
            </mc:AlternateContent>
          </a:graphicData>
        </a:graphic>
      </p:graphicFrame>
      <p:sp>
        <p:nvSpPr>
          <p:cNvPr id="17419"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§2.2 </a:t>
            </a:r>
            <a:r>
              <a:rPr lang="zh-CN" altLang="en-US" sz="2000" b="1" i="1" dirty="0">
                <a:solidFill>
                  <a:srgbClr val="00B050"/>
                </a:solidFill>
                <a:latin typeface="黑体" panose="02010609060101010101" pitchFamily="49" charset="-122"/>
                <a:ea typeface="黑体" panose="02010609060101010101" pitchFamily="49" charset="-122"/>
              </a:rPr>
              <a:t>多元函数的海赛阵和泰勒展开式</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17420" name="Rectangle 18"/>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17421" name="Object 17"/>
          <p:cNvGraphicFramePr/>
          <p:nvPr/>
        </p:nvGraphicFramePr>
        <p:xfrm>
          <a:off x="1158875" y="642938"/>
          <a:ext cx="6469063" cy="433387"/>
        </p:xfrm>
        <a:graphic>
          <a:graphicData uri="http://schemas.openxmlformats.org/presentationml/2006/ole">
            <mc:AlternateContent xmlns:mc="http://schemas.openxmlformats.org/markup-compatibility/2006">
              <mc:Choice xmlns:v="urn:schemas-microsoft-com:vml" Requires="v">
                <p:oleObj spid="_x0000_s14411" name="" r:id="rId8" imgW="4673600" imgH="316865" progId="Equation.DSMT4">
                  <p:embed/>
                </p:oleObj>
              </mc:Choice>
              <mc:Fallback>
                <p:oleObj name="" r:id="rId8" imgW="4673600" imgH="316865" progId="Equation.DSMT4">
                  <p:embed/>
                  <p:pic>
                    <p:nvPicPr>
                      <p:cNvPr id="0" name="图片 3091"/>
                      <p:cNvPicPr/>
                      <p:nvPr/>
                    </p:nvPicPr>
                    <p:blipFill>
                      <a:blip r:embed="rId9"/>
                      <a:stretch>
                        <a:fillRect/>
                      </a:stretch>
                    </p:blipFill>
                    <p:spPr>
                      <a:xfrm>
                        <a:off x="1158875" y="642938"/>
                        <a:ext cx="6469063" cy="433387"/>
                      </a:xfrm>
                      <a:prstGeom prst="rect">
                        <a:avLst/>
                      </a:prstGeom>
                      <a:noFill/>
                      <a:ln w="38100">
                        <a:noFill/>
                        <a:miter/>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8435" name="Rectangle 3"/>
          <p:cNvSpPr>
            <a:spLocks noGrp="1"/>
          </p:cNvSpPr>
          <p:nvPr>
            <p:ph type="body" sz="half" idx="1"/>
          </p:nvPr>
        </p:nvSpPr>
        <p:spPr>
          <a:xfrm>
            <a:off x="292100" y="571500"/>
            <a:ext cx="8566150" cy="5857875"/>
          </a:xfrm>
        </p:spPr>
        <p:txBody>
          <a:bodyPr vert="horz" wrap="square" lIns="91440" tIns="45720" rIns="91440" bIns="45720" anchor="t"/>
          <a:lstStyle/>
          <a:p>
            <a:pPr eaLnBrk="1" hangingPunct="1">
              <a:lnSpc>
                <a:spcPct val="110000"/>
              </a:lnSpc>
              <a:buClrTx/>
              <a:buSzTx/>
              <a:buFontTx/>
              <a:buNone/>
            </a:pPr>
            <a:r>
              <a:rPr lang="en-US" altLang="zh-CN" sz="2400" b="1" dirty="0">
                <a:latin typeface="黑体" panose="02010609060101010101" pitchFamily="49" charset="-122"/>
                <a:ea typeface="黑体" panose="02010609060101010101" pitchFamily="49" charset="-122"/>
              </a:rPr>
              <a:t>2. </a:t>
            </a:r>
            <a:r>
              <a:rPr lang="zh-CN" altLang="en-US" sz="2400" b="1" dirty="0">
                <a:latin typeface="黑体" panose="02010609060101010101" pitchFamily="49" charset="-122"/>
                <a:ea typeface="黑体" panose="02010609060101010101" pitchFamily="49" charset="-122"/>
              </a:rPr>
              <a:t>二次函数、二次函数梯度、二次函数海赛阵的矩阵表达式</a:t>
            </a:r>
            <a:endParaRPr lang="en-US" altLang="zh-CN" sz="2400" b="1" dirty="0">
              <a:latin typeface="黑体" panose="02010609060101010101" pitchFamily="49" charset="-122"/>
              <a:ea typeface="黑体" panose="02010609060101010101" pitchFamily="49" charset="-122"/>
            </a:endParaRPr>
          </a:p>
          <a:p>
            <a:pPr eaLnBrk="1" hangingPunct="1">
              <a:lnSpc>
                <a:spcPct val="110000"/>
              </a:lnSpc>
              <a:buClrTx/>
              <a:buSzTx/>
              <a:buFontTx/>
              <a:buNone/>
            </a:pP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二次函数矩阵表达式</a:t>
            </a:r>
            <a:endParaRPr lang="zh-CN" altLang="en-US" sz="2400" dirty="0">
              <a:latin typeface="黑体" panose="02010609060101010101" pitchFamily="49" charset="-122"/>
              <a:ea typeface="黑体" panose="02010609060101010101" pitchFamily="49" charset="-122"/>
            </a:endParaRPr>
          </a:p>
          <a:p>
            <a:pPr eaLnBrk="1" hangingPunct="1">
              <a:lnSpc>
                <a:spcPct val="110000"/>
              </a:lnSpc>
              <a:buClrTx/>
              <a:buSzTx/>
              <a:buFontTx/>
              <a:buNone/>
            </a:pPr>
            <a:r>
              <a:rPr lang="zh-CN" altLang="en-US" sz="2400" dirty="0">
                <a:latin typeface="黑体" panose="02010609060101010101" pitchFamily="49" charset="-122"/>
                <a:ea typeface="黑体" panose="02010609060101010101" pitchFamily="49" charset="-122"/>
              </a:rPr>
              <a:t>设：二元二次函数</a:t>
            </a:r>
            <a:endParaRPr lang="zh-CN" altLang="en-US" sz="2400" dirty="0">
              <a:latin typeface="黑体" panose="02010609060101010101" pitchFamily="49" charset="-122"/>
              <a:ea typeface="黑体" panose="02010609060101010101" pitchFamily="49" charset="-122"/>
            </a:endParaRPr>
          </a:p>
          <a:p>
            <a:pPr eaLnBrk="1" hangingPunct="1">
              <a:lnSpc>
                <a:spcPct val="110000"/>
              </a:lnSpc>
              <a:buClrTx/>
              <a:buSzTx/>
              <a:buFontTx/>
              <a:buNone/>
            </a:pPr>
            <a:endParaRPr lang="en-US" altLang="zh-CN" sz="2400" dirty="0">
              <a:latin typeface="黑体" panose="02010609060101010101" pitchFamily="49" charset="-122"/>
              <a:ea typeface="黑体" panose="02010609060101010101" pitchFamily="49" charset="-122"/>
            </a:endParaRPr>
          </a:p>
          <a:p>
            <a:pPr eaLnBrk="1" hangingPunct="1">
              <a:lnSpc>
                <a:spcPct val="110000"/>
              </a:lnSpc>
              <a:buClrTx/>
              <a:buSzTx/>
              <a:buFontTx/>
              <a:buNone/>
            </a:pPr>
            <a:endParaRPr lang="zh-CN" altLang="en-US" sz="2400" dirty="0">
              <a:latin typeface="黑体" panose="02010609060101010101" pitchFamily="49" charset="-122"/>
              <a:ea typeface="黑体" panose="02010609060101010101" pitchFamily="49" charset="-122"/>
            </a:endParaRPr>
          </a:p>
          <a:p>
            <a:pPr eaLnBrk="1" hangingPunct="1">
              <a:lnSpc>
                <a:spcPct val="110000"/>
              </a:lnSpc>
              <a:buClrTx/>
              <a:buSzTx/>
              <a:buFontTx/>
              <a:buNone/>
            </a:pPr>
            <a:r>
              <a:rPr lang="zh-CN" altLang="en-US" sz="2400" dirty="0">
                <a:latin typeface="黑体" panose="02010609060101010101" pitchFamily="49" charset="-122"/>
                <a:ea typeface="黑体" panose="02010609060101010101" pitchFamily="49" charset="-122"/>
              </a:rPr>
              <a:t>若</a:t>
            </a:r>
            <a:endParaRPr lang="en-US" altLang="zh-CN" sz="2400" dirty="0">
              <a:latin typeface="黑体" panose="02010609060101010101" pitchFamily="49" charset="-122"/>
              <a:ea typeface="黑体" panose="02010609060101010101" pitchFamily="49" charset="-122"/>
            </a:endParaRPr>
          </a:p>
          <a:p>
            <a:pPr eaLnBrk="1" hangingPunct="1">
              <a:lnSpc>
                <a:spcPct val="110000"/>
              </a:lnSpc>
              <a:buClrTx/>
              <a:buSzTx/>
              <a:buFontTx/>
              <a:buNone/>
            </a:pPr>
            <a:endParaRPr lang="zh-CN" altLang="en-US" sz="2400" dirty="0">
              <a:latin typeface="黑体" panose="02010609060101010101" pitchFamily="49" charset="-122"/>
              <a:ea typeface="黑体" panose="02010609060101010101" pitchFamily="49" charset="-122"/>
            </a:endParaRPr>
          </a:p>
          <a:p>
            <a:pPr eaLnBrk="1" hangingPunct="1">
              <a:lnSpc>
                <a:spcPct val="110000"/>
              </a:lnSpc>
              <a:buClrTx/>
              <a:buSzTx/>
              <a:buFontTx/>
              <a:buNone/>
            </a:pPr>
            <a:r>
              <a:rPr lang="zh-CN" altLang="en-US" sz="2400" dirty="0">
                <a:latin typeface="黑体" panose="02010609060101010101" pitchFamily="49" charset="-122"/>
                <a:ea typeface="黑体" panose="02010609060101010101" pitchFamily="49" charset="-122"/>
              </a:rPr>
              <a:t>则：</a:t>
            </a:r>
            <a:endParaRPr lang="zh-CN" altLang="en-US" sz="2400" dirty="0">
              <a:latin typeface="黑体" panose="02010609060101010101" pitchFamily="49" charset="-122"/>
              <a:ea typeface="黑体" panose="02010609060101010101" pitchFamily="49" charset="-122"/>
            </a:endParaRPr>
          </a:p>
          <a:p>
            <a:pPr eaLnBrk="1" hangingPunct="1">
              <a:lnSpc>
                <a:spcPct val="110000"/>
              </a:lnSpc>
              <a:buClrTx/>
              <a:buSzTx/>
              <a:buFontTx/>
              <a:buNone/>
            </a:pPr>
            <a:endParaRPr lang="zh-CN" altLang="en-US" sz="2400" dirty="0">
              <a:latin typeface="黑体" panose="02010609060101010101" pitchFamily="49" charset="-122"/>
              <a:ea typeface="黑体" panose="02010609060101010101" pitchFamily="49" charset="-122"/>
            </a:endParaRPr>
          </a:p>
          <a:p>
            <a:pPr eaLnBrk="1" hangingPunct="1">
              <a:lnSpc>
                <a:spcPct val="110000"/>
              </a:lnSpc>
              <a:buClrTx/>
              <a:buSzTx/>
              <a:buFontTx/>
              <a:buNone/>
            </a:pPr>
            <a:r>
              <a:rPr lang="zh-CN" altLang="en-US" sz="2400" dirty="0">
                <a:latin typeface="黑体" panose="02010609060101010101" pitchFamily="49" charset="-122"/>
                <a:ea typeface="黑体" panose="02010609060101010101" pitchFamily="49" charset="-122"/>
              </a:rPr>
              <a:t>即： </a:t>
            </a:r>
            <a:r>
              <a:rPr lang="en-US" altLang="zh-CN" sz="2400" dirty="0">
                <a:latin typeface="黑体" panose="02010609060101010101" pitchFamily="49" charset="-122"/>
                <a:ea typeface="黑体" panose="02010609060101010101" pitchFamily="49" charset="-122"/>
              </a:rPr>
              <a:t>   </a:t>
            </a:r>
            <a:endParaRPr lang="en-US" altLang="zh-CN" sz="2400" dirty="0">
              <a:latin typeface="黑体" panose="02010609060101010101" pitchFamily="49" charset="-122"/>
              <a:ea typeface="黑体" panose="02010609060101010101" pitchFamily="49" charset="-122"/>
            </a:endParaRPr>
          </a:p>
        </p:txBody>
      </p:sp>
      <p:graphicFrame>
        <p:nvGraphicFramePr>
          <p:cNvPr id="18436" name="Object 16"/>
          <p:cNvGraphicFramePr>
            <a:graphicFrameLocks noGrp="1"/>
          </p:cNvGraphicFramePr>
          <p:nvPr>
            <p:ph sz="quarter" idx="2"/>
          </p:nvPr>
        </p:nvGraphicFramePr>
        <p:xfrm>
          <a:off x="6610350" y="2584450"/>
          <a:ext cx="114300" cy="215900"/>
        </p:xfrm>
        <a:graphic>
          <a:graphicData uri="http://schemas.openxmlformats.org/presentationml/2006/ole">
            <mc:AlternateContent xmlns:mc="http://schemas.openxmlformats.org/markup-compatibility/2006">
              <mc:Choice xmlns:v="urn:schemas-microsoft-com:vml" Requires="v">
                <p:oleObj spid="_x0000_s15473" name="" r:id="rId1" imgW="114300" imgH="215265" progId="Equation.3">
                  <p:embed/>
                </p:oleObj>
              </mc:Choice>
              <mc:Fallback>
                <p:oleObj name="" r:id="rId1" imgW="114300" imgH="215265" progId="Equation.3">
                  <p:embed/>
                  <p:pic>
                    <p:nvPicPr>
                      <p:cNvPr id="0" name="图片 3096"/>
                      <p:cNvPicPr/>
                      <p:nvPr/>
                    </p:nvPicPr>
                    <p:blipFill>
                      <a:blip r:embed="rId2"/>
                      <a:srcRect/>
                      <a:stretch>
                        <a:fillRect/>
                      </a:stretch>
                    </p:blipFill>
                    <p:spPr>
                      <a:xfrm>
                        <a:off x="6610350" y="2584450"/>
                        <a:ext cx="114300" cy="215900"/>
                      </a:xfrm>
                      <a:prstGeom prst="rect">
                        <a:avLst/>
                      </a:prstGeom>
                      <a:noFill/>
                      <a:ln w="38100">
                        <a:miter/>
                      </a:ln>
                    </p:spPr>
                  </p:pic>
                </p:oleObj>
              </mc:Fallback>
            </mc:AlternateContent>
          </a:graphicData>
        </a:graphic>
      </p:graphicFrame>
      <p:sp>
        <p:nvSpPr>
          <p:cNvPr id="18437" name="Rectangle 6"/>
          <p:cNvSpPr/>
          <p:nvPr/>
        </p:nvSpPr>
        <p:spPr>
          <a:xfrm>
            <a:off x="0" y="32766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8438" name="Object 5"/>
          <p:cNvGraphicFramePr/>
          <p:nvPr/>
        </p:nvGraphicFramePr>
        <p:xfrm>
          <a:off x="950913" y="1957388"/>
          <a:ext cx="7439025" cy="509587"/>
        </p:xfrm>
        <a:graphic>
          <a:graphicData uri="http://schemas.openxmlformats.org/presentationml/2006/ole">
            <mc:AlternateContent xmlns:mc="http://schemas.openxmlformats.org/markup-compatibility/2006">
              <mc:Choice xmlns:v="urn:schemas-microsoft-com:vml" Requires="v">
                <p:oleObj spid="_x0000_s15474" name="" r:id="rId3" imgW="4428490" imgH="304800" progId="Equation.DSMT4">
                  <p:embed/>
                </p:oleObj>
              </mc:Choice>
              <mc:Fallback>
                <p:oleObj name="" r:id="rId3" imgW="4428490" imgH="304800" progId="Equation.DSMT4">
                  <p:embed/>
                  <p:pic>
                    <p:nvPicPr>
                      <p:cNvPr id="0" name="图片 3098"/>
                      <p:cNvPicPr/>
                      <p:nvPr/>
                    </p:nvPicPr>
                    <p:blipFill>
                      <a:blip r:embed="rId4"/>
                      <a:stretch>
                        <a:fillRect/>
                      </a:stretch>
                    </p:blipFill>
                    <p:spPr>
                      <a:xfrm>
                        <a:off x="950913" y="1957388"/>
                        <a:ext cx="7439025" cy="509587"/>
                      </a:xfrm>
                      <a:prstGeom prst="rect">
                        <a:avLst/>
                      </a:prstGeom>
                      <a:noFill/>
                      <a:ln w="38100">
                        <a:noFill/>
                        <a:miter/>
                      </a:ln>
                    </p:spPr>
                  </p:pic>
                </p:oleObj>
              </mc:Fallback>
            </mc:AlternateContent>
          </a:graphicData>
        </a:graphic>
      </p:graphicFrame>
      <p:sp>
        <p:nvSpPr>
          <p:cNvPr id="18439" name="Rectangle 8"/>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8440" name="Object 7"/>
          <p:cNvGraphicFramePr/>
          <p:nvPr/>
        </p:nvGraphicFramePr>
        <p:xfrm>
          <a:off x="952500" y="3622675"/>
          <a:ext cx="7458075" cy="860425"/>
        </p:xfrm>
        <a:graphic>
          <a:graphicData uri="http://schemas.openxmlformats.org/presentationml/2006/ole">
            <mc:AlternateContent xmlns:mc="http://schemas.openxmlformats.org/markup-compatibility/2006">
              <mc:Choice xmlns:v="urn:schemas-microsoft-com:vml" Requires="v">
                <p:oleObj spid="_x0000_s15475" name="" r:id="rId5" imgW="4114800" imgH="609600" progId="Equation.DSMT4">
                  <p:embed/>
                </p:oleObj>
              </mc:Choice>
              <mc:Fallback>
                <p:oleObj name="" r:id="rId5" imgW="4114800" imgH="609600" progId="Equation.DSMT4">
                  <p:embed/>
                  <p:pic>
                    <p:nvPicPr>
                      <p:cNvPr id="0" name="图片 3097"/>
                      <p:cNvPicPr/>
                      <p:nvPr/>
                    </p:nvPicPr>
                    <p:blipFill>
                      <a:blip r:embed="rId6"/>
                      <a:stretch>
                        <a:fillRect/>
                      </a:stretch>
                    </p:blipFill>
                    <p:spPr>
                      <a:xfrm>
                        <a:off x="952500" y="3622675"/>
                        <a:ext cx="7458075" cy="860425"/>
                      </a:xfrm>
                      <a:prstGeom prst="rect">
                        <a:avLst/>
                      </a:prstGeom>
                      <a:noFill/>
                      <a:ln w="38100">
                        <a:noFill/>
                        <a:miter/>
                      </a:ln>
                    </p:spPr>
                  </p:pic>
                </p:oleObj>
              </mc:Fallback>
            </mc:AlternateContent>
          </a:graphicData>
        </a:graphic>
      </p:graphicFrame>
      <p:sp>
        <p:nvSpPr>
          <p:cNvPr id="18441" name="Rectangle 10"/>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8442" name="Object 9"/>
          <p:cNvGraphicFramePr/>
          <p:nvPr/>
        </p:nvGraphicFramePr>
        <p:xfrm>
          <a:off x="987425" y="2584450"/>
          <a:ext cx="2305050" cy="860425"/>
        </p:xfrm>
        <a:graphic>
          <a:graphicData uri="http://schemas.openxmlformats.org/presentationml/2006/ole">
            <mc:AlternateContent xmlns:mc="http://schemas.openxmlformats.org/markup-compatibility/2006">
              <mc:Choice xmlns:v="urn:schemas-microsoft-com:vml" Requires="v">
                <p:oleObj spid="_x0000_s15476" name="" r:id="rId7" imgW="1358900" imgH="609600" progId="Equation.DSMT4">
                  <p:embed/>
                </p:oleObj>
              </mc:Choice>
              <mc:Fallback>
                <p:oleObj name="" r:id="rId7" imgW="1358900" imgH="609600" progId="Equation.DSMT4">
                  <p:embed/>
                  <p:pic>
                    <p:nvPicPr>
                      <p:cNvPr id="0" name="图片 3099"/>
                      <p:cNvPicPr/>
                      <p:nvPr/>
                    </p:nvPicPr>
                    <p:blipFill>
                      <a:blip r:embed="rId8"/>
                      <a:stretch>
                        <a:fillRect/>
                      </a:stretch>
                    </p:blipFill>
                    <p:spPr>
                      <a:xfrm>
                        <a:off x="987425" y="2584450"/>
                        <a:ext cx="2305050" cy="860425"/>
                      </a:xfrm>
                      <a:prstGeom prst="rect">
                        <a:avLst/>
                      </a:prstGeom>
                      <a:noFill/>
                      <a:ln w="38100">
                        <a:noFill/>
                        <a:miter/>
                      </a:ln>
                    </p:spPr>
                  </p:pic>
                </p:oleObj>
              </mc:Fallback>
            </mc:AlternateContent>
          </a:graphicData>
        </a:graphic>
      </p:graphicFrame>
      <p:sp>
        <p:nvSpPr>
          <p:cNvPr id="18443" name="Rectangle 12"/>
          <p:cNvSpPr/>
          <p:nvPr/>
        </p:nvSpPr>
        <p:spPr>
          <a:xfrm>
            <a:off x="0" y="310991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8444" name="Rectangle 21"/>
          <p:cNvSpPr/>
          <p:nvPr/>
        </p:nvSpPr>
        <p:spPr>
          <a:xfrm>
            <a:off x="0" y="310991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8445"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§2.2 </a:t>
            </a:r>
            <a:r>
              <a:rPr lang="zh-CN" altLang="en-US" sz="2000" b="1" i="1" dirty="0">
                <a:solidFill>
                  <a:srgbClr val="00B050"/>
                </a:solidFill>
                <a:latin typeface="黑体" panose="02010609060101010101" pitchFamily="49" charset="-122"/>
                <a:ea typeface="黑体" panose="02010609060101010101" pitchFamily="49" charset="-122"/>
              </a:rPr>
              <a:t>多元函数的海赛阵和泰勒展开式</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18446" name="Rectangle 16"/>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18447" name="Object 15"/>
          <p:cNvGraphicFramePr/>
          <p:nvPr/>
        </p:nvGraphicFramePr>
        <p:xfrm>
          <a:off x="3806825" y="2603500"/>
          <a:ext cx="985838" cy="823913"/>
        </p:xfrm>
        <a:graphic>
          <a:graphicData uri="http://schemas.openxmlformats.org/presentationml/2006/ole">
            <mc:AlternateContent xmlns:mc="http://schemas.openxmlformats.org/markup-compatibility/2006">
              <mc:Choice xmlns:v="urn:schemas-microsoft-com:vml" Requires="v">
                <p:oleObj spid="_x0000_s15477" name="" r:id="rId9" imgW="723900" imgH="609600" progId="Equation.DSMT4">
                  <p:embed/>
                </p:oleObj>
              </mc:Choice>
              <mc:Fallback>
                <p:oleObj name="" r:id="rId9" imgW="723900" imgH="609600" progId="Equation.DSMT4">
                  <p:embed/>
                  <p:pic>
                    <p:nvPicPr>
                      <p:cNvPr id="0" name="图片 3106"/>
                      <p:cNvPicPr/>
                      <p:nvPr/>
                    </p:nvPicPr>
                    <p:blipFill>
                      <a:blip r:embed="rId10"/>
                      <a:stretch>
                        <a:fillRect/>
                      </a:stretch>
                    </p:blipFill>
                    <p:spPr>
                      <a:xfrm>
                        <a:off x="3806825" y="2603500"/>
                        <a:ext cx="985838" cy="823913"/>
                      </a:xfrm>
                      <a:prstGeom prst="rect">
                        <a:avLst/>
                      </a:prstGeom>
                      <a:noFill/>
                      <a:ln w="38100">
                        <a:noFill/>
                        <a:miter/>
                      </a:ln>
                    </p:spPr>
                  </p:pic>
                </p:oleObj>
              </mc:Fallback>
            </mc:AlternateContent>
          </a:graphicData>
        </a:graphic>
      </p:graphicFrame>
      <p:graphicFrame>
        <p:nvGraphicFramePr>
          <p:cNvPr id="18448" name="Object 17"/>
          <p:cNvGraphicFramePr/>
          <p:nvPr/>
        </p:nvGraphicFramePr>
        <p:xfrm>
          <a:off x="5243513" y="2835275"/>
          <a:ext cx="657225" cy="274638"/>
        </p:xfrm>
        <a:graphic>
          <a:graphicData uri="http://schemas.openxmlformats.org/presentationml/2006/ole">
            <mc:AlternateContent xmlns:mc="http://schemas.openxmlformats.org/markup-compatibility/2006">
              <mc:Choice xmlns:v="urn:schemas-microsoft-com:vml" Requires="v">
                <p:oleObj spid="_x0000_s15478" name="" r:id="rId11" imgW="481965" imgH="203200" progId="Equation.DSMT4">
                  <p:embed/>
                </p:oleObj>
              </mc:Choice>
              <mc:Fallback>
                <p:oleObj name="" r:id="rId11" imgW="481965" imgH="203200" progId="Equation.DSMT4">
                  <p:embed/>
                  <p:pic>
                    <p:nvPicPr>
                      <p:cNvPr id="0" name="图片 3110"/>
                      <p:cNvPicPr/>
                      <p:nvPr/>
                    </p:nvPicPr>
                    <p:blipFill>
                      <a:blip r:embed="rId12"/>
                      <a:stretch>
                        <a:fillRect/>
                      </a:stretch>
                    </p:blipFill>
                    <p:spPr>
                      <a:xfrm>
                        <a:off x="5243513" y="2835275"/>
                        <a:ext cx="657225" cy="274638"/>
                      </a:xfrm>
                      <a:prstGeom prst="rect">
                        <a:avLst/>
                      </a:prstGeom>
                      <a:noFill/>
                      <a:ln w="38100">
                        <a:noFill/>
                        <a:miter/>
                      </a:ln>
                    </p:spPr>
                  </p:pic>
                </p:oleObj>
              </mc:Fallback>
            </mc:AlternateContent>
          </a:graphicData>
        </a:graphic>
      </p:graphicFrame>
      <p:graphicFrame>
        <p:nvGraphicFramePr>
          <p:cNvPr id="18449" name="Object 18"/>
          <p:cNvGraphicFramePr/>
          <p:nvPr/>
        </p:nvGraphicFramePr>
        <p:xfrm>
          <a:off x="6424613" y="2560638"/>
          <a:ext cx="985837" cy="823912"/>
        </p:xfrm>
        <a:graphic>
          <a:graphicData uri="http://schemas.openxmlformats.org/presentationml/2006/ole">
            <mc:AlternateContent xmlns:mc="http://schemas.openxmlformats.org/markup-compatibility/2006">
              <mc:Choice xmlns:v="urn:schemas-microsoft-com:vml" Requires="v">
                <p:oleObj spid="_x0000_s15479" name="" r:id="rId13" imgW="723900" imgH="609600" progId="Equation.DSMT4">
                  <p:embed/>
                </p:oleObj>
              </mc:Choice>
              <mc:Fallback>
                <p:oleObj name="" r:id="rId13" imgW="723900" imgH="609600" progId="Equation.DSMT4">
                  <p:embed/>
                  <p:pic>
                    <p:nvPicPr>
                      <p:cNvPr id="0" name="图片 3101"/>
                      <p:cNvPicPr/>
                      <p:nvPr/>
                    </p:nvPicPr>
                    <p:blipFill>
                      <a:blip r:embed="rId14"/>
                      <a:stretch>
                        <a:fillRect/>
                      </a:stretch>
                    </p:blipFill>
                    <p:spPr>
                      <a:xfrm>
                        <a:off x="6424613" y="2560638"/>
                        <a:ext cx="985837" cy="823912"/>
                      </a:xfrm>
                      <a:prstGeom prst="rect">
                        <a:avLst/>
                      </a:prstGeom>
                      <a:noFill/>
                      <a:ln w="38100">
                        <a:noFill/>
                        <a:miter/>
                      </a:ln>
                    </p:spPr>
                  </p:pic>
                </p:oleObj>
              </mc:Fallback>
            </mc:AlternateContent>
          </a:graphicData>
        </a:graphic>
      </p:graphicFrame>
      <p:graphicFrame>
        <p:nvGraphicFramePr>
          <p:cNvPr id="18450" name="Object 4"/>
          <p:cNvGraphicFramePr/>
          <p:nvPr/>
        </p:nvGraphicFramePr>
        <p:xfrm>
          <a:off x="987425" y="4754563"/>
          <a:ext cx="3489325" cy="701675"/>
        </p:xfrm>
        <a:graphic>
          <a:graphicData uri="http://schemas.openxmlformats.org/presentationml/2006/ole">
            <mc:AlternateContent xmlns:mc="http://schemas.openxmlformats.org/markup-compatibility/2006">
              <mc:Choice xmlns:v="urn:schemas-microsoft-com:vml" Requires="v">
                <p:oleObj spid="_x0000_s15480" name="" r:id="rId15" imgW="2120900" imgH="508000" progId="Equation.DSMT4">
                  <p:embed/>
                </p:oleObj>
              </mc:Choice>
              <mc:Fallback>
                <p:oleObj name="" r:id="rId15" imgW="2120900" imgH="508000" progId="Equation.DSMT4">
                  <p:embed/>
                  <p:pic>
                    <p:nvPicPr>
                      <p:cNvPr id="0" name="图片 3105"/>
                      <p:cNvPicPr/>
                      <p:nvPr/>
                    </p:nvPicPr>
                    <p:blipFill>
                      <a:blip r:embed="rId16"/>
                      <a:stretch>
                        <a:fillRect/>
                      </a:stretch>
                    </p:blipFill>
                    <p:spPr>
                      <a:xfrm>
                        <a:off x="987425" y="4754563"/>
                        <a:ext cx="3489325" cy="701675"/>
                      </a:xfrm>
                      <a:prstGeom prst="rect">
                        <a:avLst/>
                      </a:prstGeom>
                      <a:noFill/>
                      <a:ln w="38100">
                        <a:noFill/>
                        <a:miter/>
                      </a:ln>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9459" name="Rectangle 3"/>
          <p:cNvSpPr>
            <a:spLocks noGrp="1"/>
          </p:cNvSpPr>
          <p:nvPr>
            <p:ph idx="1"/>
          </p:nvPr>
        </p:nvSpPr>
        <p:spPr>
          <a:xfrm>
            <a:off x="342900" y="565150"/>
            <a:ext cx="8515350" cy="5649913"/>
          </a:xfrm>
        </p:spPr>
        <p:txBody>
          <a:bodyPr vert="horz" wrap="square" lIns="91440" tIns="45720" rIns="91440" bIns="45720" anchor="t"/>
          <a:lstStyle/>
          <a:p>
            <a:pPr eaLnBrk="1" hangingPunct="1">
              <a:buNone/>
            </a:pPr>
            <a:r>
              <a:rPr lang="zh-CN" altLang="en-US" sz="2400" dirty="0">
                <a:latin typeface="黑体" panose="02010609060101010101" pitchFamily="49" charset="-122"/>
                <a:ea typeface="黑体" panose="02010609060101010101" pitchFamily="49" charset="-122"/>
              </a:rPr>
              <a:t>同理</a:t>
            </a: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对于</a:t>
            </a:r>
            <a:r>
              <a:rPr lang="en-US" altLang="zh-CN" sz="2400" dirty="0">
                <a:latin typeface="黑体" panose="02010609060101010101" pitchFamily="49" charset="-122"/>
                <a:ea typeface="黑体" panose="02010609060101010101" pitchFamily="49" charset="-122"/>
              </a:rPr>
              <a:t>n</a:t>
            </a:r>
            <a:r>
              <a:rPr lang="zh-CN" altLang="en-US" sz="2400" dirty="0">
                <a:latin typeface="黑体" panose="02010609060101010101" pitchFamily="49" charset="-122"/>
                <a:ea typeface="黑体" panose="02010609060101010101" pitchFamily="49" charset="-122"/>
              </a:rPr>
              <a:t>元二次函数</a:t>
            </a:r>
            <a:r>
              <a:rPr lang="en-US" altLang="zh-CN"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eaLnBrk="1" hangingPunct="1">
              <a:buNone/>
            </a:pPr>
            <a:endParaRPr lang="en-US" altLang="zh-CN" sz="2400" dirty="0">
              <a:latin typeface="黑体" panose="02010609060101010101" pitchFamily="49" charset="-122"/>
              <a:ea typeface="黑体" panose="02010609060101010101" pitchFamily="49" charset="-122"/>
            </a:endParaRPr>
          </a:p>
          <a:p>
            <a:pPr eaLnBrk="1" hangingPunct="1">
              <a:buNone/>
            </a:pPr>
            <a:endParaRPr lang="en-US" altLang="zh-CN" sz="2400" dirty="0">
              <a:latin typeface="黑体" panose="02010609060101010101" pitchFamily="49" charset="-122"/>
              <a:ea typeface="黑体" panose="02010609060101010101" pitchFamily="49" charset="-122"/>
            </a:endParaRPr>
          </a:p>
          <a:p>
            <a:pPr eaLnBrk="1" hangingPunct="1">
              <a:buNone/>
            </a:pPr>
            <a:endParaRPr lang="en-US" altLang="zh-CN" sz="2400" dirty="0">
              <a:latin typeface="黑体" panose="02010609060101010101" pitchFamily="49" charset="-122"/>
              <a:ea typeface="黑体" panose="02010609060101010101" pitchFamily="49" charset="-122"/>
            </a:endParaRPr>
          </a:p>
          <a:p>
            <a:pPr eaLnBrk="1" hangingPunct="1">
              <a:buNone/>
            </a:pPr>
            <a:endParaRPr lang="en-US" altLang="zh-CN" sz="2400" dirty="0">
              <a:latin typeface="黑体" panose="02010609060101010101" pitchFamily="49" charset="-122"/>
              <a:ea typeface="黑体" panose="02010609060101010101" pitchFamily="49" charset="-122"/>
            </a:endParaRPr>
          </a:p>
          <a:p>
            <a:pPr eaLnBrk="1" hangingPunct="1">
              <a:buNone/>
            </a:pPr>
            <a:r>
              <a:rPr lang="zh-CN" altLang="en-US" sz="2400" dirty="0">
                <a:latin typeface="黑体" panose="02010609060101010101" pitchFamily="49" charset="-122"/>
                <a:ea typeface="黑体" panose="02010609060101010101" pitchFamily="49" charset="-122"/>
              </a:rPr>
              <a:t>其中：</a:t>
            </a: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endParaRPr lang="en-US" altLang="zh-CN" sz="2400" dirty="0">
              <a:latin typeface="黑体" panose="02010609060101010101" pitchFamily="49" charset="-122"/>
              <a:ea typeface="黑体" panose="02010609060101010101" pitchFamily="49" charset="-122"/>
            </a:endParaRPr>
          </a:p>
          <a:p>
            <a:pPr eaLnBrk="1" hangingPunct="1">
              <a:buNone/>
            </a:pPr>
            <a:r>
              <a:rPr lang="en-US" altLang="zh-CN" sz="2400" dirty="0">
                <a:latin typeface="黑体" panose="02010609060101010101" pitchFamily="49" charset="-122"/>
                <a:ea typeface="黑体" panose="02010609060101010101" pitchFamily="49" charset="-122"/>
              </a:rPr>
              <a:t>                                        </a:t>
            </a:r>
            <a:endParaRPr lang="en-US" altLang="zh-CN" sz="2400" dirty="0">
              <a:latin typeface="黑体" panose="02010609060101010101" pitchFamily="49" charset="-122"/>
              <a:ea typeface="黑体" panose="02010609060101010101" pitchFamily="49" charset="-122"/>
            </a:endParaRPr>
          </a:p>
          <a:p>
            <a:pPr eaLnBrk="1" hangingPunct="1">
              <a:buNone/>
            </a:pPr>
            <a:endParaRPr lang="en-US" altLang="zh-CN" sz="2400" dirty="0">
              <a:latin typeface="黑体" panose="02010609060101010101" pitchFamily="49" charset="-122"/>
              <a:ea typeface="黑体" panose="02010609060101010101" pitchFamily="49" charset="-122"/>
            </a:endParaRPr>
          </a:p>
        </p:txBody>
      </p:sp>
      <p:sp>
        <p:nvSpPr>
          <p:cNvPr id="19460" name="Rectangle 5"/>
          <p:cNvSpPr/>
          <p:nvPr/>
        </p:nvSpPr>
        <p:spPr>
          <a:xfrm>
            <a:off x="0" y="31765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9461" name="Rectangle 7"/>
          <p:cNvSpPr/>
          <p:nvPr/>
        </p:nvSpPr>
        <p:spPr>
          <a:xfrm>
            <a:off x="0" y="31384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9462" name="Object 6"/>
          <p:cNvGraphicFramePr/>
          <p:nvPr/>
        </p:nvGraphicFramePr>
        <p:xfrm>
          <a:off x="1311275" y="1095375"/>
          <a:ext cx="5257800" cy="898525"/>
        </p:xfrm>
        <a:graphic>
          <a:graphicData uri="http://schemas.openxmlformats.org/presentationml/2006/ole">
            <mc:AlternateContent xmlns:mc="http://schemas.openxmlformats.org/markup-compatibility/2006">
              <mc:Choice xmlns:v="urn:schemas-microsoft-com:vml" Requires="v">
                <p:oleObj spid="_x0000_s16469" name="" r:id="rId1" imgW="2933700" imgH="584200" progId="Equation.DSMT4">
                  <p:embed/>
                </p:oleObj>
              </mc:Choice>
              <mc:Fallback>
                <p:oleObj name="" r:id="rId1" imgW="2933700" imgH="584200" progId="Equation.DSMT4">
                  <p:embed/>
                  <p:pic>
                    <p:nvPicPr>
                      <p:cNvPr id="0" name="图片 3107"/>
                      <p:cNvPicPr/>
                      <p:nvPr/>
                    </p:nvPicPr>
                    <p:blipFill>
                      <a:blip r:embed="rId2"/>
                      <a:stretch>
                        <a:fillRect/>
                      </a:stretch>
                    </p:blipFill>
                    <p:spPr>
                      <a:xfrm>
                        <a:off x="1311275" y="1095375"/>
                        <a:ext cx="5257800" cy="898525"/>
                      </a:xfrm>
                      <a:prstGeom prst="rect">
                        <a:avLst/>
                      </a:prstGeom>
                      <a:noFill/>
                      <a:ln w="38100">
                        <a:noFill/>
                        <a:miter/>
                      </a:ln>
                    </p:spPr>
                  </p:pic>
                </p:oleObj>
              </mc:Fallback>
            </mc:AlternateContent>
          </a:graphicData>
        </a:graphic>
      </p:graphicFrame>
      <p:sp>
        <p:nvSpPr>
          <p:cNvPr id="19463" name="Rectangle 9"/>
          <p:cNvSpPr/>
          <p:nvPr/>
        </p:nvSpPr>
        <p:spPr>
          <a:xfrm>
            <a:off x="0" y="31765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19464" name="Object 8"/>
          <p:cNvGraphicFramePr/>
          <p:nvPr/>
        </p:nvGraphicFramePr>
        <p:xfrm>
          <a:off x="2144713" y="2065338"/>
          <a:ext cx="2751137" cy="836612"/>
        </p:xfrm>
        <a:graphic>
          <a:graphicData uri="http://schemas.openxmlformats.org/presentationml/2006/ole">
            <mc:AlternateContent xmlns:mc="http://schemas.openxmlformats.org/markup-compatibility/2006">
              <mc:Choice xmlns:v="urn:schemas-microsoft-com:vml" Requires="v">
                <p:oleObj spid="_x0000_s16470" name="" r:id="rId3" imgW="1663700" imgH="508000" progId="Equation.DSMT4">
                  <p:embed/>
                </p:oleObj>
              </mc:Choice>
              <mc:Fallback>
                <p:oleObj name="" r:id="rId3" imgW="1663700" imgH="508000" progId="Equation.DSMT4">
                  <p:embed/>
                  <p:pic>
                    <p:nvPicPr>
                      <p:cNvPr id="0" name="图片 3104"/>
                      <p:cNvPicPr/>
                      <p:nvPr/>
                    </p:nvPicPr>
                    <p:blipFill>
                      <a:blip r:embed="rId4"/>
                      <a:stretch>
                        <a:fillRect/>
                      </a:stretch>
                    </p:blipFill>
                    <p:spPr>
                      <a:xfrm>
                        <a:off x="2144713" y="2065338"/>
                        <a:ext cx="2751137" cy="836612"/>
                      </a:xfrm>
                      <a:prstGeom prst="rect">
                        <a:avLst/>
                      </a:prstGeom>
                      <a:noFill/>
                      <a:ln w="38100">
                        <a:noFill/>
                        <a:miter/>
                      </a:ln>
                    </p:spPr>
                  </p:pic>
                </p:oleObj>
              </mc:Fallback>
            </mc:AlternateContent>
          </a:graphicData>
        </a:graphic>
      </p:graphicFrame>
      <p:sp>
        <p:nvSpPr>
          <p:cNvPr id="19465" name="Rectangle 11"/>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9466" name="Rectangle 13"/>
          <p:cNvSpPr/>
          <p:nvPr/>
        </p:nvSpPr>
        <p:spPr>
          <a:xfrm>
            <a:off x="0" y="28194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19467"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§2.2 </a:t>
            </a:r>
            <a:r>
              <a:rPr lang="zh-CN" altLang="en-US" sz="2000" b="1" i="1" dirty="0">
                <a:solidFill>
                  <a:srgbClr val="00B050"/>
                </a:solidFill>
                <a:latin typeface="黑体" panose="02010609060101010101" pitchFamily="49" charset="-122"/>
                <a:ea typeface="黑体" panose="02010609060101010101" pitchFamily="49" charset="-122"/>
              </a:rPr>
              <a:t>多元函数的海赛阵和泰勒展开式</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19468" name="Rectangle 16"/>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19469" name="Object 15"/>
          <p:cNvGraphicFramePr/>
          <p:nvPr/>
        </p:nvGraphicFramePr>
        <p:xfrm>
          <a:off x="830263" y="3432175"/>
          <a:ext cx="3652837" cy="2071688"/>
        </p:xfrm>
        <a:graphic>
          <a:graphicData uri="http://schemas.openxmlformats.org/presentationml/2006/ole">
            <mc:AlternateContent xmlns:mc="http://schemas.openxmlformats.org/markup-compatibility/2006">
              <mc:Choice xmlns:v="urn:schemas-microsoft-com:vml" Requires="v">
                <p:oleObj spid="_x0000_s16471" name="" r:id="rId5" imgW="2146300" imgH="1219200" progId="Equation.DSMT4">
                  <p:embed/>
                </p:oleObj>
              </mc:Choice>
              <mc:Fallback>
                <p:oleObj name="" r:id="rId5" imgW="2146300" imgH="1219200" progId="Equation.DSMT4">
                  <p:embed/>
                  <p:pic>
                    <p:nvPicPr>
                      <p:cNvPr id="0" name="图片 3108"/>
                      <p:cNvPicPr/>
                      <p:nvPr/>
                    </p:nvPicPr>
                    <p:blipFill>
                      <a:blip r:embed="rId6"/>
                      <a:stretch>
                        <a:fillRect/>
                      </a:stretch>
                    </p:blipFill>
                    <p:spPr>
                      <a:xfrm>
                        <a:off x="830263" y="3432175"/>
                        <a:ext cx="3652837" cy="2071688"/>
                      </a:xfrm>
                      <a:prstGeom prst="rect">
                        <a:avLst/>
                      </a:prstGeom>
                      <a:noFill/>
                      <a:ln w="38100">
                        <a:noFill/>
                        <a:miter/>
                      </a:ln>
                    </p:spPr>
                  </p:pic>
                </p:oleObj>
              </mc:Fallback>
            </mc:AlternateContent>
          </a:graphicData>
        </a:graphic>
      </p:graphicFrame>
      <p:sp>
        <p:nvSpPr>
          <p:cNvPr id="19470" name="Rectangle 18"/>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19471" name="Object 17"/>
          <p:cNvGraphicFramePr/>
          <p:nvPr/>
        </p:nvGraphicFramePr>
        <p:xfrm>
          <a:off x="6965950" y="3486150"/>
          <a:ext cx="1214438" cy="2036763"/>
        </p:xfrm>
        <a:graphic>
          <a:graphicData uri="http://schemas.openxmlformats.org/presentationml/2006/ole">
            <mc:AlternateContent xmlns:mc="http://schemas.openxmlformats.org/markup-compatibility/2006">
              <mc:Choice xmlns:v="urn:schemas-microsoft-com:vml" Requires="v">
                <p:oleObj spid="_x0000_s16472" name="" r:id="rId7" imgW="723900" imgH="1218565" progId="Equation.DSMT4">
                  <p:embed/>
                </p:oleObj>
              </mc:Choice>
              <mc:Fallback>
                <p:oleObj name="" r:id="rId7" imgW="723900" imgH="1218565" progId="Equation.DSMT4">
                  <p:embed/>
                  <p:pic>
                    <p:nvPicPr>
                      <p:cNvPr id="0" name="图片 3109"/>
                      <p:cNvPicPr/>
                      <p:nvPr/>
                    </p:nvPicPr>
                    <p:blipFill>
                      <a:blip r:embed="rId8"/>
                      <a:stretch>
                        <a:fillRect/>
                      </a:stretch>
                    </p:blipFill>
                    <p:spPr>
                      <a:xfrm>
                        <a:off x="6965950" y="3486150"/>
                        <a:ext cx="1214438" cy="2036763"/>
                      </a:xfrm>
                      <a:prstGeom prst="rect">
                        <a:avLst/>
                      </a:prstGeom>
                      <a:noFill/>
                      <a:ln w="38100">
                        <a:noFill/>
                        <a:miter/>
                      </a:ln>
                    </p:spPr>
                  </p:pic>
                </p:oleObj>
              </mc:Fallback>
            </mc:AlternateContent>
          </a:graphicData>
        </a:graphic>
      </p:graphicFrame>
      <p:graphicFrame>
        <p:nvGraphicFramePr>
          <p:cNvPr id="19472" name="Object 19"/>
          <p:cNvGraphicFramePr/>
          <p:nvPr/>
        </p:nvGraphicFramePr>
        <p:xfrm>
          <a:off x="6080125" y="4276725"/>
          <a:ext cx="657225" cy="274638"/>
        </p:xfrm>
        <a:graphic>
          <a:graphicData uri="http://schemas.openxmlformats.org/presentationml/2006/ole">
            <mc:AlternateContent xmlns:mc="http://schemas.openxmlformats.org/markup-compatibility/2006">
              <mc:Choice xmlns:v="urn:schemas-microsoft-com:vml" Requires="v">
                <p:oleObj spid="_x0000_s16473" name="" r:id="rId9" imgW="481965" imgH="203200" progId="Equation.DSMT4">
                  <p:embed/>
                </p:oleObj>
              </mc:Choice>
              <mc:Fallback>
                <p:oleObj name="" r:id="rId9" imgW="481965" imgH="203200" progId="Equation.DSMT4">
                  <p:embed/>
                  <p:pic>
                    <p:nvPicPr>
                      <p:cNvPr id="0" name="图片 3102"/>
                      <p:cNvPicPr/>
                      <p:nvPr/>
                    </p:nvPicPr>
                    <p:blipFill>
                      <a:blip r:embed="rId10"/>
                      <a:stretch>
                        <a:fillRect/>
                      </a:stretch>
                    </p:blipFill>
                    <p:spPr>
                      <a:xfrm>
                        <a:off x="6080125" y="4276725"/>
                        <a:ext cx="657225" cy="274638"/>
                      </a:xfrm>
                      <a:prstGeom prst="rect">
                        <a:avLst/>
                      </a:prstGeom>
                      <a:noFill/>
                      <a:ln w="38100">
                        <a:noFill/>
                        <a:miter/>
                      </a:ln>
                    </p:spPr>
                  </p:pic>
                </p:oleObj>
              </mc:Fallback>
            </mc:AlternateContent>
          </a:graphicData>
        </a:graphic>
      </p:graphicFrame>
      <p:graphicFrame>
        <p:nvGraphicFramePr>
          <p:cNvPr id="19473" name="Object 20"/>
          <p:cNvGraphicFramePr/>
          <p:nvPr/>
        </p:nvGraphicFramePr>
        <p:xfrm>
          <a:off x="4727575" y="3486150"/>
          <a:ext cx="1127125" cy="1857375"/>
        </p:xfrm>
        <a:graphic>
          <a:graphicData uri="http://schemas.openxmlformats.org/presentationml/2006/ole">
            <mc:AlternateContent xmlns:mc="http://schemas.openxmlformats.org/markup-compatibility/2006">
              <mc:Choice xmlns:v="urn:schemas-microsoft-com:vml" Requires="v">
                <p:oleObj spid="_x0000_s16474" name="" r:id="rId11" imgW="736600" imgH="1219200" progId="Equation.DSMT4">
                  <p:embed/>
                </p:oleObj>
              </mc:Choice>
              <mc:Fallback>
                <p:oleObj name="" r:id="rId11" imgW="736600" imgH="1219200" progId="Equation.DSMT4">
                  <p:embed/>
                  <p:pic>
                    <p:nvPicPr>
                      <p:cNvPr id="0" name="图片 3103"/>
                      <p:cNvPicPr/>
                      <p:nvPr/>
                    </p:nvPicPr>
                    <p:blipFill>
                      <a:blip r:embed="rId12"/>
                      <a:stretch>
                        <a:fillRect/>
                      </a:stretch>
                    </p:blipFill>
                    <p:spPr>
                      <a:xfrm>
                        <a:off x="4727575" y="3486150"/>
                        <a:ext cx="1127125" cy="1857375"/>
                      </a:xfrm>
                      <a:prstGeom prst="rect">
                        <a:avLst/>
                      </a:prstGeom>
                      <a:noFill/>
                      <a:ln w="38100">
                        <a:noFill/>
                        <a:miter/>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20483" name="Rectangle 2"/>
          <p:cNvSpPr>
            <a:spLocks noGrp="1"/>
          </p:cNvSpPr>
          <p:nvPr>
            <p:ph type="title"/>
          </p:nvPr>
        </p:nvSpPr>
        <p:spPr/>
        <p:txBody>
          <a:bodyPr vert="horz" wrap="square" lIns="91440" tIns="45720" rIns="91440" bIns="45720" anchor="ctr"/>
          <a:lstStyle/>
          <a:p>
            <a:pPr eaLnBrk="1" hangingPunct="1"/>
            <a:r>
              <a:rPr lang="en-US" altLang="zh-CN" sz="2400" dirty="0">
                <a:solidFill>
                  <a:schemeClr val="tx1"/>
                </a:solidFill>
                <a:latin typeface="黑体" panose="02010609060101010101" pitchFamily="49" charset="-122"/>
                <a:ea typeface="黑体" panose="02010609060101010101" pitchFamily="49" charset="-122"/>
              </a:rPr>
              <a:t> </a:t>
            </a:r>
            <a:endParaRPr lang="en-US" altLang="zh-CN" sz="2400" dirty="0">
              <a:solidFill>
                <a:schemeClr val="tx1"/>
              </a:solidFill>
              <a:latin typeface="黑体" panose="02010609060101010101" pitchFamily="49" charset="-122"/>
              <a:ea typeface="黑体" panose="02010609060101010101" pitchFamily="49" charset="-122"/>
            </a:endParaRPr>
          </a:p>
        </p:txBody>
      </p:sp>
      <p:sp>
        <p:nvSpPr>
          <p:cNvPr id="20484" name="Rectangle 3"/>
          <p:cNvSpPr>
            <a:spLocks noGrp="1"/>
          </p:cNvSpPr>
          <p:nvPr>
            <p:ph type="body" sz="half" idx="1"/>
          </p:nvPr>
        </p:nvSpPr>
        <p:spPr>
          <a:xfrm>
            <a:off x="285750" y="571500"/>
            <a:ext cx="8572500" cy="5792788"/>
          </a:xfrm>
        </p:spPr>
        <p:txBody>
          <a:bodyPr vert="horz" wrap="square" lIns="91440" tIns="45720" rIns="91440" bIns="45720" anchor="t"/>
          <a:lstStyle/>
          <a:p>
            <a:pPr marL="609600" indent="-609600" eaLnBrk="1" hangingPunct="1">
              <a:buClrTx/>
              <a:buSzTx/>
              <a:buFontTx/>
              <a:buNone/>
            </a:pP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多元二次函数及其梯度、海赛阵的矩阵表达式</a:t>
            </a:r>
            <a:endParaRPr lang="zh-CN" altLang="en-US" sz="2400" dirty="0">
              <a:latin typeface="黑体" panose="02010609060101010101" pitchFamily="49" charset="-122"/>
              <a:ea typeface="黑体" panose="02010609060101010101" pitchFamily="49" charset="-122"/>
            </a:endParaRPr>
          </a:p>
          <a:p>
            <a:pPr marL="609600" indent="-609600" eaLnBrk="1" hangingPunct="1">
              <a:buClrTx/>
              <a:buSzTx/>
              <a:buFontTx/>
            </a:pPr>
            <a:endParaRPr lang="zh-CN" altLang="en-US" sz="2400" dirty="0">
              <a:latin typeface="黑体" panose="02010609060101010101" pitchFamily="49" charset="-122"/>
              <a:ea typeface="黑体" panose="02010609060101010101" pitchFamily="49" charset="-122"/>
            </a:endParaRPr>
          </a:p>
          <a:p>
            <a:pPr marL="609600" indent="-609600" eaLnBrk="1" hangingPunct="1">
              <a:buClrTx/>
              <a:buSzTx/>
              <a:buFontTx/>
            </a:pPr>
            <a:endParaRPr lang="zh-CN" altLang="en-US" sz="2400" dirty="0">
              <a:latin typeface="黑体" panose="02010609060101010101" pitchFamily="49" charset="-122"/>
              <a:ea typeface="黑体" panose="02010609060101010101" pitchFamily="49" charset="-122"/>
            </a:endParaRPr>
          </a:p>
          <a:p>
            <a:pPr marL="609600" indent="-609600" eaLnBrk="1" hangingPunct="1">
              <a:buClrTx/>
              <a:buSzTx/>
              <a:buFontTx/>
            </a:pPr>
            <a:endParaRPr lang="zh-CN" altLang="en-US" sz="2400" dirty="0">
              <a:latin typeface="黑体" panose="02010609060101010101" pitchFamily="49" charset="-122"/>
              <a:ea typeface="黑体" panose="02010609060101010101" pitchFamily="49" charset="-122"/>
            </a:endParaRPr>
          </a:p>
          <a:p>
            <a:pPr marL="609600" indent="-609600" eaLnBrk="1" hangingPunct="1">
              <a:buClrTx/>
              <a:buSzTx/>
              <a:buFontTx/>
            </a:pPr>
            <a:endParaRPr lang="zh-CN" altLang="en-US" sz="2400" dirty="0">
              <a:latin typeface="黑体" panose="02010609060101010101" pitchFamily="49" charset="-122"/>
              <a:ea typeface="黑体" panose="02010609060101010101" pitchFamily="49" charset="-122"/>
            </a:endParaRPr>
          </a:p>
          <a:p>
            <a:pPr marL="609600" indent="-609600" eaLnBrk="1" hangingPunct="1">
              <a:buClrTx/>
              <a:buSzTx/>
              <a:buFontTx/>
            </a:pPr>
            <a:endParaRPr lang="zh-CN" altLang="en-US" sz="2400" dirty="0">
              <a:latin typeface="黑体" panose="02010609060101010101" pitchFamily="49" charset="-122"/>
              <a:ea typeface="黑体" panose="02010609060101010101" pitchFamily="49" charset="-122"/>
            </a:endParaRPr>
          </a:p>
          <a:p>
            <a:pPr marL="609600" indent="-609600" eaLnBrk="1" hangingPunct="1">
              <a:buClrTx/>
              <a:buSzTx/>
              <a:buFontTx/>
              <a:buNone/>
            </a:pPr>
            <a:r>
              <a:rPr lang="zh-CN" altLang="en-US" sz="2400" dirty="0">
                <a:latin typeface="黑体" panose="02010609060101010101" pitchFamily="49" charset="-122"/>
                <a:ea typeface="黑体" panose="02010609060101010101" pitchFamily="49" charset="-122"/>
              </a:rPr>
              <a:t>例：                                 求有关矩阵表达式。</a:t>
            </a:r>
            <a:endParaRPr lang="en-US" altLang="zh-CN" sz="2400" dirty="0">
              <a:latin typeface="黑体" panose="02010609060101010101" pitchFamily="49" charset="-122"/>
              <a:ea typeface="黑体" panose="02010609060101010101" pitchFamily="49" charset="-122"/>
            </a:endParaRPr>
          </a:p>
          <a:p>
            <a:pPr marL="609600" indent="-609600" eaLnBrk="1" hangingPunct="1">
              <a:buClrTx/>
              <a:buSzTx/>
              <a:buFontTx/>
              <a:buNone/>
            </a:pPr>
            <a:r>
              <a:rPr lang="zh-CN" altLang="en-US" sz="2400" dirty="0">
                <a:latin typeface="黑体" panose="02010609060101010101" pitchFamily="49" charset="-122"/>
                <a:ea typeface="黑体" panose="02010609060101010101" pitchFamily="49" charset="-122"/>
              </a:rPr>
              <a:t>解：</a:t>
            </a:r>
            <a:endParaRPr lang="zh-CN" altLang="en-US" sz="2400" dirty="0">
              <a:latin typeface="黑体" panose="02010609060101010101" pitchFamily="49" charset="-122"/>
              <a:ea typeface="黑体" panose="02010609060101010101" pitchFamily="49" charset="-122"/>
            </a:endParaRPr>
          </a:p>
        </p:txBody>
      </p:sp>
      <p:sp>
        <p:nvSpPr>
          <p:cNvPr id="20485" name="Rectangle 5"/>
          <p:cNvSpPr/>
          <p:nvPr/>
        </p:nvSpPr>
        <p:spPr>
          <a:xfrm>
            <a:off x="0" y="284321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0486" name="Object 4"/>
          <p:cNvGraphicFramePr/>
          <p:nvPr/>
        </p:nvGraphicFramePr>
        <p:xfrm>
          <a:off x="1285875" y="1143000"/>
          <a:ext cx="3359150" cy="1752600"/>
        </p:xfrm>
        <a:graphic>
          <a:graphicData uri="http://schemas.openxmlformats.org/presentationml/2006/ole">
            <mc:AlternateContent xmlns:mc="http://schemas.openxmlformats.org/markup-compatibility/2006">
              <mc:Choice xmlns:v="urn:schemas-microsoft-com:vml" Requires="v">
                <p:oleObj spid="_x0000_s17465" name="" r:id="rId1" imgW="2120900" imgH="1104900" progId="Equation.DSMT4">
                  <p:embed/>
                </p:oleObj>
              </mc:Choice>
              <mc:Fallback>
                <p:oleObj name="" r:id="rId1" imgW="2120900" imgH="1104900" progId="Equation.DSMT4">
                  <p:embed/>
                  <p:pic>
                    <p:nvPicPr>
                      <p:cNvPr id="0" name="图片 3116"/>
                      <p:cNvPicPr/>
                      <p:nvPr/>
                    </p:nvPicPr>
                    <p:blipFill>
                      <a:blip r:embed="rId2"/>
                      <a:stretch>
                        <a:fillRect/>
                      </a:stretch>
                    </p:blipFill>
                    <p:spPr>
                      <a:xfrm>
                        <a:off x="1285875" y="1143000"/>
                        <a:ext cx="3359150" cy="1752600"/>
                      </a:xfrm>
                      <a:prstGeom prst="rect">
                        <a:avLst/>
                      </a:prstGeom>
                      <a:noFill/>
                      <a:ln w="38100">
                        <a:noFill/>
                        <a:miter/>
                      </a:ln>
                    </p:spPr>
                  </p:pic>
                </p:oleObj>
              </mc:Fallback>
            </mc:AlternateContent>
          </a:graphicData>
        </a:graphic>
      </p:graphicFrame>
      <p:sp>
        <p:nvSpPr>
          <p:cNvPr id="20487" name="Rectangle 7"/>
          <p:cNvSpPr/>
          <p:nvPr/>
        </p:nvSpPr>
        <p:spPr>
          <a:xfrm>
            <a:off x="0" y="32766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0488" name="Object 6"/>
          <p:cNvGraphicFramePr/>
          <p:nvPr/>
        </p:nvGraphicFramePr>
        <p:xfrm>
          <a:off x="1071563" y="3221038"/>
          <a:ext cx="4811712" cy="468312"/>
        </p:xfrm>
        <a:graphic>
          <a:graphicData uri="http://schemas.openxmlformats.org/presentationml/2006/ole">
            <mc:AlternateContent xmlns:mc="http://schemas.openxmlformats.org/markup-compatibility/2006">
              <mc:Choice xmlns:v="urn:schemas-microsoft-com:vml" Requires="v">
                <p:oleObj spid="_x0000_s17466" name="" r:id="rId3" imgW="3147060" imgH="304800" progId="Equation.DSMT4">
                  <p:embed/>
                </p:oleObj>
              </mc:Choice>
              <mc:Fallback>
                <p:oleObj name="" r:id="rId3" imgW="3147060" imgH="304800" progId="Equation.DSMT4">
                  <p:embed/>
                  <p:pic>
                    <p:nvPicPr>
                      <p:cNvPr id="0" name="图片 3117"/>
                      <p:cNvPicPr/>
                      <p:nvPr/>
                    </p:nvPicPr>
                    <p:blipFill>
                      <a:blip r:embed="rId4"/>
                      <a:stretch>
                        <a:fillRect/>
                      </a:stretch>
                    </p:blipFill>
                    <p:spPr>
                      <a:xfrm>
                        <a:off x="1071563" y="3221038"/>
                        <a:ext cx="4811712" cy="468312"/>
                      </a:xfrm>
                      <a:prstGeom prst="rect">
                        <a:avLst/>
                      </a:prstGeom>
                      <a:noFill/>
                      <a:ln w="38100">
                        <a:noFill/>
                        <a:miter/>
                      </a:ln>
                    </p:spPr>
                  </p:pic>
                </p:oleObj>
              </mc:Fallback>
            </mc:AlternateContent>
          </a:graphicData>
        </a:graphic>
      </p:graphicFrame>
      <p:sp>
        <p:nvSpPr>
          <p:cNvPr id="20489" name="Rectangle 17"/>
          <p:cNvSpPr/>
          <p:nvPr/>
        </p:nvSpPr>
        <p:spPr>
          <a:xfrm>
            <a:off x="0" y="31765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0490" name="Object 18"/>
          <p:cNvGraphicFramePr/>
          <p:nvPr/>
        </p:nvGraphicFramePr>
        <p:xfrm>
          <a:off x="1000125" y="3786188"/>
          <a:ext cx="6337300" cy="642937"/>
        </p:xfrm>
        <a:graphic>
          <a:graphicData uri="http://schemas.openxmlformats.org/presentationml/2006/ole">
            <mc:AlternateContent xmlns:mc="http://schemas.openxmlformats.org/markup-compatibility/2006">
              <mc:Choice xmlns:v="urn:schemas-microsoft-com:vml" Requires="v">
                <p:oleObj spid="_x0000_s17467" name="" r:id="rId5" imgW="2957830" imgH="393700" progId="Equation.3">
                  <p:embed/>
                </p:oleObj>
              </mc:Choice>
              <mc:Fallback>
                <p:oleObj name="" r:id="rId5" imgW="2957830" imgH="393700" progId="Equation.3">
                  <p:embed/>
                  <p:pic>
                    <p:nvPicPr>
                      <p:cNvPr id="0" name="图片 3120"/>
                      <p:cNvPicPr/>
                      <p:nvPr/>
                    </p:nvPicPr>
                    <p:blipFill>
                      <a:blip r:embed="rId6"/>
                      <a:stretch>
                        <a:fillRect/>
                      </a:stretch>
                    </p:blipFill>
                    <p:spPr>
                      <a:xfrm>
                        <a:off x="1000125" y="3786188"/>
                        <a:ext cx="6337300" cy="642937"/>
                      </a:xfrm>
                      <a:prstGeom prst="rect">
                        <a:avLst/>
                      </a:prstGeom>
                      <a:noFill/>
                      <a:ln w="38100">
                        <a:noFill/>
                        <a:miter/>
                      </a:ln>
                    </p:spPr>
                  </p:pic>
                </p:oleObj>
              </mc:Fallback>
            </mc:AlternateContent>
          </a:graphicData>
        </a:graphic>
      </p:graphicFrame>
      <p:sp>
        <p:nvSpPr>
          <p:cNvPr id="20491"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§2.2 </a:t>
            </a:r>
            <a:r>
              <a:rPr lang="zh-CN" altLang="en-US" sz="2000" b="1" i="1" dirty="0">
                <a:solidFill>
                  <a:srgbClr val="00B050"/>
                </a:solidFill>
                <a:latin typeface="黑体" panose="02010609060101010101" pitchFamily="49" charset="-122"/>
                <a:ea typeface="黑体" panose="02010609060101010101" pitchFamily="49" charset="-122"/>
              </a:rPr>
              <a:t>多元函数的海赛阵和泰勒展开式</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20492" name="Object 14"/>
          <p:cNvGraphicFramePr/>
          <p:nvPr/>
        </p:nvGraphicFramePr>
        <p:xfrm>
          <a:off x="1549400" y="4429125"/>
          <a:ext cx="5759450" cy="1260475"/>
        </p:xfrm>
        <a:graphic>
          <a:graphicData uri="http://schemas.openxmlformats.org/presentationml/2006/ole">
            <mc:AlternateContent xmlns:mc="http://schemas.openxmlformats.org/markup-compatibility/2006">
              <mc:Choice xmlns:v="urn:schemas-microsoft-com:vml" Requires="v">
                <p:oleObj spid="_x0000_s17468" name="" r:id="rId7" imgW="4343400" imgH="1091565" progId="Equation.DSMT4">
                  <p:embed/>
                </p:oleObj>
              </mc:Choice>
              <mc:Fallback>
                <p:oleObj name="" r:id="rId7" imgW="4343400" imgH="1091565" progId="Equation.DSMT4">
                  <p:embed/>
                  <p:pic>
                    <p:nvPicPr>
                      <p:cNvPr id="0" name="图片 3119"/>
                      <p:cNvPicPr/>
                      <p:nvPr/>
                    </p:nvPicPr>
                    <p:blipFill>
                      <a:blip r:embed="rId8"/>
                      <a:stretch>
                        <a:fillRect/>
                      </a:stretch>
                    </p:blipFill>
                    <p:spPr>
                      <a:xfrm>
                        <a:off x="1549400" y="4429125"/>
                        <a:ext cx="5759450" cy="1260475"/>
                      </a:xfrm>
                      <a:prstGeom prst="rect">
                        <a:avLst/>
                      </a:prstGeom>
                      <a:noFill/>
                      <a:ln w="38100">
                        <a:noFill/>
                        <a:miter/>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21507" name="Rectangle 3"/>
          <p:cNvSpPr>
            <a:spLocks noGrp="1"/>
          </p:cNvSpPr>
          <p:nvPr>
            <p:ph type="body" sz="half" idx="1"/>
          </p:nvPr>
        </p:nvSpPr>
        <p:spPr>
          <a:xfrm>
            <a:off x="285750" y="571500"/>
            <a:ext cx="8362950" cy="5721350"/>
          </a:xfrm>
        </p:spPr>
        <p:txBody>
          <a:bodyPr vert="horz" wrap="square" lIns="91440" tIns="45720" rIns="91440" bIns="45720" anchor="t"/>
          <a:lstStyle/>
          <a:p>
            <a:pPr eaLnBrk="1" hangingPunct="1">
              <a:buClrTx/>
              <a:buSzTx/>
              <a:buFontTx/>
              <a:buNone/>
            </a:pPr>
            <a:r>
              <a:rPr lang="zh-CN" altLang="en-US" sz="2400" dirty="0">
                <a:latin typeface="黑体" panose="02010609060101010101" pitchFamily="49" charset="-122"/>
                <a:ea typeface="黑体" panose="02010609060101010101" pitchFamily="49" charset="-122"/>
              </a:rPr>
              <a:t>即有：</a:t>
            </a:r>
            <a:endParaRPr lang="zh-CN" altLang="en-US" sz="2400" dirty="0">
              <a:latin typeface="黑体" panose="02010609060101010101" pitchFamily="49" charset="-122"/>
              <a:ea typeface="黑体" panose="02010609060101010101" pitchFamily="49" charset="-122"/>
            </a:endParaRPr>
          </a:p>
        </p:txBody>
      </p:sp>
      <p:graphicFrame>
        <p:nvGraphicFramePr>
          <p:cNvPr id="21508" name="Object 14"/>
          <p:cNvGraphicFramePr>
            <a:graphicFrameLocks noGrp="1"/>
          </p:cNvGraphicFramePr>
          <p:nvPr>
            <p:ph sz="quarter" idx="2"/>
          </p:nvPr>
        </p:nvGraphicFramePr>
        <p:xfrm>
          <a:off x="6610350" y="2584450"/>
          <a:ext cx="114300" cy="215900"/>
        </p:xfrm>
        <a:graphic>
          <a:graphicData uri="http://schemas.openxmlformats.org/presentationml/2006/ole">
            <mc:AlternateContent xmlns:mc="http://schemas.openxmlformats.org/markup-compatibility/2006">
              <mc:Choice xmlns:v="urn:schemas-microsoft-com:vml" Requires="v">
                <p:oleObj spid="_x0000_s18517" name="" r:id="rId1" imgW="114300" imgH="215265" progId="Equation.3">
                  <p:embed/>
                </p:oleObj>
              </mc:Choice>
              <mc:Fallback>
                <p:oleObj name="" r:id="rId1" imgW="114300" imgH="215265" progId="Equation.3">
                  <p:embed/>
                  <p:pic>
                    <p:nvPicPr>
                      <p:cNvPr id="0" name="图片 3118"/>
                      <p:cNvPicPr/>
                      <p:nvPr/>
                    </p:nvPicPr>
                    <p:blipFill>
                      <a:blip r:embed="rId2"/>
                      <a:srcRect/>
                      <a:stretch>
                        <a:fillRect/>
                      </a:stretch>
                    </p:blipFill>
                    <p:spPr>
                      <a:xfrm>
                        <a:off x="6610350" y="2584450"/>
                        <a:ext cx="114300" cy="215900"/>
                      </a:xfrm>
                      <a:prstGeom prst="rect">
                        <a:avLst/>
                      </a:prstGeom>
                      <a:noFill/>
                      <a:ln w="38100">
                        <a:miter/>
                      </a:ln>
                    </p:spPr>
                  </p:pic>
                </p:oleObj>
              </mc:Fallback>
            </mc:AlternateContent>
          </a:graphicData>
        </a:graphic>
      </p:graphicFrame>
      <p:sp>
        <p:nvSpPr>
          <p:cNvPr id="21509" name="Rectangle 5"/>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1510" name="Rectangle 7"/>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1511" name="Rectangle 9"/>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1512" name="Object 19"/>
          <p:cNvGraphicFramePr/>
          <p:nvPr/>
        </p:nvGraphicFramePr>
        <p:xfrm>
          <a:off x="3643313" y="1000125"/>
          <a:ext cx="1165225" cy="857250"/>
        </p:xfrm>
        <a:graphic>
          <a:graphicData uri="http://schemas.openxmlformats.org/presentationml/2006/ole">
            <mc:AlternateContent xmlns:mc="http://schemas.openxmlformats.org/markup-compatibility/2006">
              <mc:Choice xmlns:v="urn:schemas-microsoft-com:vml" Requires="v">
                <p:oleObj spid="_x0000_s18518" name="" r:id="rId3" imgW="622300" imgH="457200" progId="Equation.3">
                  <p:embed/>
                </p:oleObj>
              </mc:Choice>
              <mc:Fallback>
                <p:oleObj name="" r:id="rId3" imgW="622300" imgH="457200" progId="Equation.3">
                  <p:embed/>
                  <p:pic>
                    <p:nvPicPr>
                      <p:cNvPr id="0" name="图片 3114"/>
                      <p:cNvPicPr/>
                      <p:nvPr/>
                    </p:nvPicPr>
                    <p:blipFill>
                      <a:blip r:embed="rId4"/>
                      <a:stretch>
                        <a:fillRect/>
                      </a:stretch>
                    </p:blipFill>
                    <p:spPr>
                      <a:xfrm>
                        <a:off x="3643313" y="1000125"/>
                        <a:ext cx="1165225" cy="857250"/>
                      </a:xfrm>
                      <a:prstGeom prst="rect">
                        <a:avLst/>
                      </a:prstGeom>
                      <a:noFill/>
                      <a:ln w="38100">
                        <a:noFill/>
                        <a:miter/>
                      </a:ln>
                    </p:spPr>
                  </p:pic>
                </p:oleObj>
              </mc:Fallback>
            </mc:AlternateContent>
          </a:graphicData>
        </a:graphic>
      </p:graphicFrame>
      <p:graphicFrame>
        <p:nvGraphicFramePr>
          <p:cNvPr id="21513" name="Object 22"/>
          <p:cNvGraphicFramePr/>
          <p:nvPr/>
        </p:nvGraphicFramePr>
        <p:xfrm>
          <a:off x="5143500" y="1214438"/>
          <a:ext cx="1008063" cy="390525"/>
        </p:xfrm>
        <a:graphic>
          <a:graphicData uri="http://schemas.openxmlformats.org/presentationml/2006/ole">
            <mc:AlternateContent xmlns:mc="http://schemas.openxmlformats.org/markup-compatibility/2006">
              <mc:Choice xmlns:v="urn:schemas-microsoft-com:vml" Requires="v">
                <p:oleObj spid="_x0000_s18519" name="" r:id="rId5" imgW="456565" imgH="177800" progId="Equation.3">
                  <p:embed/>
                </p:oleObj>
              </mc:Choice>
              <mc:Fallback>
                <p:oleObj name="" r:id="rId5" imgW="456565" imgH="177800" progId="Equation.3">
                  <p:embed/>
                  <p:pic>
                    <p:nvPicPr>
                      <p:cNvPr id="0" name="图片 3111"/>
                      <p:cNvPicPr/>
                      <p:nvPr/>
                    </p:nvPicPr>
                    <p:blipFill>
                      <a:blip r:embed="rId6"/>
                      <a:stretch>
                        <a:fillRect/>
                      </a:stretch>
                    </p:blipFill>
                    <p:spPr>
                      <a:xfrm>
                        <a:off x="5143500" y="1214438"/>
                        <a:ext cx="1008063" cy="390525"/>
                      </a:xfrm>
                      <a:prstGeom prst="rect">
                        <a:avLst/>
                      </a:prstGeom>
                      <a:noFill/>
                      <a:ln w="38100">
                        <a:noFill/>
                        <a:miter/>
                      </a:ln>
                    </p:spPr>
                  </p:pic>
                </p:oleObj>
              </mc:Fallback>
            </mc:AlternateContent>
          </a:graphicData>
        </a:graphic>
      </p:graphicFrame>
      <p:graphicFrame>
        <p:nvGraphicFramePr>
          <p:cNvPr id="21514" name="Object 25"/>
          <p:cNvGraphicFramePr>
            <a:graphicFrameLocks noGrp="1"/>
          </p:cNvGraphicFramePr>
          <p:nvPr>
            <p:ph sz="quarter" idx="3"/>
          </p:nvPr>
        </p:nvGraphicFramePr>
        <p:xfrm>
          <a:off x="1285875" y="714375"/>
          <a:ext cx="2214563" cy="1357313"/>
        </p:xfrm>
        <a:graphic>
          <a:graphicData uri="http://schemas.openxmlformats.org/presentationml/2006/ole">
            <mc:AlternateContent xmlns:mc="http://schemas.openxmlformats.org/markup-compatibility/2006">
              <mc:Choice xmlns:v="urn:schemas-microsoft-com:vml" Requires="v">
                <p:oleObj spid="_x0000_s18520" name="" r:id="rId7" imgW="876300" imgH="838200" progId="Equation.3">
                  <p:embed/>
                </p:oleObj>
              </mc:Choice>
              <mc:Fallback>
                <p:oleObj name="" r:id="rId7" imgW="876300" imgH="838200" progId="Equation.3">
                  <p:embed/>
                  <p:pic>
                    <p:nvPicPr>
                      <p:cNvPr id="0" name="图片 3112"/>
                      <p:cNvPicPr/>
                      <p:nvPr/>
                    </p:nvPicPr>
                    <p:blipFill>
                      <a:blip r:embed="rId8"/>
                      <a:srcRect/>
                      <a:stretch>
                        <a:fillRect/>
                      </a:stretch>
                    </p:blipFill>
                    <p:spPr>
                      <a:xfrm>
                        <a:off x="1285875" y="714375"/>
                        <a:ext cx="2214563" cy="1357313"/>
                      </a:xfrm>
                      <a:prstGeom prst="rect">
                        <a:avLst/>
                      </a:prstGeom>
                      <a:noFill/>
                      <a:ln w="38100">
                        <a:miter/>
                      </a:ln>
                    </p:spPr>
                  </p:pic>
                </p:oleObj>
              </mc:Fallback>
            </mc:AlternateContent>
          </a:graphicData>
        </a:graphic>
      </p:graphicFrame>
      <p:sp>
        <p:nvSpPr>
          <p:cNvPr id="21515" name="Rectangle 27"/>
          <p:cNvSpPr/>
          <p:nvPr/>
        </p:nvSpPr>
        <p:spPr>
          <a:xfrm>
            <a:off x="-36512"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1516"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§2.2 </a:t>
            </a:r>
            <a:r>
              <a:rPr lang="zh-CN" altLang="en-US" sz="2000" b="1" i="1" dirty="0">
                <a:solidFill>
                  <a:srgbClr val="00B050"/>
                </a:solidFill>
                <a:latin typeface="黑体" panose="02010609060101010101" pitchFamily="49" charset="-122"/>
                <a:ea typeface="黑体" panose="02010609060101010101" pitchFamily="49" charset="-122"/>
              </a:rPr>
              <a:t>多元函数的海赛阵和泰勒展开式</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21517" name="Rectangle 17"/>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21518" name="Object 16"/>
          <p:cNvGraphicFramePr/>
          <p:nvPr/>
        </p:nvGraphicFramePr>
        <p:xfrm>
          <a:off x="808038" y="2333625"/>
          <a:ext cx="6088062" cy="1316038"/>
        </p:xfrm>
        <a:graphic>
          <a:graphicData uri="http://schemas.openxmlformats.org/presentationml/2006/ole">
            <mc:AlternateContent xmlns:mc="http://schemas.openxmlformats.org/markup-compatibility/2006">
              <mc:Choice xmlns:v="urn:schemas-microsoft-com:vml" Requires="v">
                <p:oleObj spid="_x0000_s18521" name="" r:id="rId9" imgW="5054600" imgH="1091565" progId="Equation.DSMT4">
                  <p:embed/>
                </p:oleObj>
              </mc:Choice>
              <mc:Fallback>
                <p:oleObj name="" r:id="rId9" imgW="5054600" imgH="1091565" progId="Equation.DSMT4">
                  <p:embed/>
                  <p:pic>
                    <p:nvPicPr>
                      <p:cNvPr id="0" name="图片 3113"/>
                      <p:cNvPicPr/>
                      <p:nvPr/>
                    </p:nvPicPr>
                    <p:blipFill>
                      <a:blip r:embed="rId10"/>
                      <a:stretch>
                        <a:fillRect/>
                      </a:stretch>
                    </p:blipFill>
                    <p:spPr>
                      <a:xfrm>
                        <a:off x="808038" y="2333625"/>
                        <a:ext cx="6088062" cy="1316038"/>
                      </a:xfrm>
                      <a:prstGeom prst="rect">
                        <a:avLst/>
                      </a:prstGeom>
                      <a:noFill/>
                      <a:ln w="38100">
                        <a:noFill/>
                        <a:miter/>
                      </a:ln>
                    </p:spPr>
                  </p:pic>
                </p:oleObj>
              </mc:Fallback>
            </mc:AlternateContent>
          </a:graphicData>
        </a:graphic>
      </p:graphicFrame>
      <p:graphicFrame>
        <p:nvGraphicFramePr>
          <p:cNvPr id="21519" name="Object 4"/>
          <p:cNvGraphicFramePr/>
          <p:nvPr/>
        </p:nvGraphicFramePr>
        <p:xfrm>
          <a:off x="857250" y="4000500"/>
          <a:ext cx="4537075" cy="1665288"/>
        </p:xfrm>
        <a:graphic>
          <a:graphicData uri="http://schemas.openxmlformats.org/presentationml/2006/ole">
            <mc:AlternateContent xmlns:mc="http://schemas.openxmlformats.org/markup-compatibility/2006">
              <mc:Choice xmlns:v="urn:schemas-microsoft-com:vml" Requires="v">
                <p:oleObj spid="_x0000_s18522" name="" r:id="rId11" imgW="2984500" imgH="1092200" progId="Equation.DSMT4">
                  <p:embed/>
                </p:oleObj>
              </mc:Choice>
              <mc:Fallback>
                <p:oleObj name="" r:id="rId11" imgW="2984500" imgH="1092200" progId="Equation.DSMT4">
                  <p:embed/>
                  <p:pic>
                    <p:nvPicPr>
                      <p:cNvPr id="0" name="图片 3115"/>
                      <p:cNvPicPr/>
                      <p:nvPr/>
                    </p:nvPicPr>
                    <p:blipFill>
                      <a:blip r:embed="rId12"/>
                      <a:stretch>
                        <a:fillRect/>
                      </a:stretch>
                    </p:blipFill>
                    <p:spPr>
                      <a:xfrm>
                        <a:off x="857250" y="4000500"/>
                        <a:ext cx="4537075" cy="1665288"/>
                      </a:xfrm>
                      <a:prstGeom prst="rect">
                        <a:avLst/>
                      </a:prstGeom>
                      <a:noFill/>
                      <a:ln w="38100">
                        <a:noFill/>
                        <a:miter/>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59395" name="Rectangle 3"/>
          <p:cNvSpPr>
            <a:spLocks noGrp="1" noChangeArrowheads="1"/>
          </p:cNvSpPr>
          <p:nvPr>
            <p:ph type="body" sz="half" idx="1"/>
          </p:nvPr>
        </p:nvSpPr>
        <p:spPr>
          <a:xfrm>
            <a:off x="285750" y="571500"/>
            <a:ext cx="8501063" cy="2690813"/>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(3)</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多元函数泰勒（</a:t>
            </a:r>
            <a:r>
              <a:rPr kumimoji="0" lang="en-US" altLang="zh-CN" sz="2400" b="0" i="0" u="none" strike="noStrike" kern="0" cap="none" spc="0" normalizeH="0" baseline="0" noProof="0" dirty="0" err="1" smtClean="0">
                <a:ln>
                  <a:noFill/>
                </a:ln>
                <a:solidFill>
                  <a:schemeClr val="tx1"/>
                </a:solidFill>
                <a:effectLst/>
                <a:uLnTx/>
                <a:uFillTx/>
                <a:latin typeface="黑体" panose="02010609060101010101" pitchFamily="49" charset="-122"/>
                <a:ea typeface="黑体" panose="02010609060101010101" pitchFamily="49" charset="-122"/>
                <a:cs typeface="+mn-cs"/>
              </a:rPr>
              <a:t>Taglar</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）展开</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函数的二次近似表达式</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20000"/>
              </a:lnSpc>
              <a:spcBef>
                <a:spcPct val="20000"/>
              </a:spcBef>
              <a:spcAft>
                <a:spcPct val="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①</a:t>
            </a:r>
            <a:r>
              <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一元函数</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f(x)</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在</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x</a:t>
            </a:r>
            <a:r>
              <a:rPr kumimoji="0" lang="en-US" altLang="zh-CN" sz="2400" b="0" i="0" u="none" strike="noStrike" kern="0" cap="none" spc="0" normalizeH="0" baseline="-2500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0</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点展开，取其前三项：</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2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2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2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2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20000"/>
              </a:lnSpc>
              <a:spcBef>
                <a:spcPct val="20000"/>
              </a:spcBef>
              <a:spcAft>
                <a:spcPct val="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2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22532" name="Rectangle 5"/>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2533" name="Rectangle 7"/>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2534" name="Rectangle 11"/>
          <p:cNvSpPr/>
          <p:nvPr/>
        </p:nvSpPr>
        <p:spPr>
          <a:xfrm>
            <a:off x="6784975" y="5737225"/>
            <a:ext cx="184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endParaRPr lang="zh-CN" altLang="zh-CN" sz="1800" dirty="0">
              <a:latin typeface="黑体" panose="02010609060101010101" pitchFamily="49" charset="-122"/>
              <a:ea typeface="黑体" panose="02010609060101010101" pitchFamily="49" charset="-122"/>
            </a:endParaRPr>
          </a:p>
        </p:txBody>
      </p:sp>
      <p:sp>
        <p:nvSpPr>
          <p:cNvPr id="22535"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§2.2 </a:t>
            </a:r>
            <a:r>
              <a:rPr lang="zh-CN" altLang="en-US" sz="2000" b="1" i="1" dirty="0">
                <a:solidFill>
                  <a:srgbClr val="00B050"/>
                </a:solidFill>
                <a:latin typeface="黑体" panose="02010609060101010101" pitchFamily="49" charset="-122"/>
                <a:ea typeface="黑体" panose="02010609060101010101" pitchFamily="49" charset="-122"/>
              </a:rPr>
              <a:t>多元函数的海赛阵和泰勒展开式</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22536" name="Rectangle 11"/>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22537" name="Object 10"/>
          <p:cNvGraphicFramePr/>
          <p:nvPr/>
        </p:nvGraphicFramePr>
        <p:xfrm>
          <a:off x="319088" y="1865313"/>
          <a:ext cx="8469312" cy="534987"/>
        </p:xfrm>
        <a:graphic>
          <a:graphicData uri="http://schemas.openxmlformats.org/presentationml/2006/ole">
            <mc:AlternateContent xmlns:mc="http://schemas.openxmlformats.org/markup-compatibility/2006">
              <mc:Choice xmlns:v="urn:schemas-microsoft-com:vml" Requires="v">
                <p:oleObj spid="_x0000_s19513" name="" r:id="rId1" imgW="6426200" imgH="508000" progId="Equation.DSMT4">
                  <p:embed/>
                </p:oleObj>
              </mc:Choice>
              <mc:Fallback>
                <p:oleObj name="" r:id="rId1" imgW="6426200" imgH="508000" progId="Equation.DSMT4">
                  <p:embed/>
                  <p:pic>
                    <p:nvPicPr>
                      <p:cNvPr id="0" name="图片 3126"/>
                      <p:cNvPicPr/>
                      <p:nvPr/>
                    </p:nvPicPr>
                    <p:blipFill>
                      <a:blip r:embed="rId2"/>
                      <a:stretch>
                        <a:fillRect/>
                      </a:stretch>
                    </p:blipFill>
                    <p:spPr>
                      <a:xfrm>
                        <a:off x="319088" y="1865313"/>
                        <a:ext cx="8469312" cy="534987"/>
                      </a:xfrm>
                      <a:prstGeom prst="rect">
                        <a:avLst/>
                      </a:prstGeom>
                      <a:noFill/>
                      <a:ln w="38100">
                        <a:noFill/>
                        <a:miter/>
                      </a:ln>
                    </p:spPr>
                  </p:pic>
                </p:oleObj>
              </mc:Fallback>
            </mc:AlternateContent>
          </a:graphicData>
        </a:graphic>
      </p:graphicFrame>
      <p:graphicFrame>
        <p:nvGraphicFramePr>
          <p:cNvPr id="22538" name="Object 3"/>
          <p:cNvGraphicFramePr/>
          <p:nvPr/>
        </p:nvGraphicFramePr>
        <p:xfrm>
          <a:off x="350838" y="2500313"/>
          <a:ext cx="6542087" cy="785812"/>
        </p:xfrm>
        <a:graphic>
          <a:graphicData uri="http://schemas.openxmlformats.org/presentationml/2006/ole">
            <mc:AlternateContent xmlns:mc="http://schemas.openxmlformats.org/markup-compatibility/2006">
              <mc:Choice xmlns:v="urn:schemas-microsoft-com:vml" Requires="v">
                <p:oleObj spid="_x0000_s19514" name="" r:id="rId3" imgW="3949700" imgH="508000" progId="Equation.DSMT4">
                  <p:embed/>
                </p:oleObj>
              </mc:Choice>
              <mc:Fallback>
                <p:oleObj name="" r:id="rId3" imgW="3949700" imgH="508000" progId="Equation.DSMT4">
                  <p:embed/>
                  <p:pic>
                    <p:nvPicPr>
                      <p:cNvPr id="0" name="图片 3122"/>
                      <p:cNvPicPr/>
                      <p:nvPr/>
                    </p:nvPicPr>
                    <p:blipFill>
                      <a:blip r:embed="rId4"/>
                      <a:stretch>
                        <a:fillRect/>
                      </a:stretch>
                    </p:blipFill>
                    <p:spPr>
                      <a:xfrm>
                        <a:off x="350838" y="2500313"/>
                        <a:ext cx="6542087" cy="785812"/>
                      </a:xfrm>
                      <a:prstGeom prst="rect">
                        <a:avLst/>
                      </a:prstGeom>
                      <a:noFill/>
                      <a:ln w="38100">
                        <a:noFill/>
                        <a:miter/>
                      </a:ln>
                    </p:spPr>
                  </p:pic>
                </p:oleObj>
              </mc:Fallback>
            </mc:AlternateContent>
          </a:graphicData>
        </a:graphic>
      </p:graphicFrame>
      <p:sp>
        <p:nvSpPr>
          <p:cNvPr id="22539" name="文本框 1"/>
          <p:cNvSpPr txBox="1"/>
          <p:nvPr/>
        </p:nvSpPr>
        <p:spPr>
          <a:xfrm>
            <a:off x="304800" y="3371850"/>
            <a:ext cx="8569325" cy="1920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dirty="0">
                <a:solidFill>
                  <a:srgbClr val="000099"/>
                </a:solidFill>
                <a:latin typeface="黑体" panose="02010609060101010101" pitchFamily="49" charset="-122"/>
                <a:ea typeface="黑体" panose="02010609060101010101" pitchFamily="49" charset="-122"/>
                <a:sym typeface="宋体" panose="02010600030101010101" pitchFamily="2" charset="-122"/>
              </a:rPr>
              <a:t>②</a:t>
            </a:r>
            <a:r>
              <a:rPr lang="zh-CN" altLang="en-US" sz="2400" dirty="0">
                <a:solidFill>
                  <a:srgbClr val="FF0000"/>
                </a:solidFill>
                <a:latin typeface="黑体" panose="02010609060101010101" pitchFamily="49" charset="-122"/>
                <a:ea typeface="黑体" panose="02010609060101010101" pitchFamily="49" charset="-122"/>
              </a:rPr>
              <a:t>多元函数</a:t>
            </a:r>
            <a:r>
              <a:rPr lang="zh-CN" altLang="en-US" sz="2400" dirty="0">
                <a:solidFill>
                  <a:srgbClr val="000099"/>
                </a:solidFill>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泰勒展开式，取其前三项</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矩阵表达式</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marL="0" lvl="0" indent="0" eaLnBrk="1" hangingPunct="1">
              <a:spcBef>
                <a:spcPct val="0"/>
              </a:spcBef>
              <a:buNone/>
            </a:pPr>
            <a:endParaRPr lang="en-US" altLang="zh-CN" sz="2000" dirty="0">
              <a:latin typeface="黑体" panose="02010609060101010101" pitchFamily="49" charset="-122"/>
              <a:ea typeface="黑体" panose="02010609060101010101" pitchFamily="49" charset="-122"/>
            </a:endParaRPr>
          </a:p>
          <a:p>
            <a:pPr marL="0" lvl="0" indent="0" eaLnBrk="1" hangingPunct="1">
              <a:spcBef>
                <a:spcPct val="0"/>
              </a:spcBef>
              <a:buNone/>
            </a:pPr>
            <a:endParaRPr lang="en-US" altLang="zh-CN" sz="2000" dirty="0">
              <a:latin typeface="黑体" panose="02010609060101010101" pitchFamily="49" charset="-122"/>
              <a:ea typeface="黑体" panose="02010609060101010101" pitchFamily="49" charset="-122"/>
            </a:endParaRPr>
          </a:p>
          <a:p>
            <a:pPr marL="0" lvl="0" indent="0" eaLnBrk="1" hangingPunct="1">
              <a:spcBef>
                <a:spcPct val="0"/>
              </a:spcBef>
              <a:buNone/>
            </a:pPr>
            <a:endParaRPr lang="en-US" altLang="zh-CN" sz="2000" dirty="0">
              <a:latin typeface="黑体" panose="02010609060101010101" pitchFamily="49" charset="-122"/>
              <a:ea typeface="黑体" panose="02010609060101010101" pitchFamily="49" charset="-122"/>
            </a:endParaRPr>
          </a:p>
          <a:p>
            <a:pPr marL="0" lvl="0" indent="0" eaLnBrk="1" hangingPunct="1">
              <a:lnSpc>
                <a:spcPct val="150000"/>
              </a:lnSpc>
              <a:spcBef>
                <a:spcPts val="600"/>
              </a:spcBef>
              <a:spcAft>
                <a:spcPts val="1200"/>
              </a:spcAft>
              <a:buNone/>
            </a:pPr>
            <a:endParaRPr lang="zh-CN" altLang="en-US" sz="2000" dirty="0">
              <a:latin typeface="宋体" panose="02010600030101010101" pitchFamily="2" charset="-122"/>
            </a:endParaRPr>
          </a:p>
        </p:txBody>
      </p:sp>
      <p:graphicFrame>
        <p:nvGraphicFramePr>
          <p:cNvPr id="22540" name="Object 22"/>
          <p:cNvGraphicFramePr/>
          <p:nvPr/>
        </p:nvGraphicFramePr>
        <p:xfrm>
          <a:off x="474663" y="3998913"/>
          <a:ext cx="4875212" cy="422275"/>
        </p:xfrm>
        <a:graphic>
          <a:graphicData uri="http://schemas.openxmlformats.org/presentationml/2006/ole">
            <mc:AlternateContent xmlns:mc="http://schemas.openxmlformats.org/markup-compatibility/2006">
              <mc:Choice xmlns:v="urn:schemas-microsoft-com:vml" Requires="v">
                <p:oleObj spid="_x0000_s19515" name="" r:id="rId5" imgW="3098800" imgH="292100" progId="Equation.DSMT4">
                  <p:embed/>
                </p:oleObj>
              </mc:Choice>
              <mc:Fallback>
                <p:oleObj name="" r:id="rId5" imgW="3098800" imgH="292100" progId="Equation.DSMT4">
                  <p:embed/>
                  <p:pic>
                    <p:nvPicPr>
                      <p:cNvPr id="0" name="图片 3127"/>
                      <p:cNvPicPr/>
                      <p:nvPr/>
                    </p:nvPicPr>
                    <p:blipFill>
                      <a:blip r:embed="rId6"/>
                      <a:stretch>
                        <a:fillRect/>
                      </a:stretch>
                    </p:blipFill>
                    <p:spPr>
                      <a:xfrm>
                        <a:off x="474663" y="3998913"/>
                        <a:ext cx="4875212" cy="422275"/>
                      </a:xfrm>
                      <a:prstGeom prst="rect">
                        <a:avLst/>
                      </a:prstGeom>
                      <a:noFill/>
                      <a:ln w="38100">
                        <a:noFill/>
                        <a:miter/>
                      </a:ln>
                    </p:spPr>
                  </p:pic>
                </p:oleObj>
              </mc:Fallback>
            </mc:AlternateContent>
          </a:graphicData>
        </a:graphic>
      </p:graphicFrame>
      <p:graphicFrame>
        <p:nvGraphicFramePr>
          <p:cNvPr id="22541" name="Object 14"/>
          <p:cNvGraphicFramePr/>
          <p:nvPr/>
        </p:nvGraphicFramePr>
        <p:xfrm>
          <a:off x="465138" y="4545013"/>
          <a:ext cx="7932737" cy="714375"/>
        </p:xfrm>
        <a:graphic>
          <a:graphicData uri="http://schemas.openxmlformats.org/presentationml/2006/ole">
            <mc:AlternateContent xmlns:mc="http://schemas.openxmlformats.org/markup-compatibility/2006">
              <mc:Choice xmlns:v="urn:schemas-microsoft-com:vml" Requires="v">
                <p:oleObj spid="_x0000_s19516" name="" r:id="rId7" imgW="5676900" imgH="508000" progId="Equation.DSMT4">
                  <p:embed/>
                </p:oleObj>
              </mc:Choice>
              <mc:Fallback>
                <p:oleObj name="" r:id="rId7" imgW="5676900" imgH="508000" progId="Equation.DSMT4">
                  <p:embed/>
                  <p:pic>
                    <p:nvPicPr>
                      <p:cNvPr id="0" name="图片 3125"/>
                      <p:cNvPicPr/>
                      <p:nvPr/>
                    </p:nvPicPr>
                    <p:blipFill>
                      <a:blip r:embed="rId8"/>
                      <a:stretch>
                        <a:fillRect/>
                      </a:stretch>
                    </p:blipFill>
                    <p:spPr>
                      <a:xfrm>
                        <a:off x="465138" y="4545013"/>
                        <a:ext cx="7932737" cy="714375"/>
                      </a:xfrm>
                      <a:prstGeom prst="rect">
                        <a:avLst/>
                      </a:prstGeom>
                      <a:noFill/>
                      <a:ln w="38100">
                        <a:noFill/>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23555" name="Rectangle 3"/>
          <p:cNvSpPr>
            <a:spLocks noGrp="1"/>
          </p:cNvSpPr>
          <p:nvPr>
            <p:ph type="body" sz="half" idx="1"/>
          </p:nvPr>
        </p:nvSpPr>
        <p:spPr>
          <a:xfrm>
            <a:off x="285750" y="571500"/>
            <a:ext cx="8569325" cy="5792788"/>
          </a:xfrm>
        </p:spPr>
        <p:txBody>
          <a:bodyPr vert="horz" wrap="square" lIns="91440" tIns="45720" rIns="91440" bIns="45720" anchor="t"/>
          <a:lstStyle/>
          <a:p>
            <a:pPr marL="0" indent="0" eaLnBrk="1" hangingPunct="1">
              <a:lnSpc>
                <a:spcPct val="150000"/>
              </a:lnSpc>
              <a:spcBef>
                <a:spcPts val="600"/>
              </a:spcBef>
              <a:spcAft>
                <a:spcPts val="1200"/>
              </a:spcAft>
              <a:buClrTx/>
              <a:buSzTx/>
              <a:buFontTx/>
              <a:buNone/>
            </a:pPr>
            <a:r>
              <a:rPr lang="zh-CN" altLang="en-US" sz="2400" dirty="0">
                <a:latin typeface="黑体" panose="02010609060101010101" pitchFamily="49" charset="-122"/>
                <a:ea typeface="黑体" panose="02010609060101010101" pitchFamily="49" charset="-122"/>
              </a:rPr>
              <a:t>许多的优化算法，是以二次函数为基础来展开研究的，其结论是解析的。</a:t>
            </a:r>
            <a:endParaRPr lang="zh-CN" altLang="en-US" sz="2400" dirty="0">
              <a:latin typeface="黑体" panose="02010609060101010101" pitchFamily="49" charset="-122"/>
              <a:ea typeface="黑体" panose="02010609060101010101" pitchFamily="49" charset="-122"/>
            </a:endParaRPr>
          </a:p>
          <a:p>
            <a:pPr marL="0" indent="0" eaLnBrk="1" hangingPunct="1">
              <a:lnSpc>
                <a:spcPct val="150000"/>
              </a:lnSpc>
              <a:spcBef>
                <a:spcPts val="600"/>
              </a:spcBef>
              <a:spcAft>
                <a:spcPts val="1200"/>
              </a:spcAft>
              <a:buClrTx/>
              <a:buSzTx/>
              <a:buFontTx/>
              <a:buNone/>
            </a:pPr>
            <a:r>
              <a:rPr lang="zh-CN" altLang="en-US" sz="2400" dirty="0">
                <a:latin typeface="黑体" panose="02010609060101010101" pitchFamily="49" charset="-122"/>
                <a:ea typeface="黑体" panose="02010609060101010101" pitchFamily="49" charset="-122"/>
              </a:rPr>
              <a:t>通过泰勒展开我们可以将一个任意函数近似地表达为一个二次函数。</a:t>
            </a:r>
            <a:endParaRPr lang="zh-CN" altLang="en-US" sz="2400" dirty="0">
              <a:latin typeface="黑体" panose="02010609060101010101" pitchFamily="49" charset="-122"/>
              <a:ea typeface="黑体" panose="02010609060101010101" pitchFamily="49" charset="-122"/>
            </a:endParaRPr>
          </a:p>
          <a:p>
            <a:pPr marL="0" indent="0" eaLnBrk="1" hangingPunct="1">
              <a:lnSpc>
                <a:spcPct val="150000"/>
              </a:lnSpc>
              <a:spcBef>
                <a:spcPts val="600"/>
              </a:spcBef>
              <a:spcAft>
                <a:spcPts val="1200"/>
              </a:spcAft>
              <a:buClrTx/>
              <a:buSzTx/>
              <a:buFontTx/>
              <a:buNone/>
            </a:pPr>
            <a:r>
              <a:rPr lang="zh-CN" altLang="en-US" sz="2400" dirty="0">
                <a:latin typeface="黑体" panose="02010609060101010101" pitchFamily="49" charset="-122"/>
                <a:ea typeface="黑体" panose="02010609060101010101" pitchFamily="49" charset="-122"/>
              </a:rPr>
              <a:t>这样泰勒展开就成为了连通任意函数与二次函数的桥梁，其近似误差问题后面我们会介绍通过数值逼近算法的收敛性来加以消减。</a:t>
            </a:r>
            <a:endParaRPr lang="zh-CN" altLang="en-US" sz="2400" dirty="0">
              <a:latin typeface="黑体" panose="02010609060101010101" pitchFamily="49" charset="-122"/>
              <a:ea typeface="黑体" panose="02010609060101010101" pitchFamily="49" charset="-122"/>
            </a:endParaRPr>
          </a:p>
          <a:p>
            <a:pPr marL="0" indent="0" eaLnBrk="1" hangingPunct="1">
              <a:buClrTx/>
              <a:buSzTx/>
              <a:buFontTx/>
              <a:buNone/>
            </a:pPr>
            <a:endParaRPr lang="zh-CN" altLang="en-US" sz="2400" dirty="0">
              <a:latin typeface="黑体" panose="02010609060101010101" pitchFamily="49" charset="-122"/>
              <a:ea typeface="黑体" panose="02010609060101010101" pitchFamily="49" charset="-122"/>
            </a:endParaRPr>
          </a:p>
        </p:txBody>
      </p:sp>
      <p:sp>
        <p:nvSpPr>
          <p:cNvPr id="23556" name="Rectangle 5"/>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3557" name="Rectangle 6"/>
          <p:cNvSpPr/>
          <p:nvPr/>
        </p:nvSpPr>
        <p:spPr>
          <a:xfrm>
            <a:off x="4356100" y="20638"/>
            <a:ext cx="4540250" cy="434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§2.2 </a:t>
            </a:r>
            <a:r>
              <a:rPr lang="zh-CN" altLang="en-US" sz="2000" b="1" i="1" dirty="0">
                <a:solidFill>
                  <a:srgbClr val="00B050"/>
                </a:solidFill>
                <a:latin typeface="黑体" panose="02010609060101010101" pitchFamily="49" charset="-122"/>
                <a:ea typeface="黑体" panose="02010609060101010101" pitchFamily="49" charset="-122"/>
              </a:rPr>
              <a:t>多元函数的海赛阵和泰勒展开式</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23558" name="Rectangle 11"/>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sp>
        <p:nvSpPr>
          <p:cNvPr id="23559" name="Rectangle 13"/>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sp>
        <p:nvSpPr>
          <p:cNvPr id="23560" name="Rectangle 15"/>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72707" name="Rectangle 3"/>
          <p:cNvSpPr>
            <a:spLocks noGrp="1" noChangeArrowheads="1"/>
          </p:cNvSpPr>
          <p:nvPr>
            <p:ph type="body" sz="half" idx="1"/>
          </p:nvPr>
        </p:nvSpPr>
        <p:spPr>
          <a:xfrm>
            <a:off x="285750" y="571500"/>
            <a:ext cx="8424863" cy="5792788"/>
          </a:xfrm>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ts val="0"/>
              </a:spcBef>
              <a:spcAft>
                <a:spcPts val="600"/>
              </a:spcAft>
              <a:buClrTx/>
              <a:buSzTx/>
              <a:buFontTx/>
              <a:buNone/>
              <a:defRPr/>
            </a:pPr>
            <a:r>
              <a:rPr kumimoji="0" lang="en-US" altLang="zh-CN" sz="24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§2.3 </a:t>
            </a:r>
            <a:r>
              <a:rPr kumimoji="0" lang="zh-CN" altLang="en-US" sz="24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无约束问题的极值条件</a:t>
            </a:r>
            <a:endParaRPr kumimoji="0" lang="zh-CN" altLang="en-US" sz="24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50000"/>
              </a:lnSpc>
              <a:spcBef>
                <a:spcPts val="0"/>
              </a:spcBef>
              <a:spcAft>
                <a:spcPts val="600"/>
              </a:spcAft>
              <a:buClrTx/>
              <a:buSzTx/>
              <a:buFontTx/>
              <a:buNone/>
              <a:defRPr/>
            </a:pPr>
            <a:r>
              <a:rPr kumimoji="0" lang="en-US" altLang="zh-CN"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1.</a:t>
            </a:r>
            <a:r>
              <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一元函数极值条件</a:t>
            </a:r>
            <a:endPar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50000"/>
              </a:lnSpc>
              <a:spcBef>
                <a:spcPts val="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一个一元函数</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f(x),</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如果其有极值，那么极值须满足：</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50000"/>
              </a:lnSpc>
              <a:spcBef>
                <a:spcPts val="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必要条件：             求出    </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驻点</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50000"/>
              </a:lnSpc>
              <a:spcBef>
                <a:spcPts val="0"/>
              </a:spcBef>
              <a:spcAft>
                <a:spcPts val="60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充分条件： 若                </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极小点</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50000"/>
              </a:lnSpc>
              <a:spcBef>
                <a:spcPts val="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极大点</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50000"/>
              </a:lnSpc>
              <a:spcBef>
                <a:spcPts val="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拐点</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50000"/>
              </a:lnSpc>
              <a:spcBef>
                <a:spcPts val="0"/>
              </a:spcBef>
              <a:spcAft>
                <a:spcPts val="60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50000"/>
              </a:lnSpc>
              <a:spcBef>
                <a:spcPts val="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24580" name="Rectangle 5"/>
          <p:cNvSpPr/>
          <p:nvPr/>
        </p:nvSpPr>
        <p:spPr>
          <a:xfrm>
            <a:off x="0" y="330041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4581" name="Object 4"/>
          <p:cNvGraphicFramePr/>
          <p:nvPr/>
        </p:nvGraphicFramePr>
        <p:xfrm>
          <a:off x="2500313" y="2571750"/>
          <a:ext cx="1582737" cy="398463"/>
        </p:xfrm>
        <a:graphic>
          <a:graphicData uri="http://schemas.openxmlformats.org/presentationml/2006/ole">
            <mc:AlternateContent xmlns:mc="http://schemas.openxmlformats.org/markup-compatibility/2006">
              <mc:Choice xmlns:v="urn:schemas-microsoft-com:vml" Requires="v">
                <p:oleObj spid="_x0000_s20565" name="" r:id="rId1" imgW="1015365" imgH="254000" progId="Equation.DSMT4">
                  <p:embed/>
                </p:oleObj>
              </mc:Choice>
              <mc:Fallback>
                <p:oleObj name="" r:id="rId1" imgW="1015365" imgH="254000" progId="Equation.DSMT4">
                  <p:embed/>
                  <p:pic>
                    <p:nvPicPr>
                      <p:cNvPr id="0" name="图片 3121"/>
                      <p:cNvPicPr/>
                      <p:nvPr/>
                    </p:nvPicPr>
                    <p:blipFill>
                      <a:blip r:embed="rId2"/>
                      <a:stretch>
                        <a:fillRect/>
                      </a:stretch>
                    </p:blipFill>
                    <p:spPr>
                      <a:xfrm>
                        <a:off x="2500313" y="2571750"/>
                        <a:ext cx="1582737" cy="398463"/>
                      </a:xfrm>
                      <a:prstGeom prst="rect">
                        <a:avLst/>
                      </a:prstGeom>
                      <a:noFill/>
                      <a:ln w="38100">
                        <a:noFill/>
                        <a:miter/>
                      </a:ln>
                    </p:spPr>
                  </p:pic>
                </p:oleObj>
              </mc:Fallback>
            </mc:AlternateContent>
          </a:graphicData>
        </a:graphic>
      </p:graphicFrame>
      <p:sp>
        <p:nvSpPr>
          <p:cNvPr id="24582" name="Rectangle 7"/>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4583" name="Object 6"/>
          <p:cNvGraphicFramePr/>
          <p:nvPr/>
        </p:nvGraphicFramePr>
        <p:xfrm>
          <a:off x="4973638" y="2616200"/>
          <a:ext cx="384175" cy="384175"/>
        </p:xfrm>
        <a:graphic>
          <a:graphicData uri="http://schemas.openxmlformats.org/presentationml/2006/ole">
            <mc:AlternateContent xmlns:mc="http://schemas.openxmlformats.org/markup-compatibility/2006">
              <mc:Choice xmlns:v="urn:schemas-microsoft-com:vml" Requires="v">
                <p:oleObj spid="_x0000_s20566" name="" r:id="rId3" imgW="152400" imgH="203200" progId="Equation.DSMT4">
                  <p:embed/>
                </p:oleObj>
              </mc:Choice>
              <mc:Fallback>
                <p:oleObj name="" r:id="rId3" imgW="152400" imgH="203200" progId="Equation.DSMT4">
                  <p:embed/>
                  <p:pic>
                    <p:nvPicPr>
                      <p:cNvPr id="0" name="图片 3123"/>
                      <p:cNvPicPr/>
                      <p:nvPr/>
                    </p:nvPicPr>
                    <p:blipFill>
                      <a:blip r:embed="rId4"/>
                      <a:stretch>
                        <a:fillRect/>
                      </a:stretch>
                    </p:blipFill>
                    <p:spPr>
                      <a:xfrm>
                        <a:off x="4973638" y="2616200"/>
                        <a:ext cx="384175" cy="384175"/>
                      </a:xfrm>
                      <a:prstGeom prst="rect">
                        <a:avLst/>
                      </a:prstGeom>
                      <a:noFill/>
                      <a:ln w="38100">
                        <a:noFill/>
                        <a:miter/>
                      </a:ln>
                    </p:spPr>
                  </p:pic>
                </p:oleObj>
              </mc:Fallback>
            </mc:AlternateContent>
          </a:graphicData>
        </a:graphic>
      </p:graphicFrame>
      <p:sp>
        <p:nvSpPr>
          <p:cNvPr id="24584" name="Rectangle 25"/>
          <p:cNvSpPr/>
          <p:nvPr/>
        </p:nvSpPr>
        <p:spPr>
          <a:xfrm>
            <a:off x="0" y="327183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4585" name="Object 24"/>
          <p:cNvGraphicFramePr/>
          <p:nvPr/>
        </p:nvGraphicFramePr>
        <p:xfrm>
          <a:off x="2913063" y="3143250"/>
          <a:ext cx="2230437" cy="468313"/>
        </p:xfrm>
        <a:graphic>
          <a:graphicData uri="http://schemas.openxmlformats.org/presentationml/2006/ole">
            <mc:AlternateContent xmlns:mc="http://schemas.openxmlformats.org/markup-compatibility/2006">
              <mc:Choice xmlns:v="urn:schemas-microsoft-com:vml" Requires="v">
                <p:oleObj spid="_x0000_s20567" name="" r:id="rId5" imgW="1446530" imgH="304800" progId="Equation.DSMT4">
                  <p:embed/>
                </p:oleObj>
              </mc:Choice>
              <mc:Fallback>
                <p:oleObj name="" r:id="rId5" imgW="1446530" imgH="304800" progId="Equation.DSMT4">
                  <p:embed/>
                  <p:pic>
                    <p:nvPicPr>
                      <p:cNvPr id="0" name="图片 3124"/>
                      <p:cNvPicPr/>
                      <p:nvPr/>
                    </p:nvPicPr>
                    <p:blipFill>
                      <a:blip r:embed="rId6"/>
                      <a:stretch>
                        <a:fillRect/>
                      </a:stretch>
                    </p:blipFill>
                    <p:spPr>
                      <a:xfrm>
                        <a:off x="2913063" y="3143250"/>
                        <a:ext cx="2230437" cy="468313"/>
                      </a:xfrm>
                      <a:prstGeom prst="rect">
                        <a:avLst/>
                      </a:prstGeom>
                      <a:noFill/>
                      <a:ln w="38100">
                        <a:noFill/>
                        <a:miter/>
                      </a:ln>
                    </p:spPr>
                  </p:pic>
                </p:oleObj>
              </mc:Fallback>
            </mc:AlternateContent>
          </a:graphicData>
        </a:graphic>
      </p:graphicFrame>
      <p:sp>
        <p:nvSpPr>
          <p:cNvPr id="24586" name="Rectangle 27"/>
          <p:cNvSpPr/>
          <p:nvPr/>
        </p:nvSpPr>
        <p:spPr>
          <a:xfrm>
            <a:off x="0" y="327183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4587" name="Object 26"/>
          <p:cNvGraphicFramePr/>
          <p:nvPr/>
        </p:nvGraphicFramePr>
        <p:xfrm>
          <a:off x="2911475" y="3795713"/>
          <a:ext cx="2232025" cy="466725"/>
        </p:xfrm>
        <a:graphic>
          <a:graphicData uri="http://schemas.openxmlformats.org/presentationml/2006/ole">
            <mc:AlternateContent xmlns:mc="http://schemas.openxmlformats.org/markup-compatibility/2006">
              <mc:Choice xmlns:v="urn:schemas-microsoft-com:vml" Requires="v">
                <p:oleObj spid="_x0000_s20568" name="" r:id="rId7" imgW="1446530" imgH="304800" progId="Equation.DSMT4">
                  <p:embed/>
                </p:oleObj>
              </mc:Choice>
              <mc:Fallback>
                <p:oleObj name="" r:id="rId7" imgW="1446530" imgH="304800" progId="Equation.DSMT4">
                  <p:embed/>
                  <p:pic>
                    <p:nvPicPr>
                      <p:cNvPr id="0" name="图片 3138"/>
                      <p:cNvPicPr/>
                      <p:nvPr/>
                    </p:nvPicPr>
                    <p:blipFill>
                      <a:blip r:embed="rId8"/>
                      <a:stretch>
                        <a:fillRect/>
                      </a:stretch>
                    </p:blipFill>
                    <p:spPr>
                      <a:xfrm>
                        <a:off x="2911475" y="3795713"/>
                        <a:ext cx="2232025" cy="466725"/>
                      </a:xfrm>
                      <a:prstGeom prst="rect">
                        <a:avLst/>
                      </a:prstGeom>
                      <a:noFill/>
                      <a:ln w="38100">
                        <a:noFill/>
                        <a:miter/>
                      </a:ln>
                    </p:spPr>
                  </p:pic>
                </p:oleObj>
              </mc:Fallback>
            </mc:AlternateContent>
          </a:graphicData>
        </a:graphic>
      </p:graphicFrame>
      <p:sp>
        <p:nvSpPr>
          <p:cNvPr id="24588" name="Rectangle 29"/>
          <p:cNvSpPr/>
          <p:nvPr/>
        </p:nvSpPr>
        <p:spPr>
          <a:xfrm>
            <a:off x="0" y="327183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4589" name="Object 28"/>
          <p:cNvGraphicFramePr/>
          <p:nvPr/>
        </p:nvGraphicFramePr>
        <p:xfrm>
          <a:off x="2786063" y="4500563"/>
          <a:ext cx="1331912" cy="411162"/>
        </p:xfrm>
        <a:graphic>
          <a:graphicData uri="http://schemas.openxmlformats.org/presentationml/2006/ole">
            <mc:AlternateContent xmlns:mc="http://schemas.openxmlformats.org/markup-compatibility/2006">
              <mc:Choice xmlns:v="urn:schemas-microsoft-com:vml" Requires="v">
                <p:oleObj spid="_x0000_s20569" name="" r:id="rId9" imgW="812165" imgH="254000" progId="Equation.DSMT4">
                  <p:embed/>
                </p:oleObj>
              </mc:Choice>
              <mc:Fallback>
                <p:oleObj name="" r:id="rId9" imgW="812165" imgH="254000" progId="Equation.DSMT4">
                  <p:embed/>
                  <p:pic>
                    <p:nvPicPr>
                      <p:cNvPr id="0" name="图片 3133"/>
                      <p:cNvPicPr/>
                      <p:nvPr/>
                    </p:nvPicPr>
                    <p:blipFill>
                      <a:blip r:embed="rId10"/>
                      <a:stretch>
                        <a:fillRect/>
                      </a:stretch>
                    </p:blipFill>
                    <p:spPr>
                      <a:xfrm>
                        <a:off x="2786063" y="4500563"/>
                        <a:ext cx="1331912" cy="411162"/>
                      </a:xfrm>
                      <a:prstGeom prst="rect">
                        <a:avLst/>
                      </a:prstGeom>
                      <a:noFill/>
                      <a:ln w="38100">
                        <a:noFill/>
                        <a:miter/>
                      </a:ln>
                    </p:spPr>
                  </p:pic>
                </p:oleObj>
              </mc:Fallback>
            </mc:AlternateContent>
          </a:graphicData>
        </a:graphic>
      </p:graphicFrame>
      <p:sp>
        <p:nvSpPr>
          <p:cNvPr id="24590"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§2.3 </a:t>
            </a:r>
            <a:r>
              <a:rPr lang="zh-CN" altLang="en-US" sz="2000" b="1" i="1" dirty="0">
                <a:solidFill>
                  <a:srgbClr val="00B050"/>
                </a:solidFill>
                <a:latin typeface="黑体" panose="02010609060101010101" pitchFamily="49" charset="-122"/>
                <a:ea typeface="黑体" panose="02010609060101010101" pitchFamily="49" charset="-122"/>
              </a:rPr>
              <a:t>无约束问题的极值条件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24591" name="Object 16"/>
          <p:cNvGraphicFramePr/>
          <p:nvPr/>
        </p:nvGraphicFramePr>
        <p:xfrm>
          <a:off x="4894263" y="4500563"/>
          <a:ext cx="249237" cy="328612"/>
        </p:xfrm>
        <a:graphic>
          <a:graphicData uri="http://schemas.openxmlformats.org/presentationml/2006/ole">
            <mc:AlternateContent xmlns:mc="http://schemas.openxmlformats.org/markup-compatibility/2006">
              <mc:Choice xmlns:v="urn:schemas-microsoft-com:vml" Requires="v">
                <p:oleObj spid="_x0000_s20570" name="" r:id="rId11" imgW="152400" imgH="203200" progId="Equation.DSMT4">
                  <p:embed/>
                </p:oleObj>
              </mc:Choice>
              <mc:Fallback>
                <p:oleObj name="" r:id="rId11" imgW="152400" imgH="203200" progId="Equation.DSMT4">
                  <p:embed/>
                  <p:pic>
                    <p:nvPicPr>
                      <p:cNvPr id="0" name="图片 3129"/>
                      <p:cNvPicPr/>
                      <p:nvPr/>
                    </p:nvPicPr>
                    <p:blipFill>
                      <a:blip r:embed="rId12"/>
                      <a:stretch>
                        <a:fillRect/>
                      </a:stretch>
                    </p:blipFill>
                    <p:spPr>
                      <a:xfrm>
                        <a:off x="4894263" y="4500563"/>
                        <a:ext cx="249237" cy="328612"/>
                      </a:xfrm>
                      <a:prstGeom prst="rect">
                        <a:avLst/>
                      </a:prstGeom>
                      <a:noFill/>
                      <a:ln w="38100">
                        <a:noFill/>
                        <a:miter/>
                      </a:ln>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25603" name="Rectangle 3"/>
          <p:cNvSpPr>
            <a:spLocks noGrp="1"/>
          </p:cNvSpPr>
          <p:nvPr>
            <p:ph idx="1"/>
          </p:nvPr>
        </p:nvSpPr>
        <p:spPr>
          <a:xfrm>
            <a:off x="285750" y="571500"/>
            <a:ext cx="8534400" cy="5792788"/>
          </a:xfrm>
        </p:spPr>
        <p:txBody>
          <a:bodyPr vert="horz" wrap="square" lIns="91440" tIns="45720" rIns="91440" bIns="45720" anchor="t"/>
          <a:lstStyle/>
          <a:p>
            <a:pPr marL="609600" indent="-609600" eaLnBrk="1" hangingPunct="1">
              <a:buNone/>
            </a:pPr>
            <a:r>
              <a:rPr lang="en-US" altLang="zh-CN" sz="2400" b="1" dirty="0">
                <a:solidFill>
                  <a:srgbClr val="FF0000"/>
                </a:solidFill>
                <a:latin typeface="黑体" panose="02010609060101010101" pitchFamily="49" charset="-122"/>
                <a:ea typeface="黑体" panose="02010609060101010101" pitchFamily="49" charset="-122"/>
              </a:rPr>
              <a:t>2.</a:t>
            </a:r>
            <a:r>
              <a:rPr lang="zh-CN" altLang="en-US" sz="2400" b="1" dirty="0">
                <a:solidFill>
                  <a:srgbClr val="FF0000"/>
                </a:solidFill>
                <a:latin typeface="黑体" panose="02010609060101010101" pitchFamily="49" charset="-122"/>
                <a:ea typeface="黑体" panose="02010609060101010101" pitchFamily="49" charset="-122"/>
              </a:rPr>
              <a:t>二元函数极值条件</a:t>
            </a:r>
            <a:endParaRPr lang="zh-CN" altLang="en-US" sz="2400" dirty="0">
              <a:solidFill>
                <a:srgbClr val="FF0000"/>
              </a:solidFill>
              <a:latin typeface="黑体" panose="02010609060101010101" pitchFamily="49" charset="-122"/>
              <a:ea typeface="黑体" panose="02010609060101010101" pitchFamily="49" charset="-122"/>
            </a:endParaRPr>
          </a:p>
          <a:p>
            <a:pPr marL="609600" indent="-609600" eaLnBrk="1" hangingPunct="1">
              <a:buFontTx/>
              <a:buAutoNum type="arabicPeriod" startAt="2"/>
            </a:pPr>
            <a:endParaRPr lang="zh-CN" altLang="en-US" sz="2400" dirty="0">
              <a:latin typeface="黑体" panose="02010609060101010101" pitchFamily="49" charset="-122"/>
              <a:ea typeface="黑体" panose="02010609060101010101" pitchFamily="49" charset="-122"/>
            </a:endParaRPr>
          </a:p>
          <a:p>
            <a:pPr marL="609600" indent="-609600" eaLnBrk="1" hangingPunct="1">
              <a:buFontTx/>
              <a:buAutoNum type="arabicPeriod" startAt="2"/>
            </a:pPr>
            <a:endParaRPr lang="zh-CN" altLang="en-US" sz="2400" dirty="0">
              <a:latin typeface="黑体" panose="02010609060101010101" pitchFamily="49" charset="-122"/>
              <a:ea typeface="黑体" panose="02010609060101010101" pitchFamily="49" charset="-122"/>
            </a:endParaRPr>
          </a:p>
          <a:p>
            <a:pPr marL="609600" indent="-609600" eaLnBrk="1" hangingPunct="1">
              <a:buFontTx/>
              <a:buAutoNum type="arabicPeriod" startAt="2"/>
            </a:pPr>
            <a:endParaRPr lang="zh-CN" altLang="en-US" sz="2400" dirty="0">
              <a:latin typeface="黑体" panose="02010609060101010101" pitchFamily="49" charset="-122"/>
              <a:ea typeface="黑体" panose="02010609060101010101" pitchFamily="49" charset="-122"/>
            </a:endParaRPr>
          </a:p>
          <a:p>
            <a:pPr marL="609600" indent="-609600" eaLnBrk="1" hangingPunct="1">
              <a:buNone/>
            </a:pPr>
            <a:r>
              <a:rPr lang="zh-CN" altLang="en-US" sz="2400" b="1" dirty="0">
                <a:latin typeface="黑体" panose="02010609060101010101" pitchFamily="49" charset="-122"/>
                <a:ea typeface="黑体" panose="02010609060101010101" pitchFamily="49" charset="-122"/>
              </a:rPr>
              <a:t> 必要条件：                                  </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驻点</a:t>
            </a:r>
            <a:endParaRPr lang="zh-CN" altLang="en-US" sz="2400" dirty="0">
              <a:latin typeface="黑体" panose="02010609060101010101" pitchFamily="49" charset="-122"/>
              <a:ea typeface="黑体" panose="02010609060101010101" pitchFamily="49" charset="-122"/>
            </a:endParaRPr>
          </a:p>
          <a:p>
            <a:pPr marL="609600" indent="-609600" eaLnBrk="1" hangingPunct="1">
              <a:buFontTx/>
              <a:buAutoNum type="arabicPeriod" startAt="2"/>
            </a:pPr>
            <a:endParaRPr lang="zh-CN" altLang="en-US" sz="2400" dirty="0">
              <a:latin typeface="黑体" panose="02010609060101010101" pitchFamily="49" charset="-122"/>
              <a:ea typeface="黑体" panose="02010609060101010101" pitchFamily="49" charset="-122"/>
            </a:endParaRPr>
          </a:p>
          <a:p>
            <a:pPr marL="609600" indent="-609600" eaLnBrk="1" hangingPunct="1">
              <a:buFontTx/>
              <a:buAutoNum type="arabicPeriod" startAt="2"/>
            </a:pPr>
            <a:endParaRPr lang="zh-CN" altLang="en-US" sz="2400" dirty="0">
              <a:latin typeface="黑体" panose="02010609060101010101" pitchFamily="49" charset="-122"/>
              <a:ea typeface="黑体" panose="02010609060101010101" pitchFamily="49" charset="-122"/>
            </a:endParaRPr>
          </a:p>
          <a:p>
            <a:pPr marL="609600" indent="-609600" eaLnBrk="1" hangingPunct="1">
              <a:lnSpc>
                <a:spcPts val="3000"/>
              </a:lnSpc>
              <a:spcBef>
                <a:spcPts val="600"/>
              </a:spcBef>
              <a:spcAft>
                <a:spcPts val="600"/>
              </a:spcAft>
              <a:buNone/>
            </a:pPr>
            <a:r>
              <a:rPr lang="zh-CN" altLang="en-US" sz="2400" b="1" dirty="0">
                <a:latin typeface="黑体" panose="02010609060101010101" pitchFamily="49" charset="-122"/>
                <a:ea typeface="黑体" panose="02010609060101010101" pitchFamily="49" charset="-122"/>
              </a:rPr>
              <a:t> 充分条件：</a:t>
            </a:r>
            <a:r>
              <a:rPr lang="zh-CN" altLang="en-US" sz="2400" dirty="0">
                <a:latin typeface="黑体" panose="02010609060101010101" pitchFamily="49" charset="-122"/>
                <a:ea typeface="黑体" panose="02010609060101010101" pitchFamily="49" charset="-122"/>
              </a:rPr>
              <a:t> 若     </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正定矩阵          </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极小点</a:t>
            </a:r>
            <a:endParaRPr lang="zh-CN" altLang="en-US" sz="2400" dirty="0">
              <a:latin typeface="黑体" panose="02010609060101010101" pitchFamily="49" charset="-122"/>
              <a:ea typeface="黑体" panose="02010609060101010101" pitchFamily="49" charset="-122"/>
            </a:endParaRPr>
          </a:p>
          <a:p>
            <a:pPr marL="609600" indent="-609600" eaLnBrk="1" hangingPunct="1">
              <a:lnSpc>
                <a:spcPts val="3000"/>
              </a:lnSpc>
              <a:spcBef>
                <a:spcPts val="600"/>
              </a:spcBef>
              <a:spcAft>
                <a:spcPts val="600"/>
              </a:spcAft>
              <a:buNone/>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负定矩阵          </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极大点</a:t>
            </a:r>
            <a:endParaRPr lang="zh-CN" altLang="en-US" sz="2400" dirty="0">
              <a:latin typeface="黑体" panose="02010609060101010101" pitchFamily="49" charset="-122"/>
              <a:ea typeface="黑体" panose="02010609060101010101" pitchFamily="49" charset="-122"/>
            </a:endParaRPr>
          </a:p>
          <a:p>
            <a:pPr marL="609600" indent="-609600" eaLnBrk="1" hangingPunct="1">
              <a:lnSpc>
                <a:spcPts val="3000"/>
              </a:lnSpc>
              <a:spcBef>
                <a:spcPts val="600"/>
              </a:spcBef>
              <a:spcAft>
                <a:spcPts val="600"/>
              </a:spcAft>
              <a:buNone/>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不定矩阵          </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鞍点</a:t>
            </a:r>
            <a:endParaRPr lang="zh-CN" altLang="en-US" sz="24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None/>
            </a:pPr>
            <a:endParaRPr lang="zh-CN" altLang="en-US" sz="24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None/>
            </a:pPr>
            <a:r>
              <a:rPr lang="zh-CN" altLang="en-US" sz="2400" dirty="0">
                <a:latin typeface="黑体" panose="02010609060101010101" pitchFamily="49" charset="-122"/>
                <a:ea typeface="黑体" panose="02010609060101010101" pitchFamily="49" charset="-122"/>
              </a:rPr>
              <a:t> </a:t>
            </a:r>
            <a:endParaRPr lang="zh-CN" altLang="en-US" sz="2400" dirty="0">
              <a:latin typeface="黑体" panose="02010609060101010101" pitchFamily="49" charset="-122"/>
              <a:ea typeface="黑体" panose="02010609060101010101" pitchFamily="49" charset="-122"/>
            </a:endParaRPr>
          </a:p>
        </p:txBody>
      </p:sp>
      <p:sp>
        <p:nvSpPr>
          <p:cNvPr id="25604" name="Rectangle 5"/>
          <p:cNvSpPr/>
          <p:nvPr/>
        </p:nvSpPr>
        <p:spPr>
          <a:xfrm>
            <a:off x="0" y="32766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000" dirty="0">
              <a:latin typeface="黑体" panose="02010609060101010101" pitchFamily="49" charset="-122"/>
              <a:ea typeface="黑体" panose="02010609060101010101" pitchFamily="49" charset="-122"/>
            </a:endParaRPr>
          </a:p>
        </p:txBody>
      </p:sp>
      <p:graphicFrame>
        <p:nvGraphicFramePr>
          <p:cNvPr id="25605" name="Object 4"/>
          <p:cNvGraphicFramePr/>
          <p:nvPr/>
        </p:nvGraphicFramePr>
        <p:xfrm>
          <a:off x="500063" y="1214438"/>
          <a:ext cx="8072437" cy="469900"/>
        </p:xfrm>
        <a:graphic>
          <a:graphicData uri="http://schemas.openxmlformats.org/presentationml/2006/ole">
            <mc:AlternateContent xmlns:mc="http://schemas.openxmlformats.org/markup-compatibility/2006">
              <mc:Choice xmlns:v="urn:schemas-microsoft-com:vml" Requires="v">
                <p:oleObj spid="_x0000_s21631" name="" r:id="rId1" imgW="5267960" imgH="292100" progId="Equation.DSMT4">
                  <p:embed/>
                </p:oleObj>
              </mc:Choice>
              <mc:Fallback>
                <p:oleObj name="" r:id="rId1" imgW="5267960" imgH="292100" progId="Equation.DSMT4">
                  <p:embed/>
                  <p:pic>
                    <p:nvPicPr>
                      <p:cNvPr id="0" name="图片 3139"/>
                      <p:cNvPicPr/>
                      <p:nvPr/>
                    </p:nvPicPr>
                    <p:blipFill>
                      <a:blip r:embed="rId2"/>
                      <a:stretch>
                        <a:fillRect/>
                      </a:stretch>
                    </p:blipFill>
                    <p:spPr>
                      <a:xfrm>
                        <a:off x="500063" y="1214438"/>
                        <a:ext cx="8072437" cy="469900"/>
                      </a:xfrm>
                      <a:prstGeom prst="rect">
                        <a:avLst/>
                      </a:prstGeom>
                      <a:noFill/>
                      <a:ln w="38100">
                        <a:noFill/>
                        <a:miter/>
                      </a:ln>
                    </p:spPr>
                  </p:pic>
                </p:oleObj>
              </mc:Fallback>
            </mc:AlternateContent>
          </a:graphicData>
        </a:graphic>
      </p:graphicFrame>
      <p:sp>
        <p:nvSpPr>
          <p:cNvPr id="25606" name="Rectangle 7"/>
          <p:cNvSpPr/>
          <p:nvPr/>
        </p:nvSpPr>
        <p:spPr>
          <a:xfrm>
            <a:off x="0" y="28336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5607" name="Object 6"/>
          <p:cNvGraphicFramePr/>
          <p:nvPr/>
        </p:nvGraphicFramePr>
        <p:xfrm>
          <a:off x="2257425" y="1690688"/>
          <a:ext cx="2395538" cy="1809750"/>
        </p:xfrm>
        <a:graphic>
          <a:graphicData uri="http://schemas.openxmlformats.org/presentationml/2006/ole">
            <mc:AlternateContent xmlns:mc="http://schemas.openxmlformats.org/markup-compatibility/2006">
              <mc:Choice xmlns:v="urn:schemas-microsoft-com:vml" Requires="v">
                <p:oleObj spid="_x0000_s21632" name="" r:id="rId3" imgW="1574800" imgH="1193800" progId="Equation.DSMT4">
                  <p:embed/>
                </p:oleObj>
              </mc:Choice>
              <mc:Fallback>
                <p:oleObj name="" r:id="rId3" imgW="1574800" imgH="1193800" progId="Equation.DSMT4">
                  <p:embed/>
                  <p:pic>
                    <p:nvPicPr>
                      <p:cNvPr id="0" name="图片 3132"/>
                      <p:cNvPicPr/>
                      <p:nvPr/>
                    </p:nvPicPr>
                    <p:blipFill>
                      <a:blip r:embed="rId4"/>
                      <a:stretch>
                        <a:fillRect/>
                      </a:stretch>
                    </p:blipFill>
                    <p:spPr>
                      <a:xfrm>
                        <a:off x="2257425" y="1690688"/>
                        <a:ext cx="2395538" cy="1809750"/>
                      </a:xfrm>
                      <a:prstGeom prst="rect">
                        <a:avLst/>
                      </a:prstGeom>
                      <a:noFill/>
                      <a:ln w="38100">
                        <a:noFill/>
                        <a:miter/>
                      </a:ln>
                    </p:spPr>
                  </p:pic>
                </p:oleObj>
              </mc:Fallback>
            </mc:AlternateContent>
          </a:graphicData>
        </a:graphic>
      </p:graphicFrame>
      <p:sp>
        <p:nvSpPr>
          <p:cNvPr id="25608" name="Rectangle 9"/>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5609" name="Object 8"/>
          <p:cNvGraphicFramePr/>
          <p:nvPr/>
        </p:nvGraphicFramePr>
        <p:xfrm>
          <a:off x="4800600" y="2163763"/>
          <a:ext cx="2384425" cy="908050"/>
        </p:xfrm>
        <a:graphic>
          <a:graphicData uri="http://schemas.openxmlformats.org/presentationml/2006/ole">
            <mc:AlternateContent xmlns:mc="http://schemas.openxmlformats.org/markup-compatibility/2006">
              <mc:Choice xmlns:v="urn:schemas-microsoft-com:vml" Requires="v">
                <p:oleObj spid="_x0000_s21633" name="" r:id="rId5" imgW="1600200" imgH="609600" progId="Equation.DSMT4">
                  <p:embed/>
                </p:oleObj>
              </mc:Choice>
              <mc:Fallback>
                <p:oleObj name="" r:id="rId5" imgW="1600200" imgH="609600" progId="Equation.DSMT4">
                  <p:embed/>
                  <p:pic>
                    <p:nvPicPr>
                      <p:cNvPr id="0" name="图片 3128"/>
                      <p:cNvPicPr/>
                      <p:nvPr/>
                    </p:nvPicPr>
                    <p:blipFill>
                      <a:blip r:embed="rId6"/>
                      <a:stretch>
                        <a:fillRect/>
                      </a:stretch>
                    </p:blipFill>
                    <p:spPr>
                      <a:xfrm>
                        <a:off x="4800600" y="2163763"/>
                        <a:ext cx="2384425" cy="908050"/>
                      </a:xfrm>
                      <a:prstGeom prst="rect">
                        <a:avLst/>
                      </a:prstGeom>
                      <a:noFill/>
                      <a:ln w="38100">
                        <a:noFill/>
                        <a:miter/>
                      </a:ln>
                    </p:spPr>
                  </p:pic>
                </p:oleObj>
              </mc:Fallback>
            </mc:AlternateContent>
          </a:graphicData>
        </a:graphic>
      </p:graphicFrame>
      <p:sp>
        <p:nvSpPr>
          <p:cNvPr id="25610" name="Rectangle 11"/>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5611" name="Object 10"/>
          <p:cNvGraphicFramePr/>
          <p:nvPr/>
        </p:nvGraphicFramePr>
        <p:xfrm>
          <a:off x="2608263" y="3694113"/>
          <a:ext cx="657225" cy="388937"/>
        </p:xfrm>
        <a:graphic>
          <a:graphicData uri="http://schemas.openxmlformats.org/presentationml/2006/ole">
            <mc:AlternateContent xmlns:mc="http://schemas.openxmlformats.org/markup-compatibility/2006">
              <mc:Choice xmlns:v="urn:schemas-microsoft-com:vml" Requires="v">
                <p:oleObj spid="_x0000_s21634" name="" r:id="rId7" imgW="444500" imgH="292100" progId="Equation.DSMT4">
                  <p:embed/>
                </p:oleObj>
              </mc:Choice>
              <mc:Fallback>
                <p:oleObj name="" r:id="rId7" imgW="444500" imgH="292100" progId="Equation.DSMT4">
                  <p:embed/>
                  <p:pic>
                    <p:nvPicPr>
                      <p:cNvPr id="0" name="图片 3137"/>
                      <p:cNvPicPr/>
                      <p:nvPr/>
                    </p:nvPicPr>
                    <p:blipFill>
                      <a:blip r:embed="rId8"/>
                      <a:stretch>
                        <a:fillRect/>
                      </a:stretch>
                    </p:blipFill>
                    <p:spPr>
                      <a:xfrm>
                        <a:off x="2608263" y="3694113"/>
                        <a:ext cx="657225" cy="388937"/>
                      </a:xfrm>
                      <a:prstGeom prst="rect">
                        <a:avLst/>
                      </a:prstGeom>
                      <a:noFill/>
                      <a:ln w="38100">
                        <a:noFill/>
                        <a:miter/>
                      </a:ln>
                    </p:spPr>
                  </p:pic>
                </p:oleObj>
              </mc:Fallback>
            </mc:AlternateContent>
          </a:graphicData>
        </a:graphic>
      </p:graphicFrame>
      <p:sp>
        <p:nvSpPr>
          <p:cNvPr id="25612" name="Rectangle 13"/>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5613" name="Rectangle 15"/>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5614" name="Rectangle 17"/>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5615" name="Object 16"/>
          <p:cNvGraphicFramePr/>
          <p:nvPr/>
        </p:nvGraphicFramePr>
        <p:xfrm>
          <a:off x="5508625" y="3648075"/>
          <a:ext cx="982663" cy="427038"/>
        </p:xfrm>
        <a:graphic>
          <a:graphicData uri="http://schemas.openxmlformats.org/presentationml/2006/ole">
            <mc:AlternateContent xmlns:mc="http://schemas.openxmlformats.org/markup-compatibility/2006">
              <mc:Choice xmlns:v="urn:schemas-microsoft-com:vml" Requires="v">
                <p:oleObj spid="_x0000_s21635" name="" r:id="rId9" imgW="558800" imgH="254000" progId="Equation.DSMT4">
                  <p:embed/>
                </p:oleObj>
              </mc:Choice>
              <mc:Fallback>
                <p:oleObj name="" r:id="rId9" imgW="558800" imgH="254000" progId="Equation.DSMT4">
                  <p:embed/>
                  <p:pic>
                    <p:nvPicPr>
                      <p:cNvPr id="0" name="图片 3130"/>
                      <p:cNvPicPr/>
                      <p:nvPr/>
                    </p:nvPicPr>
                    <p:blipFill>
                      <a:blip r:embed="rId10"/>
                      <a:stretch>
                        <a:fillRect/>
                      </a:stretch>
                    </p:blipFill>
                    <p:spPr>
                      <a:xfrm>
                        <a:off x="5508625" y="3648075"/>
                        <a:ext cx="982663" cy="427038"/>
                      </a:xfrm>
                      <a:prstGeom prst="rect">
                        <a:avLst/>
                      </a:prstGeom>
                      <a:noFill/>
                      <a:ln w="38100">
                        <a:noFill/>
                        <a:miter/>
                      </a:ln>
                    </p:spPr>
                  </p:pic>
                </p:oleObj>
              </mc:Fallback>
            </mc:AlternateContent>
          </a:graphicData>
        </a:graphic>
      </p:graphicFrame>
      <p:sp>
        <p:nvSpPr>
          <p:cNvPr id="25616" name="Rectangle 19"/>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5617" name="Rectangle 21"/>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5618"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§2.3 </a:t>
            </a:r>
            <a:r>
              <a:rPr lang="zh-CN" altLang="en-US" sz="2000" b="1" i="1" dirty="0">
                <a:solidFill>
                  <a:srgbClr val="00B050"/>
                </a:solidFill>
                <a:latin typeface="黑体" panose="02010609060101010101" pitchFamily="49" charset="-122"/>
                <a:ea typeface="黑体" panose="02010609060101010101" pitchFamily="49" charset="-122"/>
              </a:rPr>
              <a:t>无约束问题的极值条件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25619" name="Object 23"/>
          <p:cNvGraphicFramePr/>
          <p:nvPr/>
        </p:nvGraphicFramePr>
        <p:xfrm>
          <a:off x="2608263" y="4222750"/>
          <a:ext cx="658812" cy="411163"/>
        </p:xfrm>
        <a:graphic>
          <a:graphicData uri="http://schemas.openxmlformats.org/presentationml/2006/ole">
            <mc:AlternateContent xmlns:mc="http://schemas.openxmlformats.org/markup-compatibility/2006">
              <mc:Choice xmlns:v="urn:schemas-microsoft-com:vml" Requires="v">
                <p:oleObj spid="_x0000_s21636" name="" r:id="rId11" imgW="444500" imgH="292100" progId="Equation.DSMT4">
                  <p:embed/>
                </p:oleObj>
              </mc:Choice>
              <mc:Fallback>
                <p:oleObj name="" r:id="rId11" imgW="444500" imgH="292100" progId="Equation.DSMT4">
                  <p:embed/>
                  <p:pic>
                    <p:nvPicPr>
                      <p:cNvPr id="0" name="图片 3134"/>
                      <p:cNvPicPr/>
                      <p:nvPr/>
                    </p:nvPicPr>
                    <p:blipFill>
                      <a:blip r:embed="rId12"/>
                      <a:stretch>
                        <a:fillRect/>
                      </a:stretch>
                    </p:blipFill>
                    <p:spPr>
                      <a:xfrm>
                        <a:off x="2608263" y="4222750"/>
                        <a:ext cx="658812" cy="411163"/>
                      </a:xfrm>
                      <a:prstGeom prst="rect">
                        <a:avLst/>
                      </a:prstGeom>
                      <a:noFill/>
                      <a:ln w="38100">
                        <a:noFill/>
                        <a:miter/>
                      </a:ln>
                    </p:spPr>
                  </p:pic>
                </p:oleObj>
              </mc:Fallback>
            </mc:AlternateContent>
          </a:graphicData>
        </a:graphic>
      </p:graphicFrame>
      <p:graphicFrame>
        <p:nvGraphicFramePr>
          <p:cNvPr id="25620" name="Object 24"/>
          <p:cNvGraphicFramePr/>
          <p:nvPr/>
        </p:nvGraphicFramePr>
        <p:xfrm>
          <a:off x="2608263" y="4773613"/>
          <a:ext cx="657225" cy="411162"/>
        </p:xfrm>
        <a:graphic>
          <a:graphicData uri="http://schemas.openxmlformats.org/presentationml/2006/ole">
            <mc:AlternateContent xmlns:mc="http://schemas.openxmlformats.org/markup-compatibility/2006">
              <mc:Choice xmlns:v="urn:schemas-microsoft-com:vml" Requires="v">
                <p:oleObj spid="_x0000_s21637" name="" r:id="rId13" imgW="444500" imgH="292100" progId="Equation.DSMT4">
                  <p:embed/>
                </p:oleObj>
              </mc:Choice>
              <mc:Fallback>
                <p:oleObj name="" r:id="rId13" imgW="444500" imgH="292100" progId="Equation.DSMT4">
                  <p:embed/>
                  <p:pic>
                    <p:nvPicPr>
                      <p:cNvPr id="0" name="图片 3131"/>
                      <p:cNvPicPr/>
                      <p:nvPr/>
                    </p:nvPicPr>
                    <p:blipFill>
                      <a:blip r:embed="rId14"/>
                      <a:stretch>
                        <a:fillRect/>
                      </a:stretch>
                    </p:blipFill>
                    <p:spPr>
                      <a:xfrm>
                        <a:off x="2608263" y="4773613"/>
                        <a:ext cx="657225" cy="411162"/>
                      </a:xfrm>
                      <a:prstGeom prst="rect">
                        <a:avLst/>
                      </a:prstGeom>
                      <a:noFill/>
                      <a:ln w="38100">
                        <a:noFill/>
                        <a:miter/>
                      </a:ln>
                    </p:spPr>
                  </p:pic>
                </p:oleObj>
              </mc:Fallback>
            </mc:AlternateContent>
          </a:graphicData>
        </a:graphic>
      </p:graphicFrame>
      <p:graphicFrame>
        <p:nvGraphicFramePr>
          <p:cNvPr id="25621" name="Object 25"/>
          <p:cNvGraphicFramePr/>
          <p:nvPr/>
        </p:nvGraphicFramePr>
        <p:xfrm>
          <a:off x="5526088" y="4208463"/>
          <a:ext cx="982662" cy="425450"/>
        </p:xfrm>
        <a:graphic>
          <a:graphicData uri="http://schemas.openxmlformats.org/presentationml/2006/ole">
            <mc:AlternateContent xmlns:mc="http://schemas.openxmlformats.org/markup-compatibility/2006">
              <mc:Choice xmlns:v="urn:schemas-microsoft-com:vml" Requires="v">
                <p:oleObj spid="_x0000_s21638" name="" r:id="rId15" imgW="558800" imgH="254000" progId="Equation.DSMT4">
                  <p:embed/>
                </p:oleObj>
              </mc:Choice>
              <mc:Fallback>
                <p:oleObj name="" r:id="rId15" imgW="558800" imgH="254000" progId="Equation.DSMT4">
                  <p:embed/>
                  <p:pic>
                    <p:nvPicPr>
                      <p:cNvPr id="0" name="图片 3135"/>
                      <p:cNvPicPr/>
                      <p:nvPr/>
                    </p:nvPicPr>
                    <p:blipFill>
                      <a:blip r:embed="rId16"/>
                      <a:stretch>
                        <a:fillRect/>
                      </a:stretch>
                    </p:blipFill>
                    <p:spPr>
                      <a:xfrm>
                        <a:off x="5526088" y="4208463"/>
                        <a:ext cx="982662" cy="425450"/>
                      </a:xfrm>
                      <a:prstGeom prst="rect">
                        <a:avLst/>
                      </a:prstGeom>
                      <a:noFill/>
                      <a:ln w="38100">
                        <a:noFill/>
                        <a:miter/>
                      </a:ln>
                    </p:spPr>
                  </p:pic>
                </p:oleObj>
              </mc:Fallback>
            </mc:AlternateContent>
          </a:graphicData>
        </a:graphic>
      </p:graphicFrame>
      <p:graphicFrame>
        <p:nvGraphicFramePr>
          <p:cNvPr id="25622" name="Object 26"/>
          <p:cNvGraphicFramePr/>
          <p:nvPr/>
        </p:nvGraphicFramePr>
        <p:xfrm>
          <a:off x="5522913" y="4749800"/>
          <a:ext cx="982662" cy="427038"/>
        </p:xfrm>
        <a:graphic>
          <a:graphicData uri="http://schemas.openxmlformats.org/presentationml/2006/ole">
            <mc:AlternateContent xmlns:mc="http://schemas.openxmlformats.org/markup-compatibility/2006">
              <mc:Choice xmlns:v="urn:schemas-microsoft-com:vml" Requires="v">
                <p:oleObj spid="_x0000_s21639" name="" r:id="rId17" imgW="558800" imgH="254000" progId="Equation.DSMT4">
                  <p:embed/>
                </p:oleObj>
              </mc:Choice>
              <mc:Fallback>
                <p:oleObj name="" r:id="rId17" imgW="558800" imgH="254000" progId="Equation.DSMT4">
                  <p:embed/>
                  <p:pic>
                    <p:nvPicPr>
                      <p:cNvPr id="0" name="图片 3136"/>
                      <p:cNvPicPr/>
                      <p:nvPr/>
                    </p:nvPicPr>
                    <p:blipFill>
                      <a:blip r:embed="rId18"/>
                      <a:stretch>
                        <a:fillRect/>
                      </a:stretch>
                    </p:blipFill>
                    <p:spPr>
                      <a:xfrm>
                        <a:off x="5522913" y="4749800"/>
                        <a:ext cx="982662" cy="427038"/>
                      </a:xfrm>
                      <a:prstGeom prst="rect">
                        <a:avLst/>
                      </a:prstGeom>
                      <a:noFill/>
                      <a:ln w="38100">
                        <a:noFill/>
                        <a:miter/>
                      </a:ln>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79875" name="Rectangle 3"/>
          <p:cNvSpPr>
            <a:spLocks noGrp="1" noChangeArrowheads="1"/>
          </p:cNvSpPr>
          <p:nvPr>
            <p:ph idx="1"/>
          </p:nvPr>
        </p:nvSpPr>
        <p:spPr>
          <a:xfrm>
            <a:off x="285750" y="571500"/>
            <a:ext cx="8572500" cy="58578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矩阵正定判定方法：</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正定</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各阶主子式</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&gt;0</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负定</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各偶数阶主子式</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&gt;0,</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各奇数阶主子式</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&lt;0</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不定</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非正、非负的矩阵。</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0" cap="none" spc="0" normalizeH="0" baseline="0" noProof="0" dirty="0" smtClean="0">
              <a:ln>
                <a:noFill/>
              </a:ln>
              <a:solidFill>
                <a:schemeClr val="accent6">
                  <a:lumMod val="60000"/>
                  <a:lumOff val="40000"/>
                </a:schemeClr>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accent6">
                    <a:lumMod val="60000"/>
                    <a:lumOff val="40000"/>
                  </a:schemeClr>
                </a:solidFill>
                <a:effectLst/>
                <a:uLnTx/>
                <a:uFillTx/>
                <a:latin typeface="黑体" panose="02010609060101010101" pitchFamily="49" charset="-122"/>
                <a:ea typeface="黑体" panose="02010609060101010101" pitchFamily="49" charset="-122"/>
                <a:cs typeface="+mn-cs"/>
              </a:rPr>
              <a:t>主子式                     </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sym typeface="+mn-ea"/>
              </a:rPr>
              <a:t>一阶主子式</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设一矩阵为                </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sym typeface="+mn-ea"/>
              </a:rPr>
              <a:t>二阶主子式</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sym typeface="+mn-ea"/>
              </a:rPr>
              <a:t>                           </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sym typeface="+mn-ea"/>
              </a:rPr>
              <a:t>                            n</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sym typeface="+mn-ea"/>
              </a:rPr>
              <a:t>阶主子式</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sym typeface="+mn-ea"/>
              </a:rPr>
              <a:t>                          </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26628" name="Rectangle 5"/>
          <p:cNvSpPr/>
          <p:nvPr/>
        </p:nvSpPr>
        <p:spPr>
          <a:xfrm>
            <a:off x="0" y="28194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6629" name="Object 4"/>
          <p:cNvGraphicFramePr/>
          <p:nvPr/>
        </p:nvGraphicFramePr>
        <p:xfrm>
          <a:off x="6048375" y="4432300"/>
          <a:ext cx="2238375" cy="1714500"/>
        </p:xfrm>
        <a:graphic>
          <a:graphicData uri="http://schemas.openxmlformats.org/presentationml/2006/ole">
            <mc:AlternateContent xmlns:mc="http://schemas.openxmlformats.org/markup-compatibility/2006">
              <mc:Choice xmlns:v="urn:schemas-microsoft-com:vml" Requires="v">
                <p:oleObj spid="_x0000_s22585" name="" r:id="rId1" imgW="1587500" imgH="1219200" progId="Equation.DSMT4">
                  <p:embed/>
                </p:oleObj>
              </mc:Choice>
              <mc:Fallback>
                <p:oleObj name="" r:id="rId1" imgW="1587500" imgH="1219200" progId="Equation.DSMT4">
                  <p:embed/>
                  <p:pic>
                    <p:nvPicPr>
                      <p:cNvPr id="0" name="图片 3142"/>
                      <p:cNvPicPr/>
                      <p:nvPr/>
                    </p:nvPicPr>
                    <p:blipFill>
                      <a:blip r:embed="rId2"/>
                      <a:stretch>
                        <a:fillRect/>
                      </a:stretch>
                    </p:blipFill>
                    <p:spPr>
                      <a:xfrm>
                        <a:off x="6048375" y="4432300"/>
                        <a:ext cx="2238375" cy="1714500"/>
                      </a:xfrm>
                      <a:prstGeom prst="rect">
                        <a:avLst/>
                      </a:prstGeom>
                      <a:noFill/>
                      <a:ln w="38100">
                        <a:noFill/>
                        <a:miter/>
                      </a:ln>
                    </p:spPr>
                  </p:pic>
                </p:oleObj>
              </mc:Fallback>
            </mc:AlternateContent>
          </a:graphicData>
        </a:graphic>
      </p:graphicFrame>
      <p:sp>
        <p:nvSpPr>
          <p:cNvPr id="26630" name="Rectangle 7"/>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6631" name="Object 6"/>
          <p:cNvGraphicFramePr/>
          <p:nvPr/>
        </p:nvGraphicFramePr>
        <p:xfrm>
          <a:off x="6118225" y="2647950"/>
          <a:ext cx="539750" cy="500063"/>
        </p:xfrm>
        <a:graphic>
          <a:graphicData uri="http://schemas.openxmlformats.org/presentationml/2006/ole">
            <mc:AlternateContent xmlns:mc="http://schemas.openxmlformats.org/markup-compatibility/2006">
              <mc:Choice xmlns:v="urn:schemas-microsoft-com:vml" Requires="v">
                <p:oleObj spid="_x0000_s22586" name="" r:id="rId3" imgW="330200" imgH="304800" progId="Equation.DSMT4">
                  <p:embed/>
                </p:oleObj>
              </mc:Choice>
              <mc:Fallback>
                <p:oleObj name="" r:id="rId3" imgW="330200" imgH="304800" progId="Equation.DSMT4">
                  <p:embed/>
                  <p:pic>
                    <p:nvPicPr>
                      <p:cNvPr id="0" name="图片 3143"/>
                      <p:cNvPicPr/>
                      <p:nvPr/>
                    </p:nvPicPr>
                    <p:blipFill>
                      <a:blip r:embed="rId4"/>
                      <a:stretch>
                        <a:fillRect/>
                      </a:stretch>
                    </p:blipFill>
                    <p:spPr>
                      <a:xfrm>
                        <a:off x="6118225" y="2647950"/>
                        <a:ext cx="539750" cy="500063"/>
                      </a:xfrm>
                      <a:prstGeom prst="rect">
                        <a:avLst/>
                      </a:prstGeom>
                      <a:noFill/>
                      <a:ln w="38100">
                        <a:noFill/>
                        <a:miter/>
                      </a:ln>
                    </p:spPr>
                  </p:pic>
                </p:oleObj>
              </mc:Fallback>
            </mc:AlternateContent>
          </a:graphicData>
        </a:graphic>
      </p:graphicFrame>
      <p:sp>
        <p:nvSpPr>
          <p:cNvPr id="26632"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§2.3 </a:t>
            </a:r>
            <a:r>
              <a:rPr lang="zh-CN" altLang="en-US" sz="2000" b="1" i="1" dirty="0">
                <a:solidFill>
                  <a:srgbClr val="00B050"/>
                </a:solidFill>
                <a:latin typeface="黑体" panose="02010609060101010101" pitchFamily="49" charset="-122"/>
                <a:ea typeface="黑体" panose="02010609060101010101" pitchFamily="49" charset="-122"/>
              </a:rPr>
              <a:t>无约束问题的极值条件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26633" name="Object 9"/>
          <p:cNvGraphicFramePr/>
          <p:nvPr/>
        </p:nvGraphicFramePr>
        <p:xfrm>
          <a:off x="6118225" y="3179763"/>
          <a:ext cx="1223963" cy="966787"/>
        </p:xfrm>
        <a:graphic>
          <a:graphicData uri="http://schemas.openxmlformats.org/presentationml/2006/ole">
            <mc:AlternateContent xmlns:mc="http://schemas.openxmlformats.org/markup-compatibility/2006">
              <mc:Choice xmlns:v="urn:schemas-microsoft-com:vml" Requires="v">
                <p:oleObj spid="_x0000_s22587" name="" r:id="rId5" imgW="774065" imgH="609600" progId="Equation.DSMT4">
                  <p:embed/>
                </p:oleObj>
              </mc:Choice>
              <mc:Fallback>
                <p:oleObj name="" r:id="rId5" imgW="774065" imgH="609600" progId="Equation.DSMT4">
                  <p:embed/>
                  <p:pic>
                    <p:nvPicPr>
                      <p:cNvPr id="0" name="图片 3144"/>
                      <p:cNvPicPr/>
                      <p:nvPr/>
                    </p:nvPicPr>
                    <p:blipFill>
                      <a:blip r:embed="rId6"/>
                      <a:stretch>
                        <a:fillRect/>
                      </a:stretch>
                    </p:blipFill>
                    <p:spPr>
                      <a:xfrm>
                        <a:off x="6118225" y="3179763"/>
                        <a:ext cx="1223963" cy="966787"/>
                      </a:xfrm>
                      <a:prstGeom prst="rect">
                        <a:avLst/>
                      </a:prstGeom>
                      <a:noFill/>
                      <a:ln w="38100">
                        <a:noFill/>
                        <a:miter/>
                      </a:ln>
                    </p:spPr>
                  </p:pic>
                </p:oleObj>
              </mc:Fallback>
            </mc:AlternateContent>
          </a:graphicData>
        </a:graphic>
      </p:graphicFrame>
      <p:graphicFrame>
        <p:nvGraphicFramePr>
          <p:cNvPr id="26634" name="Object 8"/>
          <p:cNvGraphicFramePr/>
          <p:nvPr/>
        </p:nvGraphicFramePr>
        <p:xfrm>
          <a:off x="1949450" y="3148013"/>
          <a:ext cx="2217738" cy="1658937"/>
        </p:xfrm>
        <a:graphic>
          <a:graphicData uri="http://schemas.openxmlformats.org/presentationml/2006/ole">
            <mc:AlternateContent xmlns:mc="http://schemas.openxmlformats.org/markup-compatibility/2006">
              <mc:Choice xmlns:v="urn:schemas-microsoft-com:vml" Requires="v">
                <p:oleObj spid="_x0000_s22588" name="" r:id="rId7" imgW="1701800" imgH="1219200" progId="Equation.DSMT4">
                  <p:embed/>
                </p:oleObj>
              </mc:Choice>
              <mc:Fallback>
                <p:oleObj name="" r:id="rId7" imgW="1701800" imgH="1219200" progId="Equation.DSMT4">
                  <p:embed/>
                  <p:pic>
                    <p:nvPicPr>
                      <p:cNvPr id="0" name="图片 3145"/>
                      <p:cNvPicPr/>
                      <p:nvPr/>
                    </p:nvPicPr>
                    <p:blipFill>
                      <a:blip r:embed="rId8"/>
                      <a:stretch>
                        <a:fillRect/>
                      </a:stretch>
                    </p:blipFill>
                    <p:spPr>
                      <a:xfrm>
                        <a:off x="1949450" y="3148013"/>
                        <a:ext cx="2217738" cy="1658937"/>
                      </a:xfrm>
                      <a:prstGeom prst="rect">
                        <a:avLst/>
                      </a:prstGeom>
                      <a:noFill/>
                      <a:ln w="38100">
                        <a:noFill/>
                        <a:miter/>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27651" name="Rectangle 3"/>
          <p:cNvSpPr>
            <a:spLocks noGrp="1"/>
          </p:cNvSpPr>
          <p:nvPr>
            <p:ph idx="1"/>
          </p:nvPr>
        </p:nvSpPr>
        <p:spPr>
          <a:xfrm>
            <a:off x="323850" y="565150"/>
            <a:ext cx="8534400" cy="5864225"/>
          </a:xfrm>
        </p:spPr>
        <p:txBody>
          <a:bodyPr vert="horz" wrap="square" lIns="91440" tIns="45720" rIns="91440" bIns="45720" anchor="t"/>
          <a:lstStyle/>
          <a:p>
            <a:pPr eaLnBrk="1" hangingPunct="1">
              <a:buNone/>
            </a:pPr>
            <a:r>
              <a:rPr lang="zh-CN" altLang="en-US" sz="2400" dirty="0">
                <a:latin typeface="黑体" panose="02010609060101010101" pitchFamily="49" charset="-122"/>
                <a:ea typeface="黑体" panose="02010609060101010101" pitchFamily="49" charset="-122"/>
              </a:rPr>
              <a:t>例</a:t>
            </a: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eaLnBrk="1" hangingPunct="1">
              <a:buNone/>
            </a:pPr>
            <a:r>
              <a:rPr lang="zh-CN" altLang="en-US" sz="2400" dirty="0">
                <a:latin typeface="黑体" panose="02010609060101010101" pitchFamily="49" charset="-122"/>
                <a:ea typeface="黑体" panose="02010609060101010101" pitchFamily="49" charset="-122"/>
              </a:rPr>
              <a:t>解：                              解得：</a:t>
            </a: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正定</a:t>
            </a: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r>
              <a:rPr lang="zh-CN" altLang="en-US" sz="2400" dirty="0">
                <a:latin typeface="黑体" panose="02010609060101010101" pitchFamily="49" charset="-122"/>
                <a:ea typeface="黑体" panose="02010609060101010101" pitchFamily="49" charset="-122"/>
              </a:rPr>
              <a:t>                </a:t>
            </a:r>
            <a:endParaRPr lang="zh-CN" altLang="en-US" sz="2400" dirty="0">
              <a:latin typeface="黑体" panose="02010609060101010101" pitchFamily="49" charset="-122"/>
              <a:ea typeface="黑体" panose="02010609060101010101" pitchFamily="49" charset="-122"/>
            </a:endParaRPr>
          </a:p>
          <a:p>
            <a:pPr eaLnBrk="1" hangingPunct="1">
              <a:buNone/>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极小点</a:t>
            </a: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极小值</a:t>
            </a:r>
            <a:endParaRPr lang="zh-CN" altLang="en-US" sz="2400" dirty="0">
              <a:latin typeface="黑体" panose="02010609060101010101" pitchFamily="49" charset="-122"/>
              <a:ea typeface="黑体" panose="02010609060101010101" pitchFamily="49" charset="-122"/>
            </a:endParaRPr>
          </a:p>
        </p:txBody>
      </p:sp>
      <p:sp>
        <p:nvSpPr>
          <p:cNvPr id="27652" name="Rectangle 5"/>
          <p:cNvSpPr/>
          <p:nvPr/>
        </p:nvSpPr>
        <p:spPr>
          <a:xfrm>
            <a:off x="0" y="31003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7653" name="Object 4"/>
          <p:cNvGraphicFramePr/>
          <p:nvPr/>
        </p:nvGraphicFramePr>
        <p:xfrm>
          <a:off x="1071563" y="1143000"/>
          <a:ext cx="3963987" cy="989013"/>
        </p:xfrm>
        <a:graphic>
          <a:graphicData uri="http://schemas.openxmlformats.org/presentationml/2006/ole">
            <mc:AlternateContent xmlns:mc="http://schemas.openxmlformats.org/markup-compatibility/2006">
              <mc:Choice xmlns:v="urn:schemas-microsoft-com:vml" Requires="v">
                <p:oleObj spid="_x0000_s23637" name="" r:id="rId1" imgW="2640330" imgH="660400" progId="Equation.DSMT4">
                  <p:embed/>
                </p:oleObj>
              </mc:Choice>
              <mc:Fallback>
                <p:oleObj name="" r:id="rId1" imgW="2640330" imgH="660400" progId="Equation.DSMT4">
                  <p:embed/>
                  <p:pic>
                    <p:nvPicPr>
                      <p:cNvPr id="0" name="图片 3140"/>
                      <p:cNvPicPr/>
                      <p:nvPr/>
                    </p:nvPicPr>
                    <p:blipFill>
                      <a:blip r:embed="rId2"/>
                      <a:stretch>
                        <a:fillRect/>
                      </a:stretch>
                    </p:blipFill>
                    <p:spPr>
                      <a:xfrm>
                        <a:off x="1071563" y="1143000"/>
                        <a:ext cx="3963987" cy="989013"/>
                      </a:xfrm>
                      <a:prstGeom prst="rect">
                        <a:avLst/>
                      </a:prstGeom>
                      <a:noFill/>
                      <a:ln w="38100">
                        <a:noFill/>
                        <a:miter/>
                      </a:ln>
                    </p:spPr>
                  </p:pic>
                </p:oleObj>
              </mc:Fallback>
            </mc:AlternateContent>
          </a:graphicData>
        </a:graphic>
      </p:graphicFrame>
      <p:sp>
        <p:nvSpPr>
          <p:cNvPr id="27654" name="Rectangle 7"/>
          <p:cNvSpPr/>
          <p:nvPr/>
        </p:nvSpPr>
        <p:spPr>
          <a:xfrm>
            <a:off x="0" y="328136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7655" name="Rectangle 9"/>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7656" name="Object 8"/>
          <p:cNvGraphicFramePr/>
          <p:nvPr/>
        </p:nvGraphicFramePr>
        <p:xfrm>
          <a:off x="6429375" y="1071563"/>
          <a:ext cx="936625" cy="895350"/>
        </p:xfrm>
        <a:graphic>
          <a:graphicData uri="http://schemas.openxmlformats.org/presentationml/2006/ole">
            <mc:AlternateContent xmlns:mc="http://schemas.openxmlformats.org/markup-compatibility/2006">
              <mc:Choice xmlns:v="urn:schemas-microsoft-com:vml" Requires="v">
                <p:oleObj spid="_x0000_s23638" name="" r:id="rId3" imgW="635000" imgH="609600" progId="Equation.DSMT4">
                  <p:embed/>
                </p:oleObj>
              </mc:Choice>
              <mc:Fallback>
                <p:oleObj name="" r:id="rId3" imgW="635000" imgH="609600" progId="Equation.DSMT4">
                  <p:embed/>
                  <p:pic>
                    <p:nvPicPr>
                      <p:cNvPr id="0" name="图片 3149"/>
                      <p:cNvPicPr/>
                      <p:nvPr/>
                    </p:nvPicPr>
                    <p:blipFill>
                      <a:blip r:embed="rId4"/>
                      <a:stretch>
                        <a:fillRect/>
                      </a:stretch>
                    </p:blipFill>
                    <p:spPr>
                      <a:xfrm>
                        <a:off x="6429375" y="1071563"/>
                        <a:ext cx="936625" cy="895350"/>
                      </a:xfrm>
                      <a:prstGeom prst="rect">
                        <a:avLst/>
                      </a:prstGeom>
                      <a:noFill/>
                      <a:ln w="38100">
                        <a:noFill/>
                        <a:miter/>
                      </a:ln>
                    </p:spPr>
                  </p:pic>
                </p:oleObj>
              </mc:Fallback>
            </mc:AlternateContent>
          </a:graphicData>
        </a:graphic>
      </p:graphicFrame>
      <p:sp>
        <p:nvSpPr>
          <p:cNvPr id="27657" name="Rectangle 11"/>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7658" name="Object 10"/>
          <p:cNvGraphicFramePr/>
          <p:nvPr/>
        </p:nvGraphicFramePr>
        <p:xfrm>
          <a:off x="1204913" y="2195513"/>
          <a:ext cx="1763712" cy="873125"/>
        </p:xfrm>
        <a:graphic>
          <a:graphicData uri="http://schemas.openxmlformats.org/presentationml/2006/ole">
            <mc:AlternateContent xmlns:mc="http://schemas.openxmlformats.org/markup-compatibility/2006">
              <mc:Choice xmlns:v="urn:schemas-microsoft-com:vml" Requires="v">
                <p:oleObj spid="_x0000_s23639" name="" r:id="rId5" imgW="1231265" imgH="609600" progId="Equation.DSMT4">
                  <p:embed/>
                </p:oleObj>
              </mc:Choice>
              <mc:Fallback>
                <p:oleObj name="" r:id="rId5" imgW="1231265" imgH="609600" progId="Equation.DSMT4">
                  <p:embed/>
                  <p:pic>
                    <p:nvPicPr>
                      <p:cNvPr id="0" name="图片 3146"/>
                      <p:cNvPicPr/>
                      <p:nvPr/>
                    </p:nvPicPr>
                    <p:blipFill>
                      <a:blip r:embed="rId6"/>
                      <a:stretch>
                        <a:fillRect/>
                      </a:stretch>
                    </p:blipFill>
                    <p:spPr>
                      <a:xfrm>
                        <a:off x="1204913" y="2195513"/>
                        <a:ext cx="1763712" cy="873125"/>
                      </a:xfrm>
                      <a:prstGeom prst="rect">
                        <a:avLst/>
                      </a:prstGeom>
                      <a:noFill/>
                      <a:ln w="38100">
                        <a:noFill/>
                        <a:miter/>
                      </a:ln>
                    </p:spPr>
                  </p:pic>
                </p:oleObj>
              </mc:Fallback>
            </mc:AlternateContent>
          </a:graphicData>
        </a:graphic>
      </p:graphicFrame>
      <p:sp>
        <p:nvSpPr>
          <p:cNvPr id="27659" name="Rectangle 13"/>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7660" name="Object 12"/>
          <p:cNvGraphicFramePr/>
          <p:nvPr/>
        </p:nvGraphicFramePr>
        <p:xfrm>
          <a:off x="1060450" y="3452813"/>
          <a:ext cx="1798638" cy="962025"/>
        </p:xfrm>
        <a:graphic>
          <a:graphicData uri="http://schemas.openxmlformats.org/presentationml/2006/ole">
            <mc:AlternateContent xmlns:mc="http://schemas.openxmlformats.org/markup-compatibility/2006">
              <mc:Choice xmlns:v="urn:schemas-microsoft-com:vml" Requires="v">
                <p:oleObj spid="_x0000_s23640" name="" r:id="rId7" imgW="1143000" imgH="609600" progId="Equation.DSMT4">
                  <p:embed/>
                </p:oleObj>
              </mc:Choice>
              <mc:Fallback>
                <p:oleObj name="" r:id="rId7" imgW="1143000" imgH="609600" progId="Equation.DSMT4">
                  <p:embed/>
                  <p:pic>
                    <p:nvPicPr>
                      <p:cNvPr id="0" name="图片 3147"/>
                      <p:cNvPicPr/>
                      <p:nvPr/>
                    </p:nvPicPr>
                    <p:blipFill>
                      <a:blip r:embed="rId8"/>
                      <a:stretch>
                        <a:fillRect/>
                      </a:stretch>
                    </p:blipFill>
                    <p:spPr>
                      <a:xfrm>
                        <a:off x="1060450" y="3452813"/>
                        <a:ext cx="1798638" cy="962025"/>
                      </a:xfrm>
                      <a:prstGeom prst="rect">
                        <a:avLst/>
                      </a:prstGeom>
                      <a:noFill/>
                      <a:ln w="38100">
                        <a:noFill/>
                        <a:miter/>
                      </a:ln>
                    </p:spPr>
                  </p:pic>
                </p:oleObj>
              </mc:Fallback>
            </mc:AlternateContent>
          </a:graphicData>
        </a:graphic>
      </p:graphicFrame>
      <p:sp>
        <p:nvSpPr>
          <p:cNvPr id="27661" name="Rectangle 15"/>
          <p:cNvSpPr/>
          <p:nvPr/>
        </p:nvSpPr>
        <p:spPr>
          <a:xfrm>
            <a:off x="0" y="328136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7662" name="Object 14"/>
          <p:cNvGraphicFramePr/>
          <p:nvPr/>
        </p:nvGraphicFramePr>
        <p:xfrm>
          <a:off x="1538288" y="5016500"/>
          <a:ext cx="1314450" cy="398463"/>
        </p:xfrm>
        <a:graphic>
          <a:graphicData uri="http://schemas.openxmlformats.org/presentationml/2006/ole">
            <mc:AlternateContent xmlns:mc="http://schemas.openxmlformats.org/markup-compatibility/2006">
              <mc:Choice xmlns:v="urn:schemas-microsoft-com:vml" Requires="v">
                <p:oleObj spid="_x0000_s23641" name="" r:id="rId9" imgW="850265" imgH="254000" progId="Equation.DSMT4">
                  <p:embed/>
                </p:oleObj>
              </mc:Choice>
              <mc:Fallback>
                <p:oleObj name="" r:id="rId9" imgW="850265" imgH="254000" progId="Equation.DSMT4">
                  <p:embed/>
                  <p:pic>
                    <p:nvPicPr>
                      <p:cNvPr id="0" name="图片 3141"/>
                      <p:cNvPicPr/>
                      <p:nvPr/>
                    </p:nvPicPr>
                    <p:blipFill>
                      <a:blip r:embed="rId10"/>
                      <a:stretch>
                        <a:fillRect/>
                      </a:stretch>
                    </p:blipFill>
                    <p:spPr>
                      <a:xfrm>
                        <a:off x="1538288" y="5016500"/>
                        <a:ext cx="1314450" cy="398463"/>
                      </a:xfrm>
                      <a:prstGeom prst="rect">
                        <a:avLst/>
                      </a:prstGeom>
                      <a:noFill/>
                      <a:ln w="38100">
                        <a:noFill/>
                        <a:miter/>
                      </a:ln>
                    </p:spPr>
                  </p:pic>
                </p:oleObj>
              </mc:Fallback>
            </mc:AlternateContent>
          </a:graphicData>
        </a:graphic>
      </p:graphicFrame>
      <p:pic>
        <p:nvPicPr>
          <p:cNvPr id="27663" name="Picture 16" descr="ppt 5"/>
          <p:cNvPicPr>
            <a:picLocks noChangeAspect="1"/>
          </p:cNvPicPr>
          <p:nvPr/>
        </p:nvPicPr>
        <p:blipFill>
          <a:blip r:embed="rId11"/>
          <a:stretch>
            <a:fillRect/>
          </a:stretch>
        </p:blipFill>
        <p:spPr>
          <a:xfrm>
            <a:off x="5214938" y="2428875"/>
            <a:ext cx="3429000" cy="3236913"/>
          </a:xfrm>
          <a:prstGeom prst="rect">
            <a:avLst/>
          </a:prstGeom>
          <a:noFill/>
          <a:ln w="9525">
            <a:noFill/>
          </a:ln>
        </p:spPr>
      </p:pic>
      <p:sp>
        <p:nvSpPr>
          <p:cNvPr id="27664"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§2.3 </a:t>
            </a:r>
            <a:r>
              <a:rPr lang="zh-CN" altLang="en-US" sz="2000" b="1" i="1" dirty="0">
                <a:solidFill>
                  <a:srgbClr val="00B050"/>
                </a:solidFill>
                <a:latin typeface="黑体" panose="02010609060101010101" pitchFamily="49" charset="-122"/>
                <a:ea typeface="黑体" panose="02010609060101010101" pitchFamily="49" charset="-122"/>
              </a:rPr>
              <a:t>无约束问题的极值条件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27665" name="Object 18"/>
          <p:cNvGraphicFramePr/>
          <p:nvPr/>
        </p:nvGraphicFramePr>
        <p:xfrm>
          <a:off x="1133475" y="592138"/>
          <a:ext cx="3367088" cy="479425"/>
        </p:xfrm>
        <a:graphic>
          <a:graphicData uri="http://schemas.openxmlformats.org/presentationml/2006/ole">
            <mc:AlternateContent xmlns:mc="http://schemas.openxmlformats.org/markup-compatibility/2006">
              <mc:Choice xmlns:v="urn:schemas-microsoft-com:vml" Requires="v">
                <p:oleObj spid="_x0000_s23642" name="" r:id="rId12" imgW="2144395" imgH="304800" progId="Equation.DSMT4">
                  <p:embed/>
                </p:oleObj>
              </mc:Choice>
              <mc:Fallback>
                <p:oleObj name="" r:id="rId12" imgW="2144395" imgH="304800" progId="Equation.DSMT4">
                  <p:embed/>
                  <p:pic>
                    <p:nvPicPr>
                      <p:cNvPr id="0" name="图片 3148"/>
                      <p:cNvPicPr/>
                      <p:nvPr/>
                    </p:nvPicPr>
                    <p:blipFill>
                      <a:blip r:embed="rId13"/>
                      <a:stretch>
                        <a:fillRect/>
                      </a:stretch>
                    </p:blipFill>
                    <p:spPr>
                      <a:xfrm>
                        <a:off x="1133475" y="592138"/>
                        <a:ext cx="3367088" cy="479425"/>
                      </a:xfrm>
                      <a:prstGeom prst="rect">
                        <a:avLst/>
                      </a:prstGeom>
                      <a:noFill/>
                      <a:ln w="38100">
                        <a:noFill/>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28675" name="Rectangle 3"/>
          <p:cNvSpPr>
            <a:spLocks noGrp="1"/>
          </p:cNvSpPr>
          <p:nvPr>
            <p:ph idx="1"/>
          </p:nvPr>
        </p:nvSpPr>
        <p:spPr>
          <a:xfrm>
            <a:off x="323850" y="563563"/>
            <a:ext cx="8362950" cy="5865812"/>
          </a:xfrm>
        </p:spPr>
        <p:txBody>
          <a:bodyPr vert="horz" wrap="square" lIns="91440" tIns="45720" rIns="91440" bIns="45720" anchor="t"/>
          <a:lstStyle/>
          <a:p>
            <a:pPr eaLnBrk="1" hangingPunct="1">
              <a:buNone/>
            </a:pPr>
            <a:r>
              <a:rPr lang="zh-CN" altLang="en-US" sz="2400" dirty="0">
                <a:latin typeface="黑体" panose="02010609060101010101" pitchFamily="49" charset="-122"/>
                <a:ea typeface="黑体" panose="02010609060101010101" pitchFamily="49" charset="-122"/>
              </a:rPr>
              <a:t>例</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r>
              <a:rPr lang="zh-CN" altLang="en-US" sz="2400" dirty="0">
                <a:latin typeface="黑体" panose="02010609060101010101" pitchFamily="49" charset="-122"/>
                <a:ea typeface="黑体" panose="02010609060101010101" pitchFamily="49" charset="-122"/>
              </a:rPr>
              <a:t>解：                                 解得：</a:t>
            </a: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不定</a:t>
            </a: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鞍点，如图</a:t>
            </a: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endParaRPr lang="zh-CN" altLang="en-US" sz="2400" dirty="0">
              <a:latin typeface="黑体" panose="02010609060101010101" pitchFamily="49" charset="-122"/>
              <a:ea typeface="黑体" panose="02010609060101010101" pitchFamily="49" charset="-122"/>
            </a:endParaRPr>
          </a:p>
          <a:p>
            <a:pPr eaLnBrk="1" hangingPunct="1">
              <a:buNone/>
            </a:pPr>
            <a:endParaRPr lang="en-US" altLang="zh-CN" sz="2400" dirty="0">
              <a:latin typeface="黑体" panose="02010609060101010101" pitchFamily="49" charset="-122"/>
              <a:ea typeface="黑体" panose="02010609060101010101" pitchFamily="49" charset="-122"/>
            </a:endParaRPr>
          </a:p>
        </p:txBody>
      </p:sp>
      <p:sp>
        <p:nvSpPr>
          <p:cNvPr id="28676" name="Rectangle 5"/>
          <p:cNvSpPr/>
          <p:nvPr/>
        </p:nvSpPr>
        <p:spPr>
          <a:xfrm>
            <a:off x="0" y="32766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8677" name="Object 4"/>
          <p:cNvGraphicFramePr/>
          <p:nvPr/>
        </p:nvGraphicFramePr>
        <p:xfrm>
          <a:off x="1147763" y="628650"/>
          <a:ext cx="3709987" cy="442913"/>
        </p:xfrm>
        <a:graphic>
          <a:graphicData uri="http://schemas.openxmlformats.org/presentationml/2006/ole">
            <mc:AlternateContent xmlns:mc="http://schemas.openxmlformats.org/markup-compatibility/2006">
              <mc:Choice xmlns:v="urn:schemas-microsoft-com:vml" Requires="v">
                <p:oleObj spid="_x0000_s24647" name="" r:id="rId1" imgW="2195195" imgH="304800" progId="Equation.DSMT4">
                  <p:embed/>
                </p:oleObj>
              </mc:Choice>
              <mc:Fallback>
                <p:oleObj name="" r:id="rId1" imgW="2195195" imgH="304800" progId="Equation.DSMT4">
                  <p:embed/>
                  <p:pic>
                    <p:nvPicPr>
                      <p:cNvPr id="0" name="图片 3155"/>
                      <p:cNvPicPr/>
                      <p:nvPr/>
                    </p:nvPicPr>
                    <p:blipFill>
                      <a:blip r:embed="rId2"/>
                      <a:stretch>
                        <a:fillRect/>
                      </a:stretch>
                    </p:blipFill>
                    <p:spPr>
                      <a:xfrm>
                        <a:off x="1147763" y="628650"/>
                        <a:ext cx="3709987" cy="442913"/>
                      </a:xfrm>
                      <a:prstGeom prst="rect">
                        <a:avLst/>
                      </a:prstGeom>
                      <a:noFill/>
                      <a:ln w="38100">
                        <a:noFill/>
                        <a:miter/>
                      </a:ln>
                    </p:spPr>
                  </p:pic>
                </p:oleObj>
              </mc:Fallback>
            </mc:AlternateContent>
          </a:graphicData>
        </a:graphic>
      </p:graphicFrame>
      <p:sp>
        <p:nvSpPr>
          <p:cNvPr id="28678" name="Rectangle 7"/>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8679" name="Rectangle 9"/>
          <p:cNvSpPr/>
          <p:nvPr/>
        </p:nvSpPr>
        <p:spPr>
          <a:xfrm>
            <a:off x="0" y="328136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8680" name="Rectangle 11"/>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28681" name="Rectangle 13"/>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28682" name="Object 12"/>
          <p:cNvGraphicFramePr/>
          <p:nvPr/>
        </p:nvGraphicFramePr>
        <p:xfrm>
          <a:off x="1204913" y="2500313"/>
          <a:ext cx="1962150" cy="889000"/>
        </p:xfrm>
        <a:graphic>
          <a:graphicData uri="http://schemas.openxmlformats.org/presentationml/2006/ole">
            <mc:AlternateContent xmlns:mc="http://schemas.openxmlformats.org/markup-compatibility/2006">
              <mc:Choice xmlns:v="urn:schemas-microsoft-com:vml" Requires="v">
                <p:oleObj spid="_x0000_s24648" name="" r:id="rId3" imgW="1346200" imgH="609600" progId="Equation.DSMT4">
                  <p:embed/>
                </p:oleObj>
              </mc:Choice>
              <mc:Fallback>
                <p:oleObj name="" r:id="rId3" imgW="1346200" imgH="609600" progId="Equation.DSMT4">
                  <p:embed/>
                  <p:pic>
                    <p:nvPicPr>
                      <p:cNvPr id="0" name="图片 3154"/>
                      <p:cNvPicPr/>
                      <p:nvPr/>
                    </p:nvPicPr>
                    <p:blipFill>
                      <a:blip r:embed="rId4"/>
                      <a:stretch>
                        <a:fillRect/>
                      </a:stretch>
                    </p:blipFill>
                    <p:spPr>
                      <a:xfrm>
                        <a:off x="1204913" y="2500313"/>
                        <a:ext cx="1962150" cy="889000"/>
                      </a:xfrm>
                      <a:prstGeom prst="rect">
                        <a:avLst/>
                      </a:prstGeom>
                      <a:noFill/>
                      <a:ln w="38100">
                        <a:noFill/>
                        <a:miter/>
                      </a:ln>
                    </p:spPr>
                  </p:pic>
                </p:oleObj>
              </mc:Fallback>
            </mc:AlternateContent>
          </a:graphicData>
        </a:graphic>
      </p:graphicFrame>
      <p:sp>
        <p:nvSpPr>
          <p:cNvPr id="28683" name="Rectangle 15"/>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pic>
        <p:nvPicPr>
          <p:cNvPr id="28684" name="Picture 23" descr="6"/>
          <p:cNvPicPr>
            <a:picLocks noChangeAspect="1"/>
          </p:cNvPicPr>
          <p:nvPr/>
        </p:nvPicPr>
        <p:blipFill>
          <a:blip r:embed="rId5"/>
          <a:srcRect l="6850" r="9245"/>
          <a:stretch>
            <a:fillRect/>
          </a:stretch>
        </p:blipFill>
        <p:spPr>
          <a:xfrm>
            <a:off x="5214938" y="3357563"/>
            <a:ext cx="3500437" cy="2962275"/>
          </a:xfrm>
          <a:prstGeom prst="rect">
            <a:avLst/>
          </a:prstGeom>
          <a:noFill/>
          <a:ln w="9525">
            <a:noFill/>
          </a:ln>
        </p:spPr>
      </p:pic>
      <p:sp>
        <p:nvSpPr>
          <p:cNvPr id="28685"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§2.3 </a:t>
            </a:r>
            <a:r>
              <a:rPr lang="zh-CN" altLang="en-US" sz="2000" b="1" i="1" dirty="0">
                <a:solidFill>
                  <a:srgbClr val="00B050"/>
                </a:solidFill>
                <a:latin typeface="黑体" panose="02010609060101010101" pitchFamily="49" charset="-122"/>
                <a:ea typeface="黑体" panose="02010609060101010101" pitchFamily="49" charset="-122"/>
              </a:rPr>
              <a:t>无约束问题的极值条件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28686" name="Object 18"/>
          <p:cNvGraphicFramePr/>
          <p:nvPr/>
        </p:nvGraphicFramePr>
        <p:xfrm>
          <a:off x="1057275" y="1214438"/>
          <a:ext cx="4135438" cy="989012"/>
        </p:xfrm>
        <a:graphic>
          <a:graphicData uri="http://schemas.openxmlformats.org/presentationml/2006/ole">
            <mc:AlternateContent xmlns:mc="http://schemas.openxmlformats.org/markup-compatibility/2006">
              <mc:Choice xmlns:v="urn:schemas-microsoft-com:vml" Requires="v">
                <p:oleObj spid="_x0000_s24649" name="" r:id="rId6" imgW="2754630" imgH="660400" progId="Equation.DSMT4">
                  <p:embed/>
                </p:oleObj>
              </mc:Choice>
              <mc:Fallback>
                <p:oleObj name="" r:id="rId6" imgW="2754630" imgH="660400" progId="Equation.DSMT4">
                  <p:embed/>
                  <p:pic>
                    <p:nvPicPr>
                      <p:cNvPr id="0" name="图片 3156"/>
                      <p:cNvPicPr/>
                      <p:nvPr/>
                    </p:nvPicPr>
                    <p:blipFill>
                      <a:blip r:embed="rId7"/>
                      <a:stretch>
                        <a:fillRect/>
                      </a:stretch>
                    </p:blipFill>
                    <p:spPr>
                      <a:xfrm>
                        <a:off x="1057275" y="1214438"/>
                        <a:ext cx="4135438" cy="989012"/>
                      </a:xfrm>
                      <a:prstGeom prst="rect">
                        <a:avLst/>
                      </a:prstGeom>
                      <a:noFill/>
                      <a:ln w="38100">
                        <a:noFill/>
                        <a:miter/>
                      </a:ln>
                    </p:spPr>
                  </p:pic>
                </p:oleObj>
              </mc:Fallback>
            </mc:AlternateContent>
          </a:graphicData>
        </a:graphic>
      </p:graphicFrame>
      <p:graphicFrame>
        <p:nvGraphicFramePr>
          <p:cNvPr id="28687" name="Object 8"/>
          <p:cNvGraphicFramePr/>
          <p:nvPr/>
        </p:nvGraphicFramePr>
        <p:xfrm>
          <a:off x="6929438" y="1357313"/>
          <a:ext cx="936625" cy="895350"/>
        </p:xfrm>
        <a:graphic>
          <a:graphicData uri="http://schemas.openxmlformats.org/presentationml/2006/ole">
            <mc:AlternateContent xmlns:mc="http://schemas.openxmlformats.org/markup-compatibility/2006">
              <mc:Choice xmlns:v="urn:schemas-microsoft-com:vml" Requires="v">
                <p:oleObj spid="_x0000_s24650" name="" r:id="rId8" imgW="635000" imgH="609600" progId="Equation.DSMT4">
                  <p:embed/>
                </p:oleObj>
              </mc:Choice>
              <mc:Fallback>
                <p:oleObj name="" r:id="rId8" imgW="635000" imgH="609600" progId="Equation.DSMT4">
                  <p:embed/>
                  <p:pic>
                    <p:nvPicPr>
                      <p:cNvPr id="0" name="图片 3151"/>
                      <p:cNvPicPr/>
                      <p:nvPr/>
                    </p:nvPicPr>
                    <p:blipFill>
                      <a:blip r:embed="rId9"/>
                      <a:stretch>
                        <a:fillRect/>
                      </a:stretch>
                    </p:blipFill>
                    <p:spPr>
                      <a:xfrm>
                        <a:off x="6929438" y="1357313"/>
                        <a:ext cx="936625" cy="895350"/>
                      </a:xfrm>
                      <a:prstGeom prst="rect">
                        <a:avLst/>
                      </a:prstGeom>
                      <a:noFill/>
                      <a:ln w="38100">
                        <a:noFill/>
                        <a:miter/>
                      </a:ln>
                    </p:spPr>
                  </p:pic>
                </p:oleObj>
              </mc:Fallback>
            </mc:AlternateContent>
          </a:graphicData>
        </a:graphic>
      </p:graphicFrame>
      <p:graphicFrame>
        <p:nvGraphicFramePr>
          <p:cNvPr id="28688" name="Object 20"/>
          <p:cNvGraphicFramePr/>
          <p:nvPr/>
        </p:nvGraphicFramePr>
        <p:xfrm>
          <a:off x="1285875" y="3852863"/>
          <a:ext cx="936625" cy="895350"/>
        </p:xfrm>
        <a:graphic>
          <a:graphicData uri="http://schemas.openxmlformats.org/presentationml/2006/ole">
            <mc:AlternateContent xmlns:mc="http://schemas.openxmlformats.org/markup-compatibility/2006">
              <mc:Choice xmlns:v="urn:schemas-microsoft-com:vml" Requires="v">
                <p:oleObj spid="_x0000_s24651" name="" r:id="rId10" imgW="634365" imgH="609600" progId="Equation.DSMT4">
                  <p:embed/>
                </p:oleObj>
              </mc:Choice>
              <mc:Fallback>
                <p:oleObj name="" r:id="rId10" imgW="634365" imgH="609600" progId="Equation.DSMT4">
                  <p:embed/>
                  <p:pic>
                    <p:nvPicPr>
                      <p:cNvPr id="0" name="图片 3153"/>
                      <p:cNvPicPr/>
                      <p:nvPr/>
                    </p:nvPicPr>
                    <p:blipFill>
                      <a:blip r:embed="rId11"/>
                      <a:stretch>
                        <a:fillRect/>
                      </a:stretch>
                    </p:blipFill>
                    <p:spPr>
                      <a:xfrm>
                        <a:off x="1285875" y="3852863"/>
                        <a:ext cx="936625" cy="895350"/>
                      </a:xfrm>
                      <a:prstGeom prst="rect">
                        <a:avLst/>
                      </a:prstGeom>
                      <a:noFill/>
                      <a:ln w="38100">
                        <a:noFill/>
                        <a:miter/>
                      </a:ln>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92163" name="Rectangle 3"/>
          <p:cNvSpPr>
            <a:spLocks noGrp="1" noChangeArrowheads="1"/>
          </p:cNvSpPr>
          <p:nvPr>
            <p:ph type="body" sz="half" idx="1"/>
          </p:nvPr>
        </p:nvSpPr>
        <p:spPr>
          <a:xfrm>
            <a:off x="285750" y="565150"/>
            <a:ext cx="8501063" cy="57927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ts val="600"/>
              </a:spcBef>
              <a:spcAft>
                <a:spcPts val="600"/>
              </a:spcAft>
              <a:buClrTx/>
              <a:buSzTx/>
              <a:buFontTx/>
              <a:buNone/>
              <a:defRPr/>
            </a:pPr>
            <a:r>
              <a:rPr kumimoji="0" lang="en-US" altLang="zh-CN" sz="24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§2.4 </a:t>
            </a:r>
            <a:r>
              <a:rPr kumimoji="0" lang="zh-CN" altLang="en-US" sz="24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约束问题的最优解条件</a:t>
            </a:r>
            <a:endParaRPr kumimoji="0" lang="zh-CN" altLang="en-US" sz="24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ts val="600"/>
              </a:spcBef>
              <a:spcAft>
                <a:spcPts val="60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1.</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约束极值的定义</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ts val="60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约束极值</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满足</a:t>
            </a:r>
            <a:r>
              <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全部约束</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的目标函数的</a:t>
            </a:r>
            <a:r>
              <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最小值</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（点）。</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ts val="60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对于：</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ts val="600"/>
              </a:spcBef>
              <a:spcAft>
                <a:spcPts val="60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ts val="600"/>
              </a:spcBef>
              <a:spcAft>
                <a:spcPts val="60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ts val="60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约束极值（最优解）</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ts val="120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约束极值点 </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ts val="120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约束极值   </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ts val="600"/>
              </a:spcBef>
              <a:spcAft>
                <a:spcPts val="60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graphicFrame>
        <p:nvGraphicFramePr>
          <p:cNvPr id="29701" name="Object 14"/>
          <p:cNvGraphicFramePr/>
          <p:nvPr/>
        </p:nvGraphicFramePr>
        <p:xfrm>
          <a:off x="1928813" y="4286250"/>
          <a:ext cx="2808287" cy="1285875"/>
        </p:xfrm>
        <a:graphic>
          <a:graphicData uri="http://schemas.openxmlformats.org/presentationml/2006/ole">
            <mc:AlternateContent xmlns:mc="http://schemas.openxmlformats.org/markup-compatibility/2006">
              <mc:Choice xmlns:v="urn:schemas-microsoft-com:vml" Requires="v">
                <p:oleObj spid="_x0000_s25617" name="" r:id="rId1" imgW="1282700" imgH="508000" progId="Equation.3">
                  <p:embed/>
                </p:oleObj>
              </mc:Choice>
              <mc:Fallback>
                <p:oleObj name="" r:id="rId1" imgW="1282700" imgH="508000" progId="Equation.3">
                  <p:embed/>
                  <p:pic>
                    <p:nvPicPr>
                      <p:cNvPr id="0" name="图片 3152"/>
                      <p:cNvPicPr/>
                      <p:nvPr/>
                    </p:nvPicPr>
                    <p:blipFill>
                      <a:blip r:embed="rId2"/>
                      <a:stretch>
                        <a:fillRect/>
                      </a:stretch>
                    </p:blipFill>
                    <p:spPr>
                      <a:xfrm>
                        <a:off x="1928813" y="4286250"/>
                        <a:ext cx="2808287" cy="1285875"/>
                      </a:xfrm>
                      <a:prstGeom prst="rect">
                        <a:avLst/>
                      </a:prstGeom>
                      <a:noFill/>
                      <a:ln w="38100">
                        <a:noFill/>
                        <a:miter/>
                      </a:ln>
                    </p:spPr>
                  </p:pic>
                </p:oleObj>
              </mc:Fallback>
            </mc:AlternateContent>
          </a:graphicData>
        </a:graphic>
      </p:graphicFrame>
      <p:sp>
        <p:nvSpPr>
          <p:cNvPr id="29702"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pic>
        <p:nvPicPr>
          <p:cNvPr id="29703" name="Object 59"/>
          <p:cNvPicPr>
            <a:picLocks noChangeAspect="1"/>
          </p:cNvPicPr>
          <p:nvPr/>
        </p:nvPicPr>
        <p:blipFill>
          <a:blip r:embed="rId3"/>
          <a:stretch>
            <a:fillRect/>
          </a:stretch>
        </p:blipFill>
        <p:spPr>
          <a:xfrm>
            <a:off x="1500188" y="2189163"/>
            <a:ext cx="1785937" cy="417512"/>
          </a:xfrm>
          <a:prstGeom prst="rect">
            <a:avLst/>
          </a:prstGeom>
          <a:noFill/>
          <a:ln w="9525">
            <a:noFill/>
          </a:ln>
        </p:spPr>
      </p:pic>
      <p:sp>
        <p:nvSpPr>
          <p:cNvPr id="29704" name="Rectangle 60"/>
          <p:cNvSpPr/>
          <p:nvPr/>
        </p:nvSpPr>
        <p:spPr>
          <a:xfrm>
            <a:off x="3786188" y="3119438"/>
            <a:ext cx="2459037" cy="452437"/>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30000"/>
              </a:lnSpc>
              <a:spcBef>
                <a:spcPct val="0"/>
              </a:spcBef>
              <a:buNone/>
            </a:pPr>
            <a:r>
              <a:rPr lang="en-US" altLang="zh-CN" sz="1800" i="1" dirty="0">
                <a:solidFill>
                  <a:schemeClr val="accent2"/>
                </a:solidFill>
                <a:latin typeface="黑体" panose="02010609060101010101" pitchFamily="49" charset="-122"/>
                <a:ea typeface="黑体" panose="02010609060101010101" pitchFamily="49" charset="-122"/>
              </a:rPr>
              <a:t>v </a:t>
            </a:r>
            <a:r>
              <a:rPr lang="en-US" altLang="zh-CN" sz="1800" dirty="0">
                <a:solidFill>
                  <a:schemeClr val="accent2"/>
                </a:solidFill>
                <a:latin typeface="黑体" panose="02010609060101010101" pitchFamily="49" charset="-122"/>
                <a:ea typeface="黑体" panose="02010609060101010101" pitchFamily="49" charset="-122"/>
              </a:rPr>
              <a:t>=1,2,…</a:t>
            </a:r>
            <a:r>
              <a:rPr lang="zh-CN" altLang="en-US" sz="1800" dirty="0">
                <a:solidFill>
                  <a:schemeClr val="accent2"/>
                </a:solidFill>
                <a:latin typeface="黑体" panose="02010609060101010101" pitchFamily="49" charset="-122"/>
                <a:ea typeface="黑体" panose="02010609060101010101" pitchFamily="49" charset="-122"/>
              </a:rPr>
              <a:t>，</a:t>
            </a:r>
            <a:r>
              <a:rPr lang="en-US" altLang="zh-CN" sz="1800" i="1" dirty="0">
                <a:solidFill>
                  <a:schemeClr val="accent2"/>
                </a:solidFill>
                <a:latin typeface="黑体" panose="02010609060101010101" pitchFamily="49" charset="-122"/>
                <a:ea typeface="黑体" panose="02010609060101010101" pitchFamily="49" charset="-122"/>
              </a:rPr>
              <a:t>KH</a:t>
            </a:r>
            <a:endParaRPr lang="en-US" altLang="zh-CN" sz="1800" i="1" dirty="0">
              <a:solidFill>
                <a:schemeClr val="accent2"/>
              </a:solidFill>
              <a:latin typeface="黑体" panose="02010609060101010101" pitchFamily="49" charset="-122"/>
              <a:ea typeface="黑体" panose="02010609060101010101" pitchFamily="49" charset="-122"/>
            </a:endParaRPr>
          </a:p>
        </p:txBody>
      </p:sp>
      <p:pic>
        <p:nvPicPr>
          <p:cNvPr id="29705" name="Object 61"/>
          <p:cNvPicPr>
            <a:picLocks noChangeAspect="1"/>
          </p:cNvPicPr>
          <p:nvPr/>
        </p:nvPicPr>
        <p:blipFill>
          <a:blip r:embed="rId4"/>
          <a:stretch>
            <a:fillRect/>
          </a:stretch>
        </p:blipFill>
        <p:spPr>
          <a:xfrm>
            <a:off x="1603375" y="2690813"/>
            <a:ext cx="539750" cy="381000"/>
          </a:xfrm>
          <a:prstGeom prst="rect">
            <a:avLst/>
          </a:prstGeom>
          <a:noFill/>
          <a:ln w="9525">
            <a:noFill/>
          </a:ln>
        </p:spPr>
      </p:pic>
      <p:pic>
        <p:nvPicPr>
          <p:cNvPr id="29706" name="Object 64"/>
          <p:cNvPicPr>
            <a:picLocks noChangeAspect="1"/>
          </p:cNvPicPr>
          <p:nvPr/>
        </p:nvPicPr>
        <p:blipFill>
          <a:blip r:embed="rId5"/>
          <a:stretch>
            <a:fillRect/>
          </a:stretch>
        </p:blipFill>
        <p:spPr>
          <a:xfrm>
            <a:off x="2286000" y="2643188"/>
            <a:ext cx="1266825" cy="463550"/>
          </a:xfrm>
          <a:prstGeom prst="rect">
            <a:avLst/>
          </a:prstGeom>
          <a:noFill/>
          <a:ln w="9525">
            <a:noFill/>
          </a:ln>
        </p:spPr>
      </p:pic>
      <p:pic>
        <p:nvPicPr>
          <p:cNvPr id="29707" name="Object 65"/>
          <p:cNvPicPr>
            <a:picLocks noChangeAspect="1"/>
          </p:cNvPicPr>
          <p:nvPr/>
        </p:nvPicPr>
        <p:blipFill>
          <a:blip r:embed="rId6"/>
          <a:stretch>
            <a:fillRect/>
          </a:stretch>
        </p:blipFill>
        <p:spPr>
          <a:xfrm>
            <a:off x="2286000" y="3143250"/>
            <a:ext cx="1301750" cy="493713"/>
          </a:xfrm>
          <a:prstGeom prst="rect">
            <a:avLst/>
          </a:prstGeom>
          <a:noFill/>
          <a:ln w="9525">
            <a:noFill/>
          </a:ln>
        </p:spPr>
      </p:pic>
      <p:sp>
        <p:nvSpPr>
          <p:cNvPr id="29708" name="Rectangle 60"/>
          <p:cNvSpPr/>
          <p:nvPr/>
        </p:nvSpPr>
        <p:spPr>
          <a:xfrm>
            <a:off x="3775075" y="2571750"/>
            <a:ext cx="2011363" cy="452438"/>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30000"/>
              </a:lnSpc>
              <a:spcBef>
                <a:spcPct val="0"/>
              </a:spcBef>
              <a:buNone/>
            </a:pPr>
            <a:r>
              <a:rPr lang="en-US" altLang="zh-CN" sz="1800" i="1" dirty="0">
                <a:solidFill>
                  <a:schemeClr val="accent2"/>
                </a:solidFill>
                <a:latin typeface="黑体" panose="02010609060101010101" pitchFamily="49" charset="-122"/>
                <a:ea typeface="黑体" panose="02010609060101010101" pitchFamily="49" charset="-122"/>
              </a:rPr>
              <a:t>u </a:t>
            </a:r>
            <a:r>
              <a:rPr lang="en-US" altLang="zh-CN" sz="1800" dirty="0">
                <a:solidFill>
                  <a:schemeClr val="accent2"/>
                </a:solidFill>
                <a:latin typeface="黑体" panose="02010609060101010101" pitchFamily="49" charset="-122"/>
                <a:ea typeface="黑体" panose="02010609060101010101" pitchFamily="49" charset="-122"/>
              </a:rPr>
              <a:t>=1,2,…</a:t>
            </a:r>
            <a:r>
              <a:rPr lang="zh-CN" altLang="en-US" sz="1800" dirty="0">
                <a:solidFill>
                  <a:schemeClr val="accent2"/>
                </a:solidFill>
                <a:latin typeface="黑体" panose="02010609060101010101" pitchFamily="49" charset="-122"/>
                <a:ea typeface="黑体" panose="02010609060101010101" pitchFamily="49" charset="-122"/>
              </a:rPr>
              <a:t>，</a:t>
            </a:r>
            <a:r>
              <a:rPr lang="en-US" altLang="zh-CN" sz="1800" i="1" dirty="0">
                <a:solidFill>
                  <a:schemeClr val="accent2"/>
                </a:solidFill>
                <a:latin typeface="黑体" panose="02010609060101010101" pitchFamily="49" charset="-122"/>
                <a:ea typeface="黑体" panose="02010609060101010101" pitchFamily="49" charset="-122"/>
              </a:rPr>
              <a:t>KG</a:t>
            </a:r>
            <a:r>
              <a:rPr lang="en-US" altLang="zh-CN" sz="1800" dirty="0">
                <a:solidFill>
                  <a:schemeClr val="accent2"/>
                </a:solidFill>
                <a:latin typeface="黑体" panose="02010609060101010101" pitchFamily="49" charset="-122"/>
                <a:ea typeface="黑体" panose="02010609060101010101" pitchFamily="49" charset="-122"/>
              </a:rPr>
              <a:t> </a:t>
            </a:r>
            <a:endParaRPr lang="en-US" altLang="zh-CN" sz="1800"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30723" name="Rectangle 3"/>
          <p:cNvSpPr>
            <a:spLocks noGrp="1"/>
          </p:cNvSpPr>
          <p:nvPr>
            <p:ph idx="1"/>
          </p:nvPr>
        </p:nvSpPr>
        <p:spPr>
          <a:xfrm>
            <a:off x="428625" y="571500"/>
            <a:ext cx="8424863" cy="5792788"/>
          </a:xfrm>
        </p:spPr>
        <p:txBody>
          <a:bodyPr vert="horz" wrap="square" lIns="91440" tIns="45720" rIns="91440" bIns="45720" anchor="t"/>
          <a:lstStyle/>
          <a:p>
            <a:pPr eaLnBrk="1" hangingPunct="1">
              <a:buNone/>
            </a:pP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约束极值的几种情况</a:t>
            </a:r>
            <a:endParaRPr lang="zh-CN" altLang="en-US" sz="2400" dirty="0">
              <a:latin typeface="黑体" panose="02010609060101010101" pitchFamily="49" charset="-122"/>
              <a:ea typeface="黑体" panose="02010609060101010101" pitchFamily="49" charset="-122"/>
            </a:endParaRPr>
          </a:p>
          <a:p>
            <a:pPr eaLnBrk="1" hangingPunct="1">
              <a:buNone/>
            </a:pPr>
            <a:endParaRPr lang="en-US" altLang="zh-CN" sz="2400" dirty="0">
              <a:latin typeface="黑体" panose="02010609060101010101" pitchFamily="49" charset="-122"/>
              <a:ea typeface="黑体" panose="02010609060101010101" pitchFamily="49" charset="-122"/>
            </a:endParaRPr>
          </a:p>
        </p:txBody>
      </p:sp>
      <p:sp>
        <p:nvSpPr>
          <p:cNvPr id="30724" name="Rectangle 10"/>
          <p:cNvSpPr/>
          <p:nvPr/>
        </p:nvSpPr>
        <p:spPr>
          <a:xfrm>
            <a:off x="1116013" y="1123950"/>
            <a:ext cx="576262" cy="433388"/>
          </a:xfrm>
          <a:prstGeom prst="rect">
            <a:avLst/>
          </a:prstGeom>
          <a:noFill/>
          <a:ln w="9525">
            <a:noFill/>
          </a:ln>
        </p:spPr>
        <p:txBody>
          <a:bodyPr wrap="none" anchor="ct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dirty="0">
                <a:latin typeface="黑体" panose="02010609060101010101" pitchFamily="49" charset="-122"/>
                <a:ea typeface="黑体" panose="02010609060101010101" pitchFamily="49" charset="-122"/>
              </a:rPr>
              <a:t>(1)</a:t>
            </a:r>
            <a:endParaRPr lang="en-US" altLang="zh-CN" sz="2400" dirty="0">
              <a:latin typeface="黑体" panose="02010609060101010101" pitchFamily="49" charset="-122"/>
              <a:ea typeface="黑体" panose="02010609060101010101" pitchFamily="49" charset="-122"/>
            </a:endParaRPr>
          </a:p>
        </p:txBody>
      </p:sp>
      <p:sp>
        <p:nvSpPr>
          <p:cNvPr id="30725" name="Rectangle 11"/>
          <p:cNvSpPr/>
          <p:nvPr/>
        </p:nvSpPr>
        <p:spPr>
          <a:xfrm>
            <a:off x="3708400" y="1123950"/>
            <a:ext cx="936625" cy="360363"/>
          </a:xfrm>
          <a:prstGeom prst="rect">
            <a:avLst/>
          </a:prstGeom>
          <a:noFill/>
          <a:ln w="9525">
            <a:noFill/>
          </a:ln>
        </p:spPr>
        <p:txBody>
          <a:bodyPr wrap="none" anchor="ct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dirty="0">
                <a:latin typeface="黑体" panose="02010609060101010101" pitchFamily="49" charset="-122"/>
                <a:ea typeface="黑体" panose="02010609060101010101" pitchFamily="49" charset="-122"/>
              </a:rPr>
              <a:t>(2)</a:t>
            </a:r>
            <a:endParaRPr lang="en-US" altLang="zh-CN" sz="2400" dirty="0">
              <a:latin typeface="黑体" panose="02010609060101010101" pitchFamily="49" charset="-122"/>
              <a:ea typeface="黑体" panose="02010609060101010101" pitchFamily="49" charset="-122"/>
            </a:endParaRPr>
          </a:p>
        </p:txBody>
      </p:sp>
      <p:sp>
        <p:nvSpPr>
          <p:cNvPr id="30726" name="Rectangle 12"/>
          <p:cNvSpPr/>
          <p:nvPr/>
        </p:nvSpPr>
        <p:spPr>
          <a:xfrm>
            <a:off x="6659563" y="1123950"/>
            <a:ext cx="1081087" cy="360363"/>
          </a:xfrm>
          <a:prstGeom prst="rect">
            <a:avLst/>
          </a:prstGeom>
          <a:noFill/>
          <a:ln w="9525">
            <a:noFill/>
          </a:ln>
        </p:spPr>
        <p:txBody>
          <a:bodyPr wrap="none" anchor="ct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dirty="0">
                <a:latin typeface="黑体" panose="02010609060101010101" pitchFamily="49" charset="-122"/>
                <a:ea typeface="黑体" panose="02010609060101010101" pitchFamily="49" charset="-122"/>
              </a:rPr>
              <a:t>(3)</a:t>
            </a:r>
            <a:endParaRPr lang="en-US" altLang="zh-CN" sz="2400" dirty="0">
              <a:latin typeface="黑体" panose="02010609060101010101" pitchFamily="49" charset="-122"/>
              <a:ea typeface="黑体" panose="02010609060101010101" pitchFamily="49" charset="-122"/>
            </a:endParaRPr>
          </a:p>
        </p:txBody>
      </p:sp>
      <p:sp>
        <p:nvSpPr>
          <p:cNvPr id="30727"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pic>
        <p:nvPicPr>
          <p:cNvPr id="30728" name="图片 1" descr="021-1"/>
          <p:cNvPicPr>
            <a:picLocks noChangeAspect="1"/>
          </p:cNvPicPr>
          <p:nvPr/>
        </p:nvPicPr>
        <p:blipFill>
          <a:blip r:embed="rId1"/>
          <a:stretch>
            <a:fillRect/>
          </a:stretch>
        </p:blipFill>
        <p:spPr>
          <a:xfrm>
            <a:off x="334963" y="1500188"/>
            <a:ext cx="2420937" cy="2300287"/>
          </a:xfrm>
          <a:prstGeom prst="rect">
            <a:avLst/>
          </a:prstGeom>
          <a:noFill/>
          <a:ln w="9525">
            <a:noFill/>
          </a:ln>
        </p:spPr>
      </p:pic>
      <p:pic>
        <p:nvPicPr>
          <p:cNvPr id="30729" name="图片 2" descr="021-2"/>
          <p:cNvPicPr>
            <a:picLocks noChangeAspect="1"/>
          </p:cNvPicPr>
          <p:nvPr/>
        </p:nvPicPr>
        <p:blipFill>
          <a:blip r:embed="rId2"/>
          <a:stretch>
            <a:fillRect/>
          </a:stretch>
        </p:blipFill>
        <p:spPr>
          <a:xfrm>
            <a:off x="3035300" y="1484313"/>
            <a:ext cx="2355850" cy="2316162"/>
          </a:xfrm>
          <a:prstGeom prst="rect">
            <a:avLst/>
          </a:prstGeom>
          <a:noFill/>
          <a:ln w="9525">
            <a:noFill/>
          </a:ln>
        </p:spPr>
      </p:pic>
      <p:pic>
        <p:nvPicPr>
          <p:cNvPr id="30730" name="图片 3" descr="021-3"/>
          <p:cNvPicPr>
            <a:picLocks noChangeAspect="1"/>
          </p:cNvPicPr>
          <p:nvPr/>
        </p:nvPicPr>
        <p:blipFill>
          <a:blip r:embed="rId3"/>
          <a:stretch>
            <a:fillRect/>
          </a:stretch>
        </p:blipFill>
        <p:spPr>
          <a:xfrm>
            <a:off x="5876875" y="1468190"/>
            <a:ext cx="2819400" cy="2316162"/>
          </a:xfrm>
          <a:prstGeom prst="rect">
            <a:avLst/>
          </a:prstGeom>
          <a:noFill/>
          <a:ln w="9525">
            <a:noFill/>
          </a:ln>
        </p:spPr>
      </p:pic>
      <p:graphicFrame>
        <p:nvGraphicFramePr>
          <p:cNvPr id="8" name="表格 7"/>
          <p:cNvGraphicFramePr/>
          <p:nvPr/>
        </p:nvGraphicFramePr>
        <p:xfrm>
          <a:off x="428625" y="4191000"/>
          <a:ext cx="1963737" cy="1538289"/>
        </p:xfrm>
        <a:graphic>
          <a:graphicData uri="http://schemas.openxmlformats.org/drawingml/2006/table">
            <a:tbl>
              <a:tblPr firstRow="1" bandRow="1">
                <a:tableStyleId>{5C22544A-7EE6-4342-B048-85BDC9FD1C3A}</a:tableStyleId>
              </a:tblPr>
              <a:tblGrid>
                <a:gridCol w="654579"/>
                <a:gridCol w="654579"/>
                <a:gridCol w="654579"/>
              </a:tblGrid>
              <a:tr h="512763">
                <a:tc>
                  <a:txBody>
                    <a:bodyPr/>
                    <a:lstStyle/>
                    <a:p>
                      <a:pPr indent="0" algn="ctr">
                        <a:buNone/>
                      </a:pPr>
                      <a:endParaRPr lang="en-US" altLang="en-US" sz="1000" b="0" dirty="0">
                        <a:solidFill>
                          <a:srgbClr val="000000"/>
                        </a:solidFill>
                        <a:latin typeface="黑体" panose="02010609060101010101" pitchFamily="49" charset="-122"/>
                        <a:ea typeface="黑体" panose="02010609060101010101" pitchFamily="49" charset="-122"/>
                      </a:endParaRPr>
                    </a:p>
                  </a:txBody>
                  <a:tcPr marL="91455" marR="91455"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a:solidFill>
                            <a:srgbClr val="000000"/>
                          </a:solidFill>
                          <a:latin typeface="黑体" panose="02010609060101010101" pitchFamily="49" charset="-122"/>
                          <a:ea typeface="黑体" panose="02010609060101010101" pitchFamily="49" charset="-122"/>
                        </a:rPr>
                        <a:t>极值点</a:t>
                      </a:r>
                      <a:endParaRPr lang="zh-CN" altLang="en-US" sz="1000" b="0">
                        <a:solidFill>
                          <a:srgbClr val="000000"/>
                        </a:solidFill>
                        <a:latin typeface="黑体" panose="02010609060101010101" pitchFamily="49" charset="-122"/>
                        <a:ea typeface="黑体" panose="02010609060101010101" pitchFamily="49" charset="-122"/>
                      </a:endParaRPr>
                    </a:p>
                  </a:txBody>
                  <a:tcPr marL="91455" marR="91455"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dirty="0">
                          <a:solidFill>
                            <a:srgbClr val="000000"/>
                          </a:solidFill>
                          <a:latin typeface="黑体" panose="02010609060101010101" pitchFamily="49" charset="-122"/>
                          <a:ea typeface="黑体" panose="02010609060101010101" pitchFamily="49" charset="-122"/>
                        </a:rPr>
                        <a:t>起作用</a:t>
                      </a:r>
                      <a:endParaRPr lang="zh-CN" sz="1000" b="0" dirty="0">
                        <a:solidFill>
                          <a:srgbClr val="000000"/>
                        </a:solidFill>
                        <a:latin typeface="黑体" panose="02010609060101010101" pitchFamily="49" charset="-122"/>
                        <a:ea typeface="黑体" panose="02010609060101010101" pitchFamily="49" charset="-122"/>
                      </a:endParaRPr>
                    </a:p>
                    <a:p>
                      <a:pPr indent="0" algn="ctr">
                        <a:buNone/>
                      </a:pPr>
                      <a:r>
                        <a:rPr lang="en-US" sz="1000" b="0" dirty="0" err="1">
                          <a:solidFill>
                            <a:srgbClr val="000000"/>
                          </a:solidFill>
                          <a:latin typeface="黑体" panose="02010609060101010101" pitchFamily="49" charset="-122"/>
                          <a:ea typeface="黑体" panose="02010609060101010101" pitchFamily="49" charset="-122"/>
                        </a:rPr>
                        <a:t>的约束</a:t>
                      </a:r>
                      <a:endParaRPr lang="en-US" altLang="en-US" sz="1000" b="0" dirty="0">
                        <a:solidFill>
                          <a:srgbClr val="000000"/>
                        </a:solidFill>
                        <a:latin typeface="黑体" panose="02010609060101010101" pitchFamily="49" charset="-122"/>
                        <a:ea typeface="黑体" panose="02010609060101010101" pitchFamily="49" charset="-122"/>
                      </a:endParaRPr>
                    </a:p>
                  </a:txBody>
                  <a:tcPr marL="91455" marR="91455"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12763">
                <a:tc>
                  <a:txBody>
                    <a:bodyPr/>
                    <a:lstStyle/>
                    <a:p>
                      <a:pPr indent="0" algn="ctr">
                        <a:buNone/>
                      </a:pPr>
                      <a:r>
                        <a:rPr lang="zh-CN" sz="1000" b="0">
                          <a:solidFill>
                            <a:srgbClr val="000000"/>
                          </a:solidFill>
                          <a:latin typeface="黑体" panose="02010609060101010101" pitchFamily="49" charset="-122"/>
                          <a:ea typeface="黑体" panose="02010609060101010101" pitchFamily="49" charset="-122"/>
                        </a:rPr>
                        <a:t>无约束</a:t>
                      </a:r>
                      <a:endParaRPr lang="zh-CN" altLang="en-US" sz="1000" b="0">
                        <a:solidFill>
                          <a:srgbClr val="000000"/>
                        </a:solidFill>
                        <a:latin typeface="黑体" panose="02010609060101010101" pitchFamily="49" charset="-122"/>
                        <a:ea typeface="黑体" panose="02010609060101010101" pitchFamily="49" charset="-122"/>
                      </a:endParaRPr>
                    </a:p>
                  </a:txBody>
                  <a:tcPr marL="91455" marR="91455"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a:solidFill>
                            <a:srgbClr val="000000"/>
                          </a:solidFill>
                          <a:latin typeface="黑体" panose="02010609060101010101" pitchFamily="49" charset="-122"/>
                          <a:ea typeface="黑体" panose="02010609060101010101" pitchFamily="49" charset="-122"/>
                          <a:cs typeface="黑体" panose="02010609060101010101" pitchFamily="49" charset="-122"/>
                        </a:rPr>
                        <a:t>A点</a:t>
                      </a:r>
                      <a:endParaRPr lang="zh-CN" altLang="en-US" sz="1000" b="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91455" marR="91455"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1000" b="0" dirty="0">
                        <a:solidFill>
                          <a:srgbClr val="000000"/>
                        </a:solidFill>
                        <a:latin typeface="黑体" panose="02010609060101010101" pitchFamily="49" charset="-122"/>
                        <a:ea typeface="黑体" panose="02010609060101010101" pitchFamily="49" charset="-122"/>
                      </a:endParaRPr>
                    </a:p>
                  </a:txBody>
                  <a:tcPr marL="91455" marR="91455"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12763">
                <a:tc>
                  <a:txBody>
                    <a:bodyPr/>
                    <a:lstStyle/>
                    <a:p>
                      <a:pPr indent="0" algn="ctr">
                        <a:buNone/>
                      </a:pPr>
                      <a:r>
                        <a:rPr lang="zh-CN" sz="1000" b="0" dirty="0">
                          <a:solidFill>
                            <a:srgbClr val="000000"/>
                          </a:solidFill>
                          <a:latin typeface="黑体" panose="02010609060101010101" pitchFamily="49" charset="-122"/>
                          <a:ea typeface="黑体" panose="02010609060101010101" pitchFamily="49" charset="-122"/>
                        </a:rPr>
                        <a:t>约</a:t>
                      </a:r>
                      <a:r>
                        <a:rPr lang="en-US" sz="1000" b="0" dirty="0">
                          <a:solidFill>
                            <a:srgbClr val="000000"/>
                          </a:solidFill>
                          <a:latin typeface="黑体" panose="02010609060101010101" pitchFamily="49" charset="-122"/>
                          <a:ea typeface="黑体" panose="02010609060101010101" pitchFamily="49" charset="-122"/>
                        </a:rPr>
                        <a:t>束</a:t>
                      </a:r>
                      <a:endParaRPr lang="en-US" altLang="en-US" sz="1000" b="0" dirty="0">
                        <a:solidFill>
                          <a:srgbClr val="000000"/>
                        </a:solidFill>
                        <a:latin typeface="黑体" panose="02010609060101010101" pitchFamily="49" charset="-122"/>
                        <a:ea typeface="黑体" panose="02010609060101010101" pitchFamily="49" charset="-122"/>
                      </a:endParaRPr>
                    </a:p>
                  </a:txBody>
                  <a:tcPr marL="91455" marR="91455"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A点</a:t>
                      </a:r>
                      <a:endParaRPr lang="zh-CN" altLang="en-US" sz="1000" b="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91455" marR="91455"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dirty="0">
                          <a:solidFill>
                            <a:srgbClr val="000000"/>
                          </a:solidFill>
                          <a:latin typeface="黑体" panose="02010609060101010101" pitchFamily="49" charset="-122"/>
                          <a:ea typeface="黑体" panose="02010609060101010101" pitchFamily="49" charset="-122"/>
                        </a:rPr>
                        <a:t>无</a:t>
                      </a:r>
                      <a:endParaRPr lang="zh-CN" altLang="en-US" sz="1000" b="0" dirty="0">
                        <a:solidFill>
                          <a:srgbClr val="000000"/>
                        </a:solidFill>
                        <a:latin typeface="黑体" panose="02010609060101010101" pitchFamily="49" charset="-122"/>
                        <a:ea typeface="黑体" panose="02010609060101010101" pitchFamily="49" charset="-122"/>
                      </a:endParaRPr>
                    </a:p>
                  </a:txBody>
                  <a:tcPr marL="91455" marR="91455"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9" name="表格 8"/>
          <p:cNvGraphicFramePr/>
          <p:nvPr/>
        </p:nvGraphicFramePr>
        <p:xfrm>
          <a:off x="3076575" y="4191000"/>
          <a:ext cx="2031999" cy="1538289"/>
        </p:xfrm>
        <a:graphic>
          <a:graphicData uri="http://schemas.openxmlformats.org/drawingml/2006/table">
            <a:tbl>
              <a:tblPr firstRow="1" bandRow="1">
                <a:tableStyleId>{5C22544A-7EE6-4342-B048-85BDC9FD1C3A}</a:tableStyleId>
              </a:tblPr>
              <a:tblGrid>
                <a:gridCol w="677333"/>
                <a:gridCol w="677333"/>
                <a:gridCol w="677333"/>
              </a:tblGrid>
              <a:tr h="512763">
                <a:tc>
                  <a:txBody>
                    <a:bodyPr/>
                    <a:lstStyle/>
                    <a:p>
                      <a:pPr indent="0" algn="ctr">
                        <a:buNone/>
                      </a:pPr>
                      <a:endParaRPr lang="en-US" altLang="en-US" sz="1000" b="0" dirty="0">
                        <a:solidFill>
                          <a:srgbClr val="000000"/>
                        </a:solidFill>
                        <a:latin typeface="黑体" panose="02010609060101010101" pitchFamily="49" charset="-122"/>
                        <a:ea typeface="黑体" panose="02010609060101010101" pitchFamily="49" charset="-122"/>
                      </a:endParaRPr>
                    </a:p>
                  </a:txBody>
                  <a:tcPr marL="91383" marR="91383"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a:solidFill>
                            <a:srgbClr val="000000"/>
                          </a:solidFill>
                          <a:latin typeface="黑体" panose="02010609060101010101" pitchFamily="49" charset="-122"/>
                          <a:ea typeface="黑体" panose="02010609060101010101" pitchFamily="49" charset="-122"/>
                        </a:rPr>
                        <a:t>极值点</a:t>
                      </a:r>
                      <a:endParaRPr lang="zh-CN" altLang="en-US" sz="1000" b="0">
                        <a:solidFill>
                          <a:srgbClr val="000000"/>
                        </a:solidFill>
                        <a:latin typeface="黑体" panose="02010609060101010101" pitchFamily="49" charset="-122"/>
                        <a:ea typeface="黑体" panose="02010609060101010101" pitchFamily="49" charset="-122"/>
                      </a:endParaRPr>
                    </a:p>
                  </a:txBody>
                  <a:tcPr marL="91383" marR="91383"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dirty="0">
                          <a:solidFill>
                            <a:srgbClr val="000000"/>
                          </a:solidFill>
                          <a:latin typeface="黑体" panose="02010609060101010101" pitchFamily="49" charset="-122"/>
                          <a:ea typeface="黑体" panose="02010609060101010101" pitchFamily="49" charset="-122"/>
                        </a:rPr>
                        <a:t>起作用</a:t>
                      </a:r>
                      <a:endParaRPr lang="zh-CN" sz="1000" b="0" dirty="0">
                        <a:solidFill>
                          <a:srgbClr val="000000"/>
                        </a:solidFill>
                        <a:latin typeface="黑体" panose="02010609060101010101" pitchFamily="49" charset="-122"/>
                        <a:ea typeface="黑体" panose="02010609060101010101" pitchFamily="49" charset="-122"/>
                      </a:endParaRPr>
                    </a:p>
                    <a:p>
                      <a:pPr indent="0" algn="ctr">
                        <a:buNone/>
                      </a:pPr>
                      <a:r>
                        <a:rPr lang="en-US" sz="1000" b="0" dirty="0" err="1">
                          <a:solidFill>
                            <a:srgbClr val="000000"/>
                          </a:solidFill>
                          <a:latin typeface="黑体" panose="02010609060101010101" pitchFamily="49" charset="-122"/>
                          <a:ea typeface="黑体" panose="02010609060101010101" pitchFamily="49" charset="-122"/>
                        </a:rPr>
                        <a:t>的约束</a:t>
                      </a:r>
                      <a:endParaRPr lang="en-US" altLang="en-US" sz="1000" b="0" dirty="0">
                        <a:solidFill>
                          <a:srgbClr val="000000"/>
                        </a:solidFill>
                        <a:latin typeface="黑体" panose="02010609060101010101" pitchFamily="49" charset="-122"/>
                        <a:ea typeface="黑体" panose="02010609060101010101" pitchFamily="49" charset="-122"/>
                      </a:endParaRPr>
                    </a:p>
                  </a:txBody>
                  <a:tcPr marL="91383" marR="91383"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12763">
                <a:tc>
                  <a:txBody>
                    <a:bodyPr/>
                    <a:lstStyle/>
                    <a:p>
                      <a:pPr indent="0" algn="ctr">
                        <a:buNone/>
                      </a:pPr>
                      <a:r>
                        <a:rPr lang="zh-CN" sz="1000" b="0" dirty="0">
                          <a:solidFill>
                            <a:srgbClr val="000000"/>
                          </a:solidFill>
                          <a:latin typeface="黑体" panose="02010609060101010101" pitchFamily="49" charset="-122"/>
                          <a:ea typeface="黑体" panose="02010609060101010101" pitchFamily="49" charset="-122"/>
                        </a:rPr>
                        <a:t>无约束</a:t>
                      </a:r>
                      <a:endParaRPr lang="zh-CN" altLang="en-US" sz="1000" b="0" dirty="0">
                        <a:solidFill>
                          <a:srgbClr val="000000"/>
                        </a:solidFill>
                        <a:latin typeface="黑体" panose="02010609060101010101" pitchFamily="49" charset="-122"/>
                        <a:ea typeface="黑体" panose="02010609060101010101" pitchFamily="49" charset="-122"/>
                      </a:endParaRPr>
                    </a:p>
                  </a:txBody>
                  <a:tcPr marL="91383" marR="91383"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A点</a:t>
                      </a:r>
                      <a:endParaRPr lang="zh-CN" altLang="en-US" sz="1000" b="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91383" marR="91383"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000" b="0">
                        <a:solidFill>
                          <a:srgbClr val="000000"/>
                        </a:solidFill>
                        <a:latin typeface="黑体" panose="02010609060101010101" pitchFamily="49" charset="-122"/>
                        <a:ea typeface="黑体" panose="02010609060101010101" pitchFamily="49" charset="-122"/>
                      </a:endParaRPr>
                    </a:p>
                  </a:txBody>
                  <a:tcPr marL="91383" marR="91383"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12763">
                <a:tc>
                  <a:txBody>
                    <a:bodyPr/>
                    <a:lstStyle/>
                    <a:p>
                      <a:pPr indent="0" algn="ctr">
                        <a:buNone/>
                      </a:pPr>
                      <a:r>
                        <a:rPr lang="zh-CN" sz="1000" b="0">
                          <a:solidFill>
                            <a:srgbClr val="000000"/>
                          </a:solidFill>
                          <a:latin typeface="黑体" panose="02010609060101010101" pitchFamily="49" charset="-122"/>
                          <a:ea typeface="黑体" panose="02010609060101010101" pitchFamily="49" charset="-122"/>
                        </a:rPr>
                        <a:t>约</a:t>
                      </a:r>
                      <a:r>
                        <a:rPr lang="en-US" sz="1000" b="0">
                          <a:solidFill>
                            <a:srgbClr val="000000"/>
                          </a:solidFill>
                          <a:latin typeface="黑体" panose="02010609060101010101" pitchFamily="49" charset="-122"/>
                          <a:ea typeface="黑体" panose="02010609060101010101" pitchFamily="49" charset="-122"/>
                        </a:rPr>
                        <a:t>束</a:t>
                      </a:r>
                      <a:endParaRPr lang="en-US" altLang="en-US" sz="1000" b="0">
                        <a:solidFill>
                          <a:srgbClr val="000000"/>
                        </a:solidFill>
                        <a:latin typeface="黑体" panose="02010609060101010101" pitchFamily="49" charset="-122"/>
                        <a:ea typeface="黑体" panose="02010609060101010101" pitchFamily="49" charset="-122"/>
                      </a:endParaRPr>
                    </a:p>
                  </a:txBody>
                  <a:tcPr marL="91383" marR="91383"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a:solidFill>
                            <a:srgbClr val="000000"/>
                          </a:solidFill>
                          <a:latin typeface="黑体" panose="02010609060101010101" pitchFamily="49" charset="-122"/>
                          <a:ea typeface="黑体" panose="02010609060101010101" pitchFamily="49" charset="-122"/>
                          <a:cs typeface="黑体" panose="02010609060101010101" pitchFamily="49" charset="-122"/>
                        </a:rPr>
                        <a:t>B点</a:t>
                      </a:r>
                      <a:endParaRPr lang="zh-CN" altLang="en-US" sz="1000" b="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91383" marR="91383"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dirty="0">
                          <a:solidFill>
                            <a:srgbClr val="000000"/>
                          </a:solidFill>
                          <a:latin typeface="黑体" panose="02010609060101010101" pitchFamily="49" charset="-122"/>
                          <a:ea typeface="黑体" panose="02010609060101010101" pitchFamily="49" charset="-122"/>
                        </a:rPr>
                        <a:t>g1</a:t>
                      </a:r>
                      <a:endParaRPr lang="en-US" altLang="en-US" sz="1000" b="0" dirty="0">
                        <a:solidFill>
                          <a:srgbClr val="000000"/>
                        </a:solidFill>
                        <a:latin typeface="黑体" panose="02010609060101010101" pitchFamily="49" charset="-122"/>
                        <a:ea typeface="黑体" panose="02010609060101010101" pitchFamily="49" charset="-122"/>
                      </a:endParaRPr>
                    </a:p>
                  </a:txBody>
                  <a:tcPr marL="91383" marR="91383"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10" name="表格 9"/>
          <p:cNvGraphicFramePr/>
          <p:nvPr/>
        </p:nvGraphicFramePr>
        <p:xfrm>
          <a:off x="5470525" y="4191000"/>
          <a:ext cx="3354387" cy="1538289"/>
        </p:xfrm>
        <a:graphic>
          <a:graphicData uri="http://schemas.openxmlformats.org/drawingml/2006/table">
            <a:tbl>
              <a:tblPr firstRow="1" bandRow="1">
                <a:tableStyleId>{5C22544A-7EE6-4342-B048-85BDC9FD1C3A}</a:tableStyleId>
              </a:tblPr>
              <a:tblGrid>
                <a:gridCol w="592623"/>
                <a:gridCol w="598975"/>
                <a:gridCol w="613584"/>
                <a:gridCol w="1549205"/>
              </a:tblGrid>
              <a:tr h="426456">
                <a:tc>
                  <a:txBody>
                    <a:bodyPr/>
                    <a:lstStyle/>
                    <a:p>
                      <a:pPr indent="0" algn="ctr">
                        <a:buNone/>
                      </a:pPr>
                      <a:endParaRPr lang="en-US" altLang="en-US" sz="1000" b="0" dirty="0">
                        <a:solidFill>
                          <a:srgbClr val="000000"/>
                        </a:solidFill>
                        <a:latin typeface="黑体" panose="02010609060101010101" pitchFamily="49" charset="-122"/>
                        <a:ea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a:solidFill>
                            <a:srgbClr val="000000"/>
                          </a:solidFill>
                          <a:latin typeface="黑体" panose="02010609060101010101" pitchFamily="49" charset="-122"/>
                          <a:ea typeface="黑体" panose="02010609060101010101" pitchFamily="49" charset="-122"/>
                        </a:rPr>
                        <a:t>极值点</a:t>
                      </a:r>
                      <a:endParaRPr lang="zh-CN" altLang="en-US" sz="1000" b="0">
                        <a:solidFill>
                          <a:srgbClr val="000000"/>
                        </a:solidFill>
                        <a:latin typeface="黑体" panose="02010609060101010101" pitchFamily="49" charset="-122"/>
                        <a:ea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a:solidFill>
                            <a:srgbClr val="000000"/>
                          </a:solidFill>
                          <a:latin typeface="黑体" panose="02010609060101010101" pitchFamily="49" charset="-122"/>
                          <a:ea typeface="黑体" panose="02010609060101010101" pitchFamily="49" charset="-122"/>
                        </a:rPr>
                        <a:t>起作用</a:t>
                      </a:r>
                      <a:endParaRPr lang="zh-CN" sz="1000" b="0">
                        <a:solidFill>
                          <a:srgbClr val="000000"/>
                        </a:solidFill>
                        <a:latin typeface="黑体" panose="02010609060101010101" pitchFamily="49" charset="-122"/>
                        <a:ea typeface="黑体" panose="02010609060101010101" pitchFamily="49" charset="-122"/>
                      </a:endParaRPr>
                    </a:p>
                    <a:p>
                      <a:pPr indent="0" algn="ctr">
                        <a:buNone/>
                      </a:pPr>
                      <a:r>
                        <a:rPr lang="en-US" sz="1000" b="0">
                          <a:solidFill>
                            <a:srgbClr val="000000"/>
                          </a:solidFill>
                          <a:latin typeface="黑体" panose="02010609060101010101" pitchFamily="49" charset="-122"/>
                          <a:ea typeface="黑体" panose="02010609060101010101" pitchFamily="49" charset="-122"/>
                        </a:rPr>
                        <a:t>的约束</a:t>
                      </a:r>
                      <a:endParaRPr lang="en-US" altLang="en-US" sz="1000" b="0">
                        <a:solidFill>
                          <a:srgbClr val="000000"/>
                        </a:solidFill>
                        <a:latin typeface="黑体" panose="02010609060101010101" pitchFamily="49" charset="-122"/>
                        <a:ea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a:solidFill>
                            <a:srgbClr val="000000"/>
                          </a:solidFill>
                          <a:latin typeface="黑体" panose="02010609060101010101" pitchFamily="49" charset="-122"/>
                          <a:ea typeface="黑体" panose="02010609060101010101" pitchFamily="49" charset="-122"/>
                        </a:rPr>
                        <a:t>局部最优点</a:t>
                      </a:r>
                      <a:endParaRPr lang="zh-CN" altLang="en-US" sz="1000" b="0">
                        <a:solidFill>
                          <a:srgbClr val="000000"/>
                        </a:solidFill>
                        <a:latin typeface="黑体" panose="02010609060101010101" pitchFamily="49" charset="-122"/>
                        <a:ea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70611">
                <a:tc>
                  <a:txBody>
                    <a:bodyPr/>
                    <a:lstStyle/>
                    <a:p>
                      <a:pPr indent="0" algn="ctr">
                        <a:buNone/>
                      </a:pPr>
                      <a:r>
                        <a:rPr lang="zh-CN" sz="1000" b="0" dirty="0">
                          <a:solidFill>
                            <a:srgbClr val="000000"/>
                          </a:solidFill>
                          <a:latin typeface="黑体" panose="02010609060101010101" pitchFamily="49" charset="-122"/>
                          <a:ea typeface="黑体" panose="02010609060101010101" pitchFamily="49" charset="-122"/>
                        </a:rPr>
                        <a:t>无约束</a:t>
                      </a:r>
                      <a:endParaRPr lang="zh-CN" altLang="en-US" sz="1000" b="0" dirty="0">
                        <a:solidFill>
                          <a:srgbClr val="000000"/>
                        </a:solidFill>
                        <a:latin typeface="黑体" panose="02010609060101010101" pitchFamily="49" charset="-122"/>
                        <a:ea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A点</a:t>
                      </a:r>
                      <a:endParaRPr lang="zh-CN" altLang="en-US" sz="1000" b="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000" b="0" dirty="0">
                        <a:solidFill>
                          <a:srgbClr val="000000"/>
                        </a:solidFill>
                        <a:latin typeface="黑体" panose="02010609060101010101" pitchFamily="49" charset="-122"/>
                        <a:ea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000" b="0">
                        <a:solidFill>
                          <a:srgbClr val="000000"/>
                        </a:solidFill>
                        <a:latin typeface="黑体" panose="02010609060101010101" pitchFamily="49" charset="-122"/>
                        <a:ea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70611">
                <a:tc rowSpan="2">
                  <a:txBody>
                    <a:bodyPr/>
                    <a:lstStyle/>
                    <a:p>
                      <a:pPr indent="0" algn="ctr">
                        <a:buNone/>
                      </a:pPr>
                      <a:r>
                        <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约</a:t>
                      </a:r>
                      <a:r>
                        <a:rPr lang="en-US"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  </a:t>
                      </a:r>
                      <a:r>
                        <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束</a:t>
                      </a:r>
                      <a:endParaRPr lang="en-US" altLang="en-US" sz="1000" b="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B点</a:t>
                      </a:r>
                      <a:endParaRPr lang="zh-CN" altLang="en-US" sz="1000" b="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g1、g2</a:t>
                      </a:r>
                      <a:endParaRPr lang="en-US" altLang="en-US" sz="1000" b="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rowSpan="2">
                  <a:txBody>
                    <a:bodyPr/>
                    <a:lstStyle/>
                    <a:p>
                      <a:pPr indent="0" algn="l">
                        <a:buNone/>
                      </a:pPr>
                      <a:r>
                        <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B、C点均为</a:t>
                      </a:r>
                      <a:r>
                        <a:rPr lang="zh-CN" sz="1000" b="0" dirty="0">
                          <a:solidFill>
                            <a:srgbClr val="FF0000"/>
                          </a:solidFill>
                          <a:latin typeface="黑体" panose="02010609060101010101" pitchFamily="49" charset="-122"/>
                          <a:ea typeface="黑体" panose="02010609060101010101" pitchFamily="49" charset="-122"/>
                          <a:cs typeface="黑体" panose="02010609060101010101" pitchFamily="49" charset="-122"/>
                        </a:rPr>
                        <a:t>局部</a:t>
                      </a:r>
                      <a:r>
                        <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最优点；</a:t>
                      </a:r>
                      <a:endPar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p>
                      <a:pPr indent="0" algn="l">
                        <a:buNone/>
                      </a:pPr>
                      <a:endPar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p>
                      <a:pPr indent="0" algn="l">
                        <a:buNone/>
                      </a:pPr>
                      <a:r>
                        <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B点为</a:t>
                      </a:r>
                      <a:r>
                        <a:rPr lang="zh-CN" sz="1000" b="0" dirty="0">
                          <a:solidFill>
                            <a:srgbClr val="FF0000"/>
                          </a:solidFill>
                          <a:latin typeface="黑体" panose="02010609060101010101" pitchFamily="49" charset="-122"/>
                          <a:ea typeface="黑体" panose="02010609060101010101" pitchFamily="49" charset="-122"/>
                          <a:cs typeface="黑体" panose="02010609060101010101" pitchFamily="49" charset="-122"/>
                        </a:rPr>
                        <a:t>全局</a:t>
                      </a:r>
                      <a:r>
                        <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最优点。</a:t>
                      </a:r>
                      <a:endParaRPr lang="zh-CN" altLang="en-US" sz="1000" b="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70611">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sz="1000" b="0" dirty="0">
                          <a:solidFill>
                            <a:srgbClr val="000000"/>
                          </a:solidFill>
                          <a:latin typeface="黑体" panose="02010609060101010101" pitchFamily="49" charset="-122"/>
                          <a:ea typeface="黑体" panose="02010609060101010101" pitchFamily="49" charset="-122"/>
                          <a:cs typeface="黑体" panose="02010609060101010101" pitchFamily="49" charset="-122"/>
                        </a:rPr>
                        <a:t>C点</a:t>
                      </a:r>
                      <a:endParaRPr lang="zh-CN" altLang="en-US" sz="1000" b="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dirty="0" smtClean="0">
                          <a:solidFill>
                            <a:srgbClr val="000000"/>
                          </a:solidFill>
                          <a:latin typeface="黑体" panose="02010609060101010101" pitchFamily="49" charset="-122"/>
                          <a:ea typeface="黑体" panose="02010609060101010101" pitchFamily="49" charset="-122"/>
                        </a:rPr>
                        <a:t>g2</a:t>
                      </a:r>
                      <a:endParaRPr lang="en-US" altLang="en-US" sz="1000" b="0" dirty="0">
                        <a:solidFill>
                          <a:srgbClr val="000000"/>
                        </a:solidFill>
                        <a:latin typeface="黑体" panose="02010609060101010101" pitchFamily="49" charset="-122"/>
                        <a:ea typeface="黑体" panose="02010609060101010101" pitchFamily="49" charset="-122"/>
                      </a:endParaRPr>
                    </a:p>
                  </a:txBody>
                  <a:tcPr marL="91466" marR="91466" marT="45692" marB="45692"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31747" name="Rectangle 3"/>
          <p:cNvSpPr>
            <a:spLocks noGrp="1"/>
          </p:cNvSpPr>
          <p:nvPr>
            <p:ph type="body" sz="half" idx="1"/>
          </p:nvPr>
        </p:nvSpPr>
        <p:spPr>
          <a:xfrm>
            <a:off x="285750" y="500063"/>
            <a:ext cx="8572500" cy="5792787"/>
          </a:xfrm>
        </p:spPr>
        <p:txBody>
          <a:bodyPr vert="horz" wrap="square" lIns="91440" tIns="45720" rIns="91440" bIns="45720" anchor="t"/>
          <a:lstStyle/>
          <a:p>
            <a:pPr marL="609600" indent="-609600" eaLnBrk="1" hangingPunct="1">
              <a:spcBef>
                <a:spcPts val="600"/>
              </a:spcBef>
              <a:spcAft>
                <a:spcPts val="600"/>
              </a:spcAft>
              <a:buClrTx/>
              <a:buSzTx/>
              <a:buFontTx/>
              <a:buNone/>
            </a:pP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约束极值的必要条件</a:t>
            </a:r>
            <a:r>
              <a:rPr lang="en-US" altLang="zh-CN" sz="2400" dirty="0">
                <a:latin typeface="黑体" panose="02010609060101010101" pitchFamily="49" charset="-122"/>
                <a:ea typeface="黑体" panose="02010609060101010101" pitchFamily="49" charset="-122"/>
              </a:rPr>
              <a:t>—K-T</a:t>
            </a:r>
            <a:r>
              <a:rPr lang="zh-CN" altLang="en-US" sz="2400" dirty="0">
                <a:latin typeface="黑体" panose="02010609060101010101" pitchFamily="49" charset="-122"/>
                <a:ea typeface="黑体" panose="02010609060101010101" pitchFamily="49" charset="-122"/>
              </a:rPr>
              <a:t>条件（</a:t>
            </a:r>
            <a:r>
              <a:rPr lang="en-US" altLang="zh-CN" sz="2400" dirty="0">
                <a:latin typeface="黑体" panose="02010609060101010101" pitchFamily="49" charset="-122"/>
                <a:ea typeface="黑体" panose="02010609060101010101" pitchFamily="49" charset="-122"/>
              </a:rPr>
              <a:t>Kuhn—Tuoker</a:t>
            </a:r>
            <a:r>
              <a:rPr lang="zh-CN" altLang="en-US" sz="2400" dirty="0">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ClrTx/>
              <a:buSzTx/>
              <a:buFontTx/>
              <a:buAutoNum type="arabicParenBoth"/>
            </a:pPr>
            <a:r>
              <a:rPr lang="zh-CN" altLang="en-US" sz="2400" dirty="0">
                <a:latin typeface="黑体" panose="02010609060101010101" pitchFamily="49" charset="-122"/>
                <a:ea typeface="黑体" panose="02010609060101010101" pitchFamily="49" charset="-122"/>
              </a:rPr>
              <a:t>可行适用方向</a:t>
            </a:r>
            <a:endParaRPr lang="zh-CN" altLang="en-US" sz="24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ClrTx/>
              <a:buSzTx/>
              <a:buFontTx/>
              <a:buNone/>
            </a:pPr>
            <a:r>
              <a:rPr lang="zh-CN" altLang="en-US" sz="2400" dirty="0">
                <a:latin typeface="黑体" panose="02010609060101010101" pitchFamily="49" charset="-122"/>
                <a:ea typeface="黑体" panose="02010609060101010101" pitchFamily="49" charset="-122"/>
              </a:rPr>
              <a:t>① 可行方向</a:t>
            </a:r>
            <a:r>
              <a:rPr lang="en-US" altLang="zh-CN" sz="2400" dirty="0">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在该方向上作一个小位移，不违反约束条件。</a:t>
            </a:r>
            <a:endParaRPr lang="zh-CN" altLang="en-US" sz="2400" dirty="0">
              <a:solidFill>
                <a:srgbClr val="FF0000"/>
              </a:solidFill>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ClrTx/>
              <a:buSzTx/>
              <a:buFontTx/>
              <a:buNone/>
            </a:pPr>
            <a:r>
              <a:rPr lang="zh-CN" altLang="en-US" sz="2000" dirty="0">
                <a:latin typeface="黑体" panose="02010609060101010101" pitchFamily="49" charset="-122"/>
                <a:ea typeface="黑体" panose="02010609060101010101" pitchFamily="49" charset="-122"/>
              </a:rPr>
              <a:t>可行方向是设计空间上的一个方向，该方向   应具备这样的条件：</a:t>
            </a:r>
            <a:endParaRPr lang="zh-CN" altLang="en-US" sz="20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ClrTx/>
              <a:buSzTx/>
              <a:buFontTx/>
              <a:buNone/>
            </a:pPr>
            <a:r>
              <a:rPr lang="zh-CN" altLang="en-US" sz="2000" dirty="0">
                <a:latin typeface="黑体" panose="02010609060101010101" pitchFamily="49" charset="-122"/>
                <a:ea typeface="黑体" panose="02010609060101010101" pitchFamily="49" charset="-122"/>
              </a:rPr>
              <a:t>    </a:t>
            </a:r>
            <a:endParaRPr lang="zh-CN" altLang="en-US" sz="20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ClrTx/>
              <a:buSzTx/>
              <a:buFontTx/>
              <a:buNone/>
            </a:pPr>
            <a:r>
              <a:rPr lang="zh-CN" altLang="en-US" sz="2400" dirty="0">
                <a:latin typeface="黑体" panose="02010609060101010101" pitchFamily="49" charset="-122"/>
                <a:ea typeface="黑体" panose="02010609060101010101" pitchFamily="49" charset="-122"/>
              </a:rPr>
              <a:t> </a:t>
            </a:r>
            <a:endParaRPr lang="en-US" altLang="zh-CN" sz="2400" dirty="0">
              <a:latin typeface="黑体" panose="02010609060101010101" pitchFamily="49" charset="-122"/>
              <a:ea typeface="黑体" panose="02010609060101010101" pitchFamily="49" charset="-122"/>
            </a:endParaRPr>
          </a:p>
          <a:p>
            <a:pPr marL="609600" indent="-609600" eaLnBrk="1" hangingPunct="1">
              <a:buClrTx/>
              <a:buSzTx/>
              <a:buFontTx/>
              <a:buNone/>
            </a:pPr>
            <a:endParaRPr lang="en-US" altLang="zh-CN" sz="2400" dirty="0">
              <a:latin typeface="黑体" panose="02010609060101010101" pitchFamily="49" charset="-122"/>
              <a:ea typeface="黑体" panose="02010609060101010101" pitchFamily="49" charset="-122"/>
            </a:endParaRPr>
          </a:p>
          <a:p>
            <a:pPr marL="609600" indent="-609600" eaLnBrk="1" hangingPunct="1">
              <a:buClrTx/>
              <a:buSzTx/>
              <a:buFontTx/>
              <a:buNone/>
            </a:pP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即：</a:t>
            </a:r>
            <a:endParaRPr lang="zh-CN" altLang="en-US" sz="2400" dirty="0">
              <a:latin typeface="黑体" panose="02010609060101010101" pitchFamily="49" charset="-122"/>
              <a:ea typeface="黑体" panose="02010609060101010101" pitchFamily="49" charset="-122"/>
            </a:endParaRPr>
          </a:p>
        </p:txBody>
      </p:sp>
      <p:graphicFrame>
        <p:nvGraphicFramePr>
          <p:cNvPr id="31748" name="Object 16"/>
          <p:cNvGraphicFramePr>
            <a:graphicFrameLocks noGrp="1"/>
          </p:cNvGraphicFramePr>
          <p:nvPr>
            <p:ph sz="quarter" idx="2"/>
          </p:nvPr>
        </p:nvGraphicFramePr>
        <p:xfrm>
          <a:off x="4857750" y="2786063"/>
          <a:ext cx="3214688" cy="514350"/>
        </p:xfrm>
        <a:graphic>
          <a:graphicData uri="http://schemas.openxmlformats.org/presentationml/2006/ole">
            <mc:AlternateContent xmlns:mc="http://schemas.openxmlformats.org/markup-compatibility/2006">
              <mc:Choice xmlns:v="urn:schemas-microsoft-com:vml" Requires="v">
                <p:oleObj spid="_x0000_s26681" name="" r:id="rId1" imgW="1192530" imgH="215900" progId="Equation.3">
                  <p:embed/>
                </p:oleObj>
              </mc:Choice>
              <mc:Fallback>
                <p:oleObj name="" r:id="rId1" imgW="1192530" imgH="215900" progId="Equation.3">
                  <p:embed/>
                  <p:pic>
                    <p:nvPicPr>
                      <p:cNvPr id="0" name="图片 3157"/>
                      <p:cNvPicPr/>
                      <p:nvPr/>
                    </p:nvPicPr>
                    <p:blipFill>
                      <a:blip r:embed="rId2"/>
                      <a:srcRect/>
                      <a:stretch>
                        <a:fillRect/>
                      </a:stretch>
                    </p:blipFill>
                    <p:spPr>
                      <a:xfrm>
                        <a:off x="4857750" y="2786063"/>
                        <a:ext cx="3214688" cy="514350"/>
                      </a:xfrm>
                      <a:prstGeom prst="rect">
                        <a:avLst/>
                      </a:prstGeom>
                      <a:noFill/>
                      <a:ln w="38100">
                        <a:miter/>
                      </a:ln>
                    </p:spPr>
                  </p:pic>
                </p:oleObj>
              </mc:Fallback>
            </mc:AlternateContent>
          </a:graphicData>
        </a:graphic>
      </p:graphicFrame>
      <p:sp>
        <p:nvSpPr>
          <p:cNvPr id="31749" name="Rectangle 11"/>
          <p:cNvSpPr/>
          <p:nvPr/>
        </p:nvSpPr>
        <p:spPr>
          <a:xfrm>
            <a:off x="0" y="318135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31750"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31751" name="Object 13"/>
          <p:cNvGraphicFramePr/>
          <p:nvPr/>
        </p:nvGraphicFramePr>
        <p:xfrm>
          <a:off x="5286375" y="2000250"/>
          <a:ext cx="285750" cy="444500"/>
        </p:xfrm>
        <a:graphic>
          <a:graphicData uri="http://schemas.openxmlformats.org/presentationml/2006/ole">
            <mc:AlternateContent xmlns:mc="http://schemas.openxmlformats.org/markup-compatibility/2006">
              <mc:Choice xmlns:v="urn:schemas-microsoft-com:vml" Requires="v">
                <p:oleObj spid="_x0000_s26682" name="" r:id="rId3" imgW="139700" imgH="215900" progId="Equation.DSMT4">
                  <p:embed/>
                </p:oleObj>
              </mc:Choice>
              <mc:Fallback>
                <p:oleObj name="" r:id="rId3" imgW="139700" imgH="215900" progId="Equation.DSMT4">
                  <p:embed/>
                  <p:pic>
                    <p:nvPicPr>
                      <p:cNvPr id="0" name="图片 3158"/>
                      <p:cNvPicPr/>
                      <p:nvPr/>
                    </p:nvPicPr>
                    <p:blipFill>
                      <a:blip r:embed="rId4"/>
                      <a:stretch>
                        <a:fillRect/>
                      </a:stretch>
                    </p:blipFill>
                    <p:spPr>
                      <a:xfrm>
                        <a:off x="5286375" y="2000250"/>
                        <a:ext cx="285750" cy="444500"/>
                      </a:xfrm>
                      <a:prstGeom prst="rect">
                        <a:avLst/>
                      </a:prstGeom>
                      <a:noFill/>
                      <a:ln w="38100">
                        <a:noFill/>
                        <a:miter/>
                      </a:ln>
                    </p:spPr>
                  </p:pic>
                </p:oleObj>
              </mc:Fallback>
            </mc:AlternateContent>
          </a:graphicData>
        </a:graphic>
      </p:graphicFrame>
      <p:graphicFrame>
        <p:nvGraphicFramePr>
          <p:cNvPr id="31752" name="Object 11"/>
          <p:cNvGraphicFramePr/>
          <p:nvPr/>
        </p:nvGraphicFramePr>
        <p:xfrm>
          <a:off x="5473700" y="3776663"/>
          <a:ext cx="2197100" cy="690562"/>
        </p:xfrm>
        <a:graphic>
          <a:graphicData uri="http://schemas.openxmlformats.org/presentationml/2006/ole">
            <mc:AlternateContent xmlns:mc="http://schemas.openxmlformats.org/markup-compatibility/2006">
              <mc:Choice xmlns:v="urn:schemas-microsoft-com:vml" Requires="v">
                <p:oleObj spid="_x0000_s26683" name="" r:id="rId5" imgW="1548765" imgH="482600" progId="Equation.DSMT4">
                  <p:embed/>
                </p:oleObj>
              </mc:Choice>
              <mc:Fallback>
                <p:oleObj name="" r:id="rId5" imgW="1548765" imgH="482600" progId="Equation.DSMT4">
                  <p:embed/>
                  <p:pic>
                    <p:nvPicPr>
                      <p:cNvPr id="0" name="图片 3159"/>
                      <p:cNvPicPr/>
                      <p:nvPr/>
                    </p:nvPicPr>
                    <p:blipFill>
                      <a:blip r:embed="rId6"/>
                      <a:stretch>
                        <a:fillRect/>
                      </a:stretch>
                    </p:blipFill>
                    <p:spPr>
                      <a:xfrm>
                        <a:off x="5473700" y="3776663"/>
                        <a:ext cx="2197100" cy="690562"/>
                      </a:xfrm>
                      <a:prstGeom prst="rect">
                        <a:avLst/>
                      </a:prstGeom>
                      <a:noFill/>
                      <a:ln w="38100">
                        <a:noFill/>
                        <a:miter/>
                      </a:ln>
                    </p:spPr>
                  </p:pic>
                </p:oleObj>
              </mc:Fallback>
            </mc:AlternateContent>
          </a:graphicData>
        </a:graphic>
      </p:graphicFrame>
      <p:graphicFrame>
        <p:nvGraphicFramePr>
          <p:cNvPr id="31753" name="Object 10"/>
          <p:cNvGraphicFramePr/>
          <p:nvPr/>
        </p:nvGraphicFramePr>
        <p:xfrm>
          <a:off x="2984500" y="5500688"/>
          <a:ext cx="5802313" cy="500062"/>
        </p:xfrm>
        <a:graphic>
          <a:graphicData uri="http://schemas.openxmlformats.org/presentationml/2006/ole">
            <mc:AlternateContent xmlns:mc="http://schemas.openxmlformats.org/markup-compatibility/2006">
              <mc:Choice xmlns:v="urn:schemas-microsoft-com:vml" Requires="v">
                <p:oleObj spid="_x0000_s26684" name="" r:id="rId7" imgW="3797300" imgH="330200" progId="Equation.DSMT4">
                  <p:embed/>
                </p:oleObj>
              </mc:Choice>
              <mc:Fallback>
                <p:oleObj name="" r:id="rId7" imgW="3797300" imgH="330200" progId="Equation.DSMT4">
                  <p:embed/>
                  <p:pic>
                    <p:nvPicPr>
                      <p:cNvPr id="0" name="图片 3160"/>
                      <p:cNvPicPr/>
                      <p:nvPr/>
                    </p:nvPicPr>
                    <p:blipFill>
                      <a:blip r:embed="rId8"/>
                      <a:stretch>
                        <a:fillRect/>
                      </a:stretch>
                    </p:blipFill>
                    <p:spPr>
                      <a:xfrm>
                        <a:off x="2984500" y="5500688"/>
                        <a:ext cx="5802313" cy="500062"/>
                      </a:xfrm>
                      <a:prstGeom prst="rect">
                        <a:avLst/>
                      </a:prstGeom>
                      <a:noFill/>
                      <a:ln w="38100">
                        <a:noFill/>
                        <a:miter/>
                      </a:ln>
                    </p:spPr>
                  </p:pic>
                </p:oleObj>
              </mc:Fallback>
            </mc:AlternateContent>
          </a:graphicData>
        </a:graphic>
      </p:graphicFrame>
      <p:sp>
        <p:nvSpPr>
          <p:cNvPr id="31754" name="Rectangle 14"/>
          <p:cNvSpPr/>
          <p:nvPr/>
        </p:nvSpPr>
        <p:spPr>
          <a:xfrm>
            <a:off x="0" y="0"/>
            <a:ext cx="9144000" cy="45720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sp>
        <p:nvSpPr>
          <p:cNvPr id="31755" name="Rectangle 17"/>
          <p:cNvSpPr/>
          <p:nvPr/>
        </p:nvSpPr>
        <p:spPr>
          <a:xfrm>
            <a:off x="285750" y="1428750"/>
            <a:ext cx="8643938" cy="400050"/>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sp>
        <p:nvSpPr>
          <p:cNvPr id="31756" name="Rectangle 18"/>
          <p:cNvSpPr/>
          <p:nvPr/>
        </p:nvSpPr>
        <p:spPr>
          <a:xfrm>
            <a:off x="0" y="221615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533400">
              <a:spcBef>
                <a:spcPct val="0"/>
              </a:spcBef>
              <a:buNone/>
            </a:pPr>
            <a:r>
              <a:rPr lang="en-US" altLang="zh-CN" sz="1400" dirty="0">
                <a:latin typeface="宋体" panose="02010600030101010101" pitchFamily="2" charset="-122"/>
              </a:rPr>
              <a:t> </a:t>
            </a:r>
            <a:endParaRPr lang="en-US" altLang="zh-CN" sz="2000" dirty="0">
              <a:latin typeface="宋体" panose="02010600030101010101" pitchFamily="2" charset="-122"/>
            </a:endParaRPr>
          </a:p>
        </p:txBody>
      </p:sp>
      <p:pic>
        <p:nvPicPr>
          <p:cNvPr id="31757" name="图片 1"/>
          <p:cNvPicPr>
            <a:picLocks noChangeAspect="1"/>
          </p:cNvPicPr>
          <p:nvPr/>
        </p:nvPicPr>
        <p:blipFill>
          <a:blip r:embed="rId9"/>
          <a:stretch>
            <a:fillRect/>
          </a:stretch>
        </p:blipFill>
        <p:spPr>
          <a:xfrm>
            <a:off x="455613" y="2565400"/>
            <a:ext cx="4116387" cy="2813050"/>
          </a:xfrm>
          <a:prstGeom prst="rect">
            <a:avLst/>
          </a:prstGeom>
          <a:noFill/>
          <a:ln w="9525">
            <a:noFill/>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p:cNvSpPr>
            <a:spLocks noGrp="1" noChangeArrowheads="1"/>
          </p:cNvSpPr>
          <p:nvPr>
            <p:ph type="body" sz="half" idx="1"/>
          </p:nvPr>
        </p:nvSpPr>
        <p:spPr>
          <a:xfrm>
            <a:off x="468313" y="549275"/>
            <a:ext cx="8496300" cy="57927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ts val="600"/>
              </a:spcBef>
              <a:spcAft>
                <a:spcPts val="60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②</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适用方向</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在该方向上作一个小位移，目标函数有所下降。</a:t>
            </a:r>
            <a:endPar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00000"/>
              </a:lnSpc>
              <a:spcBef>
                <a:spcPts val="600"/>
              </a:spcBef>
              <a:spcAft>
                <a:spcPts val="600"/>
              </a:spcAft>
              <a:buClrTx/>
              <a:buSzTx/>
              <a:buFontTx/>
              <a:buNone/>
              <a:defRPr/>
            </a:pPr>
            <a:r>
              <a:rPr kumimoji="0" lang="zh-CN" altLang="en-US" sz="20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适用方向是设计空间上的一个方向，该方向   应具备这样的条件：</a:t>
            </a:r>
            <a:endParaRPr kumimoji="0" lang="zh-CN" altLang="en-US" sz="20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00000"/>
              </a:lnSpc>
              <a:spcBef>
                <a:spcPts val="600"/>
              </a:spcBef>
              <a:spcAft>
                <a:spcPts val="600"/>
              </a:spcAft>
              <a:buClrTx/>
              <a:buSzTx/>
              <a:buFontTx/>
              <a:buNone/>
              <a:defRPr/>
            </a:pPr>
            <a:r>
              <a:rPr kumimoji="0" lang="zh-CN" altLang="en-US" sz="20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0" lang="zh-CN" altLang="en-US" sz="20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ts val="60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ts val="600"/>
              </a:spcBef>
              <a:spcAft>
                <a:spcPts val="60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32771"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32772" name="Rectangle 11"/>
          <p:cNvSpPr/>
          <p:nvPr/>
        </p:nvSpPr>
        <p:spPr>
          <a:xfrm>
            <a:off x="0" y="318135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32773"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32774" name="Object 10"/>
          <p:cNvGraphicFramePr/>
          <p:nvPr/>
        </p:nvGraphicFramePr>
        <p:xfrm>
          <a:off x="5508104" y="1124744"/>
          <a:ext cx="214313" cy="333375"/>
        </p:xfrm>
        <a:graphic>
          <a:graphicData uri="http://schemas.openxmlformats.org/presentationml/2006/ole">
            <mc:AlternateContent xmlns:mc="http://schemas.openxmlformats.org/markup-compatibility/2006">
              <mc:Choice xmlns:v="urn:schemas-microsoft-com:vml" Requires="v">
                <p:oleObj spid="_x0000_s27754" name="" r:id="rId1" imgW="139700" imgH="215900" progId="Equation.DSMT4">
                  <p:embed/>
                </p:oleObj>
              </mc:Choice>
              <mc:Fallback>
                <p:oleObj name="" r:id="rId1" imgW="139700" imgH="215900" progId="Equation.DSMT4">
                  <p:embed/>
                  <p:pic>
                    <p:nvPicPr>
                      <p:cNvPr id="0" name="图片 3168"/>
                      <p:cNvPicPr/>
                      <p:nvPr/>
                    </p:nvPicPr>
                    <p:blipFill>
                      <a:blip r:embed="rId2"/>
                      <a:stretch>
                        <a:fillRect/>
                      </a:stretch>
                    </p:blipFill>
                    <p:spPr>
                      <a:xfrm>
                        <a:off x="5508104" y="1124744"/>
                        <a:ext cx="214313" cy="333375"/>
                      </a:xfrm>
                      <a:prstGeom prst="rect">
                        <a:avLst/>
                      </a:prstGeom>
                      <a:noFill/>
                      <a:ln w="38100">
                        <a:noFill/>
                        <a:miter/>
                      </a:ln>
                    </p:spPr>
                  </p:pic>
                </p:oleObj>
              </mc:Fallback>
            </mc:AlternateContent>
          </a:graphicData>
        </a:graphic>
      </p:graphicFrame>
      <p:graphicFrame>
        <p:nvGraphicFramePr>
          <p:cNvPr id="32775" name="Object 13"/>
          <p:cNvGraphicFramePr/>
          <p:nvPr/>
        </p:nvGraphicFramePr>
        <p:xfrm>
          <a:off x="4838700" y="3919538"/>
          <a:ext cx="2397125" cy="739775"/>
        </p:xfrm>
        <a:graphic>
          <a:graphicData uri="http://schemas.openxmlformats.org/presentationml/2006/ole">
            <mc:AlternateContent xmlns:mc="http://schemas.openxmlformats.org/markup-compatibility/2006">
              <mc:Choice xmlns:v="urn:schemas-microsoft-com:vml" Requires="v">
                <p:oleObj spid="_x0000_s27755" name="" r:id="rId3" imgW="1574165" imgH="482600" progId="Equation.DSMT4">
                  <p:embed/>
                </p:oleObj>
              </mc:Choice>
              <mc:Fallback>
                <p:oleObj name="" r:id="rId3" imgW="1574165" imgH="482600" progId="Equation.DSMT4">
                  <p:embed/>
                  <p:pic>
                    <p:nvPicPr>
                      <p:cNvPr id="0" name="图片 3163"/>
                      <p:cNvPicPr/>
                      <p:nvPr/>
                    </p:nvPicPr>
                    <p:blipFill>
                      <a:blip r:embed="rId4"/>
                      <a:stretch>
                        <a:fillRect/>
                      </a:stretch>
                    </p:blipFill>
                    <p:spPr>
                      <a:xfrm>
                        <a:off x="4838700" y="3919538"/>
                        <a:ext cx="2397125" cy="739775"/>
                      </a:xfrm>
                      <a:prstGeom prst="rect">
                        <a:avLst/>
                      </a:prstGeom>
                      <a:noFill/>
                      <a:ln w="38100">
                        <a:noFill/>
                        <a:miter/>
                      </a:ln>
                    </p:spPr>
                  </p:pic>
                </p:oleObj>
              </mc:Fallback>
            </mc:AlternateContent>
          </a:graphicData>
        </a:graphic>
      </p:graphicFrame>
      <p:graphicFrame>
        <p:nvGraphicFramePr>
          <p:cNvPr id="32776" name="Object 12"/>
          <p:cNvGraphicFramePr/>
          <p:nvPr/>
        </p:nvGraphicFramePr>
        <p:xfrm>
          <a:off x="2571750" y="5000625"/>
          <a:ext cx="5991225" cy="541338"/>
        </p:xfrm>
        <a:graphic>
          <a:graphicData uri="http://schemas.openxmlformats.org/presentationml/2006/ole">
            <mc:AlternateContent xmlns:mc="http://schemas.openxmlformats.org/markup-compatibility/2006">
              <mc:Choice xmlns:v="urn:schemas-microsoft-com:vml" Requires="v">
                <p:oleObj spid="_x0000_s27756" name="" r:id="rId5" imgW="3619500" imgH="330200" progId="Equation.DSMT4">
                  <p:embed/>
                </p:oleObj>
              </mc:Choice>
              <mc:Fallback>
                <p:oleObj name="" r:id="rId5" imgW="3619500" imgH="330200" progId="Equation.DSMT4">
                  <p:embed/>
                  <p:pic>
                    <p:nvPicPr>
                      <p:cNvPr id="0" name="图片 3161"/>
                      <p:cNvPicPr/>
                      <p:nvPr/>
                    </p:nvPicPr>
                    <p:blipFill>
                      <a:blip r:embed="rId6"/>
                      <a:stretch>
                        <a:fillRect/>
                      </a:stretch>
                    </p:blipFill>
                    <p:spPr>
                      <a:xfrm>
                        <a:off x="2571750" y="5000625"/>
                        <a:ext cx="5991225" cy="541338"/>
                      </a:xfrm>
                      <a:prstGeom prst="rect">
                        <a:avLst/>
                      </a:prstGeom>
                      <a:noFill/>
                      <a:ln w="38100">
                        <a:noFill/>
                        <a:miter/>
                      </a:ln>
                    </p:spPr>
                  </p:pic>
                </p:oleObj>
              </mc:Fallback>
            </mc:AlternateContent>
          </a:graphicData>
        </a:graphic>
      </p:graphicFrame>
      <p:sp>
        <p:nvSpPr>
          <p:cNvPr id="32777" name="Rectangle 14"/>
          <p:cNvSpPr/>
          <p:nvPr/>
        </p:nvSpPr>
        <p:spPr>
          <a:xfrm>
            <a:off x="0" y="0"/>
            <a:ext cx="9144000" cy="45720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sp>
        <p:nvSpPr>
          <p:cNvPr id="32778" name="Rectangle 16"/>
          <p:cNvSpPr/>
          <p:nvPr/>
        </p:nvSpPr>
        <p:spPr>
          <a:xfrm>
            <a:off x="0" y="171450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533400">
              <a:spcBef>
                <a:spcPct val="0"/>
              </a:spcBef>
              <a:buNone/>
            </a:pPr>
            <a:r>
              <a:rPr lang="en-US" altLang="zh-CN" sz="1400" dirty="0">
                <a:latin typeface="宋体" panose="02010600030101010101" pitchFamily="2" charset="-122"/>
              </a:rPr>
              <a:t> </a:t>
            </a:r>
            <a:endParaRPr lang="en-US" altLang="zh-CN" sz="2000" dirty="0">
              <a:latin typeface="宋体" panose="02010600030101010101" pitchFamily="2" charset="-122"/>
            </a:endParaRPr>
          </a:p>
        </p:txBody>
      </p:sp>
      <p:grpSp>
        <p:nvGrpSpPr>
          <p:cNvPr id="32779" name="组合 26"/>
          <p:cNvGrpSpPr/>
          <p:nvPr/>
        </p:nvGrpSpPr>
        <p:grpSpPr>
          <a:xfrm>
            <a:off x="4286250" y="2571750"/>
            <a:ext cx="4500563" cy="1684338"/>
            <a:chOff x="4357686" y="1888098"/>
            <a:chExt cx="4357718" cy="1841197"/>
          </a:xfrm>
        </p:grpSpPr>
        <p:sp>
          <p:nvSpPr>
            <p:cNvPr id="32781" name="Rectangle 21"/>
            <p:cNvSpPr/>
            <p:nvPr/>
          </p:nvSpPr>
          <p:spPr>
            <a:xfrm>
              <a:off x="4357686" y="1928802"/>
              <a:ext cx="4357718" cy="1800493"/>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ts val="600"/>
                </a:spcBef>
                <a:spcAft>
                  <a:spcPts val="600"/>
                </a:spcAft>
                <a:buNone/>
              </a:pPr>
              <a:r>
                <a:rPr lang="zh-CN" altLang="en-US" sz="2400" dirty="0">
                  <a:latin typeface="黑体" panose="02010609060101010101" pitchFamily="49" charset="-122"/>
                  <a:ea typeface="黑体" panose="02010609060101010101" pitchFamily="49" charset="-122"/>
                </a:rPr>
                <a:t>即：</a:t>
              </a: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与    的夹角</a:t>
              </a:r>
              <a:r>
                <a:rPr lang="zh-CN" altLang="en-US" sz="2400" dirty="0">
                  <a:solidFill>
                    <a:srgbClr val="FF0000"/>
                  </a:solidFill>
                  <a:latin typeface="黑体" panose="02010609060101010101" pitchFamily="49" charset="-122"/>
                  <a:ea typeface="黑体" panose="02010609060101010101" pitchFamily="49" charset="-122"/>
                </a:rPr>
                <a:t>大于</a:t>
              </a:r>
              <a:r>
                <a:rPr lang="en-US" altLang="zh-CN" sz="2400" dirty="0">
                  <a:solidFill>
                    <a:srgbClr val="FF0000"/>
                  </a:solidFill>
                  <a:latin typeface="黑体" panose="02010609060101010101" pitchFamily="49" charset="-122"/>
                  <a:ea typeface="黑体" panose="02010609060101010101" pitchFamily="49" charset="-122"/>
                </a:rPr>
                <a:t>90°</a:t>
              </a:r>
              <a:endParaRPr lang="en-US" altLang="zh-CN" sz="2400" dirty="0">
                <a:solidFill>
                  <a:srgbClr val="FF0000"/>
                </a:solidFill>
                <a:latin typeface="黑体" panose="02010609060101010101" pitchFamily="49" charset="-122"/>
                <a:ea typeface="黑体" panose="02010609060101010101" pitchFamily="49" charset="-122"/>
              </a:endParaRPr>
            </a:p>
            <a:p>
              <a:pPr marL="0" lvl="0" indent="0">
                <a:spcBef>
                  <a:spcPts val="600"/>
                </a:spcBef>
                <a:spcAft>
                  <a:spcPts val="600"/>
                </a:spcAft>
                <a:buNone/>
              </a:pPr>
              <a:r>
                <a:rPr lang="zh-CN" altLang="en-US" sz="2400" dirty="0">
                  <a:latin typeface="黑体" panose="02010609060101010101" pitchFamily="49" charset="-122"/>
                  <a:ea typeface="黑体" panose="02010609060101010101" pitchFamily="49" charset="-122"/>
                </a:rPr>
                <a:t>或：  与</a:t>
              </a: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的夹角小于</a:t>
              </a:r>
              <a:r>
                <a:rPr lang="en-US" altLang="zh-CN" sz="2400" dirty="0">
                  <a:solidFill>
                    <a:srgbClr val="FF0000"/>
                  </a:solidFill>
                  <a:latin typeface="黑体" panose="02010609060101010101" pitchFamily="49" charset="-122"/>
                  <a:ea typeface="黑体" panose="02010609060101010101" pitchFamily="49" charset="-122"/>
                </a:rPr>
                <a:t>90°</a:t>
              </a:r>
              <a:endParaRPr lang="en-US" altLang="zh-CN" sz="2400" dirty="0">
                <a:latin typeface="黑体" panose="02010609060101010101" pitchFamily="49" charset="-122"/>
                <a:ea typeface="黑体" panose="02010609060101010101" pitchFamily="49" charset="-122"/>
              </a:endParaRPr>
            </a:p>
            <a:p>
              <a:pPr marL="0" lvl="0" indent="0">
                <a:spcBef>
                  <a:spcPct val="0"/>
                </a:spcBef>
                <a:buNone/>
              </a:pPr>
              <a:endParaRPr lang="en-US" altLang="zh-CN" sz="2400" dirty="0">
                <a:latin typeface="黑体" panose="02010609060101010101" pitchFamily="49" charset="-122"/>
                <a:ea typeface="黑体" panose="02010609060101010101" pitchFamily="49" charset="-122"/>
              </a:endParaRPr>
            </a:p>
            <a:p>
              <a:pPr marL="0" lvl="0" indent="0">
                <a:spcBef>
                  <a:spcPct val="0"/>
                </a:spcBef>
                <a:buNone/>
              </a:pPr>
              <a:r>
                <a:rPr lang="zh-CN" altLang="zh-CN" sz="2400" dirty="0">
                  <a:latin typeface="黑体" panose="02010609060101010101" pitchFamily="49" charset="-122"/>
                  <a:ea typeface="黑体" panose="02010609060101010101" pitchFamily="49" charset="-122"/>
                </a:rPr>
                <a:t> </a:t>
              </a:r>
              <a:endParaRPr lang="zh-CN" altLang="zh-CN" sz="2400" dirty="0">
                <a:latin typeface="黑体" panose="02010609060101010101" pitchFamily="49" charset="-122"/>
                <a:ea typeface="黑体" panose="02010609060101010101" pitchFamily="49" charset="-122"/>
              </a:endParaRPr>
            </a:p>
          </p:txBody>
        </p:sp>
        <p:graphicFrame>
          <p:nvGraphicFramePr>
            <p:cNvPr id="32782" name="Object 20"/>
            <p:cNvGraphicFramePr/>
            <p:nvPr/>
          </p:nvGraphicFramePr>
          <p:xfrm>
            <a:off x="5000628" y="1888098"/>
            <a:ext cx="285752" cy="448567"/>
          </p:xfrm>
          <a:graphic>
            <a:graphicData uri="http://schemas.openxmlformats.org/presentationml/2006/ole">
              <mc:AlternateContent xmlns:mc="http://schemas.openxmlformats.org/markup-compatibility/2006">
                <mc:Choice xmlns:v="urn:schemas-microsoft-com:vml" Requires="v">
                  <p:oleObj spid="_x0000_s27757" name="" r:id="rId7" imgW="139700" imgH="215900" progId="Equation.DSMT4">
                    <p:embed/>
                  </p:oleObj>
                </mc:Choice>
                <mc:Fallback>
                  <p:oleObj name="" r:id="rId7" imgW="139700" imgH="215900" progId="Equation.DSMT4">
                    <p:embed/>
                    <p:pic>
                      <p:nvPicPr>
                        <p:cNvPr id="0" name="图片 3166"/>
                        <p:cNvPicPr/>
                        <p:nvPr/>
                      </p:nvPicPr>
                      <p:blipFill>
                        <a:blip r:embed="rId2"/>
                        <a:stretch>
                          <a:fillRect/>
                        </a:stretch>
                      </p:blipFill>
                      <p:spPr>
                        <a:xfrm>
                          <a:off x="5000628" y="1888098"/>
                          <a:ext cx="285752" cy="448567"/>
                        </a:xfrm>
                        <a:prstGeom prst="rect">
                          <a:avLst/>
                        </a:prstGeom>
                        <a:noFill/>
                        <a:ln w="38100">
                          <a:noFill/>
                          <a:miter/>
                        </a:ln>
                      </p:spPr>
                    </p:pic>
                  </p:oleObj>
                </mc:Fallback>
              </mc:AlternateContent>
            </a:graphicData>
          </a:graphic>
        </p:graphicFrame>
        <p:graphicFrame>
          <p:nvGraphicFramePr>
            <p:cNvPr id="32783" name="Object 19"/>
            <p:cNvGraphicFramePr/>
            <p:nvPr/>
          </p:nvGraphicFramePr>
          <p:xfrm>
            <a:off x="5917416" y="2500306"/>
            <a:ext cx="297658" cy="357190"/>
          </p:xfrm>
          <a:graphic>
            <a:graphicData uri="http://schemas.openxmlformats.org/presentationml/2006/ole">
              <mc:AlternateContent xmlns:mc="http://schemas.openxmlformats.org/markup-compatibility/2006">
                <mc:Choice xmlns:v="urn:schemas-microsoft-com:vml" Requires="v">
                  <p:oleObj spid="_x0000_s27758" name="" r:id="rId8" imgW="330200" imgH="254000" progId="Equation.DSMT4">
                    <p:embed/>
                  </p:oleObj>
                </mc:Choice>
                <mc:Fallback>
                  <p:oleObj name="" r:id="rId8" imgW="330200" imgH="254000" progId="Equation.DSMT4">
                    <p:embed/>
                    <p:pic>
                      <p:nvPicPr>
                        <p:cNvPr id="0" name="图片 3169"/>
                        <p:cNvPicPr/>
                        <p:nvPr/>
                      </p:nvPicPr>
                      <p:blipFill>
                        <a:blip r:embed="rId9"/>
                        <a:stretch>
                          <a:fillRect/>
                        </a:stretch>
                      </p:blipFill>
                      <p:spPr>
                        <a:xfrm>
                          <a:off x="5917416" y="2500306"/>
                          <a:ext cx="297658" cy="357190"/>
                        </a:xfrm>
                        <a:prstGeom prst="rect">
                          <a:avLst/>
                        </a:prstGeom>
                        <a:noFill/>
                        <a:ln w="38100">
                          <a:noFill/>
                          <a:miter/>
                        </a:ln>
                      </p:spPr>
                    </p:pic>
                  </p:oleObj>
                </mc:Fallback>
              </mc:AlternateContent>
            </a:graphicData>
          </a:graphic>
        </p:graphicFrame>
        <p:graphicFrame>
          <p:nvGraphicFramePr>
            <p:cNvPr id="32784" name="Object 18"/>
            <p:cNvGraphicFramePr/>
            <p:nvPr/>
          </p:nvGraphicFramePr>
          <p:xfrm>
            <a:off x="5000628" y="2428868"/>
            <a:ext cx="285752" cy="445241"/>
          </p:xfrm>
          <a:graphic>
            <a:graphicData uri="http://schemas.openxmlformats.org/presentationml/2006/ole">
              <mc:AlternateContent xmlns:mc="http://schemas.openxmlformats.org/markup-compatibility/2006">
                <mc:Choice xmlns:v="urn:schemas-microsoft-com:vml" Requires="v">
                  <p:oleObj spid="_x0000_s27759" name="" r:id="rId10" imgW="139700" imgH="215900" progId="Equation.DSMT4">
                    <p:embed/>
                  </p:oleObj>
                </mc:Choice>
                <mc:Fallback>
                  <p:oleObj name="" r:id="rId10" imgW="139700" imgH="215900" progId="Equation.DSMT4">
                    <p:embed/>
                    <p:pic>
                      <p:nvPicPr>
                        <p:cNvPr id="0" name="图片 3162"/>
                        <p:cNvPicPr/>
                        <p:nvPr/>
                      </p:nvPicPr>
                      <p:blipFill>
                        <a:blip r:embed="rId2"/>
                        <a:stretch>
                          <a:fillRect/>
                        </a:stretch>
                      </p:blipFill>
                      <p:spPr>
                        <a:xfrm>
                          <a:off x="5000628" y="2428868"/>
                          <a:ext cx="285752" cy="445241"/>
                        </a:xfrm>
                        <a:prstGeom prst="rect">
                          <a:avLst/>
                        </a:prstGeom>
                        <a:noFill/>
                        <a:ln w="38100">
                          <a:noFill/>
                          <a:miter/>
                        </a:ln>
                      </p:spPr>
                    </p:pic>
                  </p:oleObj>
                </mc:Fallback>
              </mc:AlternateContent>
            </a:graphicData>
          </a:graphic>
        </p:graphicFrame>
        <p:graphicFrame>
          <p:nvGraphicFramePr>
            <p:cNvPr id="32785" name="Object 17"/>
            <p:cNvGraphicFramePr/>
            <p:nvPr/>
          </p:nvGraphicFramePr>
          <p:xfrm>
            <a:off x="5715008" y="2000240"/>
            <a:ext cx="465703" cy="357190"/>
          </p:xfrm>
          <a:graphic>
            <a:graphicData uri="http://schemas.openxmlformats.org/presentationml/2006/ole">
              <mc:AlternateContent xmlns:mc="http://schemas.openxmlformats.org/markup-compatibility/2006">
                <mc:Choice xmlns:v="urn:schemas-microsoft-com:vml" Requires="v">
                  <p:oleObj spid="_x0000_s27760" name="" r:id="rId11" imgW="330200" imgH="254000" progId="Equation.DSMT4">
                    <p:embed/>
                  </p:oleObj>
                </mc:Choice>
                <mc:Fallback>
                  <p:oleObj name="" r:id="rId11" imgW="330200" imgH="254000" progId="Equation.DSMT4">
                    <p:embed/>
                    <p:pic>
                      <p:nvPicPr>
                        <p:cNvPr id="0" name="图片 3167"/>
                        <p:cNvPicPr/>
                        <p:nvPr/>
                      </p:nvPicPr>
                      <p:blipFill>
                        <a:blip r:embed="rId9"/>
                        <a:stretch>
                          <a:fillRect/>
                        </a:stretch>
                      </p:blipFill>
                      <p:spPr>
                        <a:xfrm>
                          <a:off x="5715008" y="2000240"/>
                          <a:ext cx="465703" cy="357190"/>
                        </a:xfrm>
                        <a:prstGeom prst="rect">
                          <a:avLst/>
                        </a:prstGeom>
                        <a:noFill/>
                        <a:ln w="38100">
                          <a:noFill/>
                          <a:miter/>
                        </a:ln>
                      </p:spPr>
                    </p:pic>
                  </p:oleObj>
                </mc:Fallback>
              </mc:AlternateContent>
            </a:graphicData>
          </a:graphic>
        </p:graphicFrame>
      </p:grpSp>
      <p:pic>
        <p:nvPicPr>
          <p:cNvPr id="32780" name="图片 1"/>
          <p:cNvPicPr>
            <a:picLocks noChangeAspect="1"/>
          </p:cNvPicPr>
          <p:nvPr/>
        </p:nvPicPr>
        <p:blipFill>
          <a:blip r:embed="rId12"/>
          <a:stretch>
            <a:fillRect/>
          </a:stretch>
        </p:blipFill>
        <p:spPr>
          <a:xfrm>
            <a:off x="393700" y="1700213"/>
            <a:ext cx="3890963" cy="3024187"/>
          </a:xfrm>
          <a:prstGeom prst="rect">
            <a:avLst/>
          </a:prstGeom>
          <a:noFill/>
          <a:ln w="9525">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33795" name="Rectangle 3"/>
          <p:cNvSpPr>
            <a:spLocks noGrp="1"/>
          </p:cNvSpPr>
          <p:nvPr>
            <p:ph type="body" sz="half" idx="1"/>
          </p:nvPr>
        </p:nvSpPr>
        <p:spPr>
          <a:xfrm>
            <a:off x="250825" y="620713"/>
            <a:ext cx="8642350" cy="5865812"/>
          </a:xfrm>
        </p:spPr>
        <p:txBody>
          <a:bodyPr vert="horz" wrap="square" lIns="91440" tIns="45720" rIns="91440" bIns="45720" anchor="t"/>
          <a:lstStyle/>
          <a:p>
            <a:pPr eaLnBrk="1" hangingPunct="1">
              <a:buClrTx/>
              <a:buSzTx/>
              <a:buFontTx/>
              <a:buNone/>
            </a:pPr>
            <a:r>
              <a:rPr lang="en-US" altLang="zh-CN" sz="2400" dirty="0">
                <a:latin typeface="黑体" panose="02010609060101010101" pitchFamily="49" charset="-122"/>
                <a:ea typeface="黑体" panose="02010609060101010101" pitchFamily="49" charset="-122"/>
              </a:rPr>
              <a:t>③ </a:t>
            </a:r>
            <a:r>
              <a:rPr lang="zh-CN" altLang="en-US" sz="2400" dirty="0">
                <a:latin typeface="黑体" panose="02010609060101010101" pitchFamily="49" charset="-122"/>
                <a:ea typeface="黑体" panose="02010609060101010101" pitchFamily="49" charset="-122"/>
              </a:rPr>
              <a:t>可行适用方向</a:t>
            </a:r>
            <a:r>
              <a:rPr lang="en-US" altLang="zh-CN" sz="2400" dirty="0">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在该方向上作一个小位移，不破坏约束，且目标函数值能有下降。</a:t>
            </a:r>
            <a:endParaRPr lang="zh-CN" altLang="en-US" sz="2400" dirty="0">
              <a:solidFill>
                <a:srgbClr val="FF0000"/>
              </a:solidFill>
              <a:latin typeface="黑体" panose="02010609060101010101" pitchFamily="49" charset="-122"/>
              <a:ea typeface="黑体" panose="02010609060101010101" pitchFamily="49" charset="-122"/>
            </a:endParaRPr>
          </a:p>
          <a:p>
            <a:pPr eaLnBrk="1" hangingPunct="1">
              <a:buClrTx/>
              <a:buSzTx/>
              <a:buFontTx/>
              <a:buNone/>
            </a:pPr>
            <a:endParaRPr lang="en-US" altLang="zh-CN" sz="900" dirty="0">
              <a:latin typeface="黑体" panose="02010609060101010101" pitchFamily="49" charset="-122"/>
              <a:ea typeface="黑体" panose="02010609060101010101" pitchFamily="49" charset="-122"/>
            </a:endParaRPr>
          </a:p>
          <a:p>
            <a:pPr eaLnBrk="1" hangingPunct="1">
              <a:buClrTx/>
              <a:buSzTx/>
              <a:buFontTx/>
              <a:buNone/>
            </a:pPr>
            <a:r>
              <a:rPr lang="zh-CN" altLang="en-US" sz="2400" dirty="0">
                <a:latin typeface="黑体" panose="02010609060101010101" pitchFamily="49" charset="-122"/>
                <a:ea typeface="黑体" panose="02010609060101010101" pitchFamily="49" charset="-122"/>
              </a:rPr>
              <a:t>  可行适用方向是设计空间上的一个方向，该方向   应</a:t>
            </a:r>
            <a:r>
              <a:rPr lang="zh-CN" altLang="en-US" sz="2400" dirty="0" smtClean="0">
                <a:latin typeface="黑体" panose="02010609060101010101" pitchFamily="49" charset="-122"/>
                <a:ea typeface="黑体" panose="02010609060101010101" pitchFamily="49" charset="-122"/>
              </a:rPr>
              <a:t>具备</a:t>
            </a:r>
            <a:endParaRPr lang="en-US" altLang="zh-CN" sz="2400" dirty="0" smtClean="0">
              <a:latin typeface="黑体" panose="02010609060101010101" pitchFamily="49" charset="-122"/>
              <a:ea typeface="黑体" panose="02010609060101010101" pitchFamily="49" charset="-122"/>
            </a:endParaRPr>
          </a:p>
          <a:p>
            <a:pPr eaLnBrk="1" hangingPunct="1">
              <a:buClrTx/>
              <a:buSzTx/>
              <a:buFontTx/>
              <a:buNone/>
            </a:pPr>
            <a:r>
              <a:rPr lang="en-US" altLang="zh-CN" sz="2400" dirty="0">
                <a:latin typeface="黑体" panose="02010609060101010101" pitchFamily="49" charset="-122"/>
                <a:ea typeface="黑体" panose="02010609060101010101" pitchFamily="49" charset="-122"/>
              </a:rPr>
              <a:t> </a:t>
            </a:r>
            <a:r>
              <a:rPr lang="en-US" altLang="zh-CN" sz="2400" dirty="0" smtClean="0">
                <a:latin typeface="黑体" panose="02010609060101010101" pitchFamily="49" charset="-122"/>
                <a:ea typeface="黑体" panose="02010609060101010101" pitchFamily="49" charset="-122"/>
              </a:rPr>
              <a:t> </a:t>
            </a:r>
            <a:r>
              <a:rPr lang="zh-CN" altLang="en-US" sz="2400" dirty="0" smtClean="0">
                <a:latin typeface="黑体" panose="02010609060101010101" pitchFamily="49" charset="-122"/>
                <a:ea typeface="黑体" panose="02010609060101010101" pitchFamily="49" charset="-122"/>
              </a:rPr>
              <a:t>这样</a:t>
            </a:r>
            <a:r>
              <a:rPr lang="zh-CN" altLang="en-US" sz="2400" dirty="0">
                <a:latin typeface="黑体" panose="02010609060101010101" pitchFamily="49" charset="-122"/>
                <a:ea typeface="黑体" panose="02010609060101010101" pitchFamily="49" charset="-122"/>
              </a:rPr>
              <a:t>的条件：</a:t>
            </a: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endParaRPr lang="zh-CN" altLang="en-US" sz="2400" dirty="0">
              <a:latin typeface="黑体" panose="02010609060101010101" pitchFamily="49" charset="-122"/>
              <a:ea typeface="黑体" panose="02010609060101010101" pitchFamily="49" charset="-122"/>
            </a:endParaRPr>
          </a:p>
          <a:p>
            <a:pPr eaLnBrk="1" hangingPunct="1">
              <a:buClrTx/>
              <a:buSzTx/>
              <a:buFontTx/>
              <a:buNone/>
            </a:pPr>
            <a:r>
              <a:rPr lang="zh-CN" altLang="en-US" sz="2400" dirty="0">
                <a:latin typeface="黑体" panose="02010609060101010101" pitchFamily="49" charset="-122"/>
                <a:ea typeface="黑体" panose="02010609060101010101" pitchFamily="49" charset="-122"/>
              </a:rPr>
              <a:t>                      </a:t>
            </a:r>
            <a:endParaRPr lang="zh-CN" altLang="en-US" sz="2400" dirty="0">
              <a:latin typeface="黑体" panose="02010609060101010101" pitchFamily="49" charset="-122"/>
              <a:ea typeface="黑体" panose="02010609060101010101" pitchFamily="49" charset="-122"/>
            </a:endParaRPr>
          </a:p>
        </p:txBody>
      </p:sp>
      <p:sp>
        <p:nvSpPr>
          <p:cNvPr id="33796" name="Rectangle 5"/>
          <p:cNvSpPr/>
          <p:nvPr/>
        </p:nvSpPr>
        <p:spPr>
          <a:xfrm>
            <a:off x="0" y="29098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33797"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33798" name="Object 10"/>
          <p:cNvGraphicFramePr/>
          <p:nvPr/>
        </p:nvGraphicFramePr>
        <p:xfrm>
          <a:off x="7143750" y="1643063"/>
          <a:ext cx="214313" cy="333375"/>
        </p:xfrm>
        <a:graphic>
          <a:graphicData uri="http://schemas.openxmlformats.org/presentationml/2006/ole">
            <mc:AlternateContent xmlns:mc="http://schemas.openxmlformats.org/markup-compatibility/2006">
              <mc:Choice xmlns:v="urn:schemas-microsoft-com:vml" Requires="v">
                <p:oleObj spid="_x0000_s28718" name="" r:id="rId1" imgW="139700" imgH="215900" progId="Equation.DSMT4">
                  <p:embed/>
                </p:oleObj>
              </mc:Choice>
              <mc:Fallback>
                <p:oleObj name="" r:id="rId1" imgW="139700" imgH="215900" progId="Equation.DSMT4">
                  <p:embed/>
                  <p:pic>
                    <p:nvPicPr>
                      <p:cNvPr id="0" name="图片 3164"/>
                      <p:cNvPicPr/>
                      <p:nvPr/>
                    </p:nvPicPr>
                    <p:blipFill>
                      <a:blip r:embed="rId2"/>
                      <a:stretch>
                        <a:fillRect/>
                      </a:stretch>
                    </p:blipFill>
                    <p:spPr>
                      <a:xfrm>
                        <a:off x="7143750" y="1643063"/>
                        <a:ext cx="214313" cy="333375"/>
                      </a:xfrm>
                      <a:prstGeom prst="rect">
                        <a:avLst/>
                      </a:prstGeom>
                      <a:noFill/>
                      <a:ln w="38100">
                        <a:noFill/>
                        <a:miter/>
                      </a:ln>
                    </p:spPr>
                  </p:pic>
                </p:oleObj>
              </mc:Fallback>
            </mc:AlternateContent>
          </a:graphicData>
        </a:graphic>
      </p:graphicFrame>
      <p:sp>
        <p:nvSpPr>
          <p:cNvPr id="33799" name="Rectangle 12"/>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33800" name="Object 11"/>
          <p:cNvGraphicFramePr/>
          <p:nvPr/>
        </p:nvGraphicFramePr>
        <p:xfrm>
          <a:off x="4751388" y="2479675"/>
          <a:ext cx="3357562" cy="1757363"/>
        </p:xfrm>
        <a:graphic>
          <a:graphicData uri="http://schemas.openxmlformats.org/presentationml/2006/ole">
            <mc:AlternateContent xmlns:mc="http://schemas.openxmlformats.org/markup-compatibility/2006">
              <mc:Choice xmlns:v="urn:schemas-microsoft-com:vml" Requires="v">
                <p:oleObj spid="_x0000_s28719" name="" r:id="rId3" imgW="1802765" imgH="1040765" progId="Equation.DSMT4">
                  <p:embed/>
                </p:oleObj>
              </mc:Choice>
              <mc:Fallback>
                <p:oleObj name="" r:id="rId3" imgW="1802765" imgH="1040765" progId="Equation.DSMT4">
                  <p:embed/>
                  <p:pic>
                    <p:nvPicPr>
                      <p:cNvPr id="0" name="图片 3170"/>
                      <p:cNvPicPr/>
                      <p:nvPr/>
                    </p:nvPicPr>
                    <p:blipFill>
                      <a:blip r:embed="rId4"/>
                      <a:stretch>
                        <a:fillRect/>
                      </a:stretch>
                    </p:blipFill>
                    <p:spPr>
                      <a:xfrm>
                        <a:off x="4751388" y="2479675"/>
                        <a:ext cx="3357562" cy="1757363"/>
                      </a:xfrm>
                      <a:prstGeom prst="rect">
                        <a:avLst/>
                      </a:prstGeom>
                      <a:noFill/>
                      <a:ln w="38100">
                        <a:noFill/>
                        <a:miter/>
                      </a:ln>
                    </p:spPr>
                  </p:pic>
                </p:oleObj>
              </mc:Fallback>
            </mc:AlternateContent>
          </a:graphicData>
        </a:graphic>
      </p:graphicFrame>
      <p:sp>
        <p:nvSpPr>
          <p:cNvPr id="33801" name="Rectangle 14"/>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33802" name="Object 13"/>
          <p:cNvGraphicFramePr/>
          <p:nvPr/>
        </p:nvGraphicFramePr>
        <p:xfrm>
          <a:off x="5000625" y="4429125"/>
          <a:ext cx="3286125" cy="939800"/>
        </p:xfrm>
        <a:graphic>
          <a:graphicData uri="http://schemas.openxmlformats.org/presentationml/2006/ole">
            <mc:AlternateContent xmlns:mc="http://schemas.openxmlformats.org/markup-compatibility/2006">
              <mc:Choice xmlns:v="urn:schemas-microsoft-com:vml" Requires="v">
                <p:oleObj spid="_x0000_s28720" name="" r:id="rId5" imgW="2184400" imgH="558800" progId="Equation.DSMT4">
                  <p:embed/>
                </p:oleObj>
              </mc:Choice>
              <mc:Fallback>
                <p:oleObj name="" r:id="rId5" imgW="2184400" imgH="558800" progId="Equation.DSMT4">
                  <p:embed/>
                  <p:pic>
                    <p:nvPicPr>
                      <p:cNvPr id="0" name="图片 3165"/>
                      <p:cNvPicPr/>
                      <p:nvPr/>
                    </p:nvPicPr>
                    <p:blipFill>
                      <a:blip r:embed="rId6"/>
                      <a:stretch>
                        <a:fillRect/>
                      </a:stretch>
                    </p:blipFill>
                    <p:spPr>
                      <a:xfrm>
                        <a:off x="5000625" y="4429125"/>
                        <a:ext cx="3286125" cy="939800"/>
                      </a:xfrm>
                      <a:prstGeom prst="rect">
                        <a:avLst/>
                      </a:prstGeom>
                      <a:noFill/>
                      <a:ln w="38100">
                        <a:noFill/>
                        <a:miter/>
                      </a:ln>
                    </p:spPr>
                  </p:pic>
                </p:oleObj>
              </mc:Fallback>
            </mc:AlternateContent>
          </a:graphicData>
        </a:graphic>
      </p:graphicFrame>
      <p:pic>
        <p:nvPicPr>
          <p:cNvPr id="33803" name="图片 1" descr="img027"/>
          <p:cNvPicPr>
            <a:picLocks noChangeAspect="1"/>
          </p:cNvPicPr>
          <p:nvPr/>
        </p:nvPicPr>
        <p:blipFill>
          <a:blip r:embed="rId7"/>
          <a:stretch>
            <a:fillRect/>
          </a:stretch>
        </p:blipFill>
        <p:spPr>
          <a:xfrm>
            <a:off x="133350" y="2428875"/>
            <a:ext cx="4005263" cy="4319588"/>
          </a:xfrm>
          <a:prstGeom prst="rect">
            <a:avLst/>
          </a:prstGeom>
          <a:noFill/>
          <a:ln w="9525">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34819" name="Rectangle 3"/>
          <p:cNvSpPr>
            <a:spLocks noGrp="1"/>
          </p:cNvSpPr>
          <p:nvPr>
            <p:ph type="body" sz="half" idx="1"/>
          </p:nvPr>
        </p:nvSpPr>
        <p:spPr>
          <a:xfrm>
            <a:off x="323850" y="595313"/>
            <a:ext cx="8496300" cy="5976937"/>
          </a:xfrm>
        </p:spPr>
        <p:txBody>
          <a:bodyPr vert="horz" wrap="square" lIns="91440" tIns="45720" rIns="91440" bIns="45720" anchor="t"/>
          <a:lstStyle/>
          <a:p>
            <a:pPr marL="0" indent="0" eaLnBrk="1" fontAlgn="t" hangingPunct="1">
              <a:lnSpc>
                <a:spcPct val="120000"/>
              </a:lnSpc>
              <a:spcBef>
                <a:spcPts val="600"/>
              </a:spcBef>
              <a:spcAft>
                <a:spcPts val="600"/>
              </a:spcAft>
              <a:buClrTx/>
              <a:buSzTx/>
              <a:buFontTx/>
              <a:buNone/>
            </a:pPr>
            <a:r>
              <a:rPr lang="en-US" altLang="zh-CN" sz="2400" dirty="0">
                <a:latin typeface="黑体" panose="02010609060101010101" pitchFamily="49" charset="-122"/>
                <a:ea typeface="黑体" panose="02010609060101010101" pitchFamily="49" charset="-122"/>
              </a:rPr>
              <a:t>(2)K-T</a:t>
            </a:r>
            <a:r>
              <a:rPr lang="zh-CN" altLang="en-US" sz="2400" dirty="0">
                <a:latin typeface="黑体" panose="02010609060101010101" pitchFamily="49" charset="-122"/>
                <a:ea typeface="黑体" panose="02010609060101010101" pitchFamily="49" charset="-122"/>
              </a:rPr>
              <a:t>条件</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约束极值的必要条件</a:t>
            </a:r>
            <a:endParaRPr lang="zh-CN" altLang="en-US" sz="2400" dirty="0">
              <a:latin typeface="黑体" panose="02010609060101010101" pitchFamily="49" charset="-122"/>
              <a:ea typeface="黑体" panose="02010609060101010101" pitchFamily="49" charset="-122"/>
            </a:endParaRPr>
          </a:p>
          <a:p>
            <a:pPr marL="0" indent="0" eaLnBrk="1" fontAlgn="t" hangingPunct="1">
              <a:lnSpc>
                <a:spcPct val="120000"/>
              </a:lnSpc>
              <a:spcBef>
                <a:spcPts val="600"/>
              </a:spcBef>
              <a:spcAft>
                <a:spcPts val="600"/>
              </a:spcAft>
              <a:buClrTx/>
              <a:buSzTx/>
              <a:buFontTx/>
              <a:buNone/>
            </a:pPr>
            <a:r>
              <a:rPr lang="zh-CN" altLang="en-US" sz="2400" b="1" dirty="0">
                <a:latin typeface="黑体" panose="02010609060101010101" pitchFamily="49" charset="-122"/>
                <a:ea typeface="黑体" panose="02010609060101010101" pitchFamily="49" charset="-122"/>
              </a:rPr>
              <a:t>基本思想</a:t>
            </a:r>
            <a:r>
              <a:rPr lang="zh-CN" altLang="en-US" sz="2400" dirty="0">
                <a:latin typeface="黑体" panose="02010609060101010101" pitchFamily="49" charset="-122"/>
                <a:ea typeface="黑体" panose="02010609060101010101" pitchFamily="49" charset="-122"/>
              </a:rPr>
              <a:t>：我们知道，约束极值点是满足全部约束的目标函数值最小的点。那么，是这样的点应该具备</a:t>
            </a:r>
            <a:r>
              <a:rPr lang="zh-CN" altLang="en-US" sz="2400" dirty="0">
                <a:solidFill>
                  <a:srgbClr val="FF0000"/>
                </a:solidFill>
                <a:latin typeface="黑体" panose="02010609060101010101" pitchFamily="49" charset="-122"/>
                <a:ea typeface="黑体" panose="02010609060101010101" pitchFamily="49" charset="-122"/>
              </a:rPr>
              <a:t>有什么条件呢</a:t>
            </a:r>
            <a:r>
              <a:rPr lang="zh-CN" altLang="en-US" sz="2400" dirty="0">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有什么特征呢</a:t>
            </a:r>
            <a:r>
              <a:rPr lang="zh-CN" altLang="en-US"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marL="0" indent="0" eaLnBrk="1" fontAlgn="t" hangingPunct="1">
              <a:lnSpc>
                <a:spcPct val="120000"/>
              </a:lnSpc>
              <a:spcBef>
                <a:spcPts val="600"/>
              </a:spcBef>
              <a:spcAft>
                <a:spcPts val="600"/>
              </a:spcAft>
              <a:buClrTx/>
              <a:buSzTx/>
              <a:buFontTx/>
              <a:buNone/>
            </a:pPr>
            <a:r>
              <a:rPr lang="zh-CN" altLang="en-US" sz="2400" dirty="0">
                <a:latin typeface="黑体" panose="02010609060101010101" pitchFamily="49" charset="-122"/>
                <a:ea typeface="黑体" panose="02010609060101010101" pitchFamily="49" charset="-122"/>
              </a:rPr>
              <a:t>从上面介绍的可行适用方向过程中我们或有这样的启发：当我们寻优到    点时，</a:t>
            </a:r>
            <a:r>
              <a:rPr lang="zh-CN" altLang="en-US" sz="2400" dirty="0">
                <a:solidFill>
                  <a:srgbClr val="FF0000"/>
                </a:solidFill>
                <a:latin typeface="黑体" panose="02010609060101010101" pitchFamily="49" charset="-122"/>
                <a:ea typeface="黑体" panose="02010609060101010101" pitchFamily="49" charset="-122"/>
              </a:rPr>
              <a:t>出现</a:t>
            </a:r>
            <a:r>
              <a:rPr lang="zh-CN" altLang="en-US" sz="2400" dirty="0">
                <a:latin typeface="黑体" panose="02010609060101010101" pitchFamily="49" charset="-122"/>
                <a:ea typeface="黑体" panose="02010609060101010101" pitchFamily="49" charset="-122"/>
              </a:rPr>
              <a:t>了这样的情况：要么违反约束，要么目标函数值不能下降了，也就是再不能找到可行适用方向了，那么这样的   点就极有可能是约束极值点了，</a:t>
            </a:r>
            <a:r>
              <a:rPr lang="en-US" altLang="zh-CN" sz="2400" dirty="0">
                <a:latin typeface="黑体" panose="02010609060101010101" pitchFamily="49" charset="-122"/>
                <a:ea typeface="黑体" panose="02010609060101010101" pitchFamily="49" charset="-122"/>
              </a:rPr>
              <a:t>K-T</a:t>
            </a:r>
            <a:r>
              <a:rPr lang="zh-CN" altLang="en-US" sz="2400" dirty="0">
                <a:latin typeface="黑体" panose="02010609060101010101" pitchFamily="49" charset="-122"/>
                <a:ea typeface="黑体" panose="02010609060101010101" pitchFamily="49" charset="-122"/>
              </a:rPr>
              <a:t>条件就是从这一点推演产生的。</a:t>
            </a:r>
            <a:endParaRPr lang="en-US" altLang="zh-CN" sz="2400" dirty="0">
              <a:latin typeface="黑体" panose="02010609060101010101" pitchFamily="49" charset="-122"/>
              <a:ea typeface="黑体" panose="02010609060101010101" pitchFamily="49" charset="-122"/>
            </a:endParaRPr>
          </a:p>
          <a:p>
            <a:pPr marL="0" indent="0" eaLnBrk="1" fontAlgn="t" hangingPunct="1">
              <a:lnSpc>
                <a:spcPct val="120000"/>
              </a:lnSpc>
              <a:spcBef>
                <a:spcPts val="600"/>
              </a:spcBef>
              <a:spcAft>
                <a:spcPts val="600"/>
              </a:spcAft>
              <a:buClrTx/>
              <a:buSzTx/>
              <a:buFontTx/>
              <a:buNone/>
            </a:pPr>
            <a:r>
              <a:rPr lang="zh-CN" altLang="en-US" sz="2400" dirty="0">
                <a:latin typeface="黑体" panose="02010609060101010101" pitchFamily="49" charset="-122"/>
                <a:ea typeface="黑体" panose="02010609060101010101" pitchFamily="49" charset="-122"/>
              </a:rPr>
              <a:t>现在关键的问题是我们怎么来“发现”和“察觉”这样情况的</a:t>
            </a:r>
            <a:r>
              <a:rPr lang="zh-CN" altLang="en-US" sz="2400" dirty="0">
                <a:solidFill>
                  <a:srgbClr val="FF0000"/>
                </a:solidFill>
                <a:latin typeface="黑体" panose="02010609060101010101" pitchFamily="49" charset="-122"/>
                <a:ea typeface="黑体" panose="02010609060101010101" pitchFamily="49" charset="-122"/>
              </a:rPr>
              <a:t>出现</a:t>
            </a:r>
            <a:r>
              <a:rPr lang="zh-CN" altLang="en-US" sz="2400" dirty="0">
                <a:latin typeface="黑体" panose="02010609060101010101" pitchFamily="49" charset="-122"/>
                <a:ea typeface="黑体" panose="02010609060101010101" pitchFamily="49" charset="-122"/>
              </a:rPr>
              <a:t>，下面我们看看：</a:t>
            </a:r>
            <a:endParaRPr lang="en-US" altLang="zh-CN" sz="2800" dirty="0">
              <a:latin typeface="黑体" panose="02010609060101010101" pitchFamily="49" charset="-122"/>
              <a:ea typeface="黑体" panose="02010609060101010101" pitchFamily="49" charset="-122"/>
            </a:endParaRPr>
          </a:p>
        </p:txBody>
      </p:sp>
      <p:graphicFrame>
        <p:nvGraphicFramePr>
          <p:cNvPr id="34820" name="Object 14"/>
          <p:cNvGraphicFramePr>
            <a:graphicFrameLocks noGrp="1"/>
          </p:cNvGraphicFramePr>
          <p:nvPr>
            <p:ph sz="quarter" idx="2"/>
          </p:nvPr>
        </p:nvGraphicFramePr>
        <p:xfrm>
          <a:off x="1949450" y="4086225"/>
          <a:ext cx="398463" cy="319088"/>
        </p:xfrm>
        <a:graphic>
          <a:graphicData uri="http://schemas.openxmlformats.org/presentationml/2006/ole">
            <mc:AlternateContent xmlns:mc="http://schemas.openxmlformats.org/markup-compatibility/2006">
              <mc:Choice xmlns:v="urn:schemas-microsoft-com:vml" Requires="v">
                <p:oleObj spid="_x0000_s29727" name="" r:id="rId1" imgW="254000" imgH="203200" progId="Equation.3">
                  <p:embed/>
                </p:oleObj>
              </mc:Choice>
              <mc:Fallback>
                <p:oleObj name="" r:id="rId1" imgW="254000" imgH="203200" progId="Equation.3">
                  <p:embed/>
                  <p:pic>
                    <p:nvPicPr>
                      <p:cNvPr id="0" name="图片 3174"/>
                      <p:cNvPicPr/>
                      <p:nvPr/>
                    </p:nvPicPr>
                    <p:blipFill>
                      <a:blip r:embed="rId2"/>
                      <a:srcRect/>
                      <a:stretch>
                        <a:fillRect/>
                      </a:stretch>
                    </p:blipFill>
                    <p:spPr>
                      <a:xfrm>
                        <a:off x="1949450" y="4086225"/>
                        <a:ext cx="398463" cy="319088"/>
                      </a:xfrm>
                      <a:prstGeom prst="rect">
                        <a:avLst/>
                      </a:prstGeom>
                      <a:noFill/>
                      <a:ln w="38100">
                        <a:miter/>
                      </a:ln>
                    </p:spPr>
                  </p:pic>
                </p:oleObj>
              </mc:Fallback>
            </mc:AlternateContent>
          </a:graphicData>
        </a:graphic>
      </p:graphicFrame>
      <p:graphicFrame>
        <p:nvGraphicFramePr>
          <p:cNvPr id="34821" name="Object 17"/>
          <p:cNvGraphicFramePr>
            <a:graphicFrameLocks noGrp="1"/>
          </p:cNvGraphicFramePr>
          <p:nvPr>
            <p:ph sz="quarter" idx="3"/>
          </p:nvPr>
        </p:nvGraphicFramePr>
        <p:xfrm>
          <a:off x="1714500" y="3140968"/>
          <a:ext cx="446088" cy="357187"/>
        </p:xfrm>
        <a:graphic>
          <a:graphicData uri="http://schemas.openxmlformats.org/presentationml/2006/ole">
            <mc:AlternateContent xmlns:mc="http://schemas.openxmlformats.org/markup-compatibility/2006">
              <mc:Choice xmlns:v="urn:schemas-microsoft-com:vml" Requires="v">
                <p:oleObj spid="_x0000_s29728" name="" r:id="rId3" imgW="254000" imgH="203200" progId="Equation.3">
                  <p:embed/>
                </p:oleObj>
              </mc:Choice>
              <mc:Fallback>
                <p:oleObj name="" r:id="rId3" imgW="254000" imgH="203200" progId="Equation.3">
                  <p:embed/>
                  <p:pic>
                    <p:nvPicPr>
                      <p:cNvPr id="0" name="图片 3178"/>
                      <p:cNvPicPr/>
                      <p:nvPr/>
                    </p:nvPicPr>
                    <p:blipFill>
                      <a:blip r:embed="rId2"/>
                      <a:srcRect/>
                      <a:stretch>
                        <a:fillRect/>
                      </a:stretch>
                    </p:blipFill>
                    <p:spPr>
                      <a:xfrm>
                        <a:off x="1714500" y="3140968"/>
                        <a:ext cx="446088" cy="357187"/>
                      </a:xfrm>
                      <a:prstGeom prst="rect">
                        <a:avLst/>
                      </a:prstGeom>
                      <a:noFill/>
                      <a:ln w="38100">
                        <a:miter/>
                      </a:ln>
                    </p:spPr>
                  </p:pic>
                </p:oleObj>
              </mc:Fallback>
            </mc:AlternateContent>
          </a:graphicData>
        </a:graphic>
      </p:graphicFrame>
      <p:sp>
        <p:nvSpPr>
          <p:cNvPr id="34822"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11619" name="Rectangle 3"/>
          <p:cNvSpPr>
            <a:spLocks noGrp="1" noChangeArrowheads="1"/>
          </p:cNvSpPr>
          <p:nvPr>
            <p:ph type="body" sz="half" idx="1"/>
          </p:nvPr>
        </p:nvSpPr>
        <p:spPr>
          <a:xfrm>
            <a:off x="285750" y="571500"/>
            <a:ext cx="8496300" cy="5976938"/>
          </a:xfrm>
        </p:spPr>
        <p:txBody>
          <a:bodyPr vert="horz" wrap="square" lIns="91440" tIns="45720" rIns="91440" bIns="45720" numCol="1" anchor="t" anchorCtr="0" compatLnSpc="1"/>
          <a:lstStyle/>
          <a:p>
            <a:pPr marL="0" marR="0" lvl="0" indent="0" algn="l" defTabSz="914400" rtl="0" eaLnBrk="1" fontAlgn="t" latinLnBrk="0" hangingPunct="1">
              <a:lnSpc>
                <a:spcPct val="150000"/>
              </a:lnSpc>
              <a:spcBef>
                <a:spcPts val="60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①</a:t>
            </a:r>
            <a:r>
              <a:rPr kumimoji="0" lang="zh-CN" altLang="en-US" sz="24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有一个起作用约束的情况</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ts val="60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当     与    </a:t>
            </a:r>
            <a:r>
              <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同向共线</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时，便再也不能找到可行适用方向了。</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ts val="600"/>
              </a:spcBef>
              <a:spcAft>
                <a:spcPts val="60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ts val="600"/>
              </a:spcBef>
              <a:spcAft>
                <a:spcPts val="60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ts val="600"/>
              </a:spcBef>
              <a:spcAft>
                <a:spcPts val="60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点的目标函数的负梯度</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ts val="600"/>
              </a:spcBef>
              <a:spcAft>
                <a:spcPts val="60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可由该点起作用的约束函数的梯度</a:t>
            </a:r>
            <a:r>
              <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线性表达</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时情况出现，便再也找不到可行适用方向了，  就是一个约束极值点。</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graphicFrame>
        <p:nvGraphicFramePr>
          <p:cNvPr id="35844" name="Object 21"/>
          <p:cNvGraphicFramePr/>
          <p:nvPr/>
        </p:nvGraphicFramePr>
        <p:xfrm>
          <a:off x="785813" y="1382713"/>
          <a:ext cx="649287" cy="403225"/>
        </p:xfrm>
        <a:graphic>
          <a:graphicData uri="http://schemas.openxmlformats.org/presentationml/2006/ole">
            <mc:AlternateContent xmlns:mc="http://schemas.openxmlformats.org/markup-compatibility/2006">
              <mc:Choice xmlns:v="urn:schemas-microsoft-com:vml" Requires="v">
                <p:oleObj spid="_x0000_s30796" name="" r:id="rId1" imgW="368300" imgH="228600" progId="Equation.3">
                  <p:embed/>
                </p:oleObj>
              </mc:Choice>
              <mc:Fallback>
                <p:oleObj name="" r:id="rId1" imgW="368300" imgH="228600" progId="Equation.3">
                  <p:embed/>
                  <p:pic>
                    <p:nvPicPr>
                      <p:cNvPr id="0" name="图片 3172"/>
                      <p:cNvPicPr/>
                      <p:nvPr/>
                    </p:nvPicPr>
                    <p:blipFill>
                      <a:blip r:embed="rId2"/>
                      <a:stretch>
                        <a:fillRect/>
                      </a:stretch>
                    </p:blipFill>
                    <p:spPr>
                      <a:xfrm>
                        <a:off x="785813" y="1382713"/>
                        <a:ext cx="649287" cy="403225"/>
                      </a:xfrm>
                      <a:prstGeom prst="rect">
                        <a:avLst/>
                      </a:prstGeom>
                      <a:noFill/>
                      <a:ln w="38100">
                        <a:noFill/>
                        <a:miter/>
                      </a:ln>
                    </p:spPr>
                  </p:pic>
                </p:oleObj>
              </mc:Fallback>
            </mc:AlternateContent>
          </a:graphicData>
        </a:graphic>
      </p:graphicFrame>
      <p:sp>
        <p:nvSpPr>
          <p:cNvPr id="35845"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35846" name="Rectangle 8"/>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35847" name="Object 7"/>
          <p:cNvGraphicFramePr/>
          <p:nvPr/>
        </p:nvGraphicFramePr>
        <p:xfrm>
          <a:off x="1906588" y="1357313"/>
          <a:ext cx="450850" cy="450850"/>
        </p:xfrm>
        <a:graphic>
          <a:graphicData uri="http://schemas.openxmlformats.org/presentationml/2006/ole">
            <mc:AlternateContent xmlns:mc="http://schemas.openxmlformats.org/markup-compatibility/2006">
              <mc:Choice xmlns:v="urn:schemas-microsoft-com:vml" Requires="v">
                <p:oleObj spid="_x0000_s30797" name="" r:id="rId3" imgW="241300" imgH="241300" progId="Equation.DSMT4">
                  <p:embed/>
                </p:oleObj>
              </mc:Choice>
              <mc:Fallback>
                <p:oleObj name="" r:id="rId3" imgW="241300" imgH="241300" progId="Equation.DSMT4">
                  <p:embed/>
                  <p:pic>
                    <p:nvPicPr>
                      <p:cNvPr id="0" name="图片 3173"/>
                      <p:cNvPicPr/>
                      <p:nvPr/>
                    </p:nvPicPr>
                    <p:blipFill>
                      <a:blip r:embed="rId4"/>
                      <a:stretch>
                        <a:fillRect/>
                      </a:stretch>
                    </p:blipFill>
                    <p:spPr>
                      <a:xfrm>
                        <a:off x="1906588" y="1357313"/>
                        <a:ext cx="450850" cy="450850"/>
                      </a:xfrm>
                      <a:prstGeom prst="rect">
                        <a:avLst/>
                      </a:prstGeom>
                      <a:noFill/>
                      <a:ln w="38100">
                        <a:noFill/>
                        <a:miter/>
                      </a:ln>
                    </p:spPr>
                  </p:pic>
                </p:oleObj>
              </mc:Fallback>
            </mc:AlternateContent>
          </a:graphicData>
        </a:graphic>
      </p:graphicFrame>
      <p:sp>
        <p:nvSpPr>
          <p:cNvPr id="35848" name="Rectangle 10"/>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35849" name="Object 9"/>
          <p:cNvGraphicFramePr/>
          <p:nvPr/>
        </p:nvGraphicFramePr>
        <p:xfrm>
          <a:off x="4583211" y="2204864"/>
          <a:ext cx="3302000" cy="1008063"/>
        </p:xfrm>
        <a:graphic>
          <a:graphicData uri="http://schemas.openxmlformats.org/presentationml/2006/ole">
            <mc:AlternateContent xmlns:mc="http://schemas.openxmlformats.org/markup-compatibility/2006">
              <mc:Choice xmlns:v="urn:schemas-microsoft-com:vml" Requires="v">
                <p:oleObj spid="_x0000_s30798" name="" r:id="rId5" imgW="2425700" imgH="736600" progId="Equation.DSMT4">
                  <p:embed/>
                </p:oleObj>
              </mc:Choice>
              <mc:Fallback>
                <p:oleObj name="" r:id="rId5" imgW="2425700" imgH="736600" progId="Equation.DSMT4">
                  <p:embed/>
                  <p:pic>
                    <p:nvPicPr>
                      <p:cNvPr id="0" name="图片 3177"/>
                      <p:cNvPicPr/>
                      <p:nvPr/>
                    </p:nvPicPr>
                    <p:blipFill>
                      <a:blip r:embed="rId6"/>
                      <a:stretch>
                        <a:fillRect/>
                      </a:stretch>
                    </p:blipFill>
                    <p:spPr>
                      <a:xfrm>
                        <a:off x="4583211" y="2204864"/>
                        <a:ext cx="3302000" cy="1008063"/>
                      </a:xfrm>
                      <a:prstGeom prst="rect">
                        <a:avLst/>
                      </a:prstGeom>
                      <a:noFill/>
                      <a:ln w="38100">
                        <a:noFill/>
                        <a:miter/>
                      </a:ln>
                    </p:spPr>
                  </p:pic>
                </p:oleObj>
              </mc:Fallback>
            </mc:AlternateContent>
          </a:graphicData>
        </a:graphic>
      </p:graphicFrame>
      <p:graphicFrame>
        <p:nvGraphicFramePr>
          <p:cNvPr id="35850" name="Object 17"/>
          <p:cNvGraphicFramePr/>
          <p:nvPr/>
        </p:nvGraphicFramePr>
        <p:xfrm>
          <a:off x="4632325" y="3544888"/>
          <a:ext cx="446088" cy="357187"/>
        </p:xfrm>
        <a:graphic>
          <a:graphicData uri="http://schemas.openxmlformats.org/presentationml/2006/ole">
            <mc:AlternateContent xmlns:mc="http://schemas.openxmlformats.org/markup-compatibility/2006">
              <mc:Choice xmlns:v="urn:schemas-microsoft-com:vml" Requires="v">
                <p:oleObj spid="_x0000_s30799" name="" r:id="rId7" imgW="254000" imgH="203200" progId="Equation.3">
                  <p:embed/>
                </p:oleObj>
              </mc:Choice>
              <mc:Fallback>
                <p:oleObj name="" r:id="rId7" imgW="254000" imgH="203200" progId="Equation.3">
                  <p:embed/>
                  <p:pic>
                    <p:nvPicPr>
                      <p:cNvPr id="0" name="图片 3179"/>
                      <p:cNvPicPr/>
                      <p:nvPr/>
                    </p:nvPicPr>
                    <p:blipFill>
                      <a:blip r:embed="rId8"/>
                      <a:stretch>
                        <a:fillRect/>
                      </a:stretch>
                    </p:blipFill>
                    <p:spPr>
                      <a:xfrm>
                        <a:off x="4632325" y="3544888"/>
                        <a:ext cx="446088" cy="357187"/>
                      </a:xfrm>
                      <a:prstGeom prst="rect">
                        <a:avLst/>
                      </a:prstGeom>
                      <a:noFill/>
                      <a:ln w="38100">
                        <a:noFill/>
                        <a:miter/>
                      </a:ln>
                    </p:spPr>
                  </p:pic>
                </p:oleObj>
              </mc:Fallback>
            </mc:AlternateContent>
          </a:graphicData>
        </a:graphic>
      </p:graphicFrame>
      <p:graphicFrame>
        <p:nvGraphicFramePr>
          <p:cNvPr id="35851" name="Object 12"/>
          <p:cNvGraphicFramePr/>
          <p:nvPr/>
        </p:nvGraphicFramePr>
        <p:xfrm>
          <a:off x="7912100" y="4786313"/>
          <a:ext cx="446088" cy="357187"/>
        </p:xfrm>
        <a:graphic>
          <a:graphicData uri="http://schemas.openxmlformats.org/presentationml/2006/ole">
            <mc:AlternateContent xmlns:mc="http://schemas.openxmlformats.org/markup-compatibility/2006">
              <mc:Choice xmlns:v="urn:schemas-microsoft-com:vml" Requires="v">
                <p:oleObj spid="_x0000_s30800" name="" r:id="rId9" imgW="254000" imgH="203200" progId="Equation.3">
                  <p:embed/>
                </p:oleObj>
              </mc:Choice>
              <mc:Fallback>
                <p:oleObj name="" r:id="rId9" imgW="254000" imgH="203200" progId="Equation.3">
                  <p:embed/>
                  <p:pic>
                    <p:nvPicPr>
                      <p:cNvPr id="0" name="图片 3176"/>
                      <p:cNvPicPr/>
                      <p:nvPr/>
                    </p:nvPicPr>
                    <p:blipFill>
                      <a:blip r:embed="rId8"/>
                      <a:stretch>
                        <a:fillRect/>
                      </a:stretch>
                    </p:blipFill>
                    <p:spPr>
                      <a:xfrm>
                        <a:off x="7912100" y="4786313"/>
                        <a:ext cx="446088" cy="357187"/>
                      </a:xfrm>
                      <a:prstGeom prst="rect">
                        <a:avLst/>
                      </a:prstGeom>
                      <a:noFill/>
                      <a:ln w="38100">
                        <a:noFill/>
                        <a:miter/>
                      </a:ln>
                    </p:spPr>
                  </p:pic>
                </p:oleObj>
              </mc:Fallback>
            </mc:AlternateContent>
          </a:graphicData>
        </a:graphic>
      </p:graphicFrame>
      <p:pic>
        <p:nvPicPr>
          <p:cNvPr id="35852" name="图片 1" descr="img016"/>
          <p:cNvPicPr>
            <a:picLocks noChangeAspect="1"/>
          </p:cNvPicPr>
          <p:nvPr/>
        </p:nvPicPr>
        <p:blipFill>
          <a:blip r:embed="rId10"/>
          <a:stretch>
            <a:fillRect/>
          </a:stretch>
        </p:blipFill>
        <p:spPr>
          <a:xfrm>
            <a:off x="354162" y="1916832"/>
            <a:ext cx="3659187" cy="2790825"/>
          </a:xfrm>
          <a:prstGeom prst="rect">
            <a:avLst/>
          </a:prstGeom>
          <a:noFill/>
          <a:ln w="9525">
            <a:noFill/>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12643" name="Rectangle 3"/>
          <p:cNvSpPr>
            <a:spLocks noGrp="1" noChangeArrowheads="1"/>
          </p:cNvSpPr>
          <p:nvPr>
            <p:ph type="body" sz="half" idx="1"/>
          </p:nvPr>
        </p:nvSpPr>
        <p:spPr>
          <a:xfrm>
            <a:off x="285750" y="549275"/>
            <a:ext cx="4714875" cy="3522663"/>
          </a:xfrm>
        </p:spPr>
        <p:txBody>
          <a:bodyPr vert="horz" wrap="square" lIns="91440" tIns="45720" rIns="91440" bIns="45720" numCol="1" anchor="t" anchorCtr="0" compatLnSpc="1"/>
          <a:lstStyle/>
          <a:p>
            <a:pPr marL="609600" marR="0" lvl="0" indent="-609600" algn="l" defTabSz="914400" rtl="0" eaLnBrk="1" fontAlgn="base" latinLnBrk="0" hangingPunct="1">
              <a:lnSpc>
                <a:spcPct val="100000"/>
              </a:lnSpc>
              <a:spcBef>
                <a:spcPts val="600"/>
              </a:spcBef>
              <a:spcAft>
                <a:spcPts val="60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②</a:t>
            </a:r>
            <a:r>
              <a:rPr kumimoji="0" lang="zh-CN" altLang="en-US" sz="24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有两个起作用约束的情况</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50000"/>
              </a:lnSpc>
              <a:spcBef>
                <a:spcPts val="60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当     落在，   和    所形成的扁形区域内，   点的目标函数的负梯度可由该点起作用的约束函数的梯度</a:t>
            </a:r>
            <a:r>
              <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线性表达</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时情况出现，便再也找不到可行适用方向了，   就是一个约束极值点。</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ts val="600"/>
              </a:spcBef>
              <a:spcAft>
                <a:spcPts val="60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00000"/>
              </a:lnSpc>
              <a:spcBef>
                <a:spcPts val="600"/>
              </a:spcBef>
              <a:spcAft>
                <a:spcPts val="60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graphicFrame>
        <p:nvGraphicFramePr>
          <p:cNvPr id="36868" name="Object 10"/>
          <p:cNvGraphicFramePr/>
          <p:nvPr/>
        </p:nvGraphicFramePr>
        <p:xfrm>
          <a:off x="2241550" y="1189038"/>
          <a:ext cx="503238" cy="409575"/>
        </p:xfrm>
        <a:graphic>
          <a:graphicData uri="http://schemas.openxmlformats.org/presentationml/2006/ole">
            <mc:AlternateContent xmlns:mc="http://schemas.openxmlformats.org/markup-compatibility/2006">
              <mc:Choice xmlns:v="urn:schemas-microsoft-com:vml" Requires="v">
                <p:oleObj spid="_x0000_s31829" name="" r:id="rId1" imgW="266065" imgH="215900" progId="Equation.3">
                  <p:embed/>
                </p:oleObj>
              </mc:Choice>
              <mc:Fallback>
                <p:oleObj name="" r:id="rId1" imgW="266065" imgH="215900" progId="Equation.3">
                  <p:embed/>
                  <p:pic>
                    <p:nvPicPr>
                      <p:cNvPr id="0" name="图片 3182"/>
                      <p:cNvPicPr/>
                      <p:nvPr/>
                    </p:nvPicPr>
                    <p:blipFill>
                      <a:blip r:embed="rId2"/>
                      <a:stretch>
                        <a:fillRect/>
                      </a:stretch>
                    </p:blipFill>
                    <p:spPr>
                      <a:xfrm>
                        <a:off x="2241550" y="1189038"/>
                        <a:ext cx="503238" cy="409575"/>
                      </a:xfrm>
                      <a:prstGeom prst="rect">
                        <a:avLst/>
                      </a:prstGeom>
                      <a:noFill/>
                      <a:ln w="38100">
                        <a:noFill/>
                        <a:miter/>
                      </a:ln>
                    </p:spPr>
                  </p:pic>
                </p:oleObj>
              </mc:Fallback>
            </mc:AlternateContent>
          </a:graphicData>
        </a:graphic>
      </p:graphicFrame>
      <p:graphicFrame>
        <p:nvGraphicFramePr>
          <p:cNvPr id="36869" name="Object 11"/>
          <p:cNvGraphicFramePr/>
          <p:nvPr/>
        </p:nvGraphicFramePr>
        <p:xfrm>
          <a:off x="3157538" y="1201738"/>
          <a:ext cx="503237" cy="390525"/>
        </p:xfrm>
        <a:graphic>
          <a:graphicData uri="http://schemas.openxmlformats.org/presentationml/2006/ole">
            <mc:AlternateContent xmlns:mc="http://schemas.openxmlformats.org/markup-compatibility/2006">
              <mc:Choice xmlns:v="urn:schemas-microsoft-com:vml" Requires="v">
                <p:oleObj spid="_x0000_s31830" name="" r:id="rId3" imgW="278765" imgH="215900" progId="Equation.3">
                  <p:embed/>
                </p:oleObj>
              </mc:Choice>
              <mc:Fallback>
                <p:oleObj name="" r:id="rId3" imgW="278765" imgH="215900" progId="Equation.3">
                  <p:embed/>
                  <p:pic>
                    <p:nvPicPr>
                      <p:cNvPr id="0" name="图片 3175"/>
                      <p:cNvPicPr/>
                      <p:nvPr/>
                    </p:nvPicPr>
                    <p:blipFill>
                      <a:blip r:embed="rId4"/>
                      <a:stretch>
                        <a:fillRect/>
                      </a:stretch>
                    </p:blipFill>
                    <p:spPr>
                      <a:xfrm>
                        <a:off x="3157538" y="1201738"/>
                        <a:ext cx="503237" cy="390525"/>
                      </a:xfrm>
                      <a:prstGeom prst="rect">
                        <a:avLst/>
                      </a:prstGeom>
                      <a:noFill/>
                      <a:ln w="38100">
                        <a:noFill/>
                        <a:miter/>
                      </a:ln>
                    </p:spPr>
                  </p:pic>
                </p:oleObj>
              </mc:Fallback>
            </mc:AlternateContent>
          </a:graphicData>
        </a:graphic>
      </p:graphicFrame>
      <p:sp>
        <p:nvSpPr>
          <p:cNvPr id="36870"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36871" name="Object 21"/>
          <p:cNvGraphicFramePr/>
          <p:nvPr/>
        </p:nvGraphicFramePr>
        <p:xfrm>
          <a:off x="714375" y="1192213"/>
          <a:ext cx="649288" cy="403225"/>
        </p:xfrm>
        <a:graphic>
          <a:graphicData uri="http://schemas.openxmlformats.org/presentationml/2006/ole">
            <mc:AlternateContent xmlns:mc="http://schemas.openxmlformats.org/markup-compatibility/2006">
              <mc:Choice xmlns:v="urn:schemas-microsoft-com:vml" Requires="v">
                <p:oleObj spid="_x0000_s31831" name="" r:id="rId5" imgW="368300" imgH="228600" progId="Equation.3">
                  <p:embed/>
                </p:oleObj>
              </mc:Choice>
              <mc:Fallback>
                <p:oleObj name="" r:id="rId5" imgW="368300" imgH="228600" progId="Equation.3">
                  <p:embed/>
                  <p:pic>
                    <p:nvPicPr>
                      <p:cNvPr id="0" name="图片 3180"/>
                      <p:cNvPicPr/>
                      <p:nvPr/>
                    </p:nvPicPr>
                    <p:blipFill>
                      <a:blip r:embed="rId6"/>
                      <a:stretch>
                        <a:fillRect/>
                      </a:stretch>
                    </p:blipFill>
                    <p:spPr>
                      <a:xfrm>
                        <a:off x="714375" y="1192213"/>
                        <a:ext cx="649288" cy="403225"/>
                      </a:xfrm>
                      <a:prstGeom prst="rect">
                        <a:avLst/>
                      </a:prstGeom>
                      <a:noFill/>
                      <a:ln w="38100">
                        <a:noFill/>
                        <a:miter/>
                      </a:ln>
                    </p:spPr>
                  </p:pic>
                </p:oleObj>
              </mc:Fallback>
            </mc:AlternateContent>
          </a:graphicData>
        </a:graphic>
      </p:graphicFrame>
      <p:graphicFrame>
        <p:nvGraphicFramePr>
          <p:cNvPr id="36872" name="Object 17"/>
          <p:cNvGraphicFramePr/>
          <p:nvPr/>
        </p:nvGraphicFramePr>
        <p:xfrm>
          <a:off x="2500313" y="1785938"/>
          <a:ext cx="446087" cy="357187"/>
        </p:xfrm>
        <a:graphic>
          <a:graphicData uri="http://schemas.openxmlformats.org/presentationml/2006/ole">
            <mc:AlternateContent xmlns:mc="http://schemas.openxmlformats.org/markup-compatibility/2006">
              <mc:Choice xmlns:v="urn:schemas-microsoft-com:vml" Requires="v">
                <p:oleObj spid="_x0000_s31832" name="" r:id="rId7" imgW="254000" imgH="203200" progId="Equation.3">
                  <p:embed/>
                </p:oleObj>
              </mc:Choice>
              <mc:Fallback>
                <p:oleObj name="" r:id="rId7" imgW="254000" imgH="203200" progId="Equation.3">
                  <p:embed/>
                  <p:pic>
                    <p:nvPicPr>
                      <p:cNvPr id="0" name="图片 3171"/>
                      <p:cNvPicPr/>
                      <p:nvPr/>
                    </p:nvPicPr>
                    <p:blipFill>
                      <a:blip r:embed="rId8"/>
                      <a:stretch>
                        <a:fillRect/>
                      </a:stretch>
                    </p:blipFill>
                    <p:spPr>
                      <a:xfrm>
                        <a:off x="2500313" y="1785938"/>
                        <a:ext cx="446087" cy="357187"/>
                      </a:xfrm>
                      <a:prstGeom prst="rect">
                        <a:avLst/>
                      </a:prstGeom>
                      <a:noFill/>
                      <a:ln w="38100">
                        <a:noFill/>
                        <a:miter/>
                      </a:ln>
                    </p:spPr>
                  </p:pic>
                </p:oleObj>
              </mc:Fallback>
            </mc:AlternateContent>
          </a:graphicData>
        </a:graphic>
      </p:graphicFrame>
      <p:graphicFrame>
        <p:nvGraphicFramePr>
          <p:cNvPr id="36873" name="Object 19"/>
          <p:cNvGraphicFramePr/>
          <p:nvPr/>
        </p:nvGraphicFramePr>
        <p:xfrm>
          <a:off x="4643438" y="3429000"/>
          <a:ext cx="446087" cy="357188"/>
        </p:xfrm>
        <a:graphic>
          <a:graphicData uri="http://schemas.openxmlformats.org/presentationml/2006/ole">
            <mc:AlternateContent xmlns:mc="http://schemas.openxmlformats.org/markup-compatibility/2006">
              <mc:Choice xmlns:v="urn:schemas-microsoft-com:vml" Requires="v">
                <p:oleObj spid="_x0000_s31833" name="" r:id="rId9" imgW="254000" imgH="203200" progId="Equation.3">
                  <p:embed/>
                </p:oleObj>
              </mc:Choice>
              <mc:Fallback>
                <p:oleObj name="" r:id="rId9" imgW="254000" imgH="203200" progId="Equation.3">
                  <p:embed/>
                  <p:pic>
                    <p:nvPicPr>
                      <p:cNvPr id="0" name="图片 3181"/>
                      <p:cNvPicPr/>
                      <p:nvPr/>
                    </p:nvPicPr>
                    <p:blipFill>
                      <a:blip r:embed="rId8"/>
                      <a:stretch>
                        <a:fillRect/>
                      </a:stretch>
                    </p:blipFill>
                    <p:spPr>
                      <a:xfrm>
                        <a:off x="4643438" y="3429000"/>
                        <a:ext cx="446087" cy="357188"/>
                      </a:xfrm>
                      <a:prstGeom prst="rect">
                        <a:avLst/>
                      </a:prstGeom>
                      <a:noFill/>
                      <a:ln w="38100">
                        <a:noFill/>
                        <a:miter/>
                      </a:ln>
                    </p:spPr>
                  </p:pic>
                </p:oleObj>
              </mc:Fallback>
            </mc:AlternateContent>
          </a:graphicData>
        </a:graphic>
      </p:graphicFrame>
      <p:sp>
        <p:nvSpPr>
          <p:cNvPr id="36874" name="Rectangle 21"/>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36875" name="Object 20"/>
          <p:cNvGraphicFramePr/>
          <p:nvPr/>
        </p:nvGraphicFramePr>
        <p:xfrm>
          <a:off x="1106488" y="4572000"/>
          <a:ext cx="5638800" cy="1214438"/>
        </p:xfrm>
        <a:graphic>
          <a:graphicData uri="http://schemas.openxmlformats.org/presentationml/2006/ole">
            <mc:AlternateContent xmlns:mc="http://schemas.openxmlformats.org/markup-compatibility/2006">
              <mc:Choice xmlns:v="urn:schemas-microsoft-com:vml" Requires="v">
                <p:oleObj spid="_x0000_s31834" name="Equation" r:id="rId10" imgW="87477600" imgH="18897600" progId="Equation.DSMT4">
                  <p:embed/>
                </p:oleObj>
              </mc:Choice>
              <mc:Fallback>
                <p:oleObj name="Equation" r:id="rId10" imgW="87477600" imgH="18897600" progId="Equation.DSMT4">
                  <p:embed/>
                  <p:pic>
                    <p:nvPicPr>
                      <p:cNvPr id="0" name="图片 3190"/>
                      <p:cNvPicPr/>
                      <p:nvPr/>
                    </p:nvPicPr>
                    <p:blipFill>
                      <a:blip r:embed="rId11"/>
                      <a:stretch>
                        <a:fillRect/>
                      </a:stretch>
                    </p:blipFill>
                    <p:spPr>
                      <a:xfrm>
                        <a:off x="1106488" y="4572000"/>
                        <a:ext cx="5638800" cy="1214438"/>
                      </a:xfrm>
                      <a:prstGeom prst="rect">
                        <a:avLst/>
                      </a:prstGeom>
                      <a:noFill/>
                      <a:ln w="38100">
                        <a:noFill/>
                        <a:miter/>
                      </a:ln>
                    </p:spPr>
                  </p:pic>
                </p:oleObj>
              </mc:Fallback>
            </mc:AlternateContent>
          </a:graphicData>
        </a:graphic>
      </p:graphicFrame>
      <p:pic>
        <p:nvPicPr>
          <p:cNvPr id="36876" name="图片 1" descr="016"/>
          <p:cNvPicPr>
            <a:picLocks noChangeAspect="1"/>
          </p:cNvPicPr>
          <p:nvPr/>
        </p:nvPicPr>
        <p:blipFill>
          <a:blip r:embed="rId12"/>
          <a:stretch>
            <a:fillRect/>
          </a:stretch>
        </p:blipFill>
        <p:spPr>
          <a:xfrm>
            <a:off x="4905375" y="517525"/>
            <a:ext cx="3978275" cy="2914650"/>
          </a:xfrm>
          <a:prstGeom prst="rect">
            <a:avLst/>
          </a:prstGeom>
          <a:noFill/>
          <a:ln w="9525">
            <a:noFill/>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12643" name="Rectangle 3"/>
          <p:cNvSpPr>
            <a:spLocks noGrp="1" noChangeArrowheads="1"/>
          </p:cNvSpPr>
          <p:nvPr>
            <p:ph type="body" sz="half" idx="1"/>
          </p:nvPr>
        </p:nvSpPr>
        <p:spPr>
          <a:xfrm>
            <a:off x="323850" y="549275"/>
            <a:ext cx="8534400" cy="5880100"/>
          </a:xfrm>
        </p:spPr>
        <p:txBody>
          <a:bodyPr vert="horz" wrap="square" lIns="91440" tIns="45720" rIns="91440" bIns="45720" numCol="1" anchor="t" anchorCtr="0" compatLnSpc="1"/>
          <a:lstStyle/>
          <a:p>
            <a:pPr marL="609600" marR="0" lvl="0" indent="-609600" algn="l" defTabSz="914400" rtl="0" eaLnBrk="1" fontAlgn="base" latinLnBrk="0" hangingPunct="1">
              <a:lnSpc>
                <a:spcPct val="100000"/>
              </a:lnSpc>
              <a:spcBef>
                <a:spcPts val="600"/>
              </a:spcBef>
              <a:spcAft>
                <a:spcPts val="600"/>
              </a:spcAft>
              <a:buClrTx/>
              <a:buSzTx/>
              <a:buFontTx/>
              <a:buNone/>
              <a:defRPr/>
            </a:pPr>
            <a:r>
              <a:rPr kumimoji="0" lang="en-US"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③</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K-T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条件（有</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q</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个起作用的约束情况）</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ts val="600"/>
              </a:spcBef>
              <a:spcAft>
                <a:spcPts val="60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满足下列条件的    点，再也找不到可行适用方向了，   是一个约束极值点。道理同前。  </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00000"/>
              </a:lnSpc>
              <a:spcBef>
                <a:spcPts val="600"/>
              </a:spcBef>
              <a:spcAft>
                <a:spcPts val="600"/>
              </a:spcAft>
              <a:buClrTx/>
              <a:buSzTx/>
              <a:buFontTx/>
              <a:buNone/>
              <a:defRPr/>
            </a:pPr>
            <a:endParaRPr kumimoji="0" lang="en-US" altLang="zh-CN" sz="24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00000"/>
              </a:lnSpc>
              <a:spcBef>
                <a:spcPts val="600"/>
              </a:spcBef>
              <a:spcAft>
                <a:spcPts val="60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00000"/>
              </a:lnSpc>
              <a:spcBef>
                <a:spcPts val="600"/>
              </a:spcBef>
              <a:spcAft>
                <a:spcPts val="600"/>
              </a:spcAft>
              <a:buClrTx/>
              <a:buSzTx/>
              <a:buFontTx/>
              <a:buAutoNum type="circleNumDbPlain" startAt="3"/>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00000"/>
              </a:lnSpc>
              <a:spcBef>
                <a:spcPts val="600"/>
              </a:spcBef>
              <a:spcAft>
                <a:spcPts val="600"/>
              </a:spcAft>
              <a:buClrTx/>
              <a:buSzTx/>
              <a:buFontTx/>
              <a:buAutoNum type="circleNumDbPlain" startAt="3"/>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00000"/>
              </a:lnSpc>
              <a:spcBef>
                <a:spcPts val="600"/>
              </a:spcBef>
              <a:spcAft>
                <a:spcPts val="60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00000"/>
              </a:lnSpc>
              <a:spcBef>
                <a:spcPts val="600"/>
              </a:spcBef>
              <a:spcAft>
                <a:spcPts val="60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00000"/>
              </a:lnSpc>
              <a:spcBef>
                <a:spcPts val="600"/>
              </a:spcBef>
              <a:spcAft>
                <a:spcPts val="60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37892" name="Rectangle 13"/>
          <p:cNvSpPr/>
          <p:nvPr/>
        </p:nvSpPr>
        <p:spPr>
          <a:xfrm>
            <a:off x="0" y="2997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37893"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37894" name="Rectangle 10"/>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37895" name="Object 9"/>
          <p:cNvGraphicFramePr/>
          <p:nvPr/>
        </p:nvGraphicFramePr>
        <p:xfrm>
          <a:off x="971600" y="1988840"/>
          <a:ext cx="6977062" cy="1571625"/>
        </p:xfrm>
        <a:graphic>
          <a:graphicData uri="http://schemas.openxmlformats.org/presentationml/2006/ole">
            <mc:AlternateContent xmlns:mc="http://schemas.openxmlformats.org/markup-compatibility/2006">
              <mc:Choice xmlns:v="urn:schemas-microsoft-com:vml" Requires="v">
                <p:oleObj spid="_x0000_s32811" name="" r:id="rId1" imgW="4394200" imgH="990600" progId="Equation.DSMT4">
                  <p:embed/>
                </p:oleObj>
              </mc:Choice>
              <mc:Fallback>
                <p:oleObj name="" r:id="rId1" imgW="4394200" imgH="990600" progId="Equation.DSMT4">
                  <p:embed/>
                  <p:pic>
                    <p:nvPicPr>
                      <p:cNvPr id="0" name="图片 3187"/>
                      <p:cNvPicPr/>
                      <p:nvPr/>
                    </p:nvPicPr>
                    <p:blipFill>
                      <a:blip r:embed="rId2"/>
                      <a:stretch>
                        <a:fillRect/>
                      </a:stretch>
                    </p:blipFill>
                    <p:spPr>
                      <a:xfrm>
                        <a:off x="971600" y="1988840"/>
                        <a:ext cx="6977062" cy="1571625"/>
                      </a:xfrm>
                      <a:prstGeom prst="rect">
                        <a:avLst/>
                      </a:prstGeom>
                      <a:noFill/>
                      <a:ln w="38100">
                        <a:noFill/>
                        <a:miter/>
                      </a:ln>
                    </p:spPr>
                  </p:pic>
                </p:oleObj>
              </mc:Fallback>
            </mc:AlternateContent>
          </a:graphicData>
        </a:graphic>
      </p:graphicFrame>
      <p:graphicFrame>
        <p:nvGraphicFramePr>
          <p:cNvPr id="37896" name="Object 11"/>
          <p:cNvGraphicFramePr/>
          <p:nvPr/>
        </p:nvGraphicFramePr>
        <p:xfrm>
          <a:off x="2643188" y="1143000"/>
          <a:ext cx="446087" cy="357188"/>
        </p:xfrm>
        <a:graphic>
          <a:graphicData uri="http://schemas.openxmlformats.org/presentationml/2006/ole">
            <mc:AlternateContent xmlns:mc="http://schemas.openxmlformats.org/markup-compatibility/2006">
              <mc:Choice xmlns:v="urn:schemas-microsoft-com:vml" Requires="v">
                <p:oleObj spid="_x0000_s32812" name="" r:id="rId3" imgW="254000" imgH="203200" progId="Equation.3">
                  <p:embed/>
                </p:oleObj>
              </mc:Choice>
              <mc:Fallback>
                <p:oleObj name="" r:id="rId3" imgW="254000" imgH="203200" progId="Equation.3">
                  <p:embed/>
                  <p:pic>
                    <p:nvPicPr>
                      <p:cNvPr id="0" name="图片 3186"/>
                      <p:cNvPicPr/>
                      <p:nvPr/>
                    </p:nvPicPr>
                    <p:blipFill>
                      <a:blip r:embed="rId4"/>
                      <a:stretch>
                        <a:fillRect/>
                      </a:stretch>
                    </p:blipFill>
                    <p:spPr>
                      <a:xfrm>
                        <a:off x="2643188" y="1143000"/>
                        <a:ext cx="446087" cy="357188"/>
                      </a:xfrm>
                      <a:prstGeom prst="rect">
                        <a:avLst/>
                      </a:prstGeom>
                      <a:noFill/>
                      <a:ln w="38100">
                        <a:noFill/>
                        <a:miter/>
                      </a:ln>
                    </p:spPr>
                  </p:pic>
                </p:oleObj>
              </mc:Fallback>
            </mc:AlternateContent>
          </a:graphicData>
        </a:graphic>
      </p:graphicFrame>
      <p:graphicFrame>
        <p:nvGraphicFramePr>
          <p:cNvPr id="37897" name="Object 12"/>
          <p:cNvGraphicFramePr/>
          <p:nvPr/>
        </p:nvGraphicFramePr>
        <p:xfrm>
          <a:off x="7643813" y="1143000"/>
          <a:ext cx="446087" cy="357188"/>
        </p:xfrm>
        <a:graphic>
          <a:graphicData uri="http://schemas.openxmlformats.org/presentationml/2006/ole">
            <mc:AlternateContent xmlns:mc="http://schemas.openxmlformats.org/markup-compatibility/2006">
              <mc:Choice xmlns:v="urn:schemas-microsoft-com:vml" Requires="v">
                <p:oleObj spid="_x0000_s32813" name="" r:id="rId5" imgW="254000" imgH="203200" progId="Equation.3">
                  <p:embed/>
                </p:oleObj>
              </mc:Choice>
              <mc:Fallback>
                <p:oleObj name="" r:id="rId5" imgW="254000" imgH="203200" progId="Equation.3">
                  <p:embed/>
                  <p:pic>
                    <p:nvPicPr>
                      <p:cNvPr id="0" name="图片 3183"/>
                      <p:cNvPicPr/>
                      <p:nvPr/>
                    </p:nvPicPr>
                    <p:blipFill>
                      <a:blip r:embed="rId4"/>
                      <a:stretch>
                        <a:fillRect/>
                      </a:stretch>
                    </p:blipFill>
                    <p:spPr>
                      <a:xfrm>
                        <a:off x="7643813" y="1143000"/>
                        <a:ext cx="446087" cy="3571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txBox="1"/>
          <p:nvPr/>
        </p:nvSpPr>
        <p:spPr>
          <a:xfrm>
            <a:off x="250825" y="1052513"/>
            <a:ext cx="8569325" cy="2376487"/>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spcBef>
                <a:spcPct val="0"/>
              </a:spcBef>
              <a:buNone/>
            </a:pPr>
            <a:r>
              <a:rPr lang="en-US" altLang="zh-CN" sz="2400" dirty="0">
                <a:latin typeface="黑体" panose="02010609060101010101" pitchFamily="49" charset="-122"/>
                <a:ea typeface="黑体" panose="02010609060101010101" pitchFamily="49" charset="-122"/>
              </a:rPr>
              <a:t>(1)    </a:t>
            </a:r>
            <a:r>
              <a:rPr lang="zh-CN" altLang="en-US" sz="2400" dirty="0">
                <a:latin typeface="黑体" panose="02010609060101010101" pitchFamily="49" charset="-122"/>
                <a:ea typeface="黑体" panose="02010609060101010101" pitchFamily="49" charset="-122"/>
              </a:rPr>
              <a:t>点目标</a:t>
            </a:r>
            <a:r>
              <a:rPr lang="zh-CN" altLang="en-US" sz="2400" dirty="0" smtClean="0">
                <a:latin typeface="黑体" panose="02010609060101010101" pitchFamily="49" charset="-122"/>
                <a:ea typeface="黑体" panose="02010609060101010101" pitchFamily="49" charset="-122"/>
              </a:rPr>
              <a:t>函数负梯度</a:t>
            </a:r>
            <a:r>
              <a:rPr lang="zh-CN" altLang="en-US" sz="2400" dirty="0">
                <a:latin typeface="黑体" panose="02010609060101010101" pitchFamily="49" charset="-122"/>
                <a:ea typeface="黑体" panose="02010609060101010101" pitchFamily="49" charset="-122"/>
              </a:rPr>
              <a:t>如</a:t>
            </a:r>
            <a:r>
              <a:rPr lang="zh-CN" altLang="en-US" sz="2400" dirty="0">
                <a:solidFill>
                  <a:srgbClr val="00B050"/>
                </a:solidFill>
                <a:latin typeface="黑体" panose="02010609060101010101" pitchFamily="49" charset="-122"/>
                <a:ea typeface="黑体" panose="02010609060101010101" pitchFamily="49" charset="-122"/>
              </a:rPr>
              <a:t>绿色</a:t>
            </a:r>
            <a:r>
              <a:rPr lang="zh-CN" altLang="en-US" sz="2400" dirty="0">
                <a:latin typeface="黑体" panose="02010609060101010101" pitchFamily="49" charset="-122"/>
                <a:ea typeface="黑体" panose="02010609060101010101" pitchFamily="49" charset="-122"/>
              </a:rPr>
              <a:t>矢量所示，   满足</a:t>
            </a:r>
            <a:r>
              <a:rPr lang="en-US" altLang="zh-CN" sz="2400" dirty="0">
                <a:latin typeface="黑体" panose="02010609060101010101" pitchFamily="49" charset="-122"/>
                <a:ea typeface="黑体" panose="02010609060101010101" pitchFamily="49" charset="-122"/>
              </a:rPr>
              <a:t>K-T</a:t>
            </a:r>
            <a:r>
              <a:rPr lang="zh-CN" altLang="en-US" sz="2400" dirty="0">
                <a:latin typeface="黑体" panose="02010609060101010101" pitchFamily="49" charset="-122"/>
                <a:ea typeface="黑体" panose="02010609060101010101" pitchFamily="49" charset="-122"/>
              </a:rPr>
              <a:t>条件是一个约束极值点。</a:t>
            </a:r>
            <a:endParaRPr lang="en-US" altLang="zh-CN" sz="2400" dirty="0">
              <a:latin typeface="黑体" panose="02010609060101010101" pitchFamily="49" charset="-122"/>
              <a:ea typeface="黑体" panose="02010609060101010101" pitchFamily="49" charset="-122"/>
            </a:endParaRPr>
          </a:p>
          <a:p>
            <a:pPr marL="0" lvl="0" indent="0" eaLnBrk="1" hangingPunct="1">
              <a:lnSpc>
                <a:spcPct val="150000"/>
              </a:lnSpc>
              <a:spcBef>
                <a:spcPct val="0"/>
              </a:spcBef>
              <a:buNone/>
            </a:pPr>
            <a:r>
              <a:rPr lang="en-US" altLang="zh-CN" sz="2400" dirty="0">
                <a:latin typeface="黑体" panose="02010609060101010101" pitchFamily="49" charset="-122"/>
                <a:ea typeface="黑体" panose="02010609060101010101" pitchFamily="49" charset="-122"/>
              </a:rPr>
              <a:t>(2)    </a:t>
            </a:r>
            <a:r>
              <a:rPr lang="zh-CN" altLang="en-US" sz="2400" dirty="0">
                <a:latin typeface="黑体" panose="02010609060101010101" pitchFamily="49" charset="-122"/>
                <a:ea typeface="黑体" panose="02010609060101010101" pitchFamily="49" charset="-122"/>
              </a:rPr>
              <a:t>点目标</a:t>
            </a:r>
            <a:r>
              <a:rPr lang="zh-CN" altLang="en-US" sz="2400" dirty="0" smtClean="0">
                <a:latin typeface="黑体" panose="02010609060101010101" pitchFamily="49" charset="-122"/>
                <a:ea typeface="黑体" panose="02010609060101010101" pitchFamily="49" charset="-122"/>
              </a:rPr>
              <a:t>函数负梯度</a:t>
            </a:r>
            <a:r>
              <a:rPr lang="zh-CN" altLang="en-US" sz="2400" dirty="0">
                <a:latin typeface="黑体" panose="02010609060101010101" pitchFamily="49" charset="-122"/>
                <a:ea typeface="黑体" panose="02010609060101010101" pitchFamily="49" charset="-122"/>
              </a:rPr>
              <a:t>如</a:t>
            </a:r>
            <a:r>
              <a:rPr lang="zh-CN" altLang="en-US" sz="2400" dirty="0">
                <a:solidFill>
                  <a:srgbClr val="FF0000"/>
                </a:solidFill>
                <a:latin typeface="黑体" panose="02010609060101010101" pitchFamily="49" charset="-122"/>
                <a:ea typeface="黑体" panose="02010609060101010101" pitchFamily="49" charset="-122"/>
              </a:rPr>
              <a:t>红色</a:t>
            </a:r>
            <a:r>
              <a:rPr lang="zh-CN" altLang="en-US" sz="2400" dirty="0">
                <a:latin typeface="黑体" panose="02010609060101010101" pitchFamily="49" charset="-122"/>
                <a:ea typeface="黑体" panose="02010609060101010101" pitchFamily="49" charset="-122"/>
              </a:rPr>
              <a:t>矢量所示，   不满足</a:t>
            </a:r>
            <a:r>
              <a:rPr lang="en-US" altLang="zh-CN" sz="2400" dirty="0">
                <a:latin typeface="黑体" panose="02010609060101010101" pitchFamily="49" charset="-122"/>
                <a:ea typeface="黑体" panose="02010609060101010101" pitchFamily="49" charset="-122"/>
              </a:rPr>
              <a:t>K-T</a:t>
            </a:r>
            <a:r>
              <a:rPr lang="zh-CN" altLang="en-US" sz="2400" dirty="0">
                <a:latin typeface="黑体" panose="02010609060101010101" pitchFamily="49" charset="-122"/>
                <a:ea typeface="黑体" panose="02010609060101010101" pitchFamily="49" charset="-122"/>
              </a:rPr>
              <a:t>条件，不是一个约束极值点。</a:t>
            </a:r>
            <a:endParaRPr lang="en-US" altLang="zh-CN" sz="2400" dirty="0">
              <a:latin typeface="黑体" panose="02010609060101010101" pitchFamily="49" charset="-122"/>
              <a:ea typeface="黑体" panose="02010609060101010101" pitchFamily="49" charset="-122"/>
            </a:endParaRPr>
          </a:p>
          <a:p>
            <a:pPr marL="0" lvl="0" indent="0" eaLnBrk="1" hangingPunct="1">
              <a:lnSpc>
                <a:spcPct val="150000"/>
              </a:lnSpc>
              <a:spcBef>
                <a:spcPct val="0"/>
              </a:spcBef>
              <a:buNone/>
            </a:pPr>
            <a:endParaRPr lang="en-US" altLang="zh-CN" sz="2400" dirty="0">
              <a:latin typeface="黑体" panose="02010609060101010101" pitchFamily="49" charset="-122"/>
              <a:ea typeface="黑体" panose="02010609060101010101" pitchFamily="49" charset="-122"/>
            </a:endParaRPr>
          </a:p>
        </p:txBody>
      </p:sp>
      <p:sp>
        <p:nvSpPr>
          <p:cNvPr id="38915" name="Rectangle 3"/>
          <p:cNvSpPr>
            <a:spLocks noGrp="1"/>
          </p:cNvSpPr>
          <p:nvPr>
            <p:ph type="body" sz="half" idx="1"/>
          </p:nvPr>
        </p:nvSpPr>
        <p:spPr>
          <a:xfrm>
            <a:off x="249238" y="534988"/>
            <a:ext cx="3170237" cy="647700"/>
          </a:xfrm>
        </p:spPr>
        <p:txBody>
          <a:bodyPr vert="horz" wrap="square" lIns="91440" tIns="45720" rIns="91440" bIns="45720" anchor="t"/>
          <a:lstStyle/>
          <a:p>
            <a:pPr eaLnBrk="1" hangingPunct="1">
              <a:buClrTx/>
              <a:buSzTx/>
              <a:buFontTx/>
              <a:buNone/>
            </a:pPr>
            <a:r>
              <a:rPr lang="en-US" altLang="zh-CN" sz="2400" dirty="0">
                <a:latin typeface="黑体" panose="02010609060101010101" pitchFamily="49" charset="-122"/>
                <a:ea typeface="黑体" panose="02010609060101010101" pitchFamily="49" charset="-122"/>
              </a:rPr>
              <a:t>K-T</a:t>
            </a:r>
            <a:r>
              <a:rPr lang="zh-CN" altLang="en-US" sz="2400" dirty="0">
                <a:latin typeface="黑体" panose="02010609060101010101" pitchFamily="49" charset="-122"/>
                <a:ea typeface="黑体" panose="02010609060101010101" pitchFamily="49" charset="-122"/>
              </a:rPr>
              <a:t>条件的几何意义：  </a:t>
            </a:r>
            <a:endParaRPr lang="zh-CN" altLang="en-US" sz="2400" dirty="0">
              <a:latin typeface="黑体" panose="02010609060101010101" pitchFamily="49" charset="-122"/>
              <a:ea typeface="黑体" panose="02010609060101010101" pitchFamily="49" charset="-122"/>
            </a:endParaRPr>
          </a:p>
        </p:txBody>
      </p:sp>
      <p:sp>
        <p:nvSpPr>
          <p:cNvPr id="38916"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38917"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graphicFrame>
        <p:nvGraphicFramePr>
          <p:cNvPr id="38918" name="Object 10"/>
          <p:cNvGraphicFramePr>
            <a:graphicFrameLocks noGrp="1"/>
          </p:cNvGraphicFramePr>
          <p:nvPr>
            <p:ph sz="quarter" idx="2"/>
          </p:nvPr>
        </p:nvGraphicFramePr>
        <p:xfrm>
          <a:off x="6228184" y="2231628"/>
          <a:ext cx="576263" cy="455613"/>
        </p:xfrm>
        <a:graphic>
          <a:graphicData uri="http://schemas.openxmlformats.org/presentationml/2006/ole">
            <mc:AlternateContent xmlns:mc="http://schemas.openxmlformats.org/markup-compatibility/2006">
              <mc:Choice xmlns:v="urn:schemas-microsoft-com:vml" Requires="v">
                <p:oleObj spid="_x0000_s33849" name="" r:id="rId1" imgW="241300" imgH="190500" progId="Equation.3">
                  <p:embed/>
                </p:oleObj>
              </mc:Choice>
              <mc:Fallback>
                <p:oleObj name="" r:id="rId1" imgW="241300" imgH="190500" progId="Equation.3">
                  <p:embed/>
                  <p:pic>
                    <p:nvPicPr>
                      <p:cNvPr id="0" name="图片 3184"/>
                      <p:cNvPicPr/>
                      <p:nvPr/>
                    </p:nvPicPr>
                    <p:blipFill>
                      <a:blip r:embed="rId2"/>
                      <a:srcRect/>
                      <a:stretch>
                        <a:fillRect/>
                      </a:stretch>
                    </p:blipFill>
                    <p:spPr>
                      <a:xfrm>
                        <a:off x="6228184" y="2231628"/>
                        <a:ext cx="576263" cy="455613"/>
                      </a:xfrm>
                      <a:prstGeom prst="rect">
                        <a:avLst/>
                      </a:prstGeom>
                      <a:noFill/>
                      <a:ln w="38100">
                        <a:miter/>
                      </a:ln>
                    </p:spPr>
                  </p:pic>
                </p:oleObj>
              </mc:Fallback>
            </mc:AlternateContent>
          </a:graphicData>
        </a:graphic>
      </p:graphicFrame>
      <p:graphicFrame>
        <p:nvGraphicFramePr>
          <p:cNvPr id="38919" name="Object 16"/>
          <p:cNvGraphicFramePr>
            <a:graphicFrameLocks noGrp="1"/>
          </p:cNvGraphicFramePr>
          <p:nvPr>
            <p:ph sz="quarter" idx="3"/>
          </p:nvPr>
        </p:nvGraphicFramePr>
        <p:xfrm>
          <a:off x="6156324" y="1124744"/>
          <a:ext cx="576263" cy="455613"/>
        </p:xfrm>
        <a:graphic>
          <a:graphicData uri="http://schemas.openxmlformats.org/presentationml/2006/ole">
            <mc:AlternateContent xmlns:mc="http://schemas.openxmlformats.org/markup-compatibility/2006">
              <mc:Choice xmlns:v="urn:schemas-microsoft-com:vml" Requires="v">
                <p:oleObj spid="_x0000_s33850" name="" r:id="rId3" imgW="241300" imgH="190500" progId="Equation.3">
                  <p:embed/>
                </p:oleObj>
              </mc:Choice>
              <mc:Fallback>
                <p:oleObj name="" r:id="rId3" imgW="241300" imgH="190500" progId="Equation.3">
                  <p:embed/>
                  <p:pic>
                    <p:nvPicPr>
                      <p:cNvPr id="0" name="图片 3185"/>
                      <p:cNvPicPr/>
                      <p:nvPr/>
                    </p:nvPicPr>
                    <p:blipFill>
                      <a:blip r:embed="rId4"/>
                      <a:srcRect/>
                      <a:stretch>
                        <a:fillRect/>
                      </a:stretch>
                    </p:blipFill>
                    <p:spPr>
                      <a:xfrm>
                        <a:off x="6156324" y="1124744"/>
                        <a:ext cx="576263" cy="455613"/>
                      </a:xfrm>
                      <a:prstGeom prst="rect">
                        <a:avLst/>
                      </a:prstGeom>
                      <a:noFill/>
                      <a:ln w="38100">
                        <a:miter/>
                      </a:ln>
                    </p:spPr>
                  </p:pic>
                </p:oleObj>
              </mc:Fallback>
            </mc:AlternateContent>
          </a:graphicData>
        </a:graphic>
      </p:graphicFrame>
      <p:pic>
        <p:nvPicPr>
          <p:cNvPr id="38920" name="Picture 19"/>
          <p:cNvPicPr>
            <a:picLocks noChangeAspect="1"/>
          </p:cNvPicPr>
          <p:nvPr/>
        </p:nvPicPr>
        <p:blipFill>
          <a:blip r:embed="rId5"/>
          <a:stretch>
            <a:fillRect/>
          </a:stretch>
        </p:blipFill>
        <p:spPr>
          <a:xfrm>
            <a:off x="4284663" y="2957513"/>
            <a:ext cx="4319587" cy="3351212"/>
          </a:xfrm>
          <a:prstGeom prst="rect">
            <a:avLst/>
          </a:prstGeom>
          <a:noFill/>
          <a:ln w="9525">
            <a:noFill/>
          </a:ln>
        </p:spPr>
      </p:pic>
      <p:graphicFrame>
        <p:nvGraphicFramePr>
          <p:cNvPr id="38921" name="对象 3"/>
          <p:cNvGraphicFramePr>
            <a:graphicFrameLocks noGrp="1"/>
          </p:cNvGraphicFramePr>
          <p:nvPr/>
        </p:nvGraphicFramePr>
        <p:xfrm>
          <a:off x="827088" y="1125538"/>
          <a:ext cx="576262" cy="454025"/>
        </p:xfrm>
        <a:graphic>
          <a:graphicData uri="http://schemas.openxmlformats.org/presentationml/2006/ole">
            <mc:AlternateContent xmlns:mc="http://schemas.openxmlformats.org/markup-compatibility/2006">
              <mc:Choice xmlns:v="urn:schemas-microsoft-com:vml" Requires="v">
                <p:oleObj spid="_x0000_s33851" name="" r:id="rId6" imgW="241300" imgH="190500" progId="Equation.3">
                  <p:embed/>
                </p:oleObj>
              </mc:Choice>
              <mc:Fallback>
                <p:oleObj name="" r:id="rId6" imgW="241300" imgH="190500" progId="Equation.3">
                  <p:embed/>
                  <p:pic>
                    <p:nvPicPr>
                      <p:cNvPr id="0" name="图片 3188"/>
                      <p:cNvPicPr/>
                      <p:nvPr/>
                    </p:nvPicPr>
                    <p:blipFill>
                      <a:blip r:embed="rId4"/>
                      <a:stretch>
                        <a:fillRect/>
                      </a:stretch>
                    </p:blipFill>
                    <p:spPr>
                      <a:xfrm>
                        <a:off x="827088" y="1125538"/>
                        <a:ext cx="576262" cy="454025"/>
                      </a:xfrm>
                      <a:prstGeom prst="rect">
                        <a:avLst/>
                      </a:prstGeom>
                      <a:noFill/>
                      <a:ln w="38100">
                        <a:noFill/>
                        <a:miter/>
                      </a:ln>
                    </p:spPr>
                  </p:pic>
                </p:oleObj>
              </mc:Fallback>
            </mc:AlternateContent>
          </a:graphicData>
        </a:graphic>
      </p:graphicFrame>
      <p:graphicFrame>
        <p:nvGraphicFramePr>
          <p:cNvPr id="38922" name="Object 9"/>
          <p:cNvGraphicFramePr/>
          <p:nvPr/>
        </p:nvGraphicFramePr>
        <p:xfrm>
          <a:off x="827088" y="2276475"/>
          <a:ext cx="576262" cy="455613"/>
        </p:xfrm>
        <a:graphic>
          <a:graphicData uri="http://schemas.openxmlformats.org/presentationml/2006/ole">
            <mc:AlternateContent xmlns:mc="http://schemas.openxmlformats.org/markup-compatibility/2006">
              <mc:Choice xmlns:v="urn:schemas-microsoft-com:vml" Requires="v">
                <p:oleObj spid="_x0000_s33852" name="" r:id="rId7" imgW="241300" imgH="190500" progId="Equation.3">
                  <p:embed/>
                </p:oleObj>
              </mc:Choice>
              <mc:Fallback>
                <p:oleObj name="" r:id="rId7" imgW="241300" imgH="190500" progId="Equation.3">
                  <p:embed/>
                  <p:pic>
                    <p:nvPicPr>
                      <p:cNvPr id="0" name="图片 3189"/>
                      <p:cNvPicPr/>
                      <p:nvPr/>
                    </p:nvPicPr>
                    <p:blipFill>
                      <a:blip r:embed="rId2"/>
                      <a:stretch>
                        <a:fillRect/>
                      </a:stretch>
                    </p:blipFill>
                    <p:spPr>
                      <a:xfrm>
                        <a:off x="827088" y="2276475"/>
                        <a:ext cx="576262" cy="4556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118787" name="Rectangle 3"/>
          <p:cNvSpPr>
            <a:spLocks noGrp="1" noChangeArrowheads="1"/>
          </p:cNvSpPr>
          <p:nvPr>
            <p:ph idx="1"/>
          </p:nvPr>
        </p:nvSpPr>
        <p:spPr>
          <a:xfrm>
            <a:off x="279400" y="571500"/>
            <a:ext cx="8507413" cy="5903913"/>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(3) </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举例</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例</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1</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检验         为约束极值否？</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解：</a:t>
            </a:r>
            <a:r>
              <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①找出起作用约束：</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将点   代入</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g</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中的得：                  </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39940" name="Rectangle 5"/>
          <p:cNvSpPr/>
          <p:nvPr/>
        </p:nvSpPr>
        <p:spPr>
          <a:xfrm>
            <a:off x="0" y="27813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39941" name="Object 4"/>
          <p:cNvGraphicFramePr/>
          <p:nvPr/>
        </p:nvGraphicFramePr>
        <p:xfrm>
          <a:off x="1047750" y="1111250"/>
          <a:ext cx="3435350" cy="1979613"/>
        </p:xfrm>
        <a:graphic>
          <a:graphicData uri="http://schemas.openxmlformats.org/presentationml/2006/ole">
            <mc:AlternateContent xmlns:mc="http://schemas.openxmlformats.org/markup-compatibility/2006">
              <mc:Choice xmlns:v="urn:schemas-microsoft-com:vml" Requires="v">
                <p:oleObj spid="_x0000_s34887" name="" r:id="rId1" imgW="2159000" imgH="1244600" progId="Equation.DSMT4">
                  <p:embed/>
                </p:oleObj>
              </mc:Choice>
              <mc:Fallback>
                <p:oleObj name="" r:id="rId1" imgW="2159000" imgH="1244600" progId="Equation.DSMT4">
                  <p:embed/>
                  <p:pic>
                    <p:nvPicPr>
                      <p:cNvPr id="0" name="图片 3191"/>
                      <p:cNvPicPr/>
                      <p:nvPr/>
                    </p:nvPicPr>
                    <p:blipFill>
                      <a:blip r:embed="rId2"/>
                      <a:stretch>
                        <a:fillRect/>
                      </a:stretch>
                    </p:blipFill>
                    <p:spPr>
                      <a:xfrm>
                        <a:off x="1047750" y="1111250"/>
                        <a:ext cx="3435350" cy="1979613"/>
                      </a:xfrm>
                      <a:prstGeom prst="rect">
                        <a:avLst/>
                      </a:prstGeom>
                      <a:noFill/>
                      <a:ln w="38100">
                        <a:noFill/>
                        <a:miter/>
                      </a:ln>
                    </p:spPr>
                  </p:pic>
                </p:oleObj>
              </mc:Fallback>
            </mc:AlternateContent>
          </a:graphicData>
        </a:graphic>
      </p:graphicFrame>
      <p:sp>
        <p:nvSpPr>
          <p:cNvPr id="39942" name="Rectangle 7"/>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39943" name="Object 6"/>
          <p:cNvGraphicFramePr/>
          <p:nvPr/>
        </p:nvGraphicFramePr>
        <p:xfrm>
          <a:off x="1082675" y="3394075"/>
          <a:ext cx="1006475" cy="963613"/>
        </p:xfrm>
        <a:graphic>
          <a:graphicData uri="http://schemas.openxmlformats.org/presentationml/2006/ole">
            <mc:AlternateContent xmlns:mc="http://schemas.openxmlformats.org/markup-compatibility/2006">
              <mc:Choice xmlns:v="urn:schemas-microsoft-com:vml" Requires="v">
                <p:oleObj spid="_x0000_s34888" name="" r:id="rId3" imgW="634365" imgH="609600" progId="Equation.DSMT4">
                  <p:embed/>
                </p:oleObj>
              </mc:Choice>
              <mc:Fallback>
                <p:oleObj name="" r:id="rId3" imgW="634365" imgH="609600" progId="Equation.DSMT4">
                  <p:embed/>
                  <p:pic>
                    <p:nvPicPr>
                      <p:cNvPr id="0" name="图片 3192"/>
                      <p:cNvPicPr/>
                      <p:nvPr/>
                    </p:nvPicPr>
                    <p:blipFill>
                      <a:blip r:embed="rId4"/>
                      <a:stretch>
                        <a:fillRect/>
                      </a:stretch>
                    </p:blipFill>
                    <p:spPr>
                      <a:xfrm>
                        <a:off x="1082675" y="3394075"/>
                        <a:ext cx="1006475" cy="963613"/>
                      </a:xfrm>
                      <a:prstGeom prst="rect">
                        <a:avLst/>
                      </a:prstGeom>
                      <a:noFill/>
                      <a:ln w="38100">
                        <a:noFill/>
                        <a:miter/>
                      </a:ln>
                    </p:spPr>
                  </p:pic>
                </p:oleObj>
              </mc:Fallback>
            </mc:AlternateContent>
          </a:graphicData>
        </a:graphic>
      </p:graphicFrame>
      <p:sp>
        <p:nvSpPr>
          <p:cNvPr id="39944" name="Rectangle 9"/>
          <p:cNvSpPr/>
          <p:nvPr/>
        </p:nvSpPr>
        <p:spPr>
          <a:xfrm>
            <a:off x="0" y="30861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39945" name="Object 8"/>
          <p:cNvGraphicFramePr/>
          <p:nvPr/>
        </p:nvGraphicFramePr>
        <p:xfrm>
          <a:off x="3723482" y="5013176"/>
          <a:ext cx="1535112" cy="857250"/>
        </p:xfrm>
        <a:graphic>
          <a:graphicData uri="http://schemas.openxmlformats.org/presentationml/2006/ole">
            <mc:AlternateContent xmlns:mc="http://schemas.openxmlformats.org/markup-compatibility/2006">
              <mc:Choice xmlns:v="urn:schemas-microsoft-com:vml" Requires="v">
                <p:oleObj spid="_x0000_s34889" name="" r:id="rId5" imgW="914400" imgH="609600" progId="Equation.DSMT4">
                  <p:embed/>
                </p:oleObj>
              </mc:Choice>
              <mc:Fallback>
                <p:oleObj name="" r:id="rId5" imgW="914400" imgH="609600" progId="Equation.DSMT4">
                  <p:embed/>
                  <p:pic>
                    <p:nvPicPr>
                      <p:cNvPr id="0" name="图片 3202"/>
                      <p:cNvPicPr/>
                      <p:nvPr/>
                    </p:nvPicPr>
                    <p:blipFill>
                      <a:blip r:embed="rId6"/>
                      <a:stretch>
                        <a:fillRect/>
                      </a:stretch>
                    </p:blipFill>
                    <p:spPr>
                      <a:xfrm>
                        <a:off x="3723482" y="5013176"/>
                        <a:ext cx="1535112" cy="857250"/>
                      </a:xfrm>
                      <a:prstGeom prst="rect">
                        <a:avLst/>
                      </a:prstGeom>
                      <a:noFill/>
                      <a:ln w="38100">
                        <a:noFill/>
                        <a:miter/>
                      </a:ln>
                    </p:spPr>
                  </p:pic>
                </p:oleObj>
              </mc:Fallback>
            </mc:AlternateContent>
          </a:graphicData>
        </a:graphic>
      </p:graphicFrame>
      <p:sp>
        <p:nvSpPr>
          <p:cNvPr id="39946" name="Rectangle 11"/>
          <p:cNvSpPr/>
          <p:nvPr/>
        </p:nvSpPr>
        <p:spPr>
          <a:xfrm>
            <a:off x="0" y="32766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39947" name="Object 10"/>
          <p:cNvGraphicFramePr/>
          <p:nvPr/>
        </p:nvGraphicFramePr>
        <p:xfrm>
          <a:off x="3719513" y="5878513"/>
          <a:ext cx="4598987" cy="420687"/>
        </p:xfrm>
        <a:graphic>
          <a:graphicData uri="http://schemas.openxmlformats.org/presentationml/2006/ole">
            <mc:AlternateContent xmlns:mc="http://schemas.openxmlformats.org/markup-compatibility/2006">
              <mc:Choice xmlns:v="urn:schemas-microsoft-com:vml" Requires="v">
                <p:oleObj spid="_x0000_s34890" name="" r:id="rId7" imgW="2576830" imgH="292100" progId="Equation.DSMT4">
                  <p:embed/>
                </p:oleObj>
              </mc:Choice>
              <mc:Fallback>
                <p:oleObj name="" r:id="rId7" imgW="2576830" imgH="292100" progId="Equation.DSMT4">
                  <p:embed/>
                  <p:pic>
                    <p:nvPicPr>
                      <p:cNvPr id="0" name="图片 3203"/>
                      <p:cNvPicPr/>
                      <p:nvPr/>
                    </p:nvPicPr>
                    <p:blipFill>
                      <a:blip r:embed="rId8"/>
                      <a:stretch>
                        <a:fillRect/>
                      </a:stretch>
                    </p:blipFill>
                    <p:spPr>
                      <a:xfrm>
                        <a:off x="3719513" y="5878513"/>
                        <a:ext cx="4598987" cy="420687"/>
                      </a:xfrm>
                      <a:prstGeom prst="rect">
                        <a:avLst/>
                      </a:prstGeom>
                      <a:noFill/>
                      <a:ln w="38100">
                        <a:noFill/>
                        <a:miter/>
                      </a:ln>
                    </p:spPr>
                  </p:pic>
                </p:oleObj>
              </mc:Fallback>
            </mc:AlternateContent>
          </a:graphicData>
        </a:graphic>
      </p:graphicFrame>
      <p:sp>
        <p:nvSpPr>
          <p:cNvPr id="39948" name="Rectangle 12"/>
          <p:cNvSpPr/>
          <p:nvPr/>
        </p:nvSpPr>
        <p:spPr>
          <a:xfrm>
            <a:off x="5418138" y="4956175"/>
            <a:ext cx="3343275" cy="792163"/>
          </a:xfrm>
          <a:prstGeom prst="rect">
            <a:avLst/>
          </a:prstGeom>
          <a:noFill/>
          <a:ln w="9525">
            <a:noFill/>
          </a:ln>
        </p:spPr>
        <p:txBody>
          <a:bodyPr wrap="none" anchor="ct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dirty="0">
                <a:latin typeface="黑体" panose="02010609060101010101" pitchFamily="49" charset="-122"/>
                <a:ea typeface="黑体" panose="02010609060101010101" pitchFamily="49" charset="-122"/>
              </a:rPr>
              <a:t>临了“</a:t>
            </a:r>
            <a:r>
              <a:rPr lang="en-US" altLang="zh-CN" sz="2400" dirty="0">
                <a:latin typeface="黑体" panose="02010609060101010101" pitchFamily="49" charset="-122"/>
                <a:ea typeface="黑体" panose="02010609060101010101" pitchFamily="49" charset="-122"/>
              </a:rPr>
              <a:t>0</a:t>
            </a:r>
            <a:r>
              <a:rPr lang="zh-CN" altLang="en-US" sz="2400" dirty="0">
                <a:latin typeface="黑体" panose="02010609060101010101" pitchFamily="49" charset="-122"/>
                <a:ea typeface="黑体" panose="02010609060101010101" pitchFamily="49" charset="-122"/>
              </a:rPr>
              <a:t>”界，</a:t>
            </a:r>
            <a:endParaRPr lang="zh-CN" altLang="en-US" sz="2400" dirty="0">
              <a:latin typeface="黑体" panose="02010609060101010101" pitchFamily="49" charset="-122"/>
              <a:ea typeface="黑体" panose="02010609060101010101" pitchFamily="49" charset="-122"/>
            </a:endParaRPr>
          </a:p>
          <a:p>
            <a:pPr marL="0" lvl="0" indent="0" eaLnBrk="1" hangingPunct="1">
              <a:spcBef>
                <a:spcPct val="0"/>
              </a:spcBef>
              <a:buNone/>
            </a:pPr>
            <a:r>
              <a:rPr lang="zh-CN" altLang="en-US" sz="2400" dirty="0">
                <a:latin typeface="黑体" panose="02010609060101010101" pitchFamily="49" charset="-122"/>
                <a:ea typeface="黑体" panose="02010609060101010101" pitchFamily="49" charset="-122"/>
              </a:rPr>
              <a:t>是起作用的约束</a:t>
            </a:r>
            <a:endParaRPr lang="zh-CN" altLang="en-US" sz="2400" dirty="0">
              <a:latin typeface="黑体" panose="02010609060101010101" pitchFamily="49" charset="-122"/>
              <a:ea typeface="黑体" panose="02010609060101010101" pitchFamily="49" charset="-122"/>
            </a:endParaRPr>
          </a:p>
        </p:txBody>
      </p:sp>
      <p:sp>
        <p:nvSpPr>
          <p:cNvPr id="39949"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39950" name="Object 13"/>
          <p:cNvGraphicFramePr/>
          <p:nvPr/>
        </p:nvGraphicFramePr>
        <p:xfrm>
          <a:off x="1403350" y="4987925"/>
          <a:ext cx="242888" cy="400050"/>
        </p:xfrm>
        <a:graphic>
          <a:graphicData uri="http://schemas.openxmlformats.org/presentationml/2006/ole">
            <mc:AlternateContent xmlns:mc="http://schemas.openxmlformats.org/markup-compatibility/2006">
              <mc:Choice xmlns:v="urn:schemas-microsoft-com:vml" Requires="v">
                <p:oleObj spid="_x0000_s34891" name="" r:id="rId9" imgW="152400" imgH="254000" progId="Equation.DSMT4">
                  <p:embed/>
                </p:oleObj>
              </mc:Choice>
              <mc:Fallback>
                <p:oleObj name="" r:id="rId9" imgW="152400" imgH="254000" progId="Equation.DSMT4">
                  <p:embed/>
                  <p:pic>
                    <p:nvPicPr>
                      <p:cNvPr id="0" name="图片 3197"/>
                      <p:cNvPicPr/>
                      <p:nvPr/>
                    </p:nvPicPr>
                    <p:blipFill>
                      <a:blip r:embed="rId10"/>
                      <a:stretch>
                        <a:fillRect/>
                      </a:stretch>
                    </p:blipFill>
                    <p:spPr>
                      <a:xfrm>
                        <a:off x="1403350" y="4987925"/>
                        <a:ext cx="242888" cy="400050"/>
                      </a:xfrm>
                      <a:prstGeom prst="rect">
                        <a:avLst/>
                      </a:prstGeom>
                      <a:noFill/>
                      <a:ln w="38100">
                        <a:noFill/>
                        <a:miter/>
                      </a:ln>
                    </p:spPr>
                  </p:pic>
                </p:oleObj>
              </mc:Fallback>
            </mc:AlternateContent>
          </a:graphicData>
        </a:graphic>
      </p:graphicFrame>
      <p:pic>
        <p:nvPicPr>
          <p:cNvPr id="39951" name="图片 1" descr="367"/>
          <p:cNvPicPr>
            <a:picLocks noChangeAspect="1"/>
          </p:cNvPicPr>
          <p:nvPr/>
        </p:nvPicPr>
        <p:blipFill>
          <a:blip r:embed="rId11"/>
          <a:stretch>
            <a:fillRect/>
          </a:stretch>
        </p:blipFill>
        <p:spPr>
          <a:xfrm>
            <a:off x="4491038" y="536575"/>
            <a:ext cx="4370387" cy="3517900"/>
          </a:xfrm>
          <a:prstGeom prst="rect">
            <a:avLst/>
          </a:prstGeom>
          <a:noFill/>
          <a:ln w="9525">
            <a:noFill/>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p:cNvSpPr>
          <p:nvPr>
            <p:ph type="body" sz="half" idx="1"/>
          </p:nvPr>
        </p:nvSpPr>
        <p:spPr>
          <a:xfrm>
            <a:off x="295275" y="588963"/>
            <a:ext cx="8569325" cy="5360987"/>
          </a:xfrm>
        </p:spPr>
        <p:txBody>
          <a:bodyPr vert="horz" wrap="square" lIns="91440" tIns="45720" rIns="91440" bIns="45720" anchor="t"/>
          <a:lstStyle/>
          <a:p>
            <a:pPr eaLnBrk="1" hangingPunct="1">
              <a:buClrTx/>
              <a:buSzTx/>
              <a:buFontTx/>
              <a:buNone/>
            </a:pPr>
            <a:r>
              <a:rPr lang="zh-CN" altLang="en-US" sz="2400" dirty="0">
                <a:solidFill>
                  <a:srgbClr val="FF0000"/>
                </a:solidFill>
                <a:latin typeface="黑体" panose="02010609060101010101" pitchFamily="49" charset="-122"/>
                <a:ea typeface="黑体" panose="02010609060101010101" pitchFamily="49" charset="-122"/>
                <a:sym typeface="+mn-ea"/>
              </a:rPr>
              <a:t>②求：</a:t>
            </a:r>
            <a:endParaRPr lang="zh-CN" altLang="en-US" sz="2400" dirty="0">
              <a:solidFill>
                <a:srgbClr val="FF0000"/>
              </a:solidFill>
              <a:latin typeface="黑体" panose="02010609060101010101" pitchFamily="49" charset="-122"/>
              <a:ea typeface="黑体" panose="02010609060101010101" pitchFamily="49" charset="-122"/>
              <a:sym typeface="+mn-ea"/>
            </a:endParaRPr>
          </a:p>
          <a:p>
            <a:pPr eaLnBrk="1" hangingPunct="1">
              <a:buClrTx/>
              <a:buSzTx/>
              <a:buFontTx/>
              <a:buNone/>
            </a:pPr>
            <a:endParaRPr lang="zh-CN" altLang="en-US" sz="2400" dirty="0">
              <a:latin typeface="黑体" panose="02010609060101010101" pitchFamily="49" charset="-122"/>
              <a:ea typeface="黑体" panose="02010609060101010101" pitchFamily="49" charset="-122"/>
              <a:sym typeface="+mn-ea"/>
            </a:endParaRPr>
          </a:p>
          <a:p>
            <a:pPr eaLnBrk="1" hangingPunct="1">
              <a:buClrTx/>
              <a:buSzTx/>
              <a:buFontTx/>
              <a:buNone/>
            </a:pPr>
            <a:endParaRPr lang="zh-CN" altLang="en-US" sz="2400" dirty="0">
              <a:latin typeface="黑体" panose="02010609060101010101" pitchFamily="49" charset="-122"/>
              <a:ea typeface="黑体" panose="02010609060101010101" pitchFamily="49" charset="-122"/>
              <a:sym typeface="+mn-ea"/>
            </a:endParaRPr>
          </a:p>
          <a:p>
            <a:pPr eaLnBrk="1" hangingPunct="1">
              <a:buClrTx/>
              <a:buSzTx/>
              <a:buFontTx/>
              <a:buNone/>
            </a:pPr>
            <a:endParaRPr lang="zh-CN" altLang="en-US" sz="2400" dirty="0">
              <a:latin typeface="黑体" panose="02010609060101010101" pitchFamily="49" charset="-122"/>
              <a:ea typeface="黑体" panose="02010609060101010101" pitchFamily="49" charset="-122"/>
              <a:sym typeface="+mn-ea"/>
            </a:endParaRPr>
          </a:p>
          <a:p>
            <a:pPr eaLnBrk="1" hangingPunct="1">
              <a:buClrTx/>
              <a:buSzTx/>
              <a:buFontTx/>
              <a:buNone/>
            </a:pPr>
            <a:r>
              <a:rPr lang="zh-CN" altLang="en-US" sz="2400" dirty="0">
                <a:solidFill>
                  <a:srgbClr val="FF0000"/>
                </a:solidFill>
                <a:latin typeface="黑体" panose="02010609060101010101" pitchFamily="49" charset="-122"/>
                <a:ea typeface="黑体" panose="02010609060101010101" pitchFamily="49" charset="-122"/>
                <a:sym typeface="+mn-ea"/>
              </a:rPr>
              <a:t>③根据</a:t>
            </a:r>
            <a:r>
              <a:rPr lang="en-US" altLang="zh-CN" sz="2400" dirty="0">
                <a:solidFill>
                  <a:srgbClr val="FF0000"/>
                </a:solidFill>
                <a:latin typeface="黑体" panose="02010609060101010101" pitchFamily="49" charset="-122"/>
                <a:ea typeface="黑体" panose="02010609060101010101" pitchFamily="49" charset="-122"/>
              </a:rPr>
              <a:t>K-T</a:t>
            </a:r>
            <a:r>
              <a:rPr lang="en-US" altLang="en-US" sz="2400" dirty="0">
                <a:solidFill>
                  <a:srgbClr val="FF0000"/>
                </a:solidFill>
                <a:latin typeface="黑体" panose="02010609060101010101" pitchFamily="49" charset="-122"/>
                <a:ea typeface="黑体" panose="02010609060101010101" pitchFamily="49" charset="-122"/>
              </a:rPr>
              <a:t>条件列方程：</a:t>
            </a:r>
            <a:endParaRPr lang="en-US" altLang="en-US" sz="2400" dirty="0">
              <a:solidFill>
                <a:srgbClr val="FF0000"/>
              </a:solidFill>
              <a:latin typeface="黑体" panose="02010609060101010101" pitchFamily="49" charset="-122"/>
              <a:ea typeface="黑体" panose="02010609060101010101" pitchFamily="49" charset="-122"/>
            </a:endParaRPr>
          </a:p>
          <a:p>
            <a:pPr eaLnBrk="1" hangingPunct="1">
              <a:buClrTx/>
              <a:buSzTx/>
              <a:buFontTx/>
              <a:buNone/>
            </a:pPr>
            <a:r>
              <a:rPr lang="en-US" altLang="en-US" sz="2400" dirty="0">
                <a:latin typeface="黑体" panose="02010609060101010101" pitchFamily="49" charset="-122"/>
                <a:ea typeface="黑体" panose="02010609060101010101" pitchFamily="49" charset="-122"/>
              </a:rPr>
              <a:t>   </a:t>
            </a:r>
            <a:endParaRPr lang="en-US" altLang="en-US" sz="2400" dirty="0">
              <a:latin typeface="黑体" panose="02010609060101010101" pitchFamily="49" charset="-122"/>
              <a:ea typeface="黑体" panose="02010609060101010101" pitchFamily="49" charset="-122"/>
            </a:endParaRPr>
          </a:p>
          <a:p>
            <a:pPr eaLnBrk="1" hangingPunct="1">
              <a:buClrTx/>
              <a:buSzTx/>
              <a:buFontTx/>
              <a:buNone/>
            </a:pPr>
            <a:r>
              <a:rPr lang="en-US" altLang="en-US" sz="2400" dirty="0">
                <a:latin typeface="黑体" panose="02010609060101010101" pitchFamily="49" charset="-122"/>
                <a:ea typeface="黑体" panose="02010609060101010101" pitchFamily="49" charset="-122"/>
              </a:rPr>
              <a:t>               解得：</a:t>
            </a:r>
            <a:endParaRPr lang="en-US" altLang="en-US" sz="2400" dirty="0">
              <a:latin typeface="黑体" panose="02010609060101010101" pitchFamily="49" charset="-122"/>
              <a:ea typeface="黑体" panose="02010609060101010101" pitchFamily="49" charset="-122"/>
            </a:endParaRPr>
          </a:p>
          <a:p>
            <a:pPr eaLnBrk="1" hangingPunct="1">
              <a:buClrTx/>
              <a:buSzTx/>
              <a:buFontTx/>
              <a:buNone/>
            </a:pPr>
            <a:endParaRPr lang="en-US" altLang="en-US" sz="2400" dirty="0">
              <a:latin typeface="黑体" panose="02010609060101010101" pitchFamily="49" charset="-122"/>
              <a:ea typeface="黑体" panose="02010609060101010101" pitchFamily="49" charset="-122"/>
            </a:endParaRPr>
          </a:p>
          <a:p>
            <a:pPr eaLnBrk="1" hangingPunct="1">
              <a:buClrTx/>
              <a:buSzTx/>
              <a:buFontTx/>
              <a:buNone/>
            </a:pPr>
            <a:endParaRPr lang="en-US" altLang="en-US" sz="2400" dirty="0">
              <a:latin typeface="黑体" panose="02010609060101010101" pitchFamily="49" charset="-122"/>
              <a:ea typeface="黑体" panose="02010609060101010101" pitchFamily="49" charset="-122"/>
            </a:endParaRPr>
          </a:p>
          <a:p>
            <a:pPr eaLnBrk="1" hangingPunct="1">
              <a:buClrTx/>
              <a:buSzTx/>
              <a:buFontTx/>
              <a:buNone/>
            </a:pPr>
            <a:r>
              <a:rPr lang="en-US" altLang="en-US" sz="2400" dirty="0">
                <a:latin typeface="黑体" panose="02010609060101010101" pitchFamily="49" charset="-122"/>
                <a:ea typeface="黑体" panose="02010609060101010101" pitchFamily="49" charset="-122"/>
              </a:rPr>
              <a:t>∴         点是约束极值点。</a:t>
            </a:r>
            <a:endParaRPr lang="en-US" altLang="en-US" sz="2400" dirty="0">
              <a:latin typeface="黑体" panose="02010609060101010101" pitchFamily="49" charset="-122"/>
              <a:ea typeface="黑体" panose="02010609060101010101" pitchFamily="49" charset="-122"/>
            </a:endParaRPr>
          </a:p>
          <a:p>
            <a:pPr eaLnBrk="1" hangingPunct="1">
              <a:buClrTx/>
              <a:buSzTx/>
              <a:buFontTx/>
              <a:buNone/>
            </a:pPr>
            <a:endParaRPr lang="en-US" altLang="en-US" sz="2400" dirty="0">
              <a:latin typeface="黑体" panose="02010609060101010101" pitchFamily="49" charset="-122"/>
              <a:ea typeface="黑体" panose="02010609060101010101" pitchFamily="49" charset="-122"/>
            </a:endParaRPr>
          </a:p>
        </p:txBody>
      </p:sp>
      <p:graphicFrame>
        <p:nvGraphicFramePr>
          <p:cNvPr id="40963" name="Object 8"/>
          <p:cNvGraphicFramePr/>
          <p:nvPr/>
        </p:nvGraphicFramePr>
        <p:xfrm>
          <a:off x="3563938" y="3213100"/>
          <a:ext cx="1439862" cy="873125"/>
        </p:xfrm>
        <a:graphic>
          <a:graphicData uri="http://schemas.openxmlformats.org/presentationml/2006/ole">
            <mc:AlternateContent xmlns:mc="http://schemas.openxmlformats.org/markup-compatibility/2006">
              <mc:Choice xmlns:v="urn:schemas-microsoft-com:vml" Requires="v">
                <p:oleObj spid="_x0000_s35983" name="" r:id="rId1" imgW="786765" imgH="584200" progId="Equation.DSMT4">
                  <p:embed/>
                </p:oleObj>
              </mc:Choice>
              <mc:Fallback>
                <p:oleObj name="" r:id="rId1" imgW="786765" imgH="584200" progId="Equation.DSMT4">
                  <p:embed/>
                  <p:pic>
                    <p:nvPicPr>
                      <p:cNvPr id="0" name="图片 3198"/>
                      <p:cNvPicPr/>
                      <p:nvPr/>
                    </p:nvPicPr>
                    <p:blipFill>
                      <a:blip r:embed="rId2"/>
                      <a:stretch>
                        <a:fillRect/>
                      </a:stretch>
                    </p:blipFill>
                    <p:spPr>
                      <a:xfrm>
                        <a:off x="3563938" y="3213100"/>
                        <a:ext cx="1439862" cy="873125"/>
                      </a:xfrm>
                      <a:prstGeom prst="rect">
                        <a:avLst/>
                      </a:prstGeom>
                      <a:noFill/>
                      <a:ln w="38100">
                        <a:noFill/>
                        <a:miter/>
                      </a:ln>
                    </p:spPr>
                  </p:pic>
                </p:oleObj>
              </mc:Fallback>
            </mc:AlternateContent>
          </a:graphicData>
        </a:graphic>
      </p:graphicFrame>
      <p:sp>
        <p:nvSpPr>
          <p:cNvPr id="40964"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40965" name="Rectangle 5"/>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0966" name="Object 4"/>
          <p:cNvGraphicFramePr/>
          <p:nvPr/>
        </p:nvGraphicFramePr>
        <p:xfrm>
          <a:off x="3563888" y="2204864"/>
          <a:ext cx="3240088" cy="836612"/>
        </p:xfrm>
        <a:graphic>
          <a:graphicData uri="http://schemas.openxmlformats.org/presentationml/2006/ole">
            <mc:AlternateContent xmlns:mc="http://schemas.openxmlformats.org/markup-compatibility/2006">
              <mc:Choice xmlns:v="urn:schemas-microsoft-com:vml" Requires="v">
                <p:oleObj spid="_x0000_s35984" name="" r:id="rId3" imgW="2005965" imgH="609600" progId="Equation.DSMT4">
                  <p:embed/>
                </p:oleObj>
              </mc:Choice>
              <mc:Fallback>
                <p:oleObj name="" r:id="rId3" imgW="2005965" imgH="609600" progId="Equation.DSMT4">
                  <p:embed/>
                  <p:pic>
                    <p:nvPicPr>
                      <p:cNvPr id="0" name="图片 3199"/>
                      <p:cNvPicPr/>
                      <p:nvPr/>
                    </p:nvPicPr>
                    <p:blipFill>
                      <a:blip r:embed="rId4"/>
                      <a:stretch>
                        <a:fillRect/>
                      </a:stretch>
                    </p:blipFill>
                    <p:spPr>
                      <a:xfrm>
                        <a:off x="3563888" y="2204864"/>
                        <a:ext cx="3240088" cy="836612"/>
                      </a:xfrm>
                      <a:prstGeom prst="rect">
                        <a:avLst/>
                      </a:prstGeom>
                      <a:noFill/>
                      <a:ln w="38100">
                        <a:noFill/>
                        <a:miter/>
                      </a:ln>
                    </p:spPr>
                  </p:pic>
                </p:oleObj>
              </mc:Fallback>
            </mc:AlternateContent>
          </a:graphicData>
        </a:graphic>
      </p:graphicFrame>
      <p:sp>
        <p:nvSpPr>
          <p:cNvPr id="40967" name="Rectangle 7"/>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0968" name="Object 6"/>
          <p:cNvGraphicFramePr/>
          <p:nvPr/>
        </p:nvGraphicFramePr>
        <p:xfrm>
          <a:off x="611560" y="3138488"/>
          <a:ext cx="1800225" cy="884237"/>
        </p:xfrm>
        <a:graphic>
          <a:graphicData uri="http://schemas.openxmlformats.org/presentationml/2006/ole">
            <mc:AlternateContent xmlns:mc="http://schemas.openxmlformats.org/markup-compatibility/2006">
              <mc:Choice xmlns:v="urn:schemas-microsoft-com:vml" Requires="v">
                <p:oleObj spid="_x0000_s35985" name="Equation" r:id="rId5" imgW="1002665" imgH="609600" progId="Equation.DSMT4">
                  <p:embed/>
                </p:oleObj>
              </mc:Choice>
              <mc:Fallback>
                <p:oleObj name="Equation" r:id="rId5" imgW="1002665" imgH="609600" progId="Equation.DSMT4">
                  <p:embed/>
                  <p:pic>
                    <p:nvPicPr>
                      <p:cNvPr id="0" name="图片 3196"/>
                      <p:cNvPicPr/>
                      <p:nvPr/>
                    </p:nvPicPr>
                    <p:blipFill>
                      <a:blip r:embed="rId6"/>
                      <a:stretch>
                        <a:fillRect/>
                      </a:stretch>
                    </p:blipFill>
                    <p:spPr>
                      <a:xfrm>
                        <a:off x="611560" y="3138488"/>
                        <a:ext cx="1800225" cy="884237"/>
                      </a:xfrm>
                      <a:prstGeom prst="rect">
                        <a:avLst/>
                      </a:prstGeom>
                      <a:noFill/>
                      <a:ln w="38100">
                        <a:noFill/>
                        <a:miter/>
                      </a:ln>
                    </p:spPr>
                  </p:pic>
                </p:oleObj>
              </mc:Fallback>
            </mc:AlternateContent>
          </a:graphicData>
        </a:graphic>
      </p:graphicFrame>
      <p:sp>
        <p:nvSpPr>
          <p:cNvPr id="40969" name="Rectangle 9"/>
          <p:cNvSpPr/>
          <p:nvPr/>
        </p:nvSpPr>
        <p:spPr>
          <a:xfrm>
            <a:off x="0" y="31384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40970" name="Rectangle 11"/>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0971" name="Object 10"/>
          <p:cNvGraphicFramePr/>
          <p:nvPr/>
        </p:nvGraphicFramePr>
        <p:xfrm>
          <a:off x="684213" y="4221163"/>
          <a:ext cx="1152525" cy="1101725"/>
        </p:xfrm>
        <a:graphic>
          <a:graphicData uri="http://schemas.openxmlformats.org/presentationml/2006/ole">
            <mc:AlternateContent xmlns:mc="http://schemas.openxmlformats.org/markup-compatibility/2006">
              <mc:Choice xmlns:v="urn:schemas-microsoft-com:vml" Requires="v">
                <p:oleObj spid="_x0000_s35986" name="" r:id="rId7" imgW="634365" imgH="609600" progId="Equation.DSMT4">
                  <p:embed/>
                </p:oleObj>
              </mc:Choice>
              <mc:Fallback>
                <p:oleObj name="" r:id="rId7" imgW="634365" imgH="609600" progId="Equation.DSMT4">
                  <p:embed/>
                  <p:pic>
                    <p:nvPicPr>
                      <p:cNvPr id="0" name="图片 3200"/>
                      <p:cNvPicPr/>
                      <p:nvPr/>
                    </p:nvPicPr>
                    <p:blipFill>
                      <a:blip r:embed="rId8"/>
                      <a:stretch>
                        <a:fillRect/>
                      </a:stretch>
                    </p:blipFill>
                    <p:spPr>
                      <a:xfrm>
                        <a:off x="684213" y="4221163"/>
                        <a:ext cx="1152525" cy="1101725"/>
                      </a:xfrm>
                      <a:prstGeom prst="rect">
                        <a:avLst/>
                      </a:prstGeom>
                      <a:noFill/>
                      <a:ln w="38100">
                        <a:noFill/>
                        <a:miter/>
                      </a:ln>
                    </p:spPr>
                  </p:pic>
                </p:oleObj>
              </mc:Fallback>
            </mc:AlternateContent>
          </a:graphicData>
        </a:graphic>
      </p:graphicFrame>
      <p:sp>
        <p:nvSpPr>
          <p:cNvPr id="40972"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40973" name="Object 12"/>
          <p:cNvGraphicFramePr/>
          <p:nvPr/>
        </p:nvGraphicFramePr>
        <p:xfrm>
          <a:off x="1244600" y="639763"/>
          <a:ext cx="760413" cy="409575"/>
        </p:xfrm>
        <a:graphic>
          <a:graphicData uri="http://schemas.openxmlformats.org/presentationml/2006/ole">
            <mc:AlternateContent xmlns:mc="http://schemas.openxmlformats.org/markup-compatibility/2006">
              <mc:Choice xmlns:v="urn:schemas-microsoft-com:vml" Requires="v">
                <p:oleObj spid="_x0000_s35987" name="" r:id="rId9" imgW="584200" imgH="304800" progId="Equation.DSMT4">
                  <p:embed/>
                </p:oleObj>
              </mc:Choice>
              <mc:Fallback>
                <p:oleObj name="" r:id="rId9" imgW="584200" imgH="304800" progId="Equation.DSMT4">
                  <p:embed/>
                  <p:pic>
                    <p:nvPicPr>
                      <p:cNvPr id="0" name="图片 3204"/>
                      <p:cNvPicPr/>
                      <p:nvPr/>
                    </p:nvPicPr>
                    <p:blipFill>
                      <a:blip r:embed="rId10"/>
                      <a:stretch>
                        <a:fillRect/>
                      </a:stretch>
                    </p:blipFill>
                    <p:spPr>
                      <a:xfrm>
                        <a:off x="1244600" y="639763"/>
                        <a:ext cx="760413" cy="409575"/>
                      </a:xfrm>
                      <a:prstGeom prst="rect">
                        <a:avLst/>
                      </a:prstGeom>
                      <a:noFill/>
                      <a:ln w="38100">
                        <a:noFill/>
                        <a:miter/>
                      </a:ln>
                    </p:spPr>
                  </p:pic>
                </p:oleObj>
              </mc:Fallback>
            </mc:AlternateContent>
          </a:graphicData>
        </a:graphic>
      </p:graphicFrame>
      <p:graphicFrame>
        <p:nvGraphicFramePr>
          <p:cNvPr id="40974" name="Object 13"/>
          <p:cNvGraphicFramePr/>
          <p:nvPr/>
        </p:nvGraphicFramePr>
        <p:xfrm>
          <a:off x="2224088" y="639763"/>
          <a:ext cx="793750" cy="425450"/>
        </p:xfrm>
        <a:graphic>
          <a:graphicData uri="http://schemas.openxmlformats.org/presentationml/2006/ole">
            <mc:AlternateContent xmlns:mc="http://schemas.openxmlformats.org/markup-compatibility/2006">
              <mc:Choice xmlns:v="urn:schemas-microsoft-com:vml" Requires="v">
                <p:oleObj spid="_x0000_s35988" name="" r:id="rId11" imgW="609600" imgH="316865" progId="Equation.DSMT4">
                  <p:embed/>
                </p:oleObj>
              </mc:Choice>
              <mc:Fallback>
                <p:oleObj name="" r:id="rId11" imgW="609600" imgH="316865" progId="Equation.DSMT4">
                  <p:embed/>
                  <p:pic>
                    <p:nvPicPr>
                      <p:cNvPr id="0" name="图片 3201"/>
                      <p:cNvPicPr/>
                      <p:nvPr/>
                    </p:nvPicPr>
                    <p:blipFill>
                      <a:blip r:embed="rId12"/>
                      <a:stretch>
                        <a:fillRect/>
                      </a:stretch>
                    </p:blipFill>
                    <p:spPr>
                      <a:xfrm>
                        <a:off x="2224088" y="639763"/>
                        <a:ext cx="793750" cy="425450"/>
                      </a:xfrm>
                      <a:prstGeom prst="rect">
                        <a:avLst/>
                      </a:prstGeom>
                      <a:noFill/>
                      <a:ln w="38100">
                        <a:noFill/>
                        <a:miter/>
                      </a:ln>
                    </p:spPr>
                  </p:pic>
                </p:oleObj>
              </mc:Fallback>
            </mc:AlternateContent>
          </a:graphicData>
        </a:graphic>
      </p:graphicFrame>
      <p:graphicFrame>
        <p:nvGraphicFramePr>
          <p:cNvPr id="40975" name="Object 14"/>
          <p:cNvGraphicFramePr/>
          <p:nvPr/>
        </p:nvGraphicFramePr>
        <p:xfrm>
          <a:off x="3268663" y="639763"/>
          <a:ext cx="825500" cy="425450"/>
        </p:xfrm>
        <a:graphic>
          <a:graphicData uri="http://schemas.openxmlformats.org/presentationml/2006/ole">
            <mc:AlternateContent xmlns:mc="http://schemas.openxmlformats.org/markup-compatibility/2006">
              <mc:Choice xmlns:v="urn:schemas-microsoft-com:vml" Requires="v">
                <p:oleObj spid="_x0000_s35989" name="" r:id="rId13" imgW="634365" imgH="316865" progId="Equation.DSMT4">
                  <p:embed/>
                </p:oleObj>
              </mc:Choice>
              <mc:Fallback>
                <p:oleObj name="" r:id="rId13" imgW="634365" imgH="316865" progId="Equation.DSMT4">
                  <p:embed/>
                  <p:pic>
                    <p:nvPicPr>
                      <p:cNvPr id="0" name="图片 3193"/>
                      <p:cNvPicPr/>
                      <p:nvPr/>
                    </p:nvPicPr>
                    <p:blipFill>
                      <a:blip r:embed="rId14"/>
                      <a:stretch>
                        <a:fillRect/>
                      </a:stretch>
                    </p:blipFill>
                    <p:spPr>
                      <a:xfrm>
                        <a:off x="3268663" y="639763"/>
                        <a:ext cx="825500" cy="425450"/>
                      </a:xfrm>
                      <a:prstGeom prst="rect">
                        <a:avLst/>
                      </a:prstGeom>
                      <a:noFill/>
                      <a:ln w="38100">
                        <a:noFill/>
                        <a:miter/>
                      </a:ln>
                    </p:spPr>
                  </p:pic>
                </p:oleObj>
              </mc:Fallback>
            </mc:AlternateContent>
          </a:graphicData>
        </a:graphic>
      </p:graphicFrame>
      <p:graphicFrame>
        <p:nvGraphicFramePr>
          <p:cNvPr id="40976" name="对象 1"/>
          <p:cNvGraphicFramePr/>
          <p:nvPr/>
        </p:nvGraphicFramePr>
        <p:xfrm>
          <a:off x="684213" y="1196975"/>
          <a:ext cx="2808287" cy="884238"/>
        </p:xfrm>
        <a:graphic>
          <a:graphicData uri="http://schemas.openxmlformats.org/presentationml/2006/ole">
            <mc:AlternateContent xmlns:mc="http://schemas.openxmlformats.org/markup-compatibility/2006">
              <mc:Choice xmlns:v="urn:schemas-microsoft-com:vml" Requires="v">
                <p:oleObj spid="_x0000_s35990" name="" r:id="rId15" imgW="2806700" imgH="1193800" progId="Equation.DSMT4">
                  <p:embed/>
                </p:oleObj>
              </mc:Choice>
              <mc:Fallback>
                <p:oleObj name="" r:id="rId15" imgW="2806700" imgH="1193800" progId="Equation.DSMT4">
                  <p:embed/>
                  <p:pic>
                    <p:nvPicPr>
                      <p:cNvPr id="0" name="图片 3194"/>
                      <p:cNvPicPr/>
                      <p:nvPr/>
                    </p:nvPicPr>
                    <p:blipFill>
                      <a:blip r:embed="rId16"/>
                      <a:stretch>
                        <a:fillRect/>
                      </a:stretch>
                    </p:blipFill>
                    <p:spPr>
                      <a:xfrm>
                        <a:off x="684213" y="1196975"/>
                        <a:ext cx="2808287" cy="884238"/>
                      </a:xfrm>
                      <a:prstGeom prst="rect">
                        <a:avLst/>
                      </a:prstGeom>
                      <a:noFill/>
                      <a:ln w="38100">
                        <a:noFill/>
                        <a:miter/>
                      </a:ln>
                    </p:spPr>
                  </p:pic>
                </p:oleObj>
              </mc:Fallback>
            </mc:AlternateContent>
          </a:graphicData>
        </a:graphic>
      </p:graphicFrame>
      <p:graphicFrame>
        <p:nvGraphicFramePr>
          <p:cNvPr id="40977" name="对象 20"/>
          <p:cNvGraphicFramePr/>
          <p:nvPr/>
        </p:nvGraphicFramePr>
        <p:xfrm>
          <a:off x="3929063" y="1196975"/>
          <a:ext cx="2082800" cy="863600"/>
        </p:xfrm>
        <a:graphic>
          <a:graphicData uri="http://schemas.openxmlformats.org/presentationml/2006/ole">
            <mc:AlternateContent xmlns:mc="http://schemas.openxmlformats.org/markup-compatibility/2006">
              <mc:Choice xmlns:v="urn:schemas-microsoft-com:vml" Requires="v">
                <p:oleObj spid="_x0000_s35991" name="Equation" r:id="rId17" imgW="54864000" imgH="28651200" progId="Equation.DSMT4">
                  <p:embed/>
                </p:oleObj>
              </mc:Choice>
              <mc:Fallback>
                <p:oleObj name="Equation" r:id="rId17" imgW="54864000" imgH="28651200" progId="Equation.DSMT4">
                  <p:embed/>
                  <p:pic>
                    <p:nvPicPr>
                      <p:cNvPr id="0" name="图片 3205"/>
                      <p:cNvPicPr/>
                      <p:nvPr/>
                    </p:nvPicPr>
                    <p:blipFill>
                      <a:blip r:embed="rId18"/>
                      <a:stretch>
                        <a:fillRect/>
                      </a:stretch>
                    </p:blipFill>
                    <p:spPr>
                      <a:xfrm>
                        <a:off x="3929063" y="1196975"/>
                        <a:ext cx="2082800" cy="863600"/>
                      </a:xfrm>
                      <a:prstGeom prst="rect">
                        <a:avLst/>
                      </a:prstGeom>
                      <a:noFill/>
                      <a:ln w="38100">
                        <a:noFill/>
                        <a:miter/>
                      </a:ln>
                    </p:spPr>
                  </p:pic>
                </p:oleObj>
              </mc:Fallback>
            </mc:AlternateContent>
          </a:graphicData>
        </a:graphic>
      </p:graphicFrame>
      <p:graphicFrame>
        <p:nvGraphicFramePr>
          <p:cNvPr id="40978" name="对象 21"/>
          <p:cNvGraphicFramePr/>
          <p:nvPr/>
        </p:nvGraphicFramePr>
        <p:xfrm>
          <a:off x="6443663" y="1196975"/>
          <a:ext cx="1608137" cy="863600"/>
        </p:xfrm>
        <a:graphic>
          <a:graphicData uri="http://schemas.openxmlformats.org/presentationml/2006/ole">
            <mc:AlternateContent xmlns:mc="http://schemas.openxmlformats.org/markup-compatibility/2006">
              <mc:Choice xmlns:v="urn:schemas-microsoft-com:vml" Requires="v">
                <p:oleObj spid="_x0000_s35992" name="" r:id="rId19" imgW="1765300" imgH="1193800" progId="Equation.DSMT4">
                  <p:embed/>
                </p:oleObj>
              </mc:Choice>
              <mc:Fallback>
                <p:oleObj name="" r:id="rId19" imgW="1765300" imgH="1193800" progId="Equation.DSMT4">
                  <p:embed/>
                  <p:pic>
                    <p:nvPicPr>
                      <p:cNvPr id="0" name="图片 3195"/>
                      <p:cNvPicPr/>
                      <p:nvPr/>
                    </p:nvPicPr>
                    <p:blipFill>
                      <a:blip r:embed="rId20"/>
                      <a:stretch>
                        <a:fillRect/>
                      </a:stretch>
                    </p:blipFill>
                    <p:spPr>
                      <a:xfrm>
                        <a:off x="6443663" y="1196975"/>
                        <a:ext cx="1608137" cy="8636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图片 17"/>
          <p:cNvPicPr>
            <a:picLocks noChangeAspect="1"/>
          </p:cNvPicPr>
          <p:nvPr/>
        </p:nvPicPr>
        <p:blipFill>
          <a:blip r:embed="rId1"/>
          <a:stretch>
            <a:fillRect/>
          </a:stretch>
        </p:blipFill>
        <p:spPr>
          <a:xfrm>
            <a:off x="5472113" y="3429000"/>
            <a:ext cx="3421062" cy="3068638"/>
          </a:xfrm>
          <a:prstGeom prst="rect">
            <a:avLst/>
          </a:prstGeom>
          <a:noFill/>
          <a:ln w="9525">
            <a:noFill/>
          </a:ln>
        </p:spPr>
      </p:pic>
      <p:sp>
        <p:nvSpPr>
          <p:cNvPr id="41987" name="Rectangle 3"/>
          <p:cNvSpPr>
            <a:spLocks noGrp="1"/>
          </p:cNvSpPr>
          <p:nvPr>
            <p:ph type="body" sz="half" idx="1"/>
          </p:nvPr>
        </p:nvSpPr>
        <p:spPr>
          <a:xfrm>
            <a:off x="333375" y="476250"/>
            <a:ext cx="8569325" cy="5545138"/>
          </a:xfrm>
        </p:spPr>
        <p:txBody>
          <a:bodyPr vert="horz" wrap="square" lIns="91440" tIns="45720" rIns="91440" bIns="45720" anchor="t"/>
          <a:lstStyle/>
          <a:p>
            <a:pPr eaLnBrk="1" hangingPunct="1">
              <a:buClrTx/>
              <a:buSzTx/>
              <a:buFontTx/>
              <a:buNone/>
            </a:pPr>
            <a:r>
              <a:rPr lang="en-US" altLang="en-US" sz="2400" dirty="0">
                <a:latin typeface="黑体" panose="02010609060101010101" pitchFamily="49" charset="-122"/>
                <a:ea typeface="黑体" panose="02010609060101010101" pitchFamily="49" charset="-122"/>
              </a:rPr>
              <a:t>例</a:t>
            </a:r>
            <a:r>
              <a:rPr lang="en-US" altLang="zh-CN" sz="2400" dirty="0">
                <a:latin typeface="黑体" panose="02010609060101010101" pitchFamily="49" charset="-122"/>
                <a:ea typeface="黑体" panose="02010609060101010101" pitchFamily="49" charset="-122"/>
              </a:rPr>
              <a:t>2:                         </a:t>
            </a:r>
            <a:r>
              <a:rPr lang="en-US" altLang="en-US" sz="2400" dirty="0">
                <a:latin typeface="黑体" panose="02010609060101010101" pitchFamily="49" charset="-122"/>
                <a:ea typeface="黑体" panose="02010609060101010101" pitchFamily="49" charset="-122"/>
              </a:rPr>
              <a:t>其他同例</a:t>
            </a:r>
            <a:r>
              <a:rPr lang="en-US" altLang="zh-CN" sz="2400" dirty="0">
                <a:latin typeface="黑体" panose="02010609060101010101" pitchFamily="49" charset="-122"/>
                <a:ea typeface="黑体" panose="02010609060101010101" pitchFamily="49" charset="-122"/>
              </a:rPr>
              <a:t>1</a:t>
            </a:r>
            <a:r>
              <a:rPr lang="en-US" altLang="en-US"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eaLnBrk="1" hangingPunct="1">
              <a:lnSpc>
                <a:spcPct val="125000"/>
              </a:lnSpc>
              <a:buClrTx/>
              <a:buSzTx/>
              <a:buFontTx/>
              <a:buNone/>
            </a:pPr>
            <a:r>
              <a:rPr lang="en-US" altLang="en-US" sz="2400" dirty="0">
                <a:latin typeface="黑体" panose="02010609060101010101" pitchFamily="49" charset="-122"/>
                <a:ea typeface="黑体" panose="02010609060101010101" pitchFamily="49" charset="-122"/>
              </a:rPr>
              <a:t>解：</a:t>
            </a:r>
            <a:r>
              <a:rPr lang="zh-CN" altLang="en-US" sz="2400" dirty="0">
                <a:solidFill>
                  <a:srgbClr val="FF0000"/>
                </a:solidFill>
                <a:latin typeface="黑体" panose="02010609060101010101" pitchFamily="49" charset="-122"/>
                <a:ea typeface="黑体" panose="02010609060101010101" pitchFamily="49" charset="-122"/>
              </a:rPr>
              <a:t>①同例</a:t>
            </a:r>
            <a:r>
              <a:rPr lang="en-US" altLang="zh-CN" sz="2400" dirty="0">
                <a:solidFill>
                  <a:srgbClr val="FF0000"/>
                </a:solidFill>
                <a:latin typeface="黑体" panose="02010609060101010101" pitchFamily="49" charset="-122"/>
                <a:ea typeface="黑体" panose="02010609060101010101" pitchFamily="49" charset="-122"/>
              </a:rPr>
              <a:t>1</a:t>
            </a:r>
            <a:r>
              <a:rPr lang="zh-CN" altLang="en-US" sz="2400" dirty="0">
                <a:solidFill>
                  <a:srgbClr val="FF0000"/>
                </a:solidFill>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起作用约束为：</a:t>
            </a:r>
            <a:r>
              <a:rPr lang="en-US" altLang="zh-CN" sz="2400" dirty="0">
                <a:latin typeface="黑体" panose="02010609060101010101" pitchFamily="49" charset="-122"/>
                <a:ea typeface="黑体" panose="02010609060101010101" pitchFamily="49" charset="-122"/>
              </a:rPr>
              <a:t>g1 g2</a:t>
            </a:r>
            <a:r>
              <a:rPr lang="zh-CN" altLang="en-US"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eaLnBrk="1" hangingPunct="1">
              <a:lnSpc>
                <a:spcPct val="125000"/>
              </a:lnSpc>
              <a:buClrTx/>
              <a:buSzTx/>
              <a:buFontTx/>
              <a:buNone/>
            </a:pPr>
            <a:r>
              <a:rPr lang="en-US" altLang="zh-CN" sz="2400" dirty="0">
                <a:solidFill>
                  <a:srgbClr val="FF0000"/>
                </a:solidFill>
                <a:latin typeface="黑体" panose="02010609060101010101" pitchFamily="49" charset="-122"/>
                <a:ea typeface="黑体" panose="02010609060101010101" pitchFamily="49" charset="-122"/>
                <a:sym typeface="+mn-ea"/>
              </a:rPr>
              <a:t>    </a:t>
            </a:r>
            <a:r>
              <a:rPr lang="zh-CN" altLang="en-US" sz="2400" dirty="0">
                <a:solidFill>
                  <a:srgbClr val="FF0000"/>
                </a:solidFill>
                <a:latin typeface="黑体" panose="02010609060101010101" pitchFamily="49" charset="-122"/>
                <a:ea typeface="黑体" panose="02010609060101010101" pitchFamily="49" charset="-122"/>
                <a:sym typeface="+mn-ea"/>
              </a:rPr>
              <a:t>②求：</a:t>
            </a:r>
            <a:endParaRPr lang="en-US" altLang="zh-CN" sz="2400" dirty="0">
              <a:solidFill>
                <a:srgbClr val="FF0000"/>
              </a:solidFill>
              <a:latin typeface="黑体" panose="02010609060101010101" pitchFamily="49" charset="-122"/>
              <a:ea typeface="黑体" panose="02010609060101010101" pitchFamily="49" charset="-122"/>
              <a:sym typeface="+mn-ea"/>
            </a:endParaRPr>
          </a:p>
          <a:p>
            <a:pPr eaLnBrk="1" hangingPunct="1">
              <a:lnSpc>
                <a:spcPct val="125000"/>
              </a:lnSpc>
              <a:buClrTx/>
              <a:buSzTx/>
              <a:buFontTx/>
              <a:buNone/>
            </a:pPr>
            <a:endParaRPr lang="en-US" altLang="zh-CN" sz="2400" dirty="0">
              <a:solidFill>
                <a:srgbClr val="FF0000"/>
              </a:solidFill>
              <a:latin typeface="黑体" panose="02010609060101010101" pitchFamily="49" charset="-122"/>
              <a:ea typeface="黑体" panose="02010609060101010101" pitchFamily="49" charset="-122"/>
              <a:sym typeface="+mn-ea"/>
            </a:endParaRPr>
          </a:p>
          <a:p>
            <a:pPr eaLnBrk="1" hangingPunct="1">
              <a:lnSpc>
                <a:spcPct val="125000"/>
              </a:lnSpc>
              <a:buClrTx/>
              <a:buSzTx/>
              <a:buFontTx/>
              <a:buNone/>
            </a:pPr>
            <a:endParaRPr lang="en-US" altLang="zh-CN" sz="2400" dirty="0">
              <a:solidFill>
                <a:srgbClr val="FF0000"/>
              </a:solidFill>
              <a:latin typeface="黑体" panose="02010609060101010101" pitchFamily="49" charset="-122"/>
              <a:ea typeface="黑体" panose="02010609060101010101" pitchFamily="49" charset="-122"/>
              <a:sym typeface="+mn-ea"/>
            </a:endParaRPr>
          </a:p>
          <a:p>
            <a:pPr eaLnBrk="1" hangingPunct="1">
              <a:lnSpc>
                <a:spcPct val="125000"/>
              </a:lnSpc>
              <a:buClrTx/>
              <a:buSzTx/>
              <a:buFontTx/>
              <a:buNone/>
            </a:pPr>
            <a:r>
              <a:rPr lang="zh-CN" altLang="en-US" sz="2400" dirty="0">
                <a:solidFill>
                  <a:srgbClr val="FF0000"/>
                </a:solidFill>
                <a:latin typeface="黑体" panose="02010609060101010101" pitchFamily="49" charset="-122"/>
                <a:ea typeface="黑体" panose="02010609060101010101" pitchFamily="49" charset="-122"/>
                <a:sym typeface="+mn-ea"/>
              </a:rPr>
              <a:t>③根据</a:t>
            </a:r>
            <a:r>
              <a:rPr lang="en-US" altLang="zh-CN" sz="2400" dirty="0">
                <a:solidFill>
                  <a:srgbClr val="FF0000"/>
                </a:solidFill>
                <a:latin typeface="黑体" panose="02010609060101010101" pitchFamily="49" charset="-122"/>
                <a:ea typeface="黑体" panose="02010609060101010101" pitchFamily="49" charset="-122"/>
              </a:rPr>
              <a:t>K-T</a:t>
            </a:r>
            <a:r>
              <a:rPr lang="en-US" altLang="en-US" sz="2400" dirty="0">
                <a:solidFill>
                  <a:srgbClr val="FF0000"/>
                </a:solidFill>
                <a:latin typeface="黑体" panose="02010609060101010101" pitchFamily="49" charset="-122"/>
                <a:ea typeface="黑体" panose="02010609060101010101" pitchFamily="49" charset="-122"/>
              </a:rPr>
              <a:t>条件列方程：</a:t>
            </a:r>
            <a:endParaRPr lang="en-US" altLang="en-US" sz="2400" dirty="0">
              <a:solidFill>
                <a:srgbClr val="FF0000"/>
              </a:solidFill>
              <a:latin typeface="黑体" panose="02010609060101010101" pitchFamily="49" charset="-122"/>
              <a:ea typeface="黑体" panose="02010609060101010101" pitchFamily="49" charset="-122"/>
            </a:endParaRPr>
          </a:p>
          <a:p>
            <a:pPr eaLnBrk="1" hangingPunct="1">
              <a:lnSpc>
                <a:spcPct val="125000"/>
              </a:lnSpc>
              <a:buClrTx/>
              <a:buSzTx/>
              <a:buFontTx/>
              <a:buNone/>
            </a:pPr>
            <a:endParaRPr lang="en-US" altLang="en-US" sz="2400" dirty="0">
              <a:latin typeface="黑体" panose="02010609060101010101" pitchFamily="49" charset="-122"/>
              <a:ea typeface="黑体" panose="02010609060101010101" pitchFamily="49" charset="-122"/>
            </a:endParaRPr>
          </a:p>
        </p:txBody>
      </p:sp>
      <p:sp>
        <p:nvSpPr>
          <p:cNvPr id="41988"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41989" name="Rectangle 5"/>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41990" name="Rectangle 7"/>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41991" name="Rectangle 9"/>
          <p:cNvSpPr/>
          <p:nvPr/>
        </p:nvSpPr>
        <p:spPr>
          <a:xfrm>
            <a:off x="0" y="31384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41992" name="Rectangle 11"/>
          <p:cNvSpPr/>
          <p:nvPr/>
        </p:nvSpPr>
        <p:spPr>
          <a:xfrm>
            <a:off x="0" y="31242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1993" name="Object 12"/>
          <p:cNvGraphicFramePr>
            <a:graphicFrameLocks noGrp="1"/>
          </p:cNvGraphicFramePr>
          <p:nvPr>
            <p:ph sz="half" idx="2"/>
          </p:nvPr>
        </p:nvGraphicFramePr>
        <p:xfrm>
          <a:off x="1077913" y="549275"/>
          <a:ext cx="3638550" cy="398463"/>
        </p:xfrm>
        <a:graphic>
          <a:graphicData uri="http://schemas.openxmlformats.org/presentationml/2006/ole">
            <mc:AlternateContent xmlns:mc="http://schemas.openxmlformats.org/markup-compatibility/2006">
              <mc:Choice xmlns:v="urn:schemas-microsoft-com:vml" Requires="v">
                <p:oleObj spid="_x0000_s37020" name="" r:id="rId2" imgW="1917065" imgH="228600" progId="Equation.3">
                  <p:embed/>
                </p:oleObj>
              </mc:Choice>
              <mc:Fallback>
                <p:oleObj name="" r:id="rId2" imgW="1917065" imgH="228600" progId="Equation.3">
                  <p:embed/>
                  <p:pic>
                    <p:nvPicPr>
                      <p:cNvPr id="0" name="图片 3211"/>
                      <p:cNvPicPr/>
                      <p:nvPr/>
                    </p:nvPicPr>
                    <p:blipFill>
                      <a:blip r:embed="rId3"/>
                      <a:srcRect/>
                      <a:stretch>
                        <a:fillRect/>
                      </a:stretch>
                    </p:blipFill>
                    <p:spPr>
                      <a:xfrm>
                        <a:off x="1077913" y="549275"/>
                        <a:ext cx="3638550" cy="398463"/>
                      </a:xfrm>
                      <a:prstGeom prst="rect">
                        <a:avLst/>
                      </a:prstGeom>
                      <a:noFill/>
                      <a:ln w="38100">
                        <a:miter/>
                      </a:ln>
                    </p:spPr>
                  </p:pic>
                </p:oleObj>
              </mc:Fallback>
            </mc:AlternateContent>
          </a:graphicData>
        </a:graphic>
      </p:graphicFrame>
      <p:sp>
        <p:nvSpPr>
          <p:cNvPr id="41994"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41995" name="对象 6"/>
          <p:cNvGraphicFramePr/>
          <p:nvPr/>
        </p:nvGraphicFramePr>
        <p:xfrm>
          <a:off x="1863725" y="1579563"/>
          <a:ext cx="760413" cy="336550"/>
        </p:xfrm>
        <a:graphic>
          <a:graphicData uri="http://schemas.openxmlformats.org/presentationml/2006/ole">
            <mc:AlternateContent xmlns:mc="http://schemas.openxmlformats.org/markup-compatibility/2006">
              <mc:Choice xmlns:v="urn:schemas-microsoft-com:vml" Requires="v">
                <p:oleObj spid="_x0000_s37021" name="" r:id="rId4" imgW="584200" imgH="304800" progId="Equation.DSMT4">
                  <p:embed/>
                </p:oleObj>
              </mc:Choice>
              <mc:Fallback>
                <p:oleObj name="" r:id="rId4" imgW="584200" imgH="304800" progId="Equation.DSMT4">
                  <p:embed/>
                  <p:pic>
                    <p:nvPicPr>
                      <p:cNvPr id="0" name="图片 3214"/>
                      <p:cNvPicPr/>
                      <p:nvPr/>
                    </p:nvPicPr>
                    <p:blipFill>
                      <a:blip r:embed="rId5"/>
                      <a:stretch>
                        <a:fillRect/>
                      </a:stretch>
                    </p:blipFill>
                    <p:spPr>
                      <a:xfrm>
                        <a:off x="1863725" y="1579563"/>
                        <a:ext cx="760413" cy="336550"/>
                      </a:xfrm>
                      <a:prstGeom prst="rect">
                        <a:avLst/>
                      </a:prstGeom>
                      <a:noFill/>
                      <a:ln w="38100">
                        <a:noFill/>
                        <a:miter/>
                      </a:ln>
                    </p:spPr>
                  </p:pic>
                </p:oleObj>
              </mc:Fallback>
            </mc:AlternateContent>
          </a:graphicData>
        </a:graphic>
      </p:graphicFrame>
      <p:graphicFrame>
        <p:nvGraphicFramePr>
          <p:cNvPr id="41996" name="对象 7"/>
          <p:cNvGraphicFramePr/>
          <p:nvPr/>
        </p:nvGraphicFramePr>
        <p:xfrm>
          <a:off x="2843213" y="1563688"/>
          <a:ext cx="793750" cy="352425"/>
        </p:xfrm>
        <a:graphic>
          <a:graphicData uri="http://schemas.openxmlformats.org/presentationml/2006/ole">
            <mc:AlternateContent xmlns:mc="http://schemas.openxmlformats.org/markup-compatibility/2006">
              <mc:Choice xmlns:v="urn:schemas-microsoft-com:vml" Requires="v">
                <p:oleObj spid="_x0000_s37022" name="" r:id="rId6" imgW="609600" imgH="316865" progId="Equation.DSMT4">
                  <p:embed/>
                </p:oleObj>
              </mc:Choice>
              <mc:Fallback>
                <p:oleObj name="" r:id="rId6" imgW="609600" imgH="316865" progId="Equation.DSMT4">
                  <p:embed/>
                  <p:pic>
                    <p:nvPicPr>
                      <p:cNvPr id="0" name="图片 3212"/>
                      <p:cNvPicPr/>
                      <p:nvPr/>
                    </p:nvPicPr>
                    <p:blipFill>
                      <a:blip r:embed="rId7"/>
                      <a:stretch>
                        <a:fillRect/>
                      </a:stretch>
                    </p:blipFill>
                    <p:spPr>
                      <a:xfrm>
                        <a:off x="2843213" y="1563688"/>
                        <a:ext cx="793750" cy="352425"/>
                      </a:xfrm>
                      <a:prstGeom prst="rect">
                        <a:avLst/>
                      </a:prstGeom>
                      <a:noFill/>
                      <a:ln w="38100">
                        <a:noFill/>
                        <a:miter/>
                      </a:ln>
                    </p:spPr>
                  </p:pic>
                </p:oleObj>
              </mc:Fallback>
            </mc:AlternateContent>
          </a:graphicData>
        </a:graphic>
      </p:graphicFrame>
      <p:graphicFrame>
        <p:nvGraphicFramePr>
          <p:cNvPr id="41997" name="对象 8"/>
          <p:cNvGraphicFramePr/>
          <p:nvPr/>
        </p:nvGraphicFramePr>
        <p:xfrm>
          <a:off x="3851275" y="1563688"/>
          <a:ext cx="825500" cy="352425"/>
        </p:xfrm>
        <a:graphic>
          <a:graphicData uri="http://schemas.openxmlformats.org/presentationml/2006/ole">
            <mc:AlternateContent xmlns:mc="http://schemas.openxmlformats.org/markup-compatibility/2006">
              <mc:Choice xmlns:v="urn:schemas-microsoft-com:vml" Requires="v">
                <p:oleObj spid="_x0000_s37023" name="" r:id="rId8" imgW="634365" imgH="316865" progId="Equation.DSMT4">
                  <p:embed/>
                </p:oleObj>
              </mc:Choice>
              <mc:Fallback>
                <p:oleObj name="" r:id="rId8" imgW="634365" imgH="316865" progId="Equation.DSMT4">
                  <p:embed/>
                  <p:pic>
                    <p:nvPicPr>
                      <p:cNvPr id="0" name="图片 3215"/>
                      <p:cNvPicPr/>
                      <p:nvPr/>
                    </p:nvPicPr>
                    <p:blipFill>
                      <a:blip r:embed="rId9"/>
                      <a:stretch>
                        <a:fillRect/>
                      </a:stretch>
                    </p:blipFill>
                    <p:spPr>
                      <a:xfrm>
                        <a:off x="3851275" y="1563688"/>
                        <a:ext cx="825500" cy="352425"/>
                      </a:xfrm>
                      <a:prstGeom prst="rect">
                        <a:avLst/>
                      </a:prstGeom>
                      <a:noFill/>
                      <a:ln w="38100">
                        <a:noFill/>
                        <a:miter/>
                      </a:ln>
                    </p:spPr>
                  </p:pic>
                </p:oleObj>
              </mc:Fallback>
            </mc:AlternateContent>
          </a:graphicData>
        </a:graphic>
      </p:graphicFrame>
      <p:graphicFrame>
        <p:nvGraphicFramePr>
          <p:cNvPr id="41998" name="对象 9"/>
          <p:cNvGraphicFramePr/>
          <p:nvPr/>
        </p:nvGraphicFramePr>
        <p:xfrm>
          <a:off x="1319213" y="2060575"/>
          <a:ext cx="2820987" cy="884238"/>
        </p:xfrm>
        <a:graphic>
          <a:graphicData uri="http://schemas.openxmlformats.org/presentationml/2006/ole">
            <mc:AlternateContent xmlns:mc="http://schemas.openxmlformats.org/markup-compatibility/2006">
              <mc:Choice xmlns:v="urn:schemas-microsoft-com:vml" Requires="v">
                <p:oleObj spid="_x0000_s37024" name="" r:id="rId10" imgW="2819400" imgH="1193800" progId="Equation.DSMT4">
                  <p:embed/>
                </p:oleObj>
              </mc:Choice>
              <mc:Fallback>
                <p:oleObj name="" r:id="rId10" imgW="2819400" imgH="1193800" progId="Equation.DSMT4">
                  <p:embed/>
                  <p:pic>
                    <p:nvPicPr>
                      <p:cNvPr id="0" name="图片 3207"/>
                      <p:cNvPicPr/>
                      <p:nvPr/>
                    </p:nvPicPr>
                    <p:blipFill>
                      <a:blip r:embed="rId11"/>
                      <a:stretch>
                        <a:fillRect/>
                      </a:stretch>
                    </p:blipFill>
                    <p:spPr>
                      <a:xfrm>
                        <a:off x="1319213" y="2060575"/>
                        <a:ext cx="2820987" cy="884238"/>
                      </a:xfrm>
                      <a:prstGeom prst="rect">
                        <a:avLst/>
                      </a:prstGeom>
                      <a:noFill/>
                      <a:ln w="38100">
                        <a:noFill/>
                        <a:miter/>
                      </a:ln>
                    </p:spPr>
                  </p:pic>
                </p:oleObj>
              </mc:Fallback>
            </mc:AlternateContent>
          </a:graphicData>
        </a:graphic>
      </p:graphicFrame>
      <p:graphicFrame>
        <p:nvGraphicFramePr>
          <p:cNvPr id="41999" name="对象 10"/>
          <p:cNvGraphicFramePr/>
          <p:nvPr/>
        </p:nvGraphicFramePr>
        <p:xfrm>
          <a:off x="4543425" y="2060575"/>
          <a:ext cx="2082800" cy="863600"/>
        </p:xfrm>
        <a:graphic>
          <a:graphicData uri="http://schemas.openxmlformats.org/presentationml/2006/ole">
            <mc:AlternateContent xmlns:mc="http://schemas.openxmlformats.org/markup-compatibility/2006">
              <mc:Choice xmlns:v="urn:schemas-microsoft-com:vml" Requires="v">
                <p:oleObj spid="_x0000_s37025" name="Equation" r:id="rId12" imgW="54864000" imgH="28651200" progId="Equation.DSMT4">
                  <p:embed/>
                </p:oleObj>
              </mc:Choice>
              <mc:Fallback>
                <p:oleObj name="Equation" r:id="rId12" imgW="54864000" imgH="28651200" progId="Equation.DSMT4">
                  <p:embed/>
                  <p:pic>
                    <p:nvPicPr>
                      <p:cNvPr id="0" name="图片 3208"/>
                      <p:cNvPicPr/>
                      <p:nvPr/>
                    </p:nvPicPr>
                    <p:blipFill>
                      <a:blip r:embed="rId13"/>
                      <a:stretch>
                        <a:fillRect/>
                      </a:stretch>
                    </p:blipFill>
                    <p:spPr>
                      <a:xfrm>
                        <a:off x="4543425" y="2060575"/>
                        <a:ext cx="2082800" cy="863600"/>
                      </a:xfrm>
                      <a:prstGeom prst="rect">
                        <a:avLst/>
                      </a:prstGeom>
                      <a:noFill/>
                      <a:ln w="38100">
                        <a:noFill/>
                        <a:miter/>
                      </a:ln>
                    </p:spPr>
                  </p:pic>
                </p:oleObj>
              </mc:Fallback>
            </mc:AlternateContent>
          </a:graphicData>
        </a:graphic>
      </p:graphicFrame>
      <p:graphicFrame>
        <p:nvGraphicFramePr>
          <p:cNvPr id="42000" name="对象 11"/>
          <p:cNvGraphicFramePr/>
          <p:nvPr/>
        </p:nvGraphicFramePr>
        <p:xfrm>
          <a:off x="6948488" y="2060575"/>
          <a:ext cx="1608137" cy="863600"/>
        </p:xfrm>
        <a:graphic>
          <a:graphicData uri="http://schemas.openxmlformats.org/presentationml/2006/ole">
            <mc:AlternateContent xmlns:mc="http://schemas.openxmlformats.org/markup-compatibility/2006">
              <mc:Choice xmlns:v="urn:schemas-microsoft-com:vml" Requires="v">
                <p:oleObj spid="_x0000_s37026" name="" r:id="rId14" imgW="1765300" imgH="1193800" progId="Equation.DSMT4">
                  <p:embed/>
                </p:oleObj>
              </mc:Choice>
              <mc:Fallback>
                <p:oleObj name="" r:id="rId14" imgW="1765300" imgH="1193800" progId="Equation.DSMT4">
                  <p:embed/>
                  <p:pic>
                    <p:nvPicPr>
                      <p:cNvPr id="0" name="图片 3216"/>
                      <p:cNvPicPr/>
                      <p:nvPr/>
                    </p:nvPicPr>
                    <p:blipFill>
                      <a:blip r:embed="rId15"/>
                      <a:stretch>
                        <a:fillRect/>
                      </a:stretch>
                    </p:blipFill>
                    <p:spPr>
                      <a:xfrm>
                        <a:off x="6948488" y="2060575"/>
                        <a:ext cx="1608137" cy="863600"/>
                      </a:xfrm>
                      <a:prstGeom prst="rect">
                        <a:avLst/>
                      </a:prstGeom>
                      <a:noFill/>
                      <a:ln w="38100">
                        <a:noFill/>
                        <a:miter/>
                      </a:ln>
                    </p:spPr>
                  </p:pic>
                </p:oleObj>
              </mc:Fallback>
            </mc:AlternateContent>
          </a:graphicData>
        </a:graphic>
      </p:graphicFrame>
      <p:graphicFrame>
        <p:nvGraphicFramePr>
          <p:cNvPr id="42001" name="对象 12"/>
          <p:cNvGraphicFramePr/>
          <p:nvPr/>
        </p:nvGraphicFramePr>
        <p:xfrm>
          <a:off x="3492500" y="3119438"/>
          <a:ext cx="2808288" cy="669925"/>
        </p:xfrm>
        <a:graphic>
          <a:graphicData uri="http://schemas.openxmlformats.org/presentationml/2006/ole">
            <mc:AlternateContent xmlns:mc="http://schemas.openxmlformats.org/markup-compatibility/2006">
              <mc:Choice xmlns:v="urn:schemas-microsoft-com:vml" Requires="v">
                <p:oleObj spid="_x0000_s37027" name="" r:id="rId16" imgW="2006600" imgH="609600" progId="Equation.DSMT4">
                  <p:embed/>
                </p:oleObj>
              </mc:Choice>
              <mc:Fallback>
                <p:oleObj name="" r:id="rId16" imgW="2006600" imgH="609600" progId="Equation.DSMT4">
                  <p:embed/>
                  <p:pic>
                    <p:nvPicPr>
                      <p:cNvPr id="0" name="图片 3209"/>
                      <p:cNvPicPr/>
                      <p:nvPr/>
                    </p:nvPicPr>
                    <p:blipFill>
                      <a:blip r:embed="rId17"/>
                      <a:stretch>
                        <a:fillRect/>
                      </a:stretch>
                    </p:blipFill>
                    <p:spPr>
                      <a:xfrm>
                        <a:off x="3492500" y="3119438"/>
                        <a:ext cx="2808288" cy="669925"/>
                      </a:xfrm>
                      <a:prstGeom prst="rect">
                        <a:avLst/>
                      </a:prstGeom>
                      <a:noFill/>
                      <a:ln w="38100">
                        <a:noFill/>
                        <a:miter/>
                      </a:ln>
                    </p:spPr>
                  </p:pic>
                </p:oleObj>
              </mc:Fallback>
            </mc:AlternateContent>
          </a:graphicData>
        </a:graphic>
      </p:graphicFrame>
      <p:graphicFrame>
        <p:nvGraphicFramePr>
          <p:cNvPr id="42002" name="对象 13"/>
          <p:cNvGraphicFramePr/>
          <p:nvPr/>
        </p:nvGraphicFramePr>
        <p:xfrm>
          <a:off x="635000" y="3789363"/>
          <a:ext cx="3360738" cy="693737"/>
        </p:xfrm>
        <a:graphic>
          <a:graphicData uri="http://schemas.openxmlformats.org/presentationml/2006/ole">
            <mc:AlternateContent xmlns:mc="http://schemas.openxmlformats.org/markup-compatibility/2006">
              <mc:Choice xmlns:v="urn:schemas-microsoft-com:vml" Requires="v">
                <p:oleObj spid="_x0000_s37028" name="" r:id="rId18" imgW="2590800" imgH="609600" progId="Equation.DSMT4">
                  <p:embed/>
                </p:oleObj>
              </mc:Choice>
              <mc:Fallback>
                <p:oleObj name="" r:id="rId18" imgW="2590800" imgH="609600" progId="Equation.DSMT4">
                  <p:embed/>
                  <p:pic>
                    <p:nvPicPr>
                      <p:cNvPr id="0" name="图片 3210"/>
                      <p:cNvPicPr/>
                      <p:nvPr/>
                    </p:nvPicPr>
                    <p:blipFill>
                      <a:blip r:embed="rId19"/>
                      <a:stretch>
                        <a:fillRect/>
                      </a:stretch>
                    </p:blipFill>
                    <p:spPr>
                      <a:xfrm>
                        <a:off x="635000" y="3789363"/>
                        <a:ext cx="3360738" cy="693737"/>
                      </a:xfrm>
                      <a:prstGeom prst="rect">
                        <a:avLst/>
                      </a:prstGeom>
                      <a:noFill/>
                      <a:ln w="38100">
                        <a:noFill/>
                        <a:miter/>
                      </a:ln>
                    </p:spPr>
                  </p:pic>
                </p:oleObj>
              </mc:Fallback>
            </mc:AlternateContent>
          </a:graphicData>
        </a:graphic>
      </p:graphicFrame>
      <p:sp>
        <p:nvSpPr>
          <p:cNvPr id="42003" name="矩形 14"/>
          <p:cNvSpPr/>
          <p:nvPr/>
        </p:nvSpPr>
        <p:spPr>
          <a:xfrm>
            <a:off x="539750" y="4797425"/>
            <a:ext cx="3646488"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000" dirty="0">
                <a:latin typeface="黑体" panose="02010609060101010101" pitchFamily="49" charset="-122"/>
                <a:ea typeface="黑体" panose="02010609060101010101" pitchFamily="49" charset="-122"/>
              </a:rPr>
              <a:t>∴      点不是约束极值点。</a:t>
            </a:r>
            <a:endParaRPr lang="zh-CN" altLang="en-US" sz="2000" dirty="0">
              <a:latin typeface="黑体" panose="02010609060101010101" pitchFamily="49" charset="-122"/>
              <a:ea typeface="黑体" panose="02010609060101010101" pitchFamily="49" charset="-122"/>
            </a:endParaRPr>
          </a:p>
        </p:txBody>
      </p:sp>
      <p:graphicFrame>
        <p:nvGraphicFramePr>
          <p:cNvPr id="42004" name="对象 15"/>
          <p:cNvGraphicFramePr/>
          <p:nvPr/>
        </p:nvGraphicFramePr>
        <p:xfrm>
          <a:off x="971550" y="4745038"/>
          <a:ext cx="647700" cy="504825"/>
        </p:xfrm>
        <a:graphic>
          <a:graphicData uri="http://schemas.openxmlformats.org/presentationml/2006/ole">
            <mc:AlternateContent xmlns:mc="http://schemas.openxmlformats.org/markup-compatibility/2006">
              <mc:Choice xmlns:v="urn:schemas-microsoft-com:vml" Requires="v">
                <p:oleObj spid="_x0000_s37029" name="" r:id="rId20" imgW="634365" imgH="609600" progId="Equation.DSMT4">
                  <p:embed/>
                </p:oleObj>
              </mc:Choice>
              <mc:Fallback>
                <p:oleObj name="" r:id="rId20" imgW="634365" imgH="609600" progId="Equation.DSMT4">
                  <p:embed/>
                  <p:pic>
                    <p:nvPicPr>
                      <p:cNvPr id="0" name="图片 3213"/>
                      <p:cNvPicPr/>
                      <p:nvPr/>
                    </p:nvPicPr>
                    <p:blipFill>
                      <a:blip r:embed="rId21"/>
                      <a:stretch>
                        <a:fillRect/>
                      </a:stretch>
                    </p:blipFill>
                    <p:spPr>
                      <a:xfrm>
                        <a:off x="971550" y="4745038"/>
                        <a:ext cx="647700" cy="504825"/>
                      </a:xfrm>
                      <a:prstGeom prst="rect">
                        <a:avLst/>
                      </a:prstGeom>
                      <a:noFill/>
                      <a:ln w="38100">
                        <a:noFill/>
                        <a:miter/>
                      </a:ln>
                    </p:spPr>
                  </p:pic>
                </p:oleObj>
              </mc:Fallback>
            </mc:AlternateContent>
          </a:graphicData>
        </a:graphic>
      </p:graphicFrame>
      <p:sp>
        <p:nvSpPr>
          <p:cNvPr id="42005" name="矩形 34"/>
          <p:cNvSpPr/>
          <p:nvPr/>
        </p:nvSpPr>
        <p:spPr>
          <a:xfrm>
            <a:off x="971550" y="5462588"/>
            <a:ext cx="19796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000" dirty="0">
                <a:latin typeface="黑体" panose="02010609060101010101" pitchFamily="49" charset="-122"/>
                <a:ea typeface="黑体" panose="02010609060101010101" pitchFamily="49" charset="-122"/>
              </a:rPr>
              <a:t>而约束极值为：</a:t>
            </a:r>
            <a:endParaRPr lang="zh-CN" altLang="en-US" sz="2000" dirty="0">
              <a:latin typeface="黑体" panose="02010609060101010101" pitchFamily="49" charset="-122"/>
              <a:ea typeface="黑体" panose="02010609060101010101" pitchFamily="49" charset="-122"/>
            </a:endParaRPr>
          </a:p>
        </p:txBody>
      </p:sp>
      <p:graphicFrame>
        <p:nvGraphicFramePr>
          <p:cNvPr id="42006" name="对象 16"/>
          <p:cNvGraphicFramePr>
            <a:graphicFrameLocks noGrp="1"/>
          </p:cNvGraphicFramePr>
          <p:nvPr/>
        </p:nvGraphicFramePr>
        <p:xfrm>
          <a:off x="2843213" y="5373688"/>
          <a:ext cx="1512887" cy="647700"/>
        </p:xfrm>
        <a:graphic>
          <a:graphicData uri="http://schemas.openxmlformats.org/presentationml/2006/ole">
            <mc:AlternateContent xmlns:mc="http://schemas.openxmlformats.org/markup-compatibility/2006">
              <mc:Choice xmlns:v="urn:schemas-microsoft-com:vml" Requires="v">
                <p:oleObj spid="_x0000_s37030" name="" r:id="rId22" imgW="1180465" imgH="609600" progId="Equation.DSMT4">
                  <p:embed/>
                </p:oleObj>
              </mc:Choice>
              <mc:Fallback>
                <p:oleObj name="" r:id="rId22" imgW="1180465" imgH="609600" progId="Equation.DSMT4">
                  <p:embed/>
                  <p:pic>
                    <p:nvPicPr>
                      <p:cNvPr id="0" name="图片 3206"/>
                      <p:cNvPicPr/>
                      <p:nvPr/>
                    </p:nvPicPr>
                    <p:blipFill>
                      <a:blip r:embed="rId23"/>
                      <a:stretch>
                        <a:fillRect/>
                      </a:stretch>
                    </p:blipFill>
                    <p:spPr>
                      <a:xfrm>
                        <a:off x="2843213" y="5373688"/>
                        <a:ext cx="1512887" cy="6477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43011" name="Rectangle 3"/>
          <p:cNvSpPr>
            <a:spLocks noGrp="1"/>
          </p:cNvSpPr>
          <p:nvPr>
            <p:ph idx="1"/>
          </p:nvPr>
        </p:nvSpPr>
        <p:spPr>
          <a:xfrm>
            <a:off x="250825" y="549275"/>
            <a:ext cx="8642350" cy="5370513"/>
          </a:xfrm>
        </p:spPr>
        <p:txBody>
          <a:bodyPr vert="horz" wrap="square" lIns="36000" tIns="45720" rIns="36000" bIns="45720" anchor="t"/>
          <a:lstStyle/>
          <a:p>
            <a:pPr eaLnBrk="1" hangingPunct="1">
              <a:spcBef>
                <a:spcPts val="600"/>
              </a:spcBef>
              <a:spcAft>
                <a:spcPts val="600"/>
              </a:spcAft>
              <a:buNone/>
            </a:pP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说明</a:t>
            </a:r>
            <a:endParaRPr lang="zh-CN" altLang="en-US" sz="2400" b="1" dirty="0">
              <a:latin typeface="黑体" panose="02010609060101010101" pitchFamily="49" charset="-122"/>
              <a:ea typeface="黑体" panose="02010609060101010101" pitchFamily="49" charset="-122"/>
            </a:endParaRPr>
          </a:p>
          <a:p>
            <a:pPr eaLnBrk="1" hangingPunct="1">
              <a:spcBef>
                <a:spcPts val="600"/>
              </a:spcBef>
              <a:spcAft>
                <a:spcPts val="600"/>
              </a:spcAft>
              <a:buNone/>
            </a:pPr>
            <a:r>
              <a:rPr lang="en-US" altLang="zh-CN" sz="2400" dirty="0">
                <a:latin typeface="黑体" panose="02010609060101010101" pitchFamily="49" charset="-122"/>
                <a:ea typeface="黑体" panose="02010609060101010101" pitchFamily="49" charset="-122"/>
              </a:rPr>
              <a:t>   K-T</a:t>
            </a:r>
            <a:r>
              <a:rPr lang="zh-CN" altLang="en-US" sz="2400" dirty="0">
                <a:latin typeface="黑体" panose="02010609060101010101" pitchFamily="49" charset="-122"/>
                <a:ea typeface="黑体" panose="02010609060101010101" pitchFamily="49" charset="-122"/>
              </a:rPr>
              <a:t>条件仅是约束极值点的必要条件，等式约束在</a:t>
            </a:r>
            <a:r>
              <a:rPr lang="en-US" altLang="zh-CN" sz="2400" dirty="0">
                <a:latin typeface="黑体" panose="02010609060101010101" pitchFamily="49" charset="-122"/>
                <a:ea typeface="黑体" panose="02010609060101010101" pitchFamily="49" charset="-122"/>
              </a:rPr>
              <a:t>K-T</a:t>
            </a:r>
            <a:r>
              <a:rPr lang="zh-CN" altLang="en-US" sz="2400" dirty="0">
                <a:latin typeface="黑体" panose="02010609060101010101" pitchFamily="49" charset="-122"/>
                <a:ea typeface="黑体" panose="02010609060101010101" pitchFamily="49" charset="-122"/>
              </a:rPr>
              <a:t>条件中没有加以考虑，在具体应用时我们还要加上其他的一些条件，这些条件我们后面会给大家介绍的。</a:t>
            </a:r>
            <a:endParaRPr lang="zh-CN" altLang="en-US" sz="2400" dirty="0">
              <a:latin typeface="黑体" panose="02010609060101010101" pitchFamily="49" charset="-122"/>
              <a:ea typeface="黑体" panose="02010609060101010101" pitchFamily="49" charset="-122"/>
            </a:endParaRPr>
          </a:p>
          <a:p>
            <a:pPr eaLnBrk="1" hangingPunct="1">
              <a:spcBef>
                <a:spcPts val="600"/>
              </a:spcBef>
              <a:spcAft>
                <a:spcPts val="600"/>
              </a:spcAft>
              <a:buNone/>
            </a:pPr>
            <a:r>
              <a:rPr lang="zh-CN" altLang="en-US" sz="2400" dirty="0">
                <a:latin typeface="黑体" panose="02010609060101010101" pitchFamily="49" charset="-122"/>
                <a:ea typeface="黑体" panose="02010609060101010101" pitchFamily="49" charset="-122"/>
              </a:rPr>
              <a:t>  上面我们给大家介绍无约束优化问题时，介绍了极值点的必要条件，还介绍了充分条件，很自然的同学们可能会问：约束问题的极值条件有无充分条件的呢？情况是这样的：</a:t>
            </a:r>
            <a:endParaRPr lang="zh-CN" altLang="en-US" sz="2400" dirty="0">
              <a:latin typeface="黑体" panose="02010609060101010101" pitchFamily="49" charset="-122"/>
              <a:ea typeface="黑体" panose="02010609060101010101" pitchFamily="49" charset="-122"/>
            </a:endParaRPr>
          </a:p>
          <a:p>
            <a:pPr eaLnBrk="1" hangingPunct="1">
              <a:spcBef>
                <a:spcPts val="600"/>
              </a:spcBef>
              <a:spcAft>
                <a:spcPts val="600"/>
              </a:spcAft>
              <a:buNone/>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K-T</a:t>
            </a:r>
            <a:r>
              <a:rPr lang="zh-CN" altLang="en-US" sz="2400" dirty="0">
                <a:latin typeface="黑体" panose="02010609060101010101" pitchFamily="49" charset="-122"/>
                <a:ea typeface="黑体" panose="02010609060101010101" pitchFamily="49" charset="-122"/>
              </a:rPr>
              <a:t>条件对于凸函数定义在凸集上的</a:t>
            </a:r>
            <a:r>
              <a:rPr lang="zh-CN" altLang="en-US" sz="2400" dirty="0">
                <a:latin typeface="黑体" panose="02010609060101010101" pitchFamily="49" charset="-122"/>
                <a:ea typeface="黑体" panose="02010609060101010101" pitchFamily="49" charset="-122"/>
                <a:sym typeface="宋体" panose="02010600030101010101" pitchFamily="2" charset="-122"/>
              </a:rPr>
              <a:t>凸规划问题它是必要且充分的。</a:t>
            </a:r>
            <a:r>
              <a:rPr lang="zh-CN" altLang="en-US" sz="2400" dirty="0">
                <a:latin typeface="黑体" panose="02010609060101010101" pitchFamily="49" charset="-122"/>
                <a:ea typeface="黑体" panose="02010609060101010101" pitchFamily="49" charset="-122"/>
              </a:rPr>
              <a:t>由于学时关系，这部内容我们就不作详细介绍了，有兴趣的同学可以参考有关资料。</a:t>
            </a:r>
            <a:endParaRPr lang="zh-CN" altLang="en-US" sz="2400" dirty="0">
              <a:latin typeface="黑体" panose="02010609060101010101" pitchFamily="49" charset="-122"/>
              <a:ea typeface="黑体" panose="02010609060101010101" pitchFamily="49" charset="-122"/>
            </a:endParaRPr>
          </a:p>
        </p:txBody>
      </p:sp>
      <p:sp>
        <p:nvSpPr>
          <p:cNvPr id="43012" name="Rectangle 5"/>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43013"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§2.4 </a:t>
            </a:r>
            <a:r>
              <a:rPr lang="zh-CN" altLang="en-US" sz="2000" b="1" i="1" dirty="0">
                <a:solidFill>
                  <a:srgbClr val="00B050"/>
                </a:solidFill>
                <a:latin typeface="黑体" panose="02010609060101010101" pitchFamily="49" charset="-122"/>
                <a:ea typeface="黑体" panose="02010609060101010101" pitchFamily="49" charset="-122"/>
              </a:rPr>
              <a:t>约束问题的最优解条件</a:t>
            </a:r>
            <a:endParaRPr lang="zh-CN" altLang="en-US" sz="2000" b="1" i="1" dirty="0">
              <a:solidFill>
                <a:srgbClr val="00B05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2" name="Rectangle 3"/>
          <p:cNvSpPr>
            <a:spLocks noGrp="1" noChangeArrowheads="1"/>
          </p:cNvSpPr>
          <p:nvPr>
            <p:ph idx="1"/>
          </p:nvPr>
        </p:nvSpPr>
        <p:spPr>
          <a:xfrm>
            <a:off x="250825" y="549275"/>
            <a:ext cx="8578850" cy="5903913"/>
          </a:xfrm>
          <a:ln>
            <a:solidFill>
              <a:srgbClr val="00B050"/>
            </a:solidFill>
          </a:ln>
        </p:spPr>
        <p:txBody>
          <a:bodyPr vert="horz" wrap="square" lIns="91440" tIns="45720" rIns="91440" bIns="45720" numCol="1" anchor="t" anchorCtr="0" compatLnSpc="1"/>
          <a:lstStyle/>
          <a:p>
            <a:pPr marL="609600" marR="0" lvl="0" indent="-609600" algn="l" defTabSz="914400" rtl="0" eaLnBrk="1" fontAlgn="base" latinLnBrk="0" hangingPunct="1">
              <a:lnSpc>
                <a:spcPct val="135000"/>
              </a:lnSpc>
              <a:spcBef>
                <a:spcPct val="20000"/>
              </a:spcBef>
              <a:spcAft>
                <a:spcPct val="0"/>
              </a:spcAft>
              <a:buClrTx/>
              <a:buSzTx/>
              <a:buFontTx/>
              <a:buNone/>
              <a:defRPr/>
            </a:pPr>
            <a:r>
              <a:rPr kumimoji="0" lang="en-US" altLang="zh-CN" sz="24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§2.5 </a:t>
            </a:r>
            <a:r>
              <a:rPr kumimoji="0" lang="zh-CN" altLang="en-US" sz="24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数值迭代法和收敛条件</a:t>
            </a:r>
            <a:endParaRPr kumimoji="0" lang="en-US" altLang="zh-CN" sz="24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135000"/>
              </a:lnSpc>
              <a:spcBef>
                <a:spcPct val="20000"/>
              </a:spcBef>
              <a:spcAft>
                <a:spcPct val="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1.</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数值迭代法</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一种数值逼近的计算方法。</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①要求：</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Char char="•"/>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Char char="•"/>
              <a:defRPr/>
            </a:pP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②基本思想：</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盲人爬山法</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总向着函数值减少的地方修正</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None/>
              <a:defRPr/>
            </a:pPr>
            <a:r>
              <a:rPr kumimoji="0" lang="zh-CN" altLang="en-US" sz="105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0" lang="zh-CN" altLang="en-US" sz="105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选择一初始点        计算</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None/>
              <a:defRPr/>
            </a:pPr>
            <a:r>
              <a:rPr kumimoji="0" lang="zh-CN" altLang="en-US" sz="11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第一轮：</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第二轮：</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609600" marR="0" lvl="0" indent="-609600" algn="l" defTabSz="914400" rtl="0" eaLnBrk="1" fontAlgn="base" latinLnBrk="0" hangingPunct="1">
              <a:lnSpc>
                <a:spcPct val="90000"/>
              </a:lnSpc>
              <a:spcBef>
                <a:spcPct val="20000"/>
              </a:spcBef>
              <a:spcAft>
                <a:spcPct val="0"/>
              </a:spcAft>
              <a:buClrTx/>
              <a:buSzTx/>
              <a:buFontTx/>
              <a:buAutoNum type="circleNumDbPlain"/>
              <a:defRPr/>
            </a:pP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44036" name="Rectangle 7"/>
          <p:cNvSpPr/>
          <p:nvPr/>
        </p:nvSpPr>
        <p:spPr>
          <a:xfrm>
            <a:off x="0" y="30480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44038" name="Rectangle 9"/>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4039" name="Object 8"/>
          <p:cNvGraphicFramePr/>
          <p:nvPr/>
        </p:nvGraphicFramePr>
        <p:xfrm>
          <a:off x="3779838" y="4221163"/>
          <a:ext cx="503237" cy="487362"/>
        </p:xfrm>
        <a:graphic>
          <a:graphicData uri="http://schemas.openxmlformats.org/presentationml/2006/ole">
            <mc:AlternateContent xmlns:mc="http://schemas.openxmlformats.org/markup-compatibility/2006">
              <mc:Choice xmlns:v="urn:schemas-microsoft-com:vml" Requires="v">
                <p:oleObj spid="_x0000_s37966" name="" r:id="rId1" imgW="304800" imgH="292100" progId="Equation.DSMT4">
                  <p:embed/>
                </p:oleObj>
              </mc:Choice>
              <mc:Fallback>
                <p:oleObj name="" r:id="rId1" imgW="304800" imgH="292100" progId="Equation.DSMT4">
                  <p:embed/>
                  <p:pic>
                    <p:nvPicPr>
                      <p:cNvPr id="0" name="图片 3220"/>
                      <p:cNvPicPr/>
                      <p:nvPr/>
                    </p:nvPicPr>
                    <p:blipFill>
                      <a:blip r:embed="rId2"/>
                      <a:stretch>
                        <a:fillRect/>
                      </a:stretch>
                    </p:blipFill>
                    <p:spPr>
                      <a:xfrm>
                        <a:off x="3779838" y="4221163"/>
                        <a:ext cx="503237" cy="487362"/>
                      </a:xfrm>
                      <a:prstGeom prst="rect">
                        <a:avLst/>
                      </a:prstGeom>
                      <a:noFill/>
                      <a:ln w="38100">
                        <a:noFill/>
                        <a:miter/>
                      </a:ln>
                    </p:spPr>
                  </p:pic>
                </p:oleObj>
              </mc:Fallback>
            </mc:AlternateContent>
          </a:graphicData>
        </a:graphic>
      </p:graphicFrame>
      <p:sp>
        <p:nvSpPr>
          <p:cNvPr id="44040" name="Rectangle 11"/>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4041" name="Object 10"/>
          <p:cNvGraphicFramePr/>
          <p:nvPr/>
        </p:nvGraphicFramePr>
        <p:xfrm>
          <a:off x="6445250" y="4368800"/>
          <a:ext cx="935038" cy="358775"/>
        </p:xfrm>
        <a:graphic>
          <a:graphicData uri="http://schemas.openxmlformats.org/presentationml/2006/ole">
            <mc:AlternateContent xmlns:mc="http://schemas.openxmlformats.org/markup-compatibility/2006">
              <mc:Choice xmlns:v="urn:schemas-microsoft-com:vml" Requires="v">
                <p:oleObj spid="_x0000_s37967" name="" r:id="rId3" imgW="622300" imgH="330200" progId="Equation.DSMT4">
                  <p:embed/>
                </p:oleObj>
              </mc:Choice>
              <mc:Fallback>
                <p:oleObj name="" r:id="rId3" imgW="622300" imgH="330200" progId="Equation.DSMT4">
                  <p:embed/>
                  <p:pic>
                    <p:nvPicPr>
                      <p:cNvPr id="0" name="图片 3218"/>
                      <p:cNvPicPr/>
                      <p:nvPr/>
                    </p:nvPicPr>
                    <p:blipFill>
                      <a:blip r:embed="rId4"/>
                      <a:stretch>
                        <a:fillRect/>
                      </a:stretch>
                    </p:blipFill>
                    <p:spPr>
                      <a:xfrm>
                        <a:off x="6445250" y="4368800"/>
                        <a:ext cx="935038" cy="358775"/>
                      </a:xfrm>
                      <a:prstGeom prst="rect">
                        <a:avLst/>
                      </a:prstGeom>
                      <a:noFill/>
                      <a:ln w="38100">
                        <a:noFill/>
                        <a:miter/>
                      </a:ln>
                    </p:spPr>
                  </p:pic>
                </p:oleObj>
              </mc:Fallback>
            </mc:AlternateContent>
          </a:graphicData>
        </a:graphic>
      </p:graphicFrame>
      <p:sp>
        <p:nvSpPr>
          <p:cNvPr id="44042" name="Rectangle 13"/>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4043" name="Object 12"/>
          <p:cNvGraphicFramePr/>
          <p:nvPr/>
        </p:nvGraphicFramePr>
        <p:xfrm>
          <a:off x="3779838" y="5013325"/>
          <a:ext cx="3600450" cy="431800"/>
        </p:xfrm>
        <a:graphic>
          <a:graphicData uri="http://schemas.openxmlformats.org/presentationml/2006/ole">
            <mc:AlternateContent xmlns:mc="http://schemas.openxmlformats.org/markup-compatibility/2006">
              <mc:Choice xmlns:v="urn:schemas-microsoft-com:vml" Requires="v">
                <p:oleObj spid="_x0000_s37968" name="" r:id="rId5" imgW="2324100" imgH="355600" progId="Equation.DSMT4">
                  <p:embed/>
                </p:oleObj>
              </mc:Choice>
              <mc:Fallback>
                <p:oleObj name="" r:id="rId5" imgW="2324100" imgH="355600" progId="Equation.DSMT4">
                  <p:embed/>
                  <p:pic>
                    <p:nvPicPr>
                      <p:cNvPr id="0" name="图片 3219"/>
                      <p:cNvPicPr/>
                      <p:nvPr/>
                    </p:nvPicPr>
                    <p:blipFill>
                      <a:blip r:embed="rId6"/>
                      <a:stretch>
                        <a:fillRect/>
                      </a:stretch>
                    </p:blipFill>
                    <p:spPr>
                      <a:xfrm>
                        <a:off x="3779838" y="5013325"/>
                        <a:ext cx="3600450" cy="431800"/>
                      </a:xfrm>
                      <a:prstGeom prst="rect">
                        <a:avLst/>
                      </a:prstGeom>
                      <a:noFill/>
                      <a:ln w="38100">
                        <a:noFill/>
                        <a:miter/>
                      </a:ln>
                    </p:spPr>
                  </p:pic>
                </p:oleObj>
              </mc:Fallback>
            </mc:AlternateContent>
          </a:graphicData>
        </a:graphic>
      </p:graphicFrame>
      <p:sp>
        <p:nvSpPr>
          <p:cNvPr id="44044"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§2.5 </a:t>
            </a:r>
            <a:r>
              <a:rPr lang="zh-CN" altLang="en-US" sz="2000" b="1" i="1" dirty="0">
                <a:solidFill>
                  <a:srgbClr val="00B050"/>
                </a:solidFill>
                <a:latin typeface="黑体" panose="02010609060101010101" pitchFamily="49" charset="-122"/>
                <a:ea typeface="黑体" panose="02010609060101010101" pitchFamily="49" charset="-122"/>
              </a:rPr>
              <a:t>数值迭代法和收敛条件</a:t>
            </a:r>
            <a:endParaRPr lang="zh-CN" altLang="en-US" sz="2000" b="1" i="1" dirty="0">
              <a:solidFill>
                <a:srgbClr val="00B050"/>
              </a:solidFill>
              <a:latin typeface="黑体" panose="02010609060101010101" pitchFamily="49" charset="-122"/>
              <a:ea typeface="黑体" panose="02010609060101010101" pitchFamily="49" charset="-122"/>
            </a:endParaRPr>
          </a:p>
        </p:txBody>
      </p:sp>
      <p:graphicFrame>
        <p:nvGraphicFramePr>
          <p:cNvPr id="44045" name="对象 1"/>
          <p:cNvGraphicFramePr/>
          <p:nvPr/>
        </p:nvGraphicFramePr>
        <p:xfrm>
          <a:off x="3778250" y="5732463"/>
          <a:ext cx="3602038" cy="433387"/>
        </p:xfrm>
        <a:graphic>
          <a:graphicData uri="http://schemas.openxmlformats.org/presentationml/2006/ole">
            <mc:AlternateContent xmlns:mc="http://schemas.openxmlformats.org/markup-compatibility/2006">
              <mc:Choice xmlns:v="urn:schemas-microsoft-com:vml" Requires="v">
                <p:oleObj spid="_x0000_s37969" name="" r:id="rId7" imgW="2324100" imgH="355600" progId="Equation.DSMT4">
                  <p:embed/>
                </p:oleObj>
              </mc:Choice>
              <mc:Fallback>
                <p:oleObj name="" r:id="rId7" imgW="2324100" imgH="355600" progId="Equation.DSMT4">
                  <p:embed/>
                  <p:pic>
                    <p:nvPicPr>
                      <p:cNvPr id="0" name="图片 3221"/>
                      <p:cNvPicPr/>
                      <p:nvPr/>
                    </p:nvPicPr>
                    <p:blipFill>
                      <a:blip r:embed="rId8"/>
                      <a:stretch>
                        <a:fillRect/>
                      </a:stretch>
                    </p:blipFill>
                    <p:spPr>
                      <a:xfrm>
                        <a:off x="3778250" y="5732463"/>
                        <a:ext cx="3602038" cy="433387"/>
                      </a:xfrm>
                      <a:prstGeom prst="rect">
                        <a:avLst/>
                      </a:prstGeom>
                      <a:noFill/>
                      <a:ln w="38100">
                        <a:noFill/>
                        <a:miter/>
                      </a:ln>
                    </p:spPr>
                  </p:pic>
                </p:oleObj>
              </mc:Fallback>
            </mc:AlternateContent>
          </a:graphicData>
        </a:graphic>
      </p:graphicFrame>
      <p:cxnSp>
        <p:nvCxnSpPr>
          <p:cNvPr id="4" name="直接箭头连接符 3"/>
          <p:cNvCxnSpPr/>
          <p:nvPr/>
        </p:nvCxnSpPr>
        <p:spPr>
          <a:xfrm>
            <a:off x="3924300" y="4724400"/>
            <a:ext cx="0" cy="288925"/>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3924300" y="5373688"/>
            <a:ext cx="0" cy="287338"/>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3933825" y="6165850"/>
            <a:ext cx="0" cy="287338"/>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732588" y="4797425"/>
            <a:ext cx="71438" cy="14446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6804025" y="4797425"/>
            <a:ext cx="71438" cy="14446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732588" y="5445125"/>
            <a:ext cx="71438" cy="14446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6804025" y="5445125"/>
            <a:ext cx="71438" cy="14446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767513" y="6237288"/>
            <a:ext cx="73025" cy="14446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6840538" y="6237288"/>
            <a:ext cx="71438" cy="14446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3" name="对象 2"/>
          <p:cNvGraphicFramePr>
            <a:graphicFrameLocks noChangeAspect="1"/>
          </p:cNvGraphicFramePr>
          <p:nvPr/>
        </p:nvGraphicFramePr>
        <p:xfrm>
          <a:off x="1547664" y="1736107"/>
          <a:ext cx="5402263" cy="1311893"/>
        </p:xfrm>
        <a:graphic>
          <a:graphicData uri="http://schemas.openxmlformats.org/presentationml/2006/ole">
            <mc:AlternateContent xmlns:mc="http://schemas.openxmlformats.org/markup-compatibility/2006">
              <mc:Choice xmlns:v="urn:schemas-microsoft-com:vml" Requires="v">
                <p:oleObj spid="_x0000_s37970" name="Equation" r:id="rId9" imgW="77114400" imgH="23164800" progId="Equation.DSMT4">
                  <p:embed/>
                </p:oleObj>
              </mc:Choice>
              <mc:Fallback>
                <p:oleObj name="Equation" r:id="rId9" imgW="77114400" imgH="23164800" progId="Equation.DSMT4">
                  <p:embed/>
                  <p:pic>
                    <p:nvPicPr>
                      <p:cNvPr id="0" name="Object 6"/>
                      <p:cNvPicPr>
                        <a:picLocks noChangeAspect="1" noChangeArrowheads="1"/>
                      </p:cNvPicPr>
                      <p:nvPr/>
                    </p:nvPicPr>
                    <p:blipFill>
                      <a:blip r:embed="rId10"/>
                      <a:srcRect/>
                      <a:stretch>
                        <a:fillRect/>
                      </a:stretch>
                    </p:blipFill>
                    <p:spPr bwMode="auto">
                      <a:xfrm>
                        <a:off x="1547664" y="1736107"/>
                        <a:ext cx="5402263" cy="1311893"/>
                      </a:xfrm>
                      <a:prstGeom prst="rect">
                        <a:avLst/>
                      </a:prstGeom>
                      <a:no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15616" y="3125093"/>
            <a:ext cx="3168352" cy="576064"/>
          </a:xfrm>
          <a:prstGeom prst="rect">
            <a:avLst/>
          </a:prstGeom>
          <a:solidFill>
            <a:srgbClr val="FFFF00"/>
          </a:solid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058"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2" name="Rectangle 3"/>
          <p:cNvSpPr>
            <a:spLocks noGrp="1" noChangeArrowheads="1"/>
          </p:cNvSpPr>
          <p:nvPr>
            <p:ph idx="1"/>
          </p:nvPr>
        </p:nvSpPr>
        <p:spPr>
          <a:xfrm>
            <a:off x="250825" y="550863"/>
            <a:ext cx="8569325" cy="572135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18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0" lang="en-US" altLang="zh-CN" sz="18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en-US" altLang="zh-CN"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                   …</a:t>
            </a:r>
            <a:endPar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第</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K</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轮：</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当：      时，</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通常：令：</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于是：</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其中：   </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第</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K</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次寻优的方向</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第</a:t>
            </a:r>
            <a:r>
              <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K</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次寻优的步长</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5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至于</a:t>
            </a:r>
            <a:r>
              <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如何能保证</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每次迭代总是</a:t>
            </a:r>
            <a:r>
              <a:rPr kumimoji="0" lang="zh-CN" altLang="en-US" sz="24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向着目标函数值减小</a:t>
            </a:r>
            <a:r>
              <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的地方修正的措施，我们后面会向大家描述。</a:t>
            </a:r>
            <a:endParaRPr kumimoji="0" lang="zh-CN" altLang="en-US"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45060" name="Rectangle 5"/>
          <p:cNvSpPr/>
          <p:nvPr/>
        </p:nvSpPr>
        <p:spPr>
          <a:xfrm>
            <a:off x="0" y="32527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sp>
        <p:nvSpPr>
          <p:cNvPr id="45061" name="Rectangle 7"/>
          <p:cNvSpPr/>
          <p:nvPr/>
        </p:nvSpPr>
        <p:spPr>
          <a:xfrm>
            <a:off x="0" y="32527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5062" name="Object 6"/>
          <p:cNvGraphicFramePr/>
          <p:nvPr/>
        </p:nvGraphicFramePr>
        <p:xfrm>
          <a:off x="1979613" y="1268413"/>
          <a:ext cx="4032250" cy="431800"/>
        </p:xfrm>
        <a:graphic>
          <a:graphicData uri="http://schemas.openxmlformats.org/presentationml/2006/ole">
            <mc:AlternateContent xmlns:mc="http://schemas.openxmlformats.org/markup-compatibility/2006">
              <mc:Choice xmlns:v="urn:schemas-microsoft-com:vml" Requires="v">
                <p:oleObj spid="_x0000_s39011" name="" r:id="rId1" imgW="2603500" imgH="355600" progId="Equation.DSMT4">
                  <p:embed/>
                </p:oleObj>
              </mc:Choice>
              <mc:Fallback>
                <p:oleObj name="" r:id="rId1" imgW="2603500" imgH="355600" progId="Equation.DSMT4">
                  <p:embed/>
                  <p:pic>
                    <p:nvPicPr>
                      <p:cNvPr id="0" name="图片 3224"/>
                      <p:cNvPicPr/>
                      <p:nvPr/>
                    </p:nvPicPr>
                    <p:blipFill>
                      <a:blip r:embed="rId2"/>
                      <a:stretch>
                        <a:fillRect/>
                      </a:stretch>
                    </p:blipFill>
                    <p:spPr>
                      <a:xfrm>
                        <a:off x="1979613" y="1268413"/>
                        <a:ext cx="4032250" cy="431800"/>
                      </a:xfrm>
                      <a:prstGeom prst="rect">
                        <a:avLst/>
                      </a:prstGeom>
                      <a:noFill/>
                      <a:ln w="38100">
                        <a:noFill/>
                        <a:miter/>
                      </a:ln>
                    </p:spPr>
                  </p:pic>
                </p:oleObj>
              </mc:Fallback>
            </mc:AlternateContent>
          </a:graphicData>
        </a:graphic>
      </p:graphicFrame>
      <p:sp>
        <p:nvSpPr>
          <p:cNvPr id="45063" name="Rectangle 9"/>
          <p:cNvSpPr/>
          <p:nvPr/>
        </p:nvSpPr>
        <p:spPr>
          <a:xfrm>
            <a:off x="0" y="331946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5064" name="Object 8"/>
          <p:cNvGraphicFramePr/>
          <p:nvPr/>
        </p:nvGraphicFramePr>
        <p:xfrm>
          <a:off x="900113" y="1989138"/>
          <a:ext cx="865187" cy="377825"/>
        </p:xfrm>
        <a:graphic>
          <a:graphicData uri="http://schemas.openxmlformats.org/presentationml/2006/ole">
            <mc:AlternateContent xmlns:mc="http://schemas.openxmlformats.org/markup-compatibility/2006">
              <mc:Choice xmlns:v="urn:schemas-microsoft-com:vml" Requires="v">
                <p:oleObj spid="_x0000_s39012" name="" r:id="rId3" imgW="583565" imgH="215900" progId="Equation.DSMT4">
                  <p:embed/>
                </p:oleObj>
              </mc:Choice>
              <mc:Fallback>
                <p:oleObj name="" r:id="rId3" imgW="583565" imgH="215900" progId="Equation.DSMT4">
                  <p:embed/>
                  <p:pic>
                    <p:nvPicPr>
                      <p:cNvPr id="0" name="图片 3223"/>
                      <p:cNvPicPr/>
                      <p:nvPr/>
                    </p:nvPicPr>
                    <p:blipFill>
                      <a:blip r:embed="rId4"/>
                      <a:stretch>
                        <a:fillRect/>
                      </a:stretch>
                    </p:blipFill>
                    <p:spPr>
                      <a:xfrm>
                        <a:off x="900113" y="1989138"/>
                        <a:ext cx="865187" cy="377825"/>
                      </a:xfrm>
                      <a:prstGeom prst="rect">
                        <a:avLst/>
                      </a:prstGeom>
                      <a:noFill/>
                      <a:ln w="38100">
                        <a:noFill/>
                        <a:miter/>
                      </a:ln>
                    </p:spPr>
                  </p:pic>
                </p:oleObj>
              </mc:Fallback>
            </mc:AlternateContent>
          </a:graphicData>
        </a:graphic>
      </p:graphicFrame>
      <p:sp>
        <p:nvSpPr>
          <p:cNvPr id="45065" name="Rectangle 11"/>
          <p:cNvSpPr/>
          <p:nvPr/>
        </p:nvSpPr>
        <p:spPr>
          <a:xfrm>
            <a:off x="0" y="328136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5066" name="Object 10"/>
          <p:cNvGraphicFramePr/>
          <p:nvPr/>
        </p:nvGraphicFramePr>
        <p:xfrm>
          <a:off x="2484438" y="1916113"/>
          <a:ext cx="1512887" cy="503237"/>
        </p:xfrm>
        <a:graphic>
          <a:graphicData uri="http://schemas.openxmlformats.org/presentationml/2006/ole">
            <mc:AlternateContent xmlns:mc="http://schemas.openxmlformats.org/markup-compatibility/2006">
              <mc:Choice xmlns:v="urn:schemas-microsoft-com:vml" Requires="v">
                <p:oleObj spid="_x0000_s39013" name="" r:id="rId5" imgW="888365" imgH="292100" progId="Equation.DSMT4">
                  <p:embed/>
                </p:oleObj>
              </mc:Choice>
              <mc:Fallback>
                <p:oleObj name="" r:id="rId5" imgW="888365" imgH="292100" progId="Equation.DSMT4">
                  <p:embed/>
                  <p:pic>
                    <p:nvPicPr>
                      <p:cNvPr id="0" name="图片 3231"/>
                      <p:cNvPicPr/>
                      <p:nvPr/>
                    </p:nvPicPr>
                    <p:blipFill>
                      <a:blip r:embed="rId6"/>
                      <a:stretch>
                        <a:fillRect/>
                      </a:stretch>
                    </p:blipFill>
                    <p:spPr>
                      <a:xfrm>
                        <a:off x="2484438" y="1916113"/>
                        <a:ext cx="1512887" cy="503237"/>
                      </a:xfrm>
                      <a:prstGeom prst="rect">
                        <a:avLst/>
                      </a:prstGeom>
                      <a:noFill/>
                      <a:ln w="38100">
                        <a:noFill/>
                        <a:miter/>
                      </a:ln>
                    </p:spPr>
                  </p:pic>
                </p:oleObj>
              </mc:Fallback>
            </mc:AlternateContent>
          </a:graphicData>
        </a:graphic>
      </p:graphicFrame>
      <p:sp>
        <p:nvSpPr>
          <p:cNvPr id="45067" name="Rectangle 13"/>
          <p:cNvSpPr/>
          <p:nvPr/>
        </p:nvSpPr>
        <p:spPr>
          <a:xfrm>
            <a:off x="0" y="3262313"/>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5068" name="Object 12"/>
          <p:cNvGraphicFramePr/>
          <p:nvPr/>
        </p:nvGraphicFramePr>
        <p:xfrm>
          <a:off x="1835696" y="2603008"/>
          <a:ext cx="2151063" cy="382588"/>
        </p:xfrm>
        <a:graphic>
          <a:graphicData uri="http://schemas.openxmlformats.org/presentationml/2006/ole">
            <mc:AlternateContent xmlns:mc="http://schemas.openxmlformats.org/markup-compatibility/2006">
              <mc:Choice xmlns:v="urn:schemas-microsoft-com:vml" Requires="v">
                <p:oleObj spid="_x0000_s39014" name="Equation" r:id="rId7" imgW="32613600" imgH="7010400" progId="Equation.DSMT4">
                  <p:embed/>
                </p:oleObj>
              </mc:Choice>
              <mc:Fallback>
                <p:oleObj name="Equation" r:id="rId7" imgW="32613600" imgH="7010400" progId="Equation.DSMT4">
                  <p:embed/>
                  <p:pic>
                    <p:nvPicPr>
                      <p:cNvPr id="0" name="图片 3227"/>
                      <p:cNvPicPr/>
                      <p:nvPr/>
                    </p:nvPicPr>
                    <p:blipFill>
                      <a:blip r:embed="rId8"/>
                      <a:stretch>
                        <a:fillRect/>
                      </a:stretch>
                    </p:blipFill>
                    <p:spPr>
                      <a:xfrm>
                        <a:off x="1835696" y="2603008"/>
                        <a:ext cx="2151063" cy="382588"/>
                      </a:xfrm>
                      <a:prstGeom prst="rect">
                        <a:avLst/>
                      </a:prstGeom>
                      <a:noFill/>
                      <a:ln w="38100">
                        <a:noFill/>
                        <a:miter/>
                      </a:ln>
                    </p:spPr>
                  </p:pic>
                </p:oleObj>
              </mc:Fallback>
            </mc:AlternateContent>
          </a:graphicData>
        </a:graphic>
      </p:graphicFrame>
      <p:sp>
        <p:nvSpPr>
          <p:cNvPr id="45069" name="Rectangle 15"/>
          <p:cNvSpPr/>
          <p:nvPr/>
        </p:nvSpPr>
        <p:spPr>
          <a:xfrm>
            <a:off x="0" y="3252788"/>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5070" name="Object 14"/>
          <p:cNvGraphicFramePr/>
          <p:nvPr/>
        </p:nvGraphicFramePr>
        <p:xfrm>
          <a:off x="1171575" y="3213100"/>
          <a:ext cx="3200400" cy="539750"/>
        </p:xfrm>
        <a:graphic>
          <a:graphicData uri="http://schemas.openxmlformats.org/presentationml/2006/ole">
            <mc:AlternateContent xmlns:mc="http://schemas.openxmlformats.org/markup-compatibility/2006">
              <mc:Choice xmlns:v="urn:schemas-microsoft-com:vml" Requires="v">
                <p:oleObj spid="_x0000_s39015" name="Equation" r:id="rId9" imgW="61874400" imgH="8534400" progId="Equation.DSMT4">
                  <p:embed/>
                </p:oleObj>
              </mc:Choice>
              <mc:Fallback>
                <p:oleObj name="Equation" r:id="rId9" imgW="61874400" imgH="8534400" progId="Equation.DSMT4">
                  <p:embed/>
                  <p:pic>
                    <p:nvPicPr>
                      <p:cNvPr id="0" name="图片 3228"/>
                      <p:cNvPicPr/>
                      <p:nvPr/>
                    </p:nvPicPr>
                    <p:blipFill>
                      <a:blip r:embed="rId10"/>
                      <a:srcRect t="9428" r="26772"/>
                      <a:stretch>
                        <a:fillRect/>
                      </a:stretch>
                    </p:blipFill>
                    <p:spPr>
                      <a:xfrm>
                        <a:off x="1171575" y="3213100"/>
                        <a:ext cx="3200400" cy="539750"/>
                      </a:xfrm>
                      <a:prstGeom prst="rect">
                        <a:avLst/>
                      </a:prstGeom>
                      <a:noFill/>
                      <a:ln w="38100">
                        <a:noFill/>
                        <a:miter/>
                      </a:ln>
                    </p:spPr>
                  </p:pic>
                </p:oleObj>
              </mc:Fallback>
            </mc:AlternateContent>
          </a:graphicData>
        </a:graphic>
      </p:graphicFrame>
      <p:sp>
        <p:nvSpPr>
          <p:cNvPr id="45071" name="Rectangle 17"/>
          <p:cNvSpPr/>
          <p:nvPr/>
        </p:nvSpPr>
        <p:spPr>
          <a:xfrm>
            <a:off x="0" y="321310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5072" name="Object 16"/>
          <p:cNvGraphicFramePr/>
          <p:nvPr/>
        </p:nvGraphicFramePr>
        <p:xfrm>
          <a:off x="1116013" y="3859213"/>
          <a:ext cx="576262" cy="511175"/>
        </p:xfrm>
        <a:graphic>
          <a:graphicData uri="http://schemas.openxmlformats.org/presentationml/2006/ole">
            <mc:AlternateContent xmlns:mc="http://schemas.openxmlformats.org/markup-compatibility/2006">
              <mc:Choice xmlns:v="urn:schemas-microsoft-com:vml" Requires="v">
                <p:oleObj spid="_x0000_s39016" name="" r:id="rId11" imgW="330200" imgH="292100" progId="Equation.DSMT4">
                  <p:embed/>
                </p:oleObj>
              </mc:Choice>
              <mc:Fallback>
                <p:oleObj name="" r:id="rId11" imgW="330200" imgH="292100" progId="Equation.DSMT4">
                  <p:embed/>
                  <p:pic>
                    <p:nvPicPr>
                      <p:cNvPr id="0" name="图片 3229"/>
                      <p:cNvPicPr/>
                      <p:nvPr/>
                    </p:nvPicPr>
                    <p:blipFill>
                      <a:blip r:embed="rId12"/>
                      <a:stretch>
                        <a:fillRect/>
                      </a:stretch>
                    </p:blipFill>
                    <p:spPr>
                      <a:xfrm>
                        <a:off x="1116013" y="3859213"/>
                        <a:ext cx="576262" cy="511175"/>
                      </a:xfrm>
                      <a:prstGeom prst="rect">
                        <a:avLst/>
                      </a:prstGeom>
                      <a:noFill/>
                      <a:ln w="38100">
                        <a:noFill/>
                        <a:miter/>
                      </a:ln>
                    </p:spPr>
                  </p:pic>
                </p:oleObj>
              </mc:Fallback>
            </mc:AlternateContent>
          </a:graphicData>
        </a:graphic>
      </p:graphicFrame>
      <p:sp>
        <p:nvSpPr>
          <p:cNvPr id="45073" name="Rectangle 19"/>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5074" name="Object 18"/>
          <p:cNvGraphicFramePr/>
          <p:nvPr/>
        </p:nvGraphicFramePr>
        <p:xfrm>
          <a:off x="1095375" y="4467225"/>
          <a:ext cx="544513" cy="412750"/>
        </p:xfrm>
        <a:graphic>
          <a:graphicData uri="http://schemas.openxmlformats.org/presentationml/2006/ole">
            <mc:AlternateContent xmlns:mc="http://schemas.openxmlformats.org/markup-compatibility/2006">
              <mc:Choice xmlns:v="urn:schemas-microsoft-com:vml" Requires="v">
                <p:oleObj spid="_x0000_s39017" name="Equation" r:id="rId13" imgW="8229600" imgH="6096000" progId="Equation.DSMT4">
                  <p:embed/>
                </p:oleObj>
              </mc:Choice>
              <mc:Fallback>
                <p:oleObj name="Equation" r:id="rId13" imgW="8229600" imgH="6096000" progId="Equation.DSMT4">
                  <p:embed/>
                  <p:pic>
                    <p:nvPicPr>
                      <p:cNvPr id="0" name="图片 3230"/>
                      <p:cNvPicPr/>
                      <p:nvPr/>
                    </p:nvPicPr>
                    <p:blipFill>
                      <a:blip r:embed="rId14"/>
                      <a:stretch>
                        <a:fillRect/>
                      </a:stretch>
                    </p:blipFill>
                    <p:spPr>
                      <a:xfrm>
                        <a:off x="1095375" y="4467225"/>
                        <a:ext cx="544513" cy="412750"/>
                      </a:xfrm>
                      <a:prstGeom prst="rect">
                        <a:avLst/>
                      </a:prstGeom>
                      <a:noFill/>
                      <a:ln w="38100">
                        <a:noFill/>
                        <a:miter/>
                      </a:ln>
                    </p:spPr>
                  </p:pic>
                </p:oleObj>
              </mc:Fallback>
            </mc:AlternateContent>
          </a:graphicData>
        </a:graphic>
      </p:graphicFrame>
      <p:sp>
        <p:nvSpPr>
          <p:cNvPr id="45075"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§2.5 </a:t>
            </a:r>
            <a:r>
              <a:rPr lang="zh-CN" altLang="en-US" sz="2000" b="1" i="1" dirty="0">
                <a:solidFill>
                  <a:srgbClr val="00B050"/>
                </a:solidFill>
                <a:latin typeface="黑体" panose="02010609060101010101" pitchFamily="49" charset="-122"/>
                <a:ea typeface="黑体" panose="02010609060101010101" pitchFamily="49" charset="-122"/>
              </a:rPr>
              <a:t>数值迭代法和收敛条件</a:t>
            </a:r>
            <a:endParaRPr lang="zh-CN" altLang="en-US" sz="2000" b="1" i="1" dirty="0">
              <a:solidFill>
                <a:srgbClr val="00B050"/>
              </a:solidFill>
              <a:latin typeface="黑体" panose="02010609060101010101" pitchFamily="49" charset="-122"/>
              <a:ea typeface="黑体" panose="02010609060101010101" pitchFamily="49" charset="-122"/>
            </a:endParaRPr>
          </a:p>
        </p:txBody>
      </p:sp>
      <p:pic>
        <p:nvPicPr>
          <p:cNvPr id="45076" name="图片 1"/>
          <p:cNvPicPr>
            <a:picLocks noChangeAspect="1"/>
          </p:cNvPicPr>
          <p:nvPr/>
        </p:nvPicPr>
        <p:blipFill>
          <a:blip r:embed="rId15"/>
          <a:stretch>
            <a:fillRect/>
          </a:stretch>
        </p:blipFill>
        <p:spPr>
          <a:xfrm>
            <a:off x="4859338" y="1814513"/>
            <a:ext cx="3960812" cy="3100387"/>
          </a:xfrm>
          <a:prstGeom prst="rect">
            <a:avLst/>
          </a:prstGeom>
          <a:noFill/>
          <a:ln w="9525">
            <a:noFill/>
          </a:ln>
        </p:spPr>
      </p:pic>
      <p:cxnSp>
        <p:nvCxnSpPr>
          <p:cNvPr id="23" name="直接箭头连接符 22"/>
          <p:cNvCxnSpPr/>
          <p:nvPr/>
        </p:nvCxnSpPr>
        <p:spPr>
          <a:xfrm>
            <a:off x="2339975" y="512763"/>
            <a:ext cx="0" cy="287338"/>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427664" y="608807"/>
            <a:ext cx="71438" cy="14446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5499101" y="608807"/>
            <a:ext cx="73025" cy="14446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txBox="1">
            <a:spLocks noGrp="1"/>
          </p:cNvSpPr>
          <p:nvPr>
            <p:ph type="ftr" sz="quarter" idx="10"/>
          </p:nvPr>
        </p:nvSpPr>
        <p:spPr/>
        <p:txBody>
          <a:bodyPr/>
          <a:lstStyle/>
          <a:p>
            <a:pPr marL="0" indent="0" algn="ctr" eaLnBrk="1" hangingPunct="1">
              <a:spcBef>
                <a:spcPct val="0"/>
              </a:spcBef>
              <a:buNone/>
            </a:pPr>
            <a:r>
              <a:rPr lang="en-US" altLang="zh-CN" sz="1400" dirty="0"/>
              <a:t>2-</a:t>
            </a:r>
            <a:fld id="{9A0DB2DC-4C9A-4742-B13C-FB6460FD3503}" type="slidenum">
              <a:rPr lang="en-US" altLang="zh-CN" sz="1400" dirty="0"/>
            </a:fld>
            <a:endParaRPr lang="en-US" altLang="zh-CN" sz="1400" dirty="0"/>
          </a:p>
        </p:txBody>
      </p:sp>
      <p:sp>
        <p:nvSpPr>
          <p:cNvPr id="46083" name="Rectangle 3"/>
          <p:cNvSpPr>
            <a:spLocks noGrp="1"/>
          </p:cNvSpPr>
          <p:nvPr>
            <p:ph type="body" sz="half" idx="1"/>
          </p:nvPr>
        </p:nvSpPr>
        <p:spPr>
          <a:xfrm>
            <a:off x="250825" y="587375"/>
            <a:ext cx="8497888" cy="5865813"/>
          </a:xfrm>
        </p:spPr>
        <p:txBody>
          <a:bodyPr vert="horz" wrap="square" lIns="91440" tIns="45720" rIns="91440" bIns="45720" anchor="t"/>
          <a:lstStyle/>
          <a:p>
            <a:pPr marL="609600" indent="-609600" eaLnBrk="1" hangingPunct="1">
              <a:spcBef>
                <a:spcPts val="600"/>
              </a:spcBef>
              <a:spcAft>
                <a:spcPts val="600"/>
              </a:spcAft>
              <a:buClrTx/>
              <a:buSzTx/>
              <a:buFontTx/>
              <a:buNone/>
            </a:pPr>
            <a:r>
              <a:rPr lang="en-US" altLang="zh-CN" sz="2400" dirty="0">
                <a:latin typeface="黑体" panose="02010609060101010101" pitchFamily="49" charset="-122"/>
                <a:ea typeface="黑体" panose="02010609060101010101" pitchFamily="49" charset="-122"/>
              </a:rPr>
              <a:t>2 </a:t>
            </a:r>
            <a:r>
              <a:rPr lang="zh-CN" altLang="en-US" sz="2400" dirty="0">
                <a:latin typeface="黑体" panose="02010609060101010101" pitchFamily="49" charset="-122"/>
                <a:ea typeface="黑体" panose="02010609060101010101" pitchFamily="49" charset="-122"/>
              </a:rPr>
              <a:t>收敛条件</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当条件出现或满足就终止迭代计算。</a:t>
            </a:r>
            <a:endParaRPr lang="zh-CN" altLang="en-US" sz="24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ClrTx/>
              <a:buSzTx/>
              <a:buFontTx/>
              <a:buNone/>
            </a:pPr>
            <a:r>
              <a:rPr lang="zh-CN" altLang="en-US" sz="2400" dirty="0">
                <a:latin typeface="黑体" panose="02010609060101010101" pitchFamily="49" charset="-122"/>
                <a:ea typeface="黑体" panose="02010609060101010101" pitchFamily="49" charset="-122"/>
              </a:rPr>
              <a:t>①</a:t>
            </a:r>
            <a:r>
              <a:rPr lang="zh-CN" altLang="en-US" sz="2400" dirty="0">
                <a:solidFill>
                  <a:srgbClr val="FF0000"/>
                </a:solidFill>
                <a:latin typeface="黑体" panose="02010609060101010101" pitchFamily="49" charset="-122"/>
                <a:ea typeface="黑体" panose="02010609060101010101" pitchFamily="49" charset="-122"/>
              </a:rPr>
              <a:t>相邻两点的距离</a:t>
            </a:r>
            <a:r>
              <a:rPr lang="zh-CN" altLang="en-US" sz="2400" dirty="0">
                <a:latin typeface="黑体" panose="02010609060101010101" pitchFamily="49" charset="-122"/>
                <a:ea typeface="黑体" panose="02010609060101010101" pitchFamily="49" charset="-122"/>
              </a:rPr>
              <a:t>充分小。</a:t>
            </a:r>
            <a:endParaRPr lang="zh-CN" altLang="en-US" sz="24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ClrTx/>
              <a:buSzTx/>
              <a:buFontTx/>
            </a:pPr>
            <a:endParaRPr lang="zh-CN" altLang="en-US" sz="24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ClrTx/>
              <a:buSzTx/>
              <a:buFontTx/>
            </a:pPr>
            <a:endParaRPr lang="zh-CN" altLang="en-US" sz="24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ClrTx/>
              <a:buSzTx/>
              <a:buFontTx/>
              <a:buNone/>
            </a:pPr>
            <a:r>
              <a:rPr lang="zh-CN" altLang="en-US" sz="2400" dirty="0">
                <a:latin typeface="黑体" panose="02010609060101010101" pitchFamily="49" charset="-122"/>
                <a:ea typeface="黑体" panose="02010609060101010101" pitchFamily="49" charset="-122"/>
              </a:rPr>
              <a:t>②</a:t>
            </a:r>
            <a:r>
              <a:rPr lang="zh-CN" altLang="en-US" sz="2400" dirty="0">
                <a:solidFill>
                  <a:srgbClr val="FF0000"/>
                </a:solidFill>
                <a:latin typeface="黑体" panose="02010609060101010101" pitchFamily="49" charset="-122"/>
                <a:ea typeface="黑体" panose="02010609060101010101" pitchFamily="49" charset="-122"/>
              </a:rPr>
              <a:t>相邻两点目标函数值的差</a:t>
            </a:r>
            <a:r>
              <a:rPr lang="zh-CN" altLang="en-US" sz="2400" dirty="0">
                <a:latin typeface="黑体" panose="02010609060101010101" pitchFamily="49" charset="-122"/>
                <a:ea typeface="黑体" panose="02010609060101010101" pitchFamily="49" charset="-122"/>
              </a:rPr>
              <a:t>充分小。</a:t>
            </a:r>
            <a:endParaRPr lang="zh-CN" altLang="en-US" sz="24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ClrTx/>
              <a:buSzTx/>
              <a:buFontTx/>
            </a:pPr>
            <a:endParaRPr lang="zh-CN" altLang="en-US" sz="24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ClrTx/>
              <a:buSzTx/>
              <a:buFontTx/>
            </a:pPr>
            <a:endParaRPr lang="zh-CN" altLang="en-US" sz="2400" dirty="0">
              <a:latin typeface="黑体" panose="02010609060101010101" pitchFamily="49" charset="-122"/>
              <a:ea typeface="黑体" panose="02010609060101010101" pitchFamily="49" charset="-122"/>
            </a:endParaRPr>
          </a:p>
          <a:p>
            <a:pPr marL="609600" indent="-609600" eaLnBrk="1" hangingPunct="1">
              <a:spcBef>
                <a:spcPts val="600"/>
              </a:spcBef>
              <a:spcAft>
                <a:spcPts val="600"/>
              </a:spcAft>
              <a:buClrTx/>
              <a:buSzTx/>
              <a:buFontTx/>
              <a:buNone/>
            </a:pPr>
            <a:r>
              <a:rPr lang="zh-CN" altLang="en-US" sz="2400" dirty="0">
                <a:latin typeface="黑体" panose="02010609060101010101" pitchFamily="49" charset="-122"/>
                <a:ea typeface="黑体" panose="02010609060101010101" pitchFamily="49" charset="-122"/>
              </a:rPr>
              <a:t>③     点的</a:t>
            </a:r>
            <a:r>
              <a:rPr lang="zh-CN" altLang="en-US" sz="2400" dirty="0">
                <a:solidFill>
                  <a:srgbClr val="FF0000"/>
                </a:solidFill>
                <a:latin typeface="黑体" panose="02010609060101010101" pitchFamily="49" charset="-122"/>
                <a:ea typeface="黑体" panose="02010609060101010101" pitchFamily="49" charset="-122"/>
              </a:rPr>
              <a:t>梯度向量的模</a:t>
            </a:r>
            <a:r>
              <a:rPr lang="zh-CN" altLang="en-US" sz="2400" dirty="0">
                <a:latin typeface="黑体" panose="02010609060101010101" pitchFamily="49" charset="-122"/>
                <a:ea typeface="黑体" panose="02010609060101010101" pitchFamily="49" charset="-122"/>
              </a:rPr>
              <a:t>充分小。</a:t>
            </a:r>
            <a:endParaRPr lang="zh-CN" altLang="en-US" sz="2400" dirty="0">
              <a:latin typeface="黑体" panose="02010609060101010101" pitchFamily="49" charset="-122"/>
              <a:ea typeface="黑体" panose="02010609060101010101" pitchFamily="49" charset="-122"/>
            </a:endParaRPr>
          </a:p>
        </p:txBody>
      </p:sp>
      <p:sp>
        <p:nvSpPr>
          <p:cNvPr id="46084" name="Rectangle 19"/>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6085" name="Object 18"/>
          <p:cNvGraphicFramePr/>
          <p:nvPr/>
        </p:nvGraphicFramePr>
        <p:xfrm>
          <a:off x="857250" y="4214813"/>
          <a:ext cx="500063" cy="471487"/>
        </p:xfrm>
        <a:graphic>
          <a:graphicData uri="http://schemas.openxmlformats.org/presentationml/2006/ole">
            <mc:AlternateContent xmlns:mc="http://schemas.openxmlformats.org/markup-compatibility/2006">
              <mc:Choice xmlns:v="urn:schemas-microsoft-com:vml" Requires="v">
                <p:oleObj spid="_x0000_s39993" name="" r:id="rId1" imgW="330200" imgH="254000" progId="Equation.DSMT4">
                  <p:embed/>
                </p:oleObj>
              </mc:Choice>
              <mc:Fallback>
                <p:oleObj name="" r:id="rId1" imgW="330200" imgH="254000" progId="Equation.DSMT4">
                  <p:embed/>
                  <p:pic>
                    <p:nvPicPr>
                      <p:cNvPr id="0" name="图片 3225"/>
                      <p:cNvPicPr/>
                      <p:nvPr/>
                    </p:nvPicPr>
                    <p:blipFill>
                      <a:blip r:embed="rId2"/>
                      <a:stretch>
                        <a:fillRect/>
                      </a:stretch>
                    </p:blipFill>
                    <p:spPr>
                      <a:xfrm>
                        <a:off x="857250" y="4214813"/>
                        <a:ext cx="500063" cy="471487"/>
                      </a:xfrm>
                      <a:prstGeom prst="rect">
                        <a:avLst/>
                      </a:prstGeom>
                      <a:noFill/>
                      <a:ln w="38100">
                        <a:noFill/>
                        <a:miter/>
                      </a:ln>
                    </p:spPr>
                  </p:pic>
                </p:oleObj>
              </mc:Fallback>
            </mc:AlternateContent>
          </a:graphicData>
        </a:graphic>
      </p:graphicFrame>
      <p:sp>
        <p:nvSpPr>
          <p:cNvPr id="46086" name="Rectangle 21"/>
          <p:cNvSpPr/>
          <p:nvPr/>
        </p:nvSpPr>
        <p:spPr>
          <a:xfrm>
            <a:off x="0" y="0"/>
            <a:ext cx="184150" cy="4000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黑体" panose="02010609060101010101" pitchFamily="49" charset="-122"/>
              <a:ea typeface="黑体" panose="02010609060101010101" pitchFamily="49" charset="-122"/>
            </a:endParaRPr>
          </a:p>
        </p:txBody>
      </p:sp>
      <p:graphicFrame>
        <p:nvGraphicFramePr>
          <p:cNvPr id="46087" name="Object 20"/>
          <p:cNvGraphicFramePr/>
          <p:nvPr/>
        </p:nvGraphicFramePr>
        <p:xfrm>
          <a:off x="1192213" y="4857750"/>
          <a:ext cx="2139950" cy="766763"/>
        </p:xfrm>
        <a:graphic>
          <a:graphicData uri="http://schemas.openxmlformats.org/presentationml/2006/ole">
            <mc:AlternateContent xmlns:mc="http://schemas.openxmlformats.org/markup-compatibility/2006">
              <mc:Choice xmlns:v="urn:schemas-microsoft-com:vml" Requires="v">
                <p:oleObj spid="_x0000_s39994" name="" r:id="rId3" imgW="1205865" imgH="431800" progId="Equation.DSMT4">
                  <p:embed/>
                </p:oleObj>
              </mc:Choice>
              <mc:Fallback>
                <p:oleObj name="" r:id="rId3" imgW="1205865" imgH="431800" progId="Equation.DSMT4">
                  <p:embed/>
                  <p:pic>
                    <p:nvPicPr>
                      <p:cNvPr id="0" name="图片 3222"/>
                      <p:cNvPicPr/>
                      <p:nvPr/>
                    </p:nvPicPr>
                    <p:blipFill>
                      <a:blip r:embed="rId4"/>
                      <a:stretch>
                        <a:fillRect/>
                      </a:stretch>
                    </p:blipFill>
                    <p:spPr>
                      <a:xfrm>
                        <a:off x="1192213" y="4857750"/>
                        <a:ext cx="2139950" cy="766763"/>
                      </a:xfrm>
                      <a:prstGeom prst="rect">
                        <a:avLst/>
                      </a:prstGeom>
                      <a:noFill/>
                      <a:ln w="38100">
                        <a:noFill/>
                        <a:miter/>
                      </a:ln>
                    </p:spPr>
                  </p:pic>
                </p:oleObj>
              </mc:Fallback>
            </mc:AlternateContent>
          </a:graphicData>
        </a:graphic>
      </p:graphicFrame>
      <p:sp>
        <p:nvSpPr>
          <p:cNvPr id="46088" name="Rectangle 6"/>
          <p:cNvSpPr/>
          <p:nvPr/>
        </p:nvSpPr>
        <p:spPr>
          <a:xfrm>
            <a:off x="4356100" y="20638"/>
            <a:ext cx="4540250" cy="492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a:lnSpc>
                <a:spcPct val="130000"/>
              </a:lnSpc>
              <a:buNone/>
            </a:pPr>
            <a:r>
              <a:rPr lang="en-US" altLang="zh-CN" sz="2000" b="1" i="1" dirty="0">
                <a:solidFill>
                  <a:srgbClr val="00B050"/>
                </a:solidFill>
                <a:latin typeface="黑体" panose="02010609060101010101" pitchFamily="49" charset="-122"/>
                <a:ea typeface="黑体" panose="02010609060101010101" pitchFamily="49" charset="-122"/>
              </a:rPr>
              <a:t>§2.5 </a:t>
            </a:r>
            <a:r>
              <a:rPr lang="zh-CN" altLang="en-US" sz="2000" b="1" i="1" dirty="0">
                <a:solidFill>
                  <a:srgbClr val="00B050"/>
                </a:solidFill>
                <a:latin typeface="黑体" panose="02010609060101010101" pitchFamily="49" charset="-122"/>
                <a:ea typeface="黑体" panose="02010609060101010101" pitchFamily="49" charset="-122"/>
              </a:rPr>
              <a:t>数值迭代法和收敛条件</a:t>
            </a:r>
            <a:endParaRPr lang="zh-CN" altLang="en-US" sz="2000" b="1" i="1" dirty="0">
              <a:solidFill>
                <a:srgbClr val="00B050"/>
              </a:solidFill>
              <a:latin typeface="黑体" panose="02010609060101010101" pitchFamily="49" charset="-122"/>
              <a:ea typeface="黑体" panose="02010609060101010101" pitchFamily="49" charset="-122"/>
            </a:endParaRPr>
          </a:p>
        </p:txBody>
      </p:sp>
      <p:sp>
        <p:nvSpPr>
          <p:cNvPr id="46089" name="Rectangle 13"/>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46090" name="Object 12"/>
          <p:cNvGraphicFramePr/>
          <p:nvPr/>
        </p:nvGraphicFramePr>
        <p:xfrm>
          <a:off x="1143000" y="1785938"/>
          <a:ext cx="2428875" cy="635000"/>
        </p:xfrm>
        <a:graphic>
          <a:graphicData uri="http://schemas.openxmlformats.org/presentationml/2006/ole">
            <mc:AlternateContent xmlns:mc="http://schemas.openxmlformats.org/markup-compatibility/2006">
              <mc:Choice xmlns:v="urn:schemas-microsoft-com:vml" Requires="v">
                <p:oleObj spid="_x0000_s39995" name="" r:id="rId5" imgW="1371600" imgH="355600" progId="Equation.DSMT4">
                  <p:embed/>
                </p:oleObj>
              </mc:Choice>
              <mc:Fallback>
                <p:oleObj name="" r:id="rId5" imgW="1371600" imgH="355600" progId="Equation.DSMT4">
                  <p:embed/>
                  <p:pic>
                    <p:nvPicPr>
                      <p:cNvPr id="0" name="图片 3226"/>
                      <p:cNvPicPr/>
                      <p:nvPr/>
                    </p:nvPicPr>
                    <p:blipFill>
                      <a:blip r:embed="rId6"/>
                      <a:stretch>
                        <a:fillRect/>
                      </a:stretch>
                    </p:blipFill>
                    <p:spPr>
                      <a:xfrm>
                        <a:off x="1143000" y="1785938"/>
                        <a:ext cx="2428875" cy="635000"/>
                      </a:xfrm>
                      <a:prstGeom prst="rect">
                        <a:avLst/>
                      </a:prstGeom>
                      <a:noFill/>
                      <a:ln w="38100">
                        <a:noFill/>
                        <a:miter/>
                      </a:ln>
                    </p:spPr>
                  </p:pic>
                </p:oleObj>
              </mc:Fallback>
            </mc:AlternateContent>
          </a:graphicData>
        </a:graphic>
      </p:graphicFrame>
      <p:sp>
        <p:nvSpPr>
          <p:cNvPr id="46091" name="Rectangle 15"/>
          <p:cNvSpPr/>
          <p:nvPr/>
        </p:nvSpPr>
        <p:spPr>
          <a:xfrm>
            <a:off x="0" y="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2000" dirty="0">
              <a:latin typeface="宋体" panose="02010600030101010101" pitchFamily="2" charset="-122"/>
            </a:endParaRPr>
          </a:p>
        </p:txBody>
      </p:sp>
      <p:graphicFrame>
        <p:nvGraphicFramePr>
          <p:cNvPr id="46092" name="Object 14"/>
          <p:cNvGraphicFramePr/>
          <p:nvPr/>
        </p:nvGraphicFramePr>
        <p:xfrm>
          <a:off x="1143000" y="3214688"/>
          <a:ext cx="3441700" cy="642937"/>
        </p:xfrm>
        <a:graphic>
          <a:graphicData uri="http://schemas.openxmlformats.org/presentationml/2006/ole">
            <mc:AlternateContent xmlns:mc="http://schemas.openxmlformats.org/markup-compatibility/2006">
              <mc:Choice xmlns:v="urn:schemas-microsoft-com:vml" Requires="v">
                <p:oleObj spid="_x0000_s39996" name="" r:id="rId7" imgW="1917065" imgH="355600" progId="Equation.DSMT4">
                  <p:embed/>
                </p:oleObj>
              </mc:Choice>
              <mc:Fallback>
                <p:oleObj name="" r:id="rId7" imgW="1917065" imgH="355600" progId="Equation.DSMT4">
                  <p:embed/>
                  <p:pic>
                    <p:nvPicPr>
                      <p:cNvPr id="0" name="图片 3232"/>
                      <p:cNvPicPr/>
                      <p:nvPr/>
                    </p:nvPicPr>
                    <p:blipFill>
                      <a:blip r:embed="rId8"/>
                      <a:stretch>
                        <a:fillRect/>
                      </a:stretch>
                    </p:blipFill>
                    <p:spPr>
                      <a:xfrm>
                        <a:off x="1143000" y="3214688"/>
                        <a:ext cx="3441700" cy="6429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txBox="1">
            <a:spLocks noGrp="1"/>
          </p:cNvSpPr>
          <p:nvPr>
            <p:ph type="ftr" sz="quarter" idx="10"/>
          </p:nvPr>
        </p:nvSpPr>
        <p:spPr/>
        <p:txBody>
          <a:bodyPr/>
          <a:lstStyle/>
          <a:p>
            <a:pPr marL="0" indent="0" algn="ctr" eaLnBrk="1" hangingPunct="1">
              <a:spcBef>
                <a:spcPct val="0"/>
              </a:spcBef>
              <a:buNone/>
            </a:pPr>
            <a:r>
              <a:rPr lang="en-US" altLang="zh-CN" sz="1400" dirty="0"/>
              <a:t>1-</a:t>
            </a:r>
            <a:fld id="{9A0DB2DC-4C9A-4742-B13C-FB6460FD3503}" type="slidenum">
              <a:rPr lang="en-US" altLang="zh-CN" sz="1400" dirty="0"/>
            </a:fld>
            <a:endParaRPr lang="en-US" altLang="zh-CN" sz="1400" dirty="0"/>
          </a:p>
        </p:txBody>
      </p:sp>
      <p:sp>
        <p:nvSpPr>
          <p:cNvPr id="47107" name="WordArt 5"/>
          <p:cNvSpPr>
            <a:spLocks noTextEdit="1"/>
          </p:cNvSpPr>
          <p:nvPr/>
        </p:nvSpPr>
        <p:spPr>
          <a:xfrm>
            <a:off x="1835150" y="1268413"/>
            <a:ext cx="5040313" cy="1655762"/>
          </a:xfrm>
          <a:prstGeom prst="rect">
            <a:avLst/>
          </a:prstGeom>
        </p:spPr>
        <p:txBody>
          <a:bodyPr wrap="none" fromWordArt="1">
            <a:prstTxWarp prst="textDeflate">
              <a:avLst>
                <a:gd name="adj" fmla="val 0"/>
              </a:avLst>
            </a:prstTxWarp>
            <a:normAutofit/>
          </a:bodyPr>
          <a:lstStyle/>
          <a:p>
            <a:pPr algn="ctr"/>
            <a:r>
              <a:rPr lang="zh-CN" altLang="en-US" sz="3600" b="1" dirty="0">
                <a:ln w="38100" cap="flat" cmpd="sng">
                  <a:solidFill>
                    <a:srgbClr val="FFFFFF"/>
                  </a:solidFill>
                  <a:prstDash val="solid"/>
                  <a:headEnd type="none" w="med" len="med"/>
                  <a:tailEnd type="none" w="med" len="med"/>
                </a:ln>
                <a:gradFill rotWithShape="1">
                  <a:gsLst>
                    <a:gs pos="0">
                      <a:srgbClr val="8C71B9"/>
                    </a:gs>
                    <a:gs pos="100000">
                      <a:srgbClr val="2B166E"/>
                    </a:gs>
                  </a:gsLst>
                  <a:lin ang="0" scaled="1"/>
                  <a:tileRect/>
                </a:gradFill>
                <a:effectLst>
                  <a:outerShdw dist="107763" dir="2699999" algn="ctr" rotWithShape="0">
                    <a:srgbClr val="868686">
                      <a:alpha val="50000"/>
                    </a:srgbClr>
                  </a:outerShdw>
                </a:effectLst>
                <a:latin typeface="Arial" panose="020B0604020202020204" pitchFamily="34" charset="0"/>
                <a:ea typeface="Arial" panose="020B0604020202020204" pitchFamily="34" charset="0"/>
              </a:rPr>
              <a:t>Thank You !</a:t>
            </a:r>
            <a:endParaRPr lang="zh-CN" altLang="en-US" sz="3600" b="1" dirty="0">
              <a:ln w="38100" cap="flat" cmpd="sng">
                <a:solidFill>
                  <a:srgbClr val="FFFFFF"/>
                </a:solidFill>
                <a:prstDash val="solid"/>
                <a:headEnd type="none" w="med" len="med"/>
                <a:tailEnd type="none" w="med" len="med"/>
              </a:ln>
              <a:gradFill rotWithShape="1">
                <a:gsLst>
                  <a:gs pos="0">
                    <a:srgbClr val="8C71B9"/>
                  </a:gs>
                  <a:gs pos="100000">
                    <a:srgbClr val="2B166E"/>
                  </a:gs>
                </a:gsLst>
                <a:lin ang="0" scaled="1"/>
                <a:tileRect/>
              </a:gradFill>
              <a:effectLst>
                <a:outerShdw dist="107763" dir="2699999" algn="ctr" rotWithShape="0">
                  <a:srgbClr val="868686">
                    <a:alpha val="50000"/>
                  </a:srgbClr>
                </a:outerShdw>
              </a:effectLst>
              <a:latin typeface="Arial" panose="020B0604020202020204" pitchFamily="34" charset="0"/>
              <a:ea typeface="Arial" panose="020B0604020202020204" pitchFamily="34" charset="0"/>
            </a:endParaRPr>
          </a:p>
        </p:txBody>
      </p:sp>
      <p:sp>
        <p:nvSpPr>
          <p:cNvPr id="6" name="Rectangle 2"/>
          <p:cNvSpPr txBox="1">
            <a:spLocks noChangeArrowheads="1"/>
          </p:cNvSpPr>
          <p:nvPr/>
        </p:nvSpPr>
        <p:spPr bwMode="auto">
          <a:xfrm>
            <a:off x="754063" y="3213100"/>
            <a:ext cx="7489825" cy="865188"/>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accent6">
                    <a:lumMod val="40000"/>
                    <a:lumOff val="60000"/>
                  </a:schemeClr>
                </a:solidFill>
                <a:effectLst/>
                <a:uLnTx/>
                <a:uFillTx/>
                <a:latin typeface="黑体" panose="02010609060101010101" pitchFamily="49" charset="-122"/>
                <a:ea typeface="黑体" panose="02010609060101010101" pitchFamily="49" charset="-122"/>
                <a:cs typeface="+mj-cs"/>
              </a:rPr>
              <a:t>（第二章 结束）</a:t>
            </a:r>
            <a:endParaRPr kumimoji="0" lang="en-US" altLang="zh-CN" sz="4400" b="0" i="0" u="none" strike="noStrike" kern="0" cap="none" spc="0" normalizeH="0" baseline="0" noProof="0" dirty="0" smtClean="0">
              <a:ln>
                <a:noFill/>
              </a:ln>
              <a:solidFill>
                <a:schemeClr val="accent6">
                  <a:lumMod val="40000"/>
                  <a:lumOff val="60000"/>
                </a:schemeClr>
              </a:solidFill>
              <a:effectLst/>
              <a:uLnTx/>
              <a:uFillTx/>
              <a:latin typeface="黑体" panose="02010609060101010101" pitchFamily="49" charset="-122"/>
              <a:ea typeface="黑体" panose="02010609060101010101" pitchFamily="49" charset="-122"/>
              <a:cs typeface="+mj-cs"/>
            </a:endParaRPr>
          </a:p>
        </p:txBody>
      </p:sp>
      <p:sp>
        <p:nvSpPr>
          <p:cNvPr id="8" name="Rectangle 2"/>
          <p:cNvSpPr txBox="1">
            <a:spLocks noChangeArrowheads="1"/>
          </p:cNvSpPr>
          <p:nvPr/>
        </p:nvSpPr>
        <p:spPr bwMode="auto">
          <a:xfrm>
            <a:off x="4116388" y="5610225"/>
            <a:ext cx="4735513" cy="909638"/>
          </a:xfrm>
          <a:prstGeom prst="rect">
            <a:avLst/>
          </a:prstGeom>
          <a:noFill/>
          <a:ln>
            <a:noFill/>
          </a:ln>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kumimoji="0" lang="zh-CN" altLang="en-US" sz="2400" b="0" i="0" u="none" strike="noStrike" kern="0" cap="none" spc="0" normalizeH="0" baseline="0" noProof="0" dirty="0" smtClean="0">
                <a:ln>
                  <a:noFill/>
                </a:ln>
                <a:solidFill>
                  <a:srgbClr val="00B0F0"/>
                </a:solidFill>
                <a:effectLst/>
                <a:uLnTx/>
                <a:uFillTx/>
                <a:latin typeface="黑体" panose="02010609060101010101" pitchFamily="49" charset="-122"/>
                <a:ea typeface="黑体" panose="02010609060101010101" pitchFamily="49" charset="-122"/>
                <a:cs typeface="+mj-cs"/>
              </a:rPr>
              <a:t>疏漏之处，在所难免，欢迎指正。</a:t>
            </a:r>
            <a:endParaRPr kumimoji="0" lang="zh-CN" altLang="en-US" sz="2400" b="0" i="0" u="none" strike="noStrike" kern="0" cap="none" spc="0" normalizeH="0" baseline="0" noProof="0" dirty="0" smtClean="0">
              <a:ln>
                <a:noFill/>
              </a:ln>
              <a:solidFill>
                <a:srgbClr val="00B0F0"/>
              </a:solidFill>
              <a:effectLst/>
              <a:uLnTx/>
              <a:uFillTx/>
              <a:latin typeface="黑体" panose="02010609060101010101" pitchFamily="49" charset="-122"/>
              <a:ea typeface="黑体" panose="02010609060101010101" pitchFamily="49" charset="-122"/>
              <a:cs typeface="+mj-cs"/>
            </a:endParaRPr>
          </a:p>
          <a:p>
            <a:pPr marL="0" marR="0" lvl="0" indent="0" algn="l" defTabSz="914400" rtl="0" eaLnBrk="1" fontAlgn="ctr" latinLnBrk="0" hangingPunct="1">
              <a:lnSpc>
                <a:spcPct val="100000"/>
              </a:lnSpc>
              <a:spcBef>
                <a:spcPct val="0"/>
              </a:spcBef>
              <a:spcAft>
                <a:spcPct val="0"/>
              </a:spcAft>
              <a:buClrTx/>
              <a:buSzTx/>
              <a:buFontTx/>
              <a:buNone/>
              <a:defRPr/>
            </a:pPr>
            <a:r>
              <a:rPr kumimoji="0" lang="zh-CN" altLang="en-US" sz="2400" b="0" i="0" u="none" strike="noStrike" kern="0" cap="none" spc="0" normalizeH="0" baseline="0" noProof="0" dirty="0" smtClean="0">
                <a:ln>
                  <a:noFill/>
                </a:ln>
                <a:solidFill>
                  <a:srgbClr val="00B0F0"/>
                </a:solidFill>
                <a:effectLst/>
                <a:uLnTx/>
                <a:uFillTx/>
                <a:latin typeface="黑体" panose="02010609060101010101" pitchFamily="49" charset="-122"/>
                <a:ea typeface="黑体" panose="02010609060101010101" pitchFamily="49" charset="-122"/>
                <a:cs typeface="+mj-cs"/>
              </a:rPr>
              <a:t>联系邮箱：</a:t>
            </a:r>
            <a:r>
              <a:rPr kumimoji="0" lang="en-US" altLang="zh-CN" sz="2400" b="0" i="0" u="none" strike="noStrike" kern="0" cap="none" spc="0" normalizeH="0" baseline="0" noProof="0" dirty="0" smtClean="0">
                <a:ln>
                  <a:noFill/>
                </a:ln>
                <a:solidFill>
                  <a:srgbClr val="00B0F0"/>
                </a:solidFill>
                <a:effectLst/>
                <a:uLnTx/>
                <a:uFillTx/>
                <a:latin typeface="黑体" panose="02010609060101010101" pitchFamily="49" charset="-122"/>
                <a:ea typeface="黑体" panose="02010609060101010101" pitchFamily="49" charset="-122"/>
                <a:cs typeface="+mj-cs"/>
              </a:rPr>
              <a:t>weirongw@163.com</a:t>
            </a:r>
            <a:endParaRPr kumimoji="0" lang="en-US" altLang="zh-CN" sz="2400" b="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j-cs"/>
            </a:endParaRP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5285</Words>
  <Application>WPS 演示</Application>
  <PresentationFormat>全屏显示(4:3)</PresentationFormat>
  <Paragraphs>676</Paragraphs>
  <Slides>45</Slides>
  <Notes>5</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189</vt:i4>
      </vt:variant>
      <vt:variant>
        <vt:lpstr>幻灯片标题</vt:lpstr>
      </vt:variant>
      <vt:variant>
        <vt:i4>45</vt:i4>
      </vt:variant>
    </vt:vector>
  </HeadingPairs>
  <TitlesOfParts>
    <vt:vector size="242" baseType="lpstr">
      <vt:lpstr>Arial</vt:lpstr>
      <vt:lpstr>宋体</vt:lpstr>
      <vt:lpstr>Wingdings</vt:lpstr>
      <vt:lpstr>黑体</vt:lpstr>
      <vt:lpstr>华文新魏</vt:lpstr>
      <vt:lpstr>微软雅黑</vt:lpstr>
      <vt:lpstr>Arial Unicode MS</vt:lpstr>
      <vt:lpstr>默认设计模板</vt:lpstr>
      <vt:lpstr>Equation.KSEE3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Equation.3</vt:lpstr>
      <vt:lpstr>Equation.3</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Equation.3</vt:lpstr>
      <vt:lpstr>Equation.DSMT4</vt:lpstr>
      <vt:lpstr>Equation.DSMT4</vt:lpstr>
      <vt:lpstr>Equation.DSMT4</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Equation.3</vt:lpstr>
      <vt:lpstr>Equation.3</vt:lpstr>
      <vt:lpstr>Equation.3</vt:lpstr>
      <vt:lpstr>Equation.3</vt:lpstr>
      <vt:lpstr>Equation.DSMT4</vt:lpstr>
      <vt:lpstr>Equation.DSMT4</vt:lpstr>
      <vt:lpstr>Equation.DSMT4</vt:lpstr>
      <vt:lpstr>Equation.DSMT4</vt:lpstr>
      <vt:lpstr>Equation.3</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《机械优化设计》</vt:lpstr>
      <vt:lpstr>PowerPoint 演示文稿</vt:lpstr>
      <vt:lpstr>第二章  优化设计数学基础</vt:lpstr>
      <vt:lpstr>§2.1 多元函数的方向导数和梯度</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由图可见</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信念技术论坛</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zhiliao</cp:lastModifiedBy>
  <cp:revision>276</cp:revision>
  <dcterms:created xsi:type="dcterms:W3CDTF">2010-08-16T01:14:00Z</dcterms:created>
  <dcterms:modified xsi:type="dcterms:W3CDTF">2020-06-10T09:23:25Z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